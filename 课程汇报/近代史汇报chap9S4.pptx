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1" r:id="rId4"/>
    <p:sldId id="270" r:id="rId5"/>
    <p:sldId id="272" r:id="rId6"/>
    <p:sldId id="257" r:id="rId7"/>
    <p:sldId id="259" r:id="rId8"/>
    <p:sldId id="258" r:id="rId9"/>
    <p:sldId id="261" r:id="rId10"/>
    <p:sldId id="264" r:id="rId11"/>
    <p:sldId id="265" r:id="rId12"/>
    <p:sldId id="260" r:id="rId13"/>
    <p:sldId id="266" r:id="rId14"/>
    <p:sldId id="262" r:id="rId15"/>
    <p:sldId id="269" r:id="rId16"/>
    <p:sldId id="263" r:id="rId17"/>
    <p:sldId id="26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A079"/>
    <a:srgbClr val="CCCB84"/>
    <a:srgbClr val="EFD349"/>
    <a:srgbClr val="363636"/>
    <a:srgbClr val="EAEEF2"/>
    <a:srgbClr val="838D48"/>
    <a:srgbClr val="181E23"/>
    <a:srgbClr val="A0AC55"/>
    <a:srgbClr val="141616"/>
    <a:srgbClr val="C7D2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4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3BC793-40B0-3BE9-B474-A84B8E9D738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4AA4FAB-5251-8133-4E12-08F46B2002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3EA810C-203D-6A05-0B00-34BCAAA60FEA}"/>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5" name="页脚占位符 4">
            <a:extLst>
              <a:ext uri="{FF2B5EF4-FFF2-40B4-BE49-F238E27FC236}">
                <a16:creationId xmlns:a16="http://schemas.microsoft.com/office/drawing/2014/main" id="{1C07846D-6B2F-EFC6-D3C3-BCBC4B77EA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C2A160-75B2-83F2-B738-45227EAE1BF1}"/>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4000597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367963-678B-407B-58B0-65DD14B5B55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640498B-A67E-A822-B0A8-6C7DD4A1577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3CA6AB-4E2F-A7E5-49E5-0AE5009BEAA3}"/>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5" name="页脚占位符 4">
            <a:extLst>
              <a:ext uri="{FF2B5EF4-FFF2-40B4-BE49-F238E27FC236}">
                <a16:creationId xmlns:a16="http://schemas.microsoft.com/office/drawing/2014/main" id="{F3B7891C-DE36-F0C1-8CC9-ACE21285D8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727E322-97C7-62F2-3178-1981E0444535}"/>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128103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E72DC1-EED5-59FF-F2F7-ED2B98DE1D0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2EA0885-AEEF-A558-7CC1-3308EFF9F5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175FB2-0B1E-46FD-D070-8E5F801DCEB3}"/>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5" name="页脚占位符 4">
            <a:extLst>
              <a:ext uri="{FF2B5EF4-FFF2-40B4-BE49-F238E27FC236}">
                <a16:creationId xmlns:a16="http://schemas.microsoft.com/office/drawing/2014/main" id="{E28B4884-F005-DB75-24BC-4306C366FE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866240-4725-64E1-792F-DFF2903BC6C8}"/>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267499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7A8FCB-25DA-5A6E-3194-ACAA6469074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A03323-9EEC-CC8E-03D8-2F04FD09EC1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7B7F3F-B86F-C3B5-DDC1-DA80D7C1D1D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3F43F0A-8C71-FE3E-AEA4-A0E54BAD3087}"/>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6" name="页脚占位符 5">
            <a:extLst>
              <a:ext uri="{FF2B5EF4-FFF2-40B4-BE49-F238E27FC236}">
                <a16:creationId xmlns:a16="http://schemas.microsoft.com/office/drawing/2014/main" id="{6E606A46-23BC-7A2E-59CB-757B81B46AA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DDB798-9E9D-2C8B-E867-2EB471CDC7E1}"/>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3378137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FE4FB9-2121-DC2E-390B-CF4D84C9E4A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31FE251-AD2E-254E-E07A-F8B2A8DC94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9BACE56-75A1-2535-8CD9-B15055C2D31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BC4FDCB-1A68-81B3-72B5-B1CB2AF377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2CB10B3-AC1D-4DFF-009A-2EEC7528A6D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C72CA94-D207-EC71-108A-1FA2ED668BA8}"/>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8" name="页脚占位符 7">
            <a:extLst>
              <a:ext uri="{FF2B5EF4-FFF2-40B4-BE49-F238E27FC236}">
                <a16:creationId xmlns:a16="http://schemas.microsoft.com/office/drawing/2014/main" id="{1D8336FE-B749-A26C-C81B-2122C67B4E6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E2310A0-9A5F-B89A-470A-AC96ED1A1D10}"/>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1453646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352E6-1DD1-60D5-8F04-A890BD33FB6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32EC6EA-A203-1DB5-752E-E9B0C90D8BBA}"/>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4" name="页脚占位符 3">
            <a:extLst>
              <a:ext uri="{FF2B5EF4-FFF2-40B4-BE49-F238E27FC236}">
                <a16:creationId xmlns:a16="http://schemas.microsoft.com/office/drawing/2014/main" id="{96DA5D81-5C8E-5AB5-686B-BF08969B9E6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288B068-E6A2-FEF4-0F89-A77B27B38B16}"/>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1191001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DB88B3-7561-7A40-3875-6F0693D14380}"/>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3" name="页脚占位符 2">
            <a:extLst>
              <a:ext uri="{FF2B5EF4-FFF2-40B4-BE49-F238E27FC236}">
                <a16:creationId xmlns:a16="http://schemas.microsoft.com/office/drawing/2014/main" id="{DBAC928E-0780-C198-B786-2456B4971F9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B48E3F8-3C19-1323-27E3-19ACB82D1C5B}"/>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160538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A92A0-BAEE-5593-B975-C44C1C33C2F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594CFF5-4B85-C5C3-1A7A-B973BAA144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A04F2C8-2F56-5F76-2325-CDDDA713F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D3B0653-57C8-9BEB-287F-D61EC056F167}"/>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6" name="页脚占位符 5">
            <a:extLst>
              <a:ext uri="{FF2B5EF4-FFF2-40B4-BE49-F238E27FC236}">
                <a16:creationId xmlns:a16="http://schemas.microsoft.com/office/drawing/2014/main" id="{3BCE30B5-0E60-DF2D-91F0-76ECC7D18F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0389B1-0115-781B-C994-3149C82B2658}"/>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26241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0F2FC-1E84-4DDF-74FB-647F5A7B314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E768799-C0CE-0766-A9AD-A665354C7E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6FCF6E0-9D91-3AA9-60E7-1309E6DA79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04663AE-F973-56D2-C0A9-7062DD97D9A4}"/>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6" name="页脚占位符 5">
            <a:extLst>
              <a:ext uri="{FF2B5EF4-FFF2-40B4-BE49-F238E27FC236}">
                <a16:creationId xmlns:a16="http://schemas.microsoft.com/office/drawing/2014/main" id="{A9762EF5-C6C7-199B-0931-D1F6A60DD5E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0E8570-EABC-6E32-ACC6-2A569CBE6E97}"/>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109586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F66671-5F17-404A-CF4B-F08D919ED0E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DC5704C-3A02-259E-5F70-E0AB668A70B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7650987-5C9B-447D-CC88-E3A811F089AD}"/>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5" name="页脚占位符 4">
            <a:extLst>
              <a:ext uri="{FF2B5EF4-FFF2-40B4-BE49-F238E27FC236}">
                <a16:creationId xmlns:a16="http://schemas.microsoft.com/office/drawing/2014/main" id="{82771077-43C1-399E-BCE6-EE5780D314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99A7C08-3F63-AC6C-67FF-BB685DB2D12D}"/>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3302238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4E87B57-CCD8-9F18-07D5-AC8CE0C6000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BCEB80-4566-37DE-F95D-FB7F72A5A76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C5955D-7AA5-314F-1A06-B2BCCE94E666}"/>
              </a:ext>
            </a:extLst>
          </p:cNvPr>
          <p:cNvSpPr>
            <a:spLocks noGrp="1"/>
          </p:cNvSpPr>
          <p:nvPr>
            <p:ph type="dt" sz="half" idx="10"/>
          </p:nvPr>
        </p:nvSpPr>
        <p:spPr/>
        <p:txBody>
          <a:bodyPr/>
          <a:lstStyle/>
          <a:p>
            <a:fld id="{55C26023-6D4C-41BF-BFB1-DEDE86DFDB73}" type="datetimeFigureOut">
              <a:rPr lang="zh-CN" altLang="en-US" smtClean="0"/>
              <a:t>2025/5/20</a:t>
            </a:fld>
            <a:endParaRPr lang="zh-CN" altLang="en-US"/>
          </a:p>
        </p:txBody>
      </p:sp>
      <p:sp>
        <p:nvSpPr>
          <p:cNvPr id="5" name="页脚占位符 4">
            <a:extLst>
              <a:ext uri="{FF2B5EF4-FFF2-40B4-BE49-F238E27FC236}">
                <a16:creationId xmlns:a16="http://schemas.microsoft.com/office/drawing/2014/main" id="{4765A9B8-E699-3425-E6E3-9505F481CB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8FFD80-2663-572F-4F44-11964ED05629}"/>
              </a:ext>
            </a:extLst>
          </p:cNvPr>
          <p:cNvSpPr>
            <a:spLocks noGrp="1"/>
          </p:cNvSpPr>
          <p:nvPr>
            <p:ph type="sldNum" sz="quarter" idx="12"/>
          </p:nvPr>
        </p:nvSpPr>
        <p:spPr/>
        <p:txBody>
          <a:body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2186803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E653D99-E05B-D3EE-D8A5-6AD6EC1D2C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9630AC0-E1A8-4075-740D-DAB62F531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6B9D42-06BB-7B3B-FC42-DA881383D6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C26023-6D4C-41BF-BFB1-DEDE86DFDB73}" type="datetimeFigureOut">
              <a:rPr lang="zh-CN" altLang="en-US" smtClean="0"/>
              <a:t>2025/5/20</a:t>
            </a:fld>
            <a:endParaRPr lang="zh-CN" altLang="en-US"/>
          </a:p>
        </p:txBody>
      </p:sp>
      <p:sp>
        <p:nvSpPr>
          <p:cNvPr id="5" name="页脚占位符 4">
            <a:extLst>
              <a:ext uri="{FF2B5EF4-FFF2-40B4-BE49-F238E27FC236}">
                <a16:creationId xmlns:a16="http://schemas.microsoft.com/office/drawing/2014/main" id="{C42B42D3-8D50-517A-1544-8C4A30B8B7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906F479-C7A6-5C32-4101-532F29085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99326-F236-4374-9BFE-4B1A70D4B3CC}" type="slidenum">
              <a:rPr lang="zh-CN" altLang="en-US" smtClean="0"/>
              <a:t>‹#›</a:t>
            </a:fld>
            <a:endParaRPr lang="zh-CN" altLang="en-US"/>
          </a:p>
        </p:txBody>
      </p:sp>
    </p:spTree>
    <p:extLst>
      <p:ext uri="{BB962C8B-B14F-4D97-AF65-F5344CB8AC3E}">
        <p14:creationId xmlns:p14="http://schemas.microsoft.com/office/powerpoint/2010/main" val="3810236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jpeg"/><Relationship Id="rId7"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microsoft.com/office/2007/relationships/hdphoto" Target="../media/hdphoto3.wdp"/><Relationship Id="rId10" Type="http://schemas.openxmlformats.org/officeDocument/2006/relationships/image" Target="../media/image10.png"/><Relationship Id="rId4" Type="http://schemas.openxmlformats.org/officeDocument/2006/relationships/image" Target="../media/image7.png"/><Relationship Id="rId9" Type="http://schemas.microsoft.com/office/2007/relationships/hdphoto" Target="../media/hdphoto5.wdp"/></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3C0599B9-EDAC-DB4E-FE5C-3B1C71E28484}"/>
              </a:ext>
            </a:extLst>
          </p:cNvPr>
          <p:cNvSpPr/>
          <p:nvPr/>
        </p:nvSpPr>
        <p:spPr>
          <a:xfrm>
            <a:off x="-1" y="0"/>
            <a:ext cx="12191998" cy="6858000"/>
          </a:xfrm>
          <a:prstGeom prst="rect">
            <a:avLst/>
          </a:prstGeom>
          <a:gradFill>
            <a:gsLst>
              <a:gs pos="68000">
                <a:srgbClr val="D9D8D6"/>
              </a:gs>
              <a:gs pos="0">
                <a:srgbClr val="FEFEFE"/>
              </a:gs>
              <a:gs pos="100000">
                <a:srgbClr val="B5B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EAA95D48-6235-1866-E499-33635933AEB5}"/>
              </a:ext>
            </a:extLst>
          </p:cNvPr>
          <p:cNvGrpSpPr/>
          <p:nvPr/>
        </p:nvGrpSpPr>
        <p:grpSpPr>
          <a:xfrm rot="10800000">
            <a:off x="-8024" y="5256241"/>
            <a:ext cx="12200019" cy="652824"/>
            <a:chOff x="-8024" y="4499811"/>
            <a:chExt cx="12200019" cy="652824"/>
          </a:xfrm>
        </p:grpSpPr>
        <p:cxnSp>
          <p:nvCxnSpPr>
            <p:cNvPr id="26" name="直接连接符 25">
              <a:extLst>
                <a:ext uri="{FF2B5EF4-FFF2-40B4-BE49-F238E27FC236}">
                  <a16:creationId xmlns:a16="http://schemas.microsoft.com/office/drawing/2014/main" id="{0755F775-9A9A-4A57-23DA-16D1CCD9C420}"/>
                </a:ext>
              </a:extLst>
            </p:cNvPr>
            <p:cNvCxnSpPr/>
            <p:nvPr/>
          </p:nvCxnSpPr>
          <p:spPr>
            <a:xfrm>
              <a:off x="-8024" y="5152635"/>
              <a:ext cx="1219199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2480E01-DDB5-0971-701B-81BAAFE2FFDC}"/>
                </a:ext>
              </a:extLst>
            </p:cNvPr>
            <p:cNvCxnSpPr/>
            <p:nvPr/>
          </p:nvCxnSpPr>
          <p:spPr>
            <a:xfrm>
              <a:off x="-8023" y="5056382"/>
              <a:ext cx="1219199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0C3774D-301D-AE5F-6225-92B455596A50}"/>
                </a:ext>
              </a:extLst>
            </p:cNvPr>
            <p:cNvCxnSpPr/>
            <p:nvPr/>
          </p:nvCxnSpPr>
          <p:spPr>
            <a:xfrm>
              <a:off x="-8022" y="4968150"/>
              <a:ext cx="1219199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2F30F37E-72D5-446B-F442-F6A55DFA0240}"/>
                </a:ext>
              </a:extLst>
            </p:cNvPr>
            <p:cNvCxnSpPr/>
            <p:nvPr/>
          </p:nvCxnSpPr>
          <p:spPr>
            <a:xfrm>
              <a:off x="-8021" y="4871898"/>
              <a:ext cx="121919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2E592DB-03C3-C31F-E06C-0D3BE0161128}"/>
                </a:ext>
              </a:extLst>
            </p:cNvPr>
            <p:cNvCxnSpPr/>
            <p:nvPr/>
          </p:nvCxnSpPr>
          <p:spPr>
            <a:xfrm>
              <a:off x="-8021" y="4775645"/>
              <a:ext cx="1219199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B85F8F3F-0AD2-8129-F7EB-2ACAF252D8A3}"/>
                </a:ext>
              </a:extLst>
            </p:cNvPr>
            <p:cNvCxnSpPr/>
            <p:nvPr/>
          </p:nvCxnSpPr>
          <p:spPr>
            <a:xfrm>
              <a:off x="0" y="4679393"/>
              <a:ext cx="1219199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1EC2AEB-C768-0B20-FE1D-52B58E01B4B5}"/>
                </a:ext>
              </a:extLst>
            </p:cNvPr>
            <p:cNvCxnSpPr/>
            <p:nvPr/>
          </p:nvCxnSpPr>
          <p:spPr>
            <a:xfrm>
              <a:off x="0" y="4591161"/>
              <a:ext cx="1219199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D9E5A4B-25BE-5E22-5FAE-991F73AFB8CD}"/>
                </a:ext>
              </a:extLst>
            </p:cNvPr>
            <p:cNvCxnSpPr/>
            <p:nvPr/>
          </p:nvCxnSpPr>
          <p:spPr>
            <a:xfrm>
              <a:off x="0" y="4499811"/>
              <a:ext cx="12191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94E34EBE-4BF5-707A-7B0A-EB238CD84050}"/>
              </a:ext>
            </a:extLst>
          </p:cNvPr>
          <p:cNvGrpSpPr/>
          <p:nvPr/>
        </p:nvGrpSpPr>
        <p:grpSpPr>
          <a:xfrm>
            <a:off x="-8024" y="4499811"/>
            <a:ext cx="12200019" cy="652824"/>
            <a:chOff x="-8024" y="4499811"/>
            <a:chExt cx="12200019" cy="652824"/>
          </a:xfrm>
        </p:grpSpPr>
        <p:cxnSp>
          <p:nvCxnSpPr>
            <p:cNvPr id="23" name="直接连接符 22">
              <a:extLst>
                <a:ext uri="{FF2B5EF4-FFF2-40B4-BE49-F238E27FC236}">
                  <a16:creationId xmlns:a16="http://schemas.microsoft.com/office/drawing/2014/main" id="{B6F36AE7-310B-3242-768B-4C56DED461A3}"/>
                </a:ext>
              </a:extLst>
            </p:cNvPr>
            <p:cNvCxnSpPr/>
            <p:nvPr/>
          </p:nvCxnSpPr>
          <p:spPr>
            <a:xfrm>
              <a:off x="-8024" y="5152635"/>
              <a:ext cx="1219199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680F57D-F94D-BA31-B7F6-78B19C8A5095}"/>
                </a:ext>
              </a:extLst>
            </p:cNvPr>
            <p:cNvCxnSpPr/>
            <p:nvPr/>
          </p:nvCxnSpPr>
          <p:spPr>
            <a:xfrm>
              <a:off x="-8023" y="5056382"/>
              <a:ext cx="1219199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769C31F7-4BB4-3A4B-C739-691A57D3172C}"/>
                </a:ext>
              </a:extLst>
            </p:cNvPr>
            <p:cNvCxnSpPr/>
            <p:nvPr/>
          </p:nvCxnSpPr>
          <p:spPr>
            <a:xfrm>
              <a:off x="-8022" y="4968150"/>
              <a:ext cx="1219199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A84283A-73E5-7113-73AA-D87BF974BD47}"/>
                </a:ext>
              </a:extLst>
            </p:cNvPr>
            <p:cNvCxnSpPr/>
            <p:nvPr/>
          </p:nvCxnSpPr>
          <p:spPr>
            <a:xfrm>
              <a:off x="-8021" y="4871898"/>
              <a:ext cx="121919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E8B11D6-DACE-7C6C-C30C-60CF3A82D386}"/>
                </a:ext>
              </a:extLst>
            </p:cNvPr>
            <p:cNvCxnSpPr/>
            <p:nvPr/>
          </p:nvCxnSpPr>
          <p:spPr>
            <a:xfrm>
              <a:off x="-8021" y="4775645"/>
              <a:ext cx="1219199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B935C2C2-D164-6425-9C4D-16EAACEAE807}"/>
                </a:ext>
              </a:extLst>
            </p:cNvPr>
            <p:cNvCxnSpPr/>
            <p:nvPr/>
          </p:nvCxnSpPr>
          <p:spPr>
            <a:xfrm>
              <a:off x="0" y="4679393"/>
              <a:ext cx="1219199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B834800-470C-D2DB-12A7-3735615BDE76}"/>
                </a:ext>
              </a:extLst>
            </p:cNvPr>
            <p:cNvCxnSpPr/>
            <p:nvPr/>
          </p:nvCxnSpPr>
          <p:spPr>
            <a:xfrm>
              <a:off x="0" y="4591161"/>
              <a:ext cx="1219199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10C2CA01-46D4-80FD-AB8F-AF38AF50AD5D}"/>
                </a:ext>
              </a:extLst>
            </p:cNvPr>
            <p:cNvCxnSpPr/>
            <p:nvPr/>
          </p:nvCxnSpPr>
          <p:spPr>
            <a:xfrm>
              <a:off x="0" y="4499811"/>
              <a:ext cx="12191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4" name="平行四边形 133">
            <a:extLst>
              <a:ext uri="{FF2B5EF4-FFF2-40B4-BE49-F238E27FC236}">
                <a16:creationId xmlns:a16="http://schemas.microsoft.com/office/drawing/2014/main" id="{74C092A5-2123-111B-8231-ABEB36E90D8B}"/>
              </a:ext>
            </a:extLst>
          </p:cNvPr>
          <p:cNvSpPr/>
          <p:nvPr/>
        </p:nvSpPr>
        <p:spPr>
          <a:xfrm flipH="1">
            <a:off x="7702259" y="4369873"/>
            <a:ext cx="2068393" cy="2468910"/>
          </a:xfrm>
          <a:prstGeom prst="parallelogram">
            <a:avLst>
              <a:gd name="adj" fmla="val 30430"/>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平行四边形 132">
            <a:extLst>
              <a:ext uri="{FF2B5EF4-FFF2-40B4-BE49-F238E27FC236}">
                <a16:creationId xmlns:a16="http://schemas.microsoft.com/office/drawing/2014/main" id="{BEFDFD32-EE70-7889-CB14-256434422DB0}"/>
              </a:ext>
            </a:extLst>
          </p:cNvPr>
          <p:cNvSpPr/>
          <p:nvPr/>
        </p:nvSpPr>
        <p:spPr>
          <a:xfrm>
            <a:off x="2609309" y="4400259"/>
            <a:ext cx="2068393" cy="2468910"/>
          </a:xfrm>
          <a:prstGeom prst="parallelogram">
            <a:avLst>
              <a:gd name="adj" fmla="val 30430"/>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连接符 138">
            <a:extLst>
              <a:ext uri="{FF2B5EF4-FFF2-40B4-BE49-F238E27FC236}">
                <a16:creationId xmlns:a16="http://schemas.microsoft.com/office/drawing/2014/main" id="{827E17A9-686E-7206-0DCF-78BCF7C15E1E}"/>
              </a:ext>
            </a:extLst>
          </p:cNvPr>
          <p:cNvCxnSpPr/>
          <p:nvPr/>
        </p:nvCxnSpPr>
        <p:spPr>
          <a:xfrm>
            <a:off x="8347141" y="-30386"/>
            <a:ext cx="0" cy="686916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sp>
        <p:nvSpPr>
          <p:cNvPr id="136" name="矩形 135">
            <a:extLst>
              <a:ext uri="{FF2B5EF4-FFF2-40B4-BE49-F238E27FC236}">
                <a16:creationId xmlns:a16="http://schemas.microsoft.com/office/drawing/2014/main" id="{8DC5F5B9-3166-474E-3CEA-DEB209137465}"/>
              </a:ext>
            </a:extLst>
          </p:cNvPr>
          <p:cNvSpPr/>
          <p:nvPr/>
        </p:nvSpPr>
        <p:spPr>
          <a:xfrm>
            <a:off x="5551349" y="897382"/>
            <a:ext cx="1286818" cy="817239"/>
          </a:xfrm>
          <a:prstGeom prst="rect">
            <a:avLst/>
          </a:prstGeom>
          <a:solidFill>
            <a:srgbClr val="EEE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F737C8F1-8E14-9D99-E6DD-A3FEFCCBFFE4}"/>
              </a:ext>
            </a:extLst>
          </p:cNvPr>
          <p:cNvGrpSpPr/>
          <p:nvPr/>
        </p:nvGrpSpPr>
        <p:grpSpPr>
          <a:xfrm>
            <a:off x="4816336" y="1585803"/>
            <a:ext cx="2910840" cy="3901440"/>
            <a:chOff x="-1783080" y="-1767840"/>
            <a:chExt cx="2910840" cy="3901440"/>
          </a:xfrm>
        </p:grpSpPr>
        <p:sp>
          <p:nvSpPr>
            <p:cNvPr id="51" name="矩形 50">
              <a:extLst>
                <a:ext uri="{FF2B5EF4-FFF2-40B4-BE49-F238E27FC236}">
                  <a16:creationId xmlns:a16="http://schemas.microsoft.com/office/drawing/2014/main" id="{7DB57A95-EC59-3C94-9D92-7E8DC080DF73}"/>
                </a:ext>
              </a:extLst>
            </p:cNvPr>
            <p:cNvSpPr/>
            <p:nvPr/>
          </p:nvSpPr>
          <p:spPr>
            <a:xfrm>
              <a:off x="-1783080" y="-1752600"/>
              <a:ext cx="472440" cy="1143000"/>
            </a:xfrm>
            <a:prstGeom prst="rect">
              <a:avLst/>
            </a:pr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9C87F3FE-5D2F-A89B-F47A-2B4C84C87034}"/>
                </a:ext>
              </a:extLst>
            </p:cNvPr>
            <p:cNvSpPr/>
            <p:nvPr/>
          </p:nvSpPr>
          <p:spPr>
            <a:xfrm>
              <a:off x="-1182933" y="340634"/>
              <a:ext cx="436173" cy="1777725"/>
            </a:xfrm>
            <a:prstGeom prst="rect">
              <a:avLst/>
            </a:pr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a:extLst>
                <a:ext uri="{FF2B5EF4-FFF2-40B4-BE49-F238E27FC236}">
                  <a16:creationId xmlns:a16="http://schemas.microsoft.com/office/drawing/2014/main" id="{E3525D30-257A-8734-DE07-8A6AE40A36F6}"/>
                </a:ext>
              </a:extLst>
            </p:cNvPr>
            <p:cNvSpPr/>
            <p:nvPr/>
          </p:nvSpPr>
          <p:spPr>
            <a:xfrm>
              <a:off x="-1783080" y="-1767840"/>
              <a:ext cx="1021080" cy="3901440"/>
            </a:xfrm>
            <a:custGeom>
              <a:avLst/>
              <a:gdLst>
                <a:gd name="connsiteX0" fmla="*/ 563880 w 1021080"/>
                <a:gd name="connsiteY0" fmla="*/ 0 h 3901440"/>
                <a:gd name="connsiteX1" fmla="*/ 579120 w 1021080"/>
                <a:gd name="connsiteY1" fmla="*/ 1264920 h 3901440"/>
                <a:gd name="connsiteX2" fmla="*/ 0 w 1021080"/>
                <a:gd name="connsiteY2" fmla="*/ 1722120 h 3901440"/>
                <a:gd name="connsiteX3" fmla="*/ 0 w 1021080"/>
                <a:gd name="connsiteY3" fmla="*/ 3901440 h 3901440"/>
                <a:gd name="connsiteX4" fmla="*/ 457200 w 1021080"/>
                <a:gd name="connsiteY4" fmla="*/ 3901440 h 3901440"/>
                <a:gd name="connsiteX5" fmla="*/ 457200 w 1021080"/>
                <a:gd name="connsiteY5" fmla="*/ 1950720 h 3901440"/>
                <a:gd name="connsiteX6" fmla="*/ 1021080 w 1021080"/>
                <a:gd name="connsiteY6" fmla="*/ 1447800 h 3901440"/>
                <a:gd name="connsiteX7" fmla="*/ 1021080 w 1021080"/>
                <a:gd name="connsiteY7" fmla="*/ 15240 h 3901440"/>
                <a:gd name="connsiteX8" fmla="*/ 563880 w 1021080"/>
                <a:gd name="connsiteY8" fmla="*/ 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1080" h="3901440">
                  <a:moveTo>
                    <a:pt x="563880" y="0"/>
                  </a:moveTo>
                  <a:lnTo>
                    <a:pt x="579120" y="1264920"/>
                  </a:lnTo>
                  <a:lnTo>
                    <a:pt x="0" y="1722120"/>
                  </a:lnTo>
                  <a:lnTo>
                    <a:pt x="0" y="3901440"/>
                  </a:lnTo>
                  <a:lnTo>
                    <a:pt x="457200" y="3901440"/>
                  </a:lnTo>
                  <a:lnTo>
                    <a:pt x="457200" y="1950720"/>
                  </a:lnTo>
                  <a:lnTo>
                    <a:pt x="1021080" y="1447800"/>
                  </a:lnTo>
                  <a:lnTo>
                    <a:pt x="1021080" y="15240"/>
                  </a:lnTo>
                  <a:lnTo>
                    <a:pt x="563880" y="0"/>
                  </a:lnTo>
                  <a:close/>
                </a:path>
              </a:pathLst>
            </a:cu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任意多边形: 形状 54">
              <a:extLst>
                <a:ext uri="{FF2B5EF4-FFF2-40B4-BE49-F238E27FC236}">
                  <a16:creationId xmlns:a16="http://schemas.microsoft.com/office/drawing/2014/main" id="{84C8482E-56DE-CB2D-01CA-BE3655532E81}"/>
                </a:ext>
              </a:extLst>
            </p:cNvPr>
            <p:cNvSpPr/>
            <p:nvPr/>
          </p:nvSpPr>
          <p:spPr>
            <a:xfrm>
              <a:off x="-579120" y="-1752600"/>
              <a:ext cx="1706880" cy="3870960"/>
            </a:xfrm>
            <a:custGeom>
              <a:avLst/>
              <a:gdLst>
                <a:gd name="connsiteX0" fmla="*/ 1691640 w 1706880"/>
                <a:gd name="connsiteY0" fmla="*/ 457200 h 3870960"/>
                <a:gd name="connsiteX1" fmla="*/ 457200 w 1706880"/>
                <a:gd name="connsiteY1" fmla="*/ 472440 h 3870960"/>
                <a:gd name="connsiteX2" fmla="*/ 472440 w 1706880"/>
                <a:gd name="connsiteY2" fmla="*/ 2819400 h 3870960"/>
                <a:gd name="connsiteX3" fmla="*/ 640080 w 1706880"/>
                <a:gd name="connsiteY3" fmla="*/ 2804160 h 3870960"/>
                <a:gd name="connsiteX4" fmla="*/ 640080 w 1706880"/>
                <a:gd name="connsiteY4" fmla="*/ 655320 h 3870960"/>
                <a:gd name="connsiteX5" fmla="*/ 1691640 w 1706880"/>
                <a:gd name="connsiteY5" fmla="*/ 655320 h 3870960"/>
                <a:gd name="connsiteX6" fmla="*/ 1691640 w 1706880"/>
                <a:gd name="connsiteY6" fmla="*/ 3870960 h 3870960"/>
                <a:gd name="connsiteX7" fmla="*/ 0 w 1706880"/>
                <a:gd name="connsiteY7" fmla="*/ 3855720 h 3870960"/>
                <a:gd name="connsiteX8" fmla="*/ 0 w 1706880"/>
                <a:gd name="connsiteY8" fmla="*/ 3413760 h 3870960"/>
                <a:gd name="connsiteX9" fmla="*/ 1249680 w 1706880"/>
                <a:gd name="connsiteY9" fmla="*/ 3429000 h 3870960"/>
                <a:gd name="connsiteX10" fmla="*/ 1234440 w 1706880"/>
                <a:gd name="connsiteY10" fmla="*/ 1082040 h 3870960"/>
                <a:gd name="connsiteX11" fmla="*/ 1082040 w 1706880"/>
                <a:gd name="connsiteY11" fmla="*/ 1082040 h 3870960"/>
                <a:gd name="connsiteX12" fmla="*/ 1082040 w 1706880"/>
                <a:gd name="connsiteY12" fmla="*/ 3276600 h 3870960"/>
                <a:gd name="connsiteX13" fmla="*/ 0 w 1706880"/>
                <a:gd name="connsiteY13" fmla="*/ 3276600 h 3870960"/>
                <a:gd name="connsiteX14" fmla="*/ 0 w 1706880"/>
                <a:gd name="connsiteY14" fmla="*/ 0 h 3870960"/>
                <a:gd name="connsiteX15" fmla="*/ 1706880 w 1706880"/>
                <a:gd name="connsiteY15" fmla="*/ 0 h 3870960"/>
                <a:gd name="connsiteX16" fmla="*/ 1691640 w 1706880"/>
                <a:gd name="connsiteY16" fmla="*/ 457200 h 387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06880" h="3870960">
                  <a:moveTo>
                    <a:pt x="1691640" y="457200"/>
                  </a:moveTo>
                  <a:lnTo>
                    <a:pt x="457200" y="472440"/>
                  </a:lnTo>
                  <a:lnTo>
                    <a:pt x="472440" y="2819400"/>
                  </a:lnTo>
                  <a:lnTo>
                    <a:pt x="640080" y="2804160"/>
                  </a:lnTo>
                  <a:lnTo>
                    <a:pt x="640080" y="655320"/>
                  </a:lnTo>
                  <a:lnTo>
                    <a:pt x="1691640" y="655320"/>
                  </a:lnTo>
                  <a:lnTo>
                    <a:pt x="1691640" y="3870960"/>
                  </a:lnTo>
                  <a:lnTo>
                    <a:pt x="0" y="3855720"/>
                  </a:lnTo>
                  <a:lnTo>
                    <a:pt x="0" y="3413760"/>
                  </a:lnTo>
                  <a:lnTo>
                    <a:pt x="1249680" y="3429000"/>
                  </a:lnTo>
                  <a:lnTo>
                    <a:pt x="1234440" y="1082040"/>
                  </a:lnTo>
                  <a:lnTo>
                    <a:pt x="1082040" y="1082040"/>
                  </a:lnTo>
                  <a:lnTo>
                    <a:pt x="1082040" y="3276600"/>
                  </a:lnTo>
                  <a:lnTo>
                    <a:pt x="0" y="3276600"/>
                  </a:lnTo>
                  <a:lnTo>
                    <a:pt x="0" y="0"/>
                  </a:lnTo>
                  <a:lnTo>
                    <a:pt x="1706880" y="0"/>
                  </a:lnTo>
                  <a:lnTo>
                    <a:pt x="1691640" y="457200"/>
                  </a:lnTo>
                  <a:close/>
                </a:path>
              </a:pathLst>
            </a:cu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8" name="直接连接符 137">
            <a:extLst>
              <a:ext uri="{FF2B5EF4-FFF2-40B4-BE49-F238E27FC236}">
                <a16:creationId xmlns:a16="http://schemas.microsoft.com/office/drawing/2014/main" id="{523FCAC8-EBF9-EB0E-C9A9-4B8450AC29D7}"/>
              </a:ext>
            </a:extLst>
          </p:cNvPr>
          <p:cNvCxnSpPr/>
          <p:nvPr/>
        </p:nvCxnSpPr>
        <p:spPr>
          <a:xfrm>
            <a:off x="3963128" y="0"/>
            <a:ext cx="0" cy="686916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pic>
        <p:nvPicPr>
          <p:cNvPr id="48" name="图片 47">
            <a:extLst>
              <a:ext uri="{FF2B5EF4-FFF2-40B4-BE49-F238E27FC236}">
                <a16:creationId xmlns:a16="http://schemas.microsoft.com/office/drawing/2014/main" id="{833028D5-2083-967E-3924-55B727DD763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050" b="97717" l="9845" r="94560">
                        <a14:foregroundMark x1="29016" y1="19292" x2="28627" y2="18950"/>
                        <a14:foregroundMark x1="28238" y1="19749" x2="27850" y2="19406"/>
                        <a14:foregroundMark x1="30052" y1="19635" x2="28238" y2="19292"/>
                        <a14:foregroundMark x1="60751" y1="88128" x2="55440" y2="91553"/>
                        <a14:foregroundMark x1="35363" y1="88242" x2="34715" y2="94635"/>
                        <a14:foregroundMark x1="32902" y1="96918" x2="34067" y2="97945"/>
                        <a14:foregroundMark x1="87306" y1="75228" x2="91192" y2="71575"/>
                        <a14:foregroundMark x1="88860" y1="37671" x2="90674" y2="47260"/>
                        <a14:foregroundMark x1="90674" y1="47260" x2="87306" y2="48402"/>
                        <a14:foregroundMark x1="93394" y1="39726" x2="94560" y2="46689"/>
                        <a14:foregroundMark x1="52850" y1="11416" x2="46891" y2="6050"/>
                        <a14:foregroundMark x1="45337" y1="10616" x2="40285" y2="6279"/>
                        <a14:backgroundMark x1="26813" y1="12900" x2="28022" y2="17389"/>
                        <a14:backgroundMark x1="24741" y1="23288" x2="25259" y2="27626"/>
                        <a14:backgroundMark x1="26813" y1="23630" x2="28368" y2="33447"/>
                        <a14:backgroundMark x1="37435" y1="24087" x2="37694" y2="28311"/>
                        <a14:backgroundMark x1="34974" y1="12900" x2="42228" y2="14612"/>
                        <a14:backgroundMark x1="47150" y1="18607" x2="79404" y2="34703"/>
                        <a14:backgroundMark x1="57383" y1="17694" x2="69171" y2="25000"/>
                        <a14:backgroundMark x1="76813" y1="23630" x2="80959" y2="27283"/>
                        <a14:backgroundMark x1="54534" y1="34475" x2="63212" y2="36758"/>
                        <a14:backgroundMark x1="63212" y1="36758" x2="78368" y2="48059"/>
                        <a14:backgroundMark x1="78368" y1="48059" x2="78756" y2="48516"/>
                        <a14:backgroundMark x1="48316" y1="49429" x2="64767" y2="59247"/>
                        <a14:backgroundMark x1="64767" y1="59247" x2="61269" y2="65525"/>
                        <a14:backgroundMark x1="71114" y1="61530" x2="74870" y2="64155"/>
                        <a14:backgroundMark x1="36917" y1="51826" x2="42746" y2="67123"/>
                        <a14:backgroundMark x1="44560" y1="74543" x2="43782" y2="72831"/>
                        <a14:backgroundMark x1="52461" y1="76712" x2="59715" y2="79452"/>
                        <a14:backgroundMark x1="78238" y1="81164" x2="80181" y2="76712"/>
                        <a14:backgroundMark x1="22539" y1="73858" x2="27202" y2="77397"/>
                        <a14:backgroundMark x1="33290" y1="30365" x2="33161" y2="28311"/>
                        <a14:backgroundMark x1="63990" y1="13242" x2="82383" y2="14612"/>
                        <a14:backgroundMark x1="79793" y1="19977" x2="81088" y2="20662"/>
                        <a14:backgroundMark x1="63472" y1="14269" x2="67746" y2="14726"/>
                        <a14:backgroundMark x1="61269" y1="13242" x2="64378" y2="14269"/>
                        <a14:backgroundMark x1="58938" y1="14041" x2="63472" y2="14612"/>
                        <a14:backgroundMark x1="59715" y1="55479" x2="64249" y2="64612"/>
                        <a14:backgroundMark x1="64249" y1="64612" x2="55570" y2="61416"/>
                        <a14:backgroundMark x1="35104" y1="35388" x2="35104" y2="35388"/>
                        <a14:backgroundMark x1="33679" y1="26712" x2="33549" y2="26256"/>
                        <a14:backgroundMark x1="38472" y1="24315" x2="38472" y2="27968"/>
                        <a14:backgroundMark x1="33161" y1="24429" x2="33679" y2="28653"/>
                        <a14:backgroundMark x1="60492" y1="23973" x2="66451" y2="28995"/>
                        <a14:backgroundMark x1="68394" y1="21347" x2="69948" y2="27397"/>
                        <a14:backgroundMark x1="80570" y1="22032" x2="80311" y2="21347"/>
                        <a14:backgroundMark x1="79922" y1="20320" x2="81606" y2="22374"/>
                      </a14:backgroundRemoval>
                    </a14:imgEffect>
                    <a14:imgEffect>
                      <a14:sharpenSoften amount="25000"/>
                    </a14:imgEffect>
                    <a14:imgEffect>
                      <a14:brightnessContrast contrast="20000"/>
                    </a14:imgEffect>
                  </a14:imgLayer>
                </a14:imgProps>
              </a:ext>
            </a:extLst>
          </a:blip>
          <a:stretch>
            <a:fillRect/>
          </a:stretch>
        </p:blipFill>
        <p:spPr>
          <a:xfrm>
            <a:off x="3682058" y="860939"/>
            <a:ext cx="4894336" cy="5553675"/>
          </a:xfrm>
          <a:prstGeom prst="rect">
            <a:avLst/>
          </a:prstGeom>
        </p:spPr>
      </p:pic>
      <p:sp>
        <p:nvSpPr>
          <p:cNvPr id="6" name="矩形 5">
            <a:extLst>
              <a:ext uri="{FF2B5EF4-FFF2-40B4-BE49-F238E27FC236}">
                <a16:creationId xmlns:a16="http://schemas.microsoft.com/office/drawing/2014/main" id="{3F757B35-6D95-26AC-5A4D-7C78CB798399}"/>
              </a:ext>
            </a:extLst>
          </p:cNvPr>
          <p:cNvSpPr/>
          <p:nvPr/>
        </p:nvSpPr>
        <p:spPr>
          <a:xfrm>
            <a:off x="0" y="2862274"/>
            <a:ext cx="12192000" cy="1551008"/>
          </a:xfrm>
          <a:prstGeom prst="rect">
            <a:avLst/>
          </a:pr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 name="组合 26">
            <a:extLst>
              <a:ext uri="{FF2B5EF4-FFF2-40B4-BE49-F238E27FC236}">
                <a16:creationId xmlns:a16="http://schemas.microsoft.com/office/drawing/2014/main" id="{65894DB9-A408-C6D1-AD58-EDEAD4AE0B04}"/>
              </a:ext>
            </a:extLst>
          </p:cNvPr>
          <p:cNvGrpSpPr/>
          <p:nvPr/>
        </p:nvGrpSpPr>
        <p:grpSpPr>
          <a:xfrm>
            <a:off x="0" y="3336758"/>
            <a:ext cx="2799347" cy="529160"/>
            <a:chOff x="0" y="3336758"/>
            <a:chExt cx="2799347" cy="529160"/>
          </a:xfrm>
        </p:grpSpPr>
        <p:sp>
          <p:nvSpPr>
            <p:cNvPr id="7" name="矩形 6">
              <a:extLst>
                <a:ext uri="{FF2B5EF4-FFF2-40B4-BE49-F238E27FC236}">
                  <a16:creationId xmlns:a16="http://schemas.microsoft.com/office/drawing/2014/main" id="{B03A7C0F-6DA6-3FE6-A943-09E628DBF966}"/>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2D05DC1-C923-E74E-55A5-EEB81B21ACA9}"/>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4AA7C2F-7EC1-D49D-55A9-9CEC72940BE4}"/>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B85D6ECA-D88B-C3E8-5CAC-359533A3B3E0}"/>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707C3FA-56C0-193E-09A5-3C752C7393A6}"/>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5E64E9D-E275-84A1-391F-9D872E7904B0}"/>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D0BB3C7-2007-96D5-91AD-A100CE80DA89}"/>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60333BA3-8A5F-3697-AFF8-A2B4A718A2DD}"/>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F5A4BE2-21D6-2A59-BA6A-F463FD22E490}"/>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722A498B-8395-34CF-93DF-E10D01C0BB6F}"/>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1" name="矩形 130">
            <a:extLst>
              <a:ext uri="{FF2B5EF4-FFF2-40B4-BE49-F238E27FC236}">
                <a16:creationId xmlns:a16="http://schemas.microsoft.com/office/drawing/2014/main" id="{99AC3B4B-BA44-618B-2FF1-E3132775270E}"/>
              </a:ext>
            </a:extLst>
          </p:cNvPr>
          <p:cNvSpPr/>
          <p:nvPr/>
        </p:nvSpPr>
        <p:spPr>
          <a:xfrm>
            <a:off x="2702735" y="1509832"/>
            <a:ext cx="1260393" cy="1350579"/>
          </a:xfrm>
          <a:prstGeom prst="rect">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 name="组合 27">
            <a:extLst>
              <a:ext uri="{FF2B5EF4-FFF2-40B4-BE49-F238E27FC236}">
                <a16:creationId xmlns:a16="http://schemas.microsoft.com/office/drawing/2014/main" id="{159D02B4-C80E-2ABC-279E-FC68BD2BBBB2}"/>
              </a:ext>
            </a:extLst>
          </p:cNvPr>
          <p:cNvGrpSpPr/>
          <p:nvPr/>
        </p:nvGrpSpPr>
        <p:grpSpPr>
          <a:xfrm rot="10800000">
            <a:off x="9392652" y="3338857"/>
            <a:ext cx="2799347" cy="529160"/>
            <a:chOff x="0" y="3336758"/>
            <a:chExt cx="2799347" cy="529160"/>
          </a:xfrm>
        </p:grpSpPr>
        <p:sp>
          <p:nvSpPr>
            <p:cNvPr id="29" name="矩形 28">
              <a:extLst>
                <a:ext uri="{FF2B5EF4-FFF2-40B4-BE49-F238E27FC236}">
                  <a16:creationId xmlns:a16="http://schemas.microsoft.com/office/drawing/2014/main" id="{92A15F8B-58E2-2F08-2E23-99C0A4B1BEA1}"/>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C8242E2F-079F-938F-939E-7DA8DCFD9693}"/>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D3191281-6FE2-063C-2405-3DD7E466B0BA}"/>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250E0309-5D4D-9CF9-E544-3484AEBAABEB}"/>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6B16790C-5A18-0180-C713-18FDADDE14AC}"/>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38F75051-7940-FC0C-5481-3445377F8AE5}"/>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40EA82A4-D49E-C0A8-9446-4CC0E155EA7E}"/>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41B04943-2E96-FFD7-4BA1-6728A76BE23E}"/>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15F1DCE-A5EE-E9A4-D886-55748D5EAF67}"/>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5D8AE8E5-59DA-DA6F-404B-1031E359BB41}"/>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矩形 143">
            <a:extLst>
              <a:ext uri="{FF2B5EF4-FFF2-40B4-BE49-F238E27FC236}">
                <a16:creationId xmlns:a16="http://schemas.microsoft.com/office/drawing/2014/main" id="{0FED957B-5FBB-D82F-2528-47FCD2E0648A}"/>
              </a:ext>
            </a:extLst>
          </p:cNvPr>
          <p:cNvSpPr/>
          <p:nvPr/>
        </p:nvSpPr>
        <p:spPr>
          <a:xfrm>
            <a:off x="5799919" y="2487467"/>
            <a:ext cx="789677" cy="1523116"/>
          </a:xfrm>
          <a:prstGeom prst="rect">
            <a:avLst/>
          </a:prstGeom>
          <a:solidFill>
            <a:srgbClr val="292829"/>
          </a:solidFill>
          <a:ln>
            <a:noFill/>
          </a:ln>
          <a:effectLst>
            <a:outerShdw blurRad="63500" sx="105000" sy="105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4328B2D8-AA2F-7F34-5C6F-B7A8F487C2D6}"/>
              </a:ext>
            </a:extLst>
          </p:cNvPr>
          <p:cNvSpPr txBox="1"/>
          <p:nvPr/>
        </p:nvSpPr>
        <p:spPr>
          <a:xfrm>
            <a:off x="3005759" y="2985332"/>
            <a:ext cx="6246933" cy="1077218"/>
          </a:xfrm>
          <a:prstGeom prst="rect">
            <a:avLst/>
          </a:prstGeom>
          <a:noFill/>
        </p:spPr>
        <p:txBody>
          <a:bodyPr wrap="square" rtlCol="0">
            <a:spAutoFit/>
          </a:bodyPr>
          <a:lstStyle/>
          <a:p>
            <a:pPr algn="ctr"/>
            <a:r>
              <a:rPr lang="zh-CN" altLang="en-US" sz="3200" b="1" dirty="0">
                <a:solidFill>
                  <a:srgbClr val="E5BC86"/>
                </a:solidFill>
                <a:latin typeface="微软雅黑" panose="020B0503020204020204" pitchFamily="34" charset="-122"/>
                <a:ea typeface="微软雅黑" panose="020B0503020204020204" pitchFamily="34" charset="-122"/>
              </a:rPr>
              <a:t>在新形势下</a:t>
            </a:r>
            <a:endParaRPr lang="en-US" altLang="zh-CN" sz="3200" b="1" dirty="0">
              <a:solidFill>
                <a:srgbClr val="E5BC86"/>
              </a:solidFill>
              <a:latin typeface="微软雅黑" panose="020B0503020204020204" pitchFamily="34" charset="-122"/>
              <a:ea typeface="微软雅黑" panose="020B0503020204020204" pitchFamily="34" charset="-122"/>
            </a:endParaRPr>
          </a:p>
          <a:p>
            <a:pPr algn="ctr"/>
            <a:r>
              <a:rPr lang="zh-CN" altLang="en-US" sz="3200" b="1" dirty="0">
                <a:solidFill>
                  <a:srgbClr val="E5BC86"/>
                </a:solidFill>
                <a:latin typeface="微软雅黑" panose="020B0503020204020204" pitchFamily="34" charset="-122"/>
                <a:ea typeface="微软雅黑" panose="020B0503020204020204" pitchFamily="34" charset="-122"/>
              </a:rPr>
              <a:t>坚持和发展中国特色社会主义</a:t>
            </a:r>
          </a:p>
        </p:txBody>
      </p:sp>
      <p:grpSp>
        <p:nvGrpSpPr>
          <p:cNvPr id="93" name="组合 92">
            <a:extLst>
              <a:ext uri="{FF2B5EF4-FFF2-40B4-BE49-F238E27FC236}">
                <a16:creationId xmlns:a16="http://schemas.microsoft.com/office/drawing/2014/main" id="{170C474B-8C21-A85E-FEFB-AF997C8BDE52}"/>
              </a:ext>
            </a:extLst>
          </p:cNvPr>
          <p:cNvGrpSpPr/>
          <p:nvPr/>
        </p:nvGrpSpPr>
        <p:grpSpPr>
          <a:xfrm>
            <a:off x="1122141" y="1509832"/>
            <a:ext cx="1732597" cy="1155465"/>
            <a:chOff x="1098451" y="-835893"/>
            <a:chExt cx="1732597" cy="1155465"/>
          </a:xfrm>
        </p:grpSpPr>
        <p:grpSp>
          <p:nvGrpSpPr>
            <p:cNvPr id="59" name="组合 58">
              <a:extLst>
                <a:ext uri="{FF2B5EF4-FFF2-40B4-BE49-F238E27FC236}">
                  <a16:creationId xmlns:a16="http://schemas.microsoft.com/office/drawing/2014/main" id="{8C151F18-FB9B-D2D0-58AF-D2C7378E3AC7}"/>
                </a:ext>
              </a:extLst>
            </p:cNvPr>
            <p:cNvGrpSpPr/>
            <p:nvPr/>
          </p:nvGrpSpPr>
          <p:grpSpPr>
            <a:xfrm>
              <a:off x="1109166" y="-835893"/>
              <a:ext cx="142016" cy="129147"/>
              <a:chOff x="1109166" y="-835893"/>
              <a:chExt cx="142016" cy="129147"/>
            </a:xfrm>
          </p:grpSpPr>
          <p:sp>
            <p:nvSpPr>
              <p:cNvPr id="57" name="矩形 56">
                <a:extLst>
                  <a:ext uri="{FF2B5EF4-FFF2-40B4-BE49-F238E27FC236}">
                    <a16:creationId xmlns:a16="http://schemas.microsoft.com/office/drawing/2014/main" id="{3D6C85F4-B7B0-1919-143B-D01C9C39DCBC}"/>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4E14A61C-7F59-C37C-E529-D374693C3464}"/>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a:extLst>
                <a:ext uri="{FF2B5EF4-FFF2-40B4-BE49-F238E27FC236}">
                  <a16:creationId xmlns:a16="http://schemas.microsoft.com/office/drawing/2014/main" id="{35C3C40D-3D7E-F889-B7C5-E8AE339AD22E}"/>
                </a:ext>
              </a:extLst>
            </p:cNvPr>
            <p:cNvGrpSpPr/>
            <p:nvPr/>
          </p:nvGrpSpPr>
          <p:grpSpPr>
            <a:xfrm>
              <a:off x="1729376" y="-835893"/>
              <a:ext cx="142016" cy="129147"/>
              <a:chOff x="1109166" y="-835893"/>
              <a:chExt cx="142016" cy="129147"/>
            </a:xfrm>
          </p:grpSpPr>
          <p:sp>
            <p:nvSpPr>
              <p:cNvPr id="61" name="矩形 60">
                <a:extLst>
                  <a:ext uri="{FF2B5EF4-FFF2-40B4-BE49-F238E27FC236}">
                    <a16:creationId xmlns:a16="http://schemas.microsoft.com/office/drawing/2014/main" id="{E74F77B0-84D6-7A5B-2E6A-8577316BCA19}"/>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F1049BA1-A1C8-01D4-7AF3-818C9553B49F}"/>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a:extLst>
                <a:ext uri="{FF2B5EF4-FFF2-40B4-BE49-F238E27FC236}">
                  <a16:creationId xmlns:a16="http://schemas.microsoft.com/office/drawing/2014/main" id="{3A95E074-61C5-48AD-0D03-CC37FFC31B26}"/>
                </a:ext>
              </a:extLst>
            </p:cNvPr>
            <p:cNvGrpSpPr/>
            <p:nvPr/>
          </p:nvGrpSpPr>
          <p:grpSpPr>
            <a:xfrm>
              <a:off x="2060219" y="-835893"/>
              <a:ext cx="142016" cy="129147"/>
              <a:chOff x="1109166" y="-835893"/>
              <a:chExt cx="142016" cy="129147"/>
            </a:xfrm>
          </p:grpSpPr>
          <p:sp>
            <p:nvSpPr>
              <p:cNvPr id="64" name="矩形 63">
                <a:extLst>
                  <a:ext uri="{FF2B5EF4-FFF2-40B4-BE49-F238E27FC236}">
                    <a16:creationId xmlns:a16="http://schemas.microsoft.com/office/drawing/2014/main" id="{8CEC9CBD-EA78-7BB5-DC54-B1DA345E5D1F}"/>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F0674641-B792-7575-EB80-888353553341}"/>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6" name="组合 65">
              <a:extLst>
                <a:ext uri="{FF2B5EF4-FFF2-40B4-BE49-F238E27FC236}">
                  <a16:creationId xmlns:a16="http://schemas.microsoft.com/office/drawing/2014/main" id="{EF257BAE-8F43-966A-F2EC-D4CE1466643E}"/>
                </a:ext>
              </a:extLst>
            </p:cNvPr>
            <p:cNvGrpSpPr/>
            <p:nvPr/>
          </p:nvGrpSpPr>
          <p:grpSpPr>
            <a:xfrm>
              <a:off x="2689032" y="-835893"/>
              <a:ext cx="142016" cy="129147"/>
              <a:chOff x="1109166" y="-835893"/>
              <a:chExt cx="142016" cy="129147"/>
            </a:xfrm>
          </p:grpSpPr>
          <p:sp>
            <p:nvSpPr>
              <p:cNvPr id="67" name="矩形 66">
                <a:extLst>
                  <a:ext uri="{FF2B5EF4-FFF2-40B4-BE49-F238E27FC236}">
                    <a16:creationId xmlns:a16="http://schemas.microsoft.com/office/drawing/2014/main" id="{A8921E63-697D-2B2F-EF3D-0D521C009FB3}"/>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14649C33-FAE6-8E3F-78E6-728ED665FBEA}"/>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a:extLst>
                <a:ext uri="{FF2B5EF4-FFF2-40B4-BE49-F238E27FC236}">
                  <a16:creationId xmlns:a16="http://schemas.microsoft.com/office/drawing/2014/main" id="{C195D0CA-494A-009F-7AA7-54681998E428}"/>
                </a:ext>
              </a:extLst>
            </p:cNvPr>
            <p:cNvGrpSpPr/>
            <p:nvPr/>
          </p:nvGrpSpPr>
          <p:grpSpPr>
            <a:xfrm>
              <a:off x="1098451" y="-309473"/>
              <a:ext cx="142016" cy="129147"/>
              <a:chOff x="1109166" y="-835893"/>
              <a:chExt cx="142016" cy="129147"/>
            </a:xfrm>
          </p:grpSpPr>
          <p:sp>
            <p:nvSpPr>
              <p:cNvPr id="70" name="矩形 69">
                <a:extLst>
                  <a:ext uri="{FF2B5EF4-FFF2-40B4-BE49-F238E27FC236}">
                    <a16:creationId xmlns:a16="http://schemas.microsoft.com/office/drawing/2014/main" id="{E1AE5A62-C97A-8A0E-7D8C-400540B3BEF2}"/>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043EA72B-FACC-B956-0E6B-6B1620C2FBE0}"/>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a:extLst>
                <a:ext uri="{FF2B5EF4-FFF2-40B4-BE49-F238E27FC236}">
                  <a16:creationId xmlns:a16="http://schemas.microsoft.com/office/drawing/2014/main" id="{8872A471-2ECB-839F-3D2F-4998131935D1}"/>
                </a:ext>
              </a:extLst>
            </p:cNvPr>
            <p:cNvGrpSpPr/>
            <p:nvPr/>
          </p:nvGrpSpPr>
          <p:grpSpPr>
            <a:xfrm>
              <a:off x="1718661" y="-309473"/>
              <a:ext cx="142016" cy="129147"/>
              <a:chOff x="1109166" y="-835893"/>
              <a:chExt cx="142016" cy="129147"/>
            </a:xfrm>
          </p:grpSpPr>
          <p:sp>
            <p:nvSpPr>
              <p:cNvPr id="73" name="矩形 72">
                <a:extLst>
                  <a:ext uri="{FF2B5EF4-FFF2-40B4-BE49-F238E27FC236}">
                    <a16:creationId xmlns:a16="http://schemas.microsoft.com/office/drawing/2014/main" id="{03BE6687-9891-99BB-A779-6013C7B47741}"/>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65AEA662-32DD-98BC-FB18-A75AB8D86FA7}"/>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a:extLst>
                <a:ext uri="{FF2B5EF4-FFF2-40B4-BE49-F238E27FC236}">
                  <a16:creationId xmlns:a16="http://schemas.microsoft.com/office/drawing/2014/main" id="{975BD7B7-9BC9-7769-CC69-0BCD1E33586B}"/>
                </a:ext>
              </a:extLst>
            </p:cNvPr>
            <p:cNvGrpSpPr/>
            <p:nvPr/>
          </p:nvGrpSpPr>
          <p:grpSpPr>
            <a:xfrm>
              <a:off x="2049504" y="-309473"/>
              <a:ext cx="142016" cy="129147"/>
              <a:chOff x="1109166" y="-835893"/>
              <a:chExt cx="142016" cy="129147"/>
            </a:xfrm>
          </p:grpSpPr>
          <p:sp>
            <p:nvSpPr>
              <p:cNvPr id="76" name="矩形 75">
                <a:extLst>
                  <a:ext uri="{FF2B5EF4-FFF2-40B4-BE49-F238E27FC236}">
                    <a16:creationId xmlns:a16="http://schemas.microsoft.com/office/drawing/2014/main" id="{7AD52708-25E5-09A1-F187-AE4911F808C4}"/>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43637939-FD93-2638-2F5C-971F715E7F56}"/>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8" name="组合 77">
              <a:extLst>
                <a:ext uri="{FF2B5EF4-FFF2-40B4-BE49-F238E27FC236}">
                  <a16:creationId xmlns:a16="http://schemas.microsoft.com/office/drawing/2014/main" id="{3704B9A3-D2B0-C960-9EF7-1837DC827536}"/>
                </a:ext>
              </a:extLst>
            </p:cNvPr>
            <p:cNvGrpSpPr/>
            <p:nvPr/>
          </p:nvGrpSpPr>
          <p:grpSpPr>
            <a:xfrm>
              <a:off x="2678317" y="-309473"/>
              <a:ext cx="142016" cy="129147"/>
              <a:chOff x="1109166" y="-835893"/>
              <a:chExt cx="142016" cy="129147"/>
            </a:xfrm>
          </p:grpSpPr>
          <p:sp>
            <p:nvSpPr>
              <p:cNvPr id="79" name="矩形 78">
                <a:extLst>
                  <a:ext uri="{FF2B5EF4-FFF2-40B4-BE49-F238E27FC236}">
                    <a16:creationId xmlns:a16="http://schemas.microsoft.com/office/drawing/2014/main" id="{0CE405B8-A80A-9E54-8CA7-34E2D2DB17A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007A2BB5-59DE-248B-CD80-6BB43BE86731}"/>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a:extLst>
                <a:ext uri="{FF2B5EF4-FFF2-40B4-BE49-F238E27FC236}">
                  <a16:creationId xmlns:a16="http://schemas.microsoft.com/office/drawing/2014/main" id="{2A8757C9-9F2B-D004-D624-C2F53545BE11}"/>
                </a:ext>
              </a:extLst>
            </p:cNvPr>
            <p:cNvGrpSpPr/>
            <p:nvPr/>
          </p:nvGrpSpPr>
          <p:grpSpPr>
            <a:xfrm>
              <a:off x="1098451" y="190425"/>
              <a:ext cx="142016" cy="129147"/>
              <a:chOff x="1109166" y="-835893"/>
              <a:chExt cx="142016" cy="129147"/>
            </a:xfrm>
          </p:grpSpPr>
          <p:sp>
            <p:nvSpPr>
              <p:cNvPr id="82" name="矩形 81">
                <a:extLst>
                  <a:ext uri="{FF2B5EF4-FFF2-40B4-BE49-F238E27FC236}">
                    <a16:creationId xmlns:a16="http://schemas.microsoft.com/office/drawing/2014/main" id="{FFD889E0-5D2E-17C6-1AA9-8A3C3982ACE0}"/>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id="{4C1AC562-1016-08AE-141C-25171387AB6A}"/>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a:extLst>
                <a:ext uri="{FF2B5EF4-FFF2-40B4-BE49-F238E27FC236}">
                  <a16:creationId xmlns:a16="http://schemas.microsoft.com/office/drawing/2014/main" id="{7A6C98A4-F1AC-BFBA-E97B-399FC3248365}"/>
                </a:ext>
              </a:extLst>
            </p:cNvPr>
            <p:cNvGrpSpPr/>
            <p:nvPr/>
          </p:nvGrpSpPr>
          <p:grpSpPr>
            <a:xfrm>
              <a:off x="1718661" y="190425"/>
              <a:ext cx="142016" cy="129147"/>
              <a:chOff x="1109166" y="-835893"/>
              <a:chExt cx="142016" cy="129147"/>
            </a:xfrm>
          </p:grpSpPr>
          <p:sp>
            <p:nvSpPr>
              <p:cNvPr id="85" name="矩形 84">
                <a:extLst>
                  <a:ext uri="{FF2B5EF4-FFF2-40B4-BE49-F238E27FC236}">
                    <a16:creationId xmlns:a16="http://schemas.microsoft.com/office/drawing/2014/main" id="{FC91CD04-4FBD-D4D5-8118-7DF725E93CFF}"/>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a:extLst>
                  <a:ext uri="{FF2B5EF4-FFF2-40B4-BE49-F238E27FC236}">
                    <a16:creationId xmlns:a16="http://schemas.microsoft.com/office/drawing/2014/main" id="{57ECFA52-B1CC-8A16-71C9-6C17469AEFCA}"/>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a:extLst>
                <a:ext uri="{FF2B5EF4-FFF2-40B4-BE49-F238E27FC236}">
                  <a16:creationId xmlns:a16="http://schemas.microsoft.com/office/drawing/2014/main" id="{EED17A57-8967-7EB2-9764-D2FBDCE8B853}"/>
                </a:ext>
              </a:extLst>
            </p:cNvPr>
            <p:cNvGrpSpPr/>
            <p:nvPr/>
          </p:nvGrpSpPr>
          <p:grpSpPr>
            <a:xfrm>
              <a:off x="2049504" y="190425"/>
              <a:ext cx="142016" cy="129147"/>
              <a:chOff x="1109166" y="-835893"/>
              <a:chExt cx="142016" cy="129147"/>
            </a:xfrm>
          </p:grpSpPr>
          <p:sp>
            <p:nvSpPr>
              <p:cNvPr id="88" name="矩形 87">
                <a:extLst>
                  <a:ext uri="{FF2B5EF4-FFF2-40B4-BE49-F238E27FC236}">
                    <a16:creationId xmlns:a16="http://schemas.microsoft.com/office/drawing/2014/main" id="{C94A6F26-1FD0-BE4B-29F2-F8BBCD417F92}"/>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a:extLst>
                  <a:ext uri="{FF2B5EF4-FFF2-40B4-BE49-F238E27FC236}">
                    <a16:creationId xmlns:a16="http://schemas.microsoft.com/office/drawing/2014/main" id="{330AF0F6-E23A-C0E2-E22E-CF6C5673D9B1}"/>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a:extLst>
                <a:ext uri="{FF2B5EF4-FFF2-40B4-BE49-F238E27FC236}">
                  <a16:creationId xmlns:a16="http://schemas.microsoft.com/office/drawing/2014/main" id="{AB78ABDD-448C-5B11-26E0-7B8081D47508}"/>
                </a:ext>
              </a:extLst>
            </p:cNvPr>
            <p:cNvGrpSpPr/>
            <p:nvPr/>
          </p:nvGrpSpPr>
          <p:grpSpPr>
            <a:xfrm>
              <a:off x="2678317" y="190425"/>
              <a:ext cx="142016" cy="129147"/>
              <a:chOff x="1109166" y="-835893"/>
              <a:chExt cx="142016" cy="129147"/>
            </a:xfrm>
          </p:grpSpPr>
          <p:sp>
            <p:nvSpPr>
              <p:cNvPr id="91" name="矩形 90">
                <a:extLst>
                  <a:ext uri="{FF2B5EF4-FFF2-40B4-BE49-F238E27FC236}">
                    <a16:creationId xmlns:a16="http://schemas.microsoft.com/office/drawing/2014/main" id="{0D8D126A-650D-96E6-170D-9F3B235F0C87}"/>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71D6E178-DBD8-0DB4-FFE4-763282AAF283}"/>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2" name="矩形 131">
            <a:extLst>
              <a:ext uri="{FF2B5EF4-FFF2-40B4-BE49-F238E27FC236}">
                <a16:creationId xmlns:a16="http://schemas.microsoft.com/office/drawing/2014/main" id="{A84004BD-6498-1301-C2F3-2A328BB88560}"/>
              </a:ext>
            </a:extLst>
          </p:cNvPr>
          <p:cNvSpPr/>
          <p:nvPr/>
        </p:nvSpPr>
        <p:spPr>
          <a:xfrm>
            <a:off x="8358136" y="1497586"/>
            <a:ext cx="1260393" cy="1350579"/>
          </a:xfrm>
          <a:prstGeom prst="rect">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4" name="组合 93">
            <a:extLst>
              <a:ext uri="{FF2B5EF4-FFF2-40B4-BE49-F238E27FC236}">
                <a16:creationId xmlns:a16="http://schemas.microsoft.com/office/drawing/2014/main" id="{5749418F-1123-D3AE-D052-89A62B7E506D}"/>
              </a:ext>
            </a:extLst>
          </p:cNvPr>
          <p:cNvGrpSpPr/>
          <p:nvPr/>
        </p:nvGrpSpPr>
        <p:grpSpPr>
          <a:xfrm>
            <a:off x="9486499" y="1511695"/>
            <a:ext cx="1732597" cy="1155465"/>
            <a:chOff x="1098451" y="-835893"/>
            <a:chExt cx="1732597" cy="1155465"/>
          </a:xfrm>
        </p:grpSpPr>
        <p:grpSp>
          <p:nvGrpSpPr>
            <p:cNvPr id="95" name="组合 94">
              <a:extLst>
                <a:ext uri="{FF2B5EF4-FFF2-40B4-BE49-F238E27FC236}">
                  <a16:creationId xmlns:a16="http://schemas.microsoft.com/office/drawing/2014/main" id="{670376D0-D692-EC3F-99A9-03329029C425}"/>
                </a:ext>
              </a:extLst>
            </p:cNvPr>
            <p:cNvGrpSpPr/>
            <p:nvPr/>
          </p:nvGrpSpPr>
          <p:grpSpPr>
            <a:xfrm>
              <a:off x="1109166" y="-835893"/>
              <a:ext cx="142016" cy="129147"/>
              <a:chOff x="1109166" y="-835893"/>
              <a:chExt cx="142016" cy="129147"/>
            </a:xfrm>
          </p:grpSpPr>
          <p:sp>
            <p:nvSpPr>
              <p:cNvPr id="129" name="矩形 128">
                <a:extLst>
                  <a:ext uri="{FF2B5EF4-FFF2-40B4-BE49-F238E27FC236}">
                    <a16:creationId xmlns:a16="http://schemas.microsoft.com/office/drawing/2014/main" id="{10DA6795-D491-C63E-CA9B-A214FFC46C48}"/>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C924ED3E-8602-8FD4-6CE8-60D9A2ED5D9D}"/>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6" name="组合 95">
              <a:extLst>
                <a:ext uri="{FF2B5EF4-FFF2-40B4-BE49-F238E27FC236}">
                  <a16:creationId xmlns:a16="http://schemas.microsoft.com/office/drawing/2014/main" id="{9D928F7D-10A4-31EF-BE68-91F2ECB694E3}"/>
                </a:ext>
              </a:extLst>
            </p:cNvPr>
            <p:cNvGrpSpPr/>
            <p:nvPr/>
          </p:nvGrpSpPr>
          <p:grpSpPr>
            <a:xfrm>
              <a:off x="1729376" y="-835893"/>
              <a:ext cx="142016" cy="129147"/>
              <a:chOff x="1109166" y="-835893"/>
              <a:chExt cx="142016" cy="129147"/>
            </a:xfrm>
          </p:grpSpPr>
          <p:sp>
            <p:nvSpPr>
              <p:cNvPr id="127" name="矩形 126">
                <a:extLst>
                  <a:ext uri="{FF2B5EF4-FFF2-40B4-BE49-F238E27FC236}">
                    <a16:creationId xmlns:a16="http://schemas.microsoft.com/office/drawing/2014/main" id="{3F76A286-8DF4-E24C-0106-11FCD178CE8F}"/>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C467FE63-9B15-60E8-25C4-29FCAA29F104}"/>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7" name="组合 96">
              <a:extLst>
                <a:ext uri="{FF2B5EF4-FFF2-40B4-BE49-F238E27FC236}">
                  <a16:creationId xmlns:a16="http://schemas.microsoft.com/office/drawing/2014/main" id="{D487F01C-FD66-89F8-DFF4-57A4B1EF315E}"/>
                </a:ext>
              </a:extLst>
            </p:cNvPr>
            <p:cNvGrpSpPr/>
            <p:nvPr/>
          </p:nvGrpSpPr>
          <p:grpSpPr>
            <a:xfrm>
              <a:off x="2060219" y="-835893"/>
              <a:ext cx="142016" cy="129147"/>
              <a:chOff x="1109166" y="-835893"/>
              <a:chExt cx="142016" cy="129147"/>
            </a:xfrm>
          </p:grpSpPr>
          <p:sp>
            <p:nvSpPr>
              <p:cNvPr id="125" name="矩形 124">
                <a:extLst>
                  <a:ext uri="{FF2B5EF4-FFF2-40B4-BE49-F238E27FC236}">
                    <a16:creationId xmlns:a16="http://schemas.microsoft.com/office/drawing/2014/main" id="{622EF90E-6A2A-3683-2064-0B6DF8A959B1}"/>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EB66FBD8-6AAB-A166-215B-01E364022DDA}"/>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8" name="组合 97">
              <a:extLst>
                <a:ext uri="{FF2B5EF4-FFF2-40B4-BE49-F238E27FC236}">
                  <a16:creationId xmlns:a16="http://schemas.microsoft.com/office/drawing/2014/main" id="{A0A28434-E85E-A370-6307-5BDE884035F9}"/>
                </a:ext>
              </a:extLst>
            </p:cNvPr>
            <p:cNvGrpSpPr/>
            <p:nvPr/>
          </p:nvGrpSpPr>
          <p:grpSpPr>
            <a:xfrm>
              <a:off x="2689032" y="-835893"/>
              <a:ext cx="142016" cy="129147"/>
              <a:chOff x="1109166" y="-835893"/>
              <a:chExt cx="142016" cy="129147"/>
            </a:xfrm>
          </p:grpSpPr>
          <p:sp>
            <p:nvSpPr>
              <p:cNvPr id="123" name="矩形 122">
                <a:extLst>
                  <a:ext uri="{FF2B5EF4-FFF2-40B4-BE49-F238E27FC236}">
                    <a16:creationId xmlns:a16="http://schemas.microsoft.com/office/drawing/2014/main" id="{E8940E82-D464-5DA0-B825-6B5ADF01A821}"/>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F91378D9-D836-38AB-A7D9-0B734736E5CF}"/>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a:extLst>
                <a:ext uri="{FF2B5EF4-FFF2-40B4-BE49-F238E27FC236}">
                  <a16:creationId xmlns:a16="http://schemas.microsoft.com/office/drawing/2014/main" id="{9A060D55-31C9-BC77-92B2-60E34A68F5EF}"/>
                </a:ext>
              </a:extLst>
            </p:cNvPr>
            <p:cNvGrpSpPr/>
            <p:nvPr/>
          </p:nvGrpSpPr>
          <p:grpSpPr>
            <a:xfrm>
              <a:off x="1098451" y="-309473"/>
              <a:ext cx="142016" cy="129147"/>
              <a:chOff x="1109166" y="-835893"/>
              <a:chExt cx="142016" cy="129147"/>
            </a:xfrm>
          </p:grpSpPr>
          <p:sp>
            <p:nvSpPr>
              <p:cNvPr id="121" name="矩形 120">
                <a:extLst>
                  <a:ext uri="{FF2B5EF4-FFF2-40B4-BE49-F238E27FC236}">
                    <a16:creationId xmlns:a16="http://schemas.microsoft.com/office/drawing/2014/main" id="{609289AC-6EEE-2338-7DE8-791AB052AF3C}"/>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id="{8B8715B9-BFE5-5656-0D98-315E8A6AF54B}"/>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a:extLst>
                <a:ext uri="{FF2B5EF4-FFF2-40B4-BE49-F238E27FC236}">
                  <a16:creationId xmlns:a16="http://schemas.microsoft.com/office/drawing/2014/main" id="{3C33076B-BC62-C8CA-EC06-E3EFAB0FBC10}"/>
                </a:ext>
              </a:extLst>
            </p:cNvPr>
            <p:cNvGrpSpPr/>
            <p:nvPr/>
          </p:nvGrpSpPr>
          <p:grpSpPr>
            <a:xfrm>
              <a:off x="1718661" y="-309473"/>
              <a:ext cx="142016" cy="129147"/>
              <a:chOff x="1109166" y="-835893"/>
              <a:chExt cx="142016" cy="129147"/>
            </a:xfrm>
          </p:grpSpPr>
          <p:sp>
            <p:nvSpPr>
              <p:cNvPr id="119" name="矩形 118">
                <a:extLst>
                  <a:ext uri="{FF2B5EF4-FFF2-40B4-BE49-F238E27FC236}">
                    <a16:creationId xmlns:a16="http://schemas.microsoft.com/office/drawing/2014/main" id="{B26DEBB9-CBD1-939F-7B0E-EC21EC803A87}"/>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83AE2EAB-259D-8544-9506-24BDBAA353FC}"/>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a:extLst>
                <a:ext uri="{FF2B5EF4-FFF2-40B4-BE49-F238E27FC236}">
                  <a16:creationId xmlns:a16="http://schemas.microsoft.com/office/drawing/2014/main" id="{0DCDFA39-729F-865F-3AE1-A9EE99353085}"/>
                </a:ext>
              </a:extLst>
            </p:cNvPr>
            <p:cNvGrpSpPr/>
            <p:nvPr/>
          </p:nvGrpSpPr>
          <p:grpSpPr>
            <a:xfrm>
              <a:off x="2049504" y="-309473"/>
              <a:ext cx="142016" cy="129147"/>
              <a:chOff x="1109166" y="-835893"/>
              <a:chExt cx="142016" cy="129147"/>
            </a:xfrm>
          </p:grpSpPr>
          <p:sp>
            <p:nvSpPr>
              <p:cNvPr id="117" name="矩形 116">
                <a:extLst>
                  <a:ext uri="{FF2B5EF4-FFF2-40B4-BE49-F238E27FC236}">
                    <a16:creationId xmlns:a16="http://schemas.microsoft.com/office/drawing/2014/main" id="{1E50F8DB-5E42-E3E8-2FED-94E424C7836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097C4E9E-E380-421E-0569-47DC550BDBFD}"/>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2" name="组合 101">
              <a:extLst>
                <a:ext uri="{FF2B5EF4-FFF2-40B4-BE49-F238E27FC236}">
                  <a16:creationId xmlns:a16="http://schemas.microsoft.com/office/drawing/2014/main" id="{A55A647C-E88C-FC5A-3357-DD27157E1720}"/>
                </a:ext>
              </a:extLst>
            </p:cNvPr>
            <p:cNvGrpSpPr/>
            <p:nvPr/>
          </p:nvGrpSpPr>
          <p:grpSpPr>
            <a:xfrm>
              <a:off x="2678317" y="-309473"/>
              <a:ext cx="142016" cy="129147"/>
              <a:chOff x="1109166" y="-835893"/>
              <a:chExt cx="142016" cy="129147"/>
            </a:xfrm>
          </p:grpSpPr>
          <p:sp>
            <p:nvSpPr>
              <p:cNvPr id="115" name="矩形 114">
                <a:extLst>
                  <a:ext uri="{FF2B5EF4-FFF2-40B4-BE49-F238E27FC236}">
                    <a16:creationId xmlns:a16="http://schemas.microsoft.com/office/drawing/2014/main" id="{BA270BFE-FC4B-2AB5-B21A-D4EB17275FD0}"/>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a:extLst>
                  <a:ext uri="{FF2B5EF4-FFF2-40B4-BE49-F238E27FC236}">
                    <a16:creationId xmlns:a16="http://schemas.microsoft.com/office/drawing/2014/main" id="{69DE6BFE-2612-C1DF-B474-87F09468853E}"/>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3" name="组合 102">
              <a:extLst>
                <a:ext uri="{FF2B5EF4-FFF2-40B4-BE49-F238E27FC236}">
                  <a16:creationId xmlns:a16="http://schemas.microsoft.com/office/drawing/2014/main" id="{D851CFEA-F4BB-F64A-74BF-894F1093FDF4}"/>
                </a:ext>
              </a:extLst>
            </p:cNvPr>
            <p:cNvGrpSpPr/>
            <p:nvPr/>
          </p:nvGrpSpPr>
          <p:grpSpPr>
            <a:xfrm>
              <a:off x="1098451" y="190425"/>
              <a:ext cx="142016" cy="129147"/>
              <a:chOff x="1109166" y="-835893"/>
              <a:chExt cx="142016" cy="129147"/>
            </a:xfrm>
          </p:grpSpPr>
          <p:sp>
            <p:nvSpPr>
              <p:cNvPr id="113" name="矩形 112">
                <a:extLst>
                  <a:ext uri="{FF2B5EF4-FFF2-40B4-BE49-F238E27FC236}">
                    <a16:creationId xmlns:a16="http://schemas.microsoft.com/office/drawing/2014/main" id="{462ABE45-9A85-BF9B-1526-C79CA58AF5D1}"/>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8473217A-A8F2-0365-41CE-B810C21E7039}"/>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 name="组合 103">
              <a:extLst>
                <a:ext uri="{FF2B5EF4-FFF2-40B4-BE49-F238E27FC236}">
                  <a16:creationId xmlns:a16="http://schemas.microsoft.com/office/drawing/2014/main" id="{429E2C2D-B5C8-059D-9A48-C96BD4E8706E}"/>
                </a:ext>
              </a:extLst>
            </p:cNvPr>
            <p:cNvGrpSpPr/>
            <p:nvPr/>
          </p:nvGrpSpPr>
          <p:grpSpPr>
            <a:xfrm>
              <a:off x="1718661" y="190425"/>
              <a:ext cx="142016" cy="129147"/>
              <a:chOff x="1109166" y="-835893"/>
              <a:chExt cx="142016" cy="129147"/>
            </a:xfrm>
          </p:grpSpPr>
          <p:sp>
            <p:nvSpPr>
              <p:cNvPr id="111" name="矩形 110">
                <a:extLst>
                  <a:ext uri="{FF2B5EF4-FFF2-40B4-BE49-F238E27FC236}">
                    <a16:creationId xmlns:a16="http://schemas.microsoft.com/office/drawing/2014/main" id="{15CF4D79-84EA-7E51-2B43-6E92681B4673}"/>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41DB6B8B-CBD2-1614-A919-08859515B060}"/>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04">
              <a:extLst>
                <a:ext uri="{FF2B5EF4-FFF2-40B4-BE49-F238E27FC236}">
                  <a16:creationId xmlns:a16="http://schemas.microsoft.com/office/drawing/2014/main" id="{997E8369-AC4F-0204-2A5C-BD784DAFE31C}"/>
                </a:ext>
              </a:extLst>
            </p:cNvPr>
            <p:cNvGrpSpPr/>
            <p:nvPr/>
          </p:nvGrpSpPr>
          <p:grpSpPr>
            <a:xfrm>
              <a:off x="2049504" y="190425"/>
              <a:ext cx="142016" cy="129147"/>
              <a:chOff x="1109166" y="-835893"/>
              <a:chExt cx="142016" cy="129147"/>
            </a:xfrm>
          </p:grpSpPr>
          <p:sp>
            <p:nvSpPr>
              <p:cNvPr id="109" name="矩形 108">
                <a:extLst>
                  <a:ext uri="{FF2B5EF4-FFF2-40B4-BE49-F238E27FC236}">
                    <a16:creationId xmlns:a16="http://schemas.microsoft.com/office/drawing/2014/main" id="{39C51143-0D00-1258-63ED-1991119DB77F}"/>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AF14997F-80C2-A647-6080-C75BFE269910}"/>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05">
              <a:extLst>
                <a:ext uri="{FF2B5EF4-FFF2-40B4-BE49-F238E27FC236}">
                  <a16:creationId xmlns:a16="http://schemas.microsoft.com/office/drawing/2014/main" id="{911C874F-9AD9-DF7C-72AA-545DAC95492B}"/>
                </a:ext>
              </a:extLst>
            </p:cNvPr>
            <p:cNvGrpSpPr/>
            <p:nvPr/>
          </p:nvGrpSpPr>
          <p:grpSpPr>
            <a:xfrm>
              <a:off x="2678317" y="190425"/>
              <a:ext cx="142016" cy="129147"/>
              <a:chOff x="1109166" y="-835893"/>
              <a:chExt cx="142016" cy="129147"/>
            </a:xfrm>
          </p:grpSpPr>
          <p:sp>
            <p:nvSpPr>
              <p:cNvPr id="107" name="矩形 106">
                <a:extLst>
                  <a:ext uri="{FF2B5EF4-FFF2-40B4-BE49-F238E27FC236}">
                    <a16:creationId xmlns:a16="http://schemas.microsoft.com/office/drawing/2014/main" id="{0A795996-E47D-8E9E-0DE2-8500C24DF83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C9358EED-1619-DBB2-432D-2345D08E17E6}"/>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5" name="矩形 134">
            <a:extLst>
              <a:ext uri="{FF2B5EF4-FFF2-40B4-BE49-F238E27FC236}">
                <a16:creationId xmlns:a16="http://schemas.microsoft.com/office/drawing/2014/main" id="{EEF68210-D722-1AB8-245A-AC37D97096D3}"/>
              </a:ext>
            </a:extLst>
          </p:cNvPr>
          <p:cNvSpPr/>
          <p:nvPr/>
        </p:nvSpPr>
        <p:spPr>
          <a:xfrm>
            <a:off x="3673495" y="15099"/>
            <a:ext cx="4954317" cy="905506"/>
          </a:xfrm>
          <a:prstGeom prst="rect">
            <a:avLst/>
          </a:prstGeom>
          <a:solidFill>
            <a:srgbClr val="EEE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1" name="直接连接符 140">
            <a:extLst>
              <a:ext uri="{FF2B5EF4-FFF2-40B4-BE49-F238E27FC236}">
                <a16:creationId xmlns:a16="http://schemas.microsoft.com/office/drawing/2014/main" id="{DB0C2AE7-D964-B3C0-F0B5-E42E645EB987}"/>
              </a:ext>
            </a:extLst>
          </p:cNvPr>
          <p:cNvCxnSpPr>
            <a:cxnSpLocks/>
          </p:cNvCxnSpPr>
          <p:nvPr/>
        </p:nvCxnSpPr>
        <p:spPr>
          <a:xfrm flipV="1">
            <a:off x="-2" y="892586"/>
            <a:ext cx="12192002" cy="3563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13318B8C-A136-92E2-E55B-B1186FCE53FA}"/>
              </a:ext>
            </a:extLst>
          </p:cNvPr>
          <p:cNvCxnSpPr>
            <a:cxnSpLocks/>
          </p:cNvCxnSpPr>
          <p:nvPr/>
        </p:nvCxnSpPr>
        <p:spPr>
          <a:xfrm flipV="1">
            <a:off x="-7" y="1483199"/>
            <a:ext cx="12192002" cy="3563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BAB50B19-4521-0DB6-196A-E556AA1974EB}"/>
              </a:ext>
            </a:extLst>
          </p:cNvPr>
          <p:cNvSpPr txBox="1"/>
          <p:nvPr/>
        </p:nvSpPr>
        <p:spPr>
          <a:xfrm>
            <a:off x="5747156" y="2637273"/>
            <a:ext cx="949359" cy="446276"/>
          </a:xfrm>
          <a:prstGeom prst="rect">
            <a:avLst/>
          </a:prstGeom>
          <a:noFill/>
        </p:spPr>
        <p:txBody>
          <a:bodyPr wrap="square" rtlCol="0">
            <a:spAutoFit/>
          </a:bodyPr>
          <a:lstStyle/>
          <a:p>
            <a:r>
              <a:rPr lang="en-US" altLang="zh-CN" sz="2300" b="1" dirty="0">
                <a:solidFill>
                  <a:srgbClr val="E5BC86"/>
                </a:solidFill>
                <a:latin typeface="微软雅黑" panose="020B0503020204020204" pitchFamily="34" charset="-122"/>
                <a:ea typeface="微软雅黑" panose="020B0503020204020204" pitchFamily="34" charset="-122"/>
              </a:rPr>
              <a:t>2024</a:t>
            </a:r>
            <a:endParaRPr lang="zh-CN" altLang="en-US" sz="2300" b="1" dirty="0">
              <a:solidFill>
                <a:srgbClr val="E5BC86"/>
              </a:solidFill>
              <a:latin typeface="微软雅黑" panose="020B0503020204020204" pitchFamily="34" charset="-122"/>
              <a:ea typeface="微软雅黑" panose="020B0503020204020204" pitchFamily="34" charset="-122"/>
            </a:endParaRPr>
          </a:p>
        </p:txBody>
      </p:sp>
      <p:sp>
        <p:nvSpPr>
          <p:cNvPr id="146" name="矩形 145">
            <a:extLst>
              <a:ext uri="{FF2B5EF4-FFF2-40B4-BE49-F238E27FC236}">
                <a16:creationId xmlns:a16="http://schemas.microsoft.com/office/drawing/2014/main" id="{096FDA8E-5ACB-F83A-284C-AF50C67383B8}"/>
              </a:ext>
            </a:extLst>
          </p:cNvPr>
          <p:cNvSpPr/>
          <p:nvPr/>
        </p:nvSpPr>
        <p:spPr>
          <a:xfrm>
            <a:off x="5809020" y="2486232"/>
            <a:ext cx="780576" cy="74066"/>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21AC32DC-2917-E8B8-F09C-842A82A90502}"/>
              </a:ext>
            </a:extLst>
          </p:cNvPr>
          <p:cNvSpPr/>
          <p:nvPr/>
        </p:nvSpPr>
        <p:spPr>
          <a:xfrm rot="10800000">
            <a:off x="5932690" y="5913967"/>
            <a:ext cx="150861" cy="954038"/>
          </a:xfrm>
          <a:prstGeom prst="rect">
            <a:avLst/>
          </a:prstGeom>
          <a:gradFill>
            <a:gsLst>
              <a:gs pos="0">
                <a:srgbClr val="292829"/>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a:extLst>
              <a:ext uri="{FF2B5EF4-FFF2-40B4-BE49-F238E27FC236}">
                <a16:creationId xmlns:a16="http://schemas.microsoft.com/office/drawing/2014/main" id="{319EA76C-E38C-2E72-0FB2-D29C1A049009}"/>
              </a:ext>
            </a:extLst>
          </p:cNvPr>
          <p:cNvSpPr/>
          <p:nvPr/>
        </p:nvSpPr>
        <p:spPr>
          <a:xfrm rot="10800000">
            <a:off x="6256810" y="5913966"/>
            <a:ext cx="150855" cy="954035"/>
          </a:xfrm>
          <a:prstGeom prst="rect">
            <a:avLst/>
          </a:prstGeom>
          <a:gradFill>
            <a:gsLst>
              <a:gs pos="0">
                <a:srgbClr val="292829"/>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图片 3">
            <a:extLst>
              <a:ext uri="{FF2B5EF4-FFF2-40B4-BE49-F238E27FC236}">
                <a16:creationId xmlns:a16="http://schemas.microsoft.com/office/drawing/2014/main" id="{CF985031-ED34-1562-E32C-92F69F0DE628}"/>
              </a:ext>
            </a:extLst>
          </p:cNvPr>
          <p:cNvPicPr>
            <a:picLocks noChangeAspect="1"/>
          </p:cNvPicPr>
          <p:nvPr/>
        </p:nvPicPr>
        <p:blipFill rotWithShape="1">
          <a:blip r:embed="rId5">
            <a:extLst>
              <a:ext uri="{28A0092B-C50C-407E-A947-70E740481C1C}">
                <a14:useLocalDpi xmlns:a14="http://schemas.microsoft.com/office/drawing/2010/main" val="0"/>
              </a:ext>
            </a:extLst>
          </a:blip>
          <a:srcRect l="47077" t="61091" r="46946" b="28282"/>
          <a:stretch/>
        </p:blipFill>
        <p:spPr>
          <a:xfrm>
            <a:off x="5756355" y="4171534"/>
            <a:ext cx="788596" cy="788596"/>
          </a:xfrm>
          <a:prstGeom prst="rect">
            <a:avLst/>
          </a:prstGeom>
        </p:spPr>
      </p:pic>
    </p:spTree>
    <p:extLst>
      <p:ext uri="{BB962C8B-B14F-4D97-AF65-F5344CB8AC3E}">
        <p14:creationId xmlns:p14="http://schemas.microsoft.com/office/powerpoint/2010/main" val="424312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5990E-77D8-A733-436D-F59082A98B98}"/>
            </a:ext>
          </a:extLst>
        </p:cNvPr>
        <p:cNvGrpSpPr/>
        <p:nvPr/>
      </p:nvGrpSpPr>
      <p:grpSpPr>
        <a:xfrm>
          <a:off x="0" y="0"/>
          <a:ext cx="0" cy="0"/>
          <a:chOff x="0" y="0"/>
          <a:chExt cx="0" cy="0"/>
        </a:xfrm>
      </p:grpSpPr>
      <p:sp>
        <p:nvSpPr>
          <p:cNvPr id="92" name="任意多边形: 形状 91">
            <a:extLst>
              <a:ext uri="{FF2B5EF4-FFF2-40B4-BE49-F238E27FC236}">
                <a16:creationId xmlns:a16="http://schemas.microsoft.com/office/drawing/2014/main" id="{85B8F3A6-9E55-968A-ADFC-3254B1CE1314}"/>
              </a:ext>
            </a:extLst>
          </p:cNvPr>
          <p:cNvSpPr/>
          <p:nvPr/>
        </p:nvSpPr>
        <p:spPr>
          <a:xfrm>
            <a:off x="-35892" y="3306115"/>
            <a:ext cx="594360" cy="533400"/>
          </a:xfrm>
          <a:custGeom>
            <a:avLst/>
            <a:gdLst>
              <a:gd name="connsiteX0" fmla="*/ 0 w 594360"/>
              <a:gd name="connsiteY0" fmla="*/ 0 h 533400"/>
              <a:gd name="connsiteX1" fmla="*/ 563880 w 594360"/>
              <a:gd name="connsiteY1" fmla="*/ 289560 h 533400"/>
              <a:gd name="connsiteX2" fmla="*/ 594360 w 594360"/>
              <a:gd name="connsiteY2" fmla="*/ 502920 h 533400"/>
              <a:gd name="connsiteX3" fmla="*/ 30480 w 594360"/>
              <a:gd name="connsiteY3" fmla="*/ 533400 h 533400"/>
              <a:gd name="connsiteX4" fmla="*/ 0 w 594360"/>
              <a:gd name="connsiteY4" fmla="*/ 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533400">
                <a:moveTo>
                  <a:pt x="0" y="0"/>
                </a:moveTo>
                <a:lnTo>
                  <a:pt x="563880" y="289560"/>
                </a:lnTo>
                <a:lnTo>
                  <a:pt x="594360" y="502920"/>
                </a:lnTo>
                <a:lnTo>
                  <a:pt x="30480" y="5334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3288B22A-742C-A445-0FC8-FE2546D8E814}"/>
              </a:ext>
            </a:extLst>
          </p:cNvPr>
          <p:cNvSpPr/>
          <p:nvPr/>
        </p:nvSpPr>
        <p:spPr>
          <a:xfrm>
            <a:off x="5773" y="1843900"/>
            <a:ext cx="1645920" cy="2606040"/>
          </a:xfrm>
          <a:custGeom>
            <a:avLst/>
            <a:gdLst>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45720 w 1645920"/>
              <a:gd name="connsiteY9" fmla="*/ 1950720 h 2606040"/>
              <a:gd name="connsiteX10" fmla="*/ 0 w 1645920"/>
              <a:gd name="connsiteY10" fmla="*/ 0 h 2606040"/>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0 w 1645920"/>
              <a:gd name="connsiteY9" fmla="*/ 1965960 h 2606040"/>
              <a:gd name="connsiteX10" fmla="*/ 0 w 1645920"/>
              <a:gd name="connsiteY10" fmla="*/ 0 h 260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5920" h="2606040">
                <a:moveTo>
                  <a:pt x="0" y="0"/>
                </a:moveTo>
                <a:lnTo>
                  <a:pt x="1356360" y="807720"/>
                </a:lnTo>
                <a:lnTo>
                  <a:pt x="1645920" y="1844040"/>
                </a:lnTo>
                <a:lnTo>
                  <a:pt x="1097280" y="1371600"/>
                </a:lnTo>
                <a:lnTo>
                  <a:pt x="960120" y="1356360"/>
                </a:lnTo>
                <a:lnTo>
                  <a:pt x="960120" y="1356360"/>
                </a:lnTo>
                <a:lnTo>
                  <a:pt x="1295400" y="1661160"/>
                </a:lnTo>
                <a:lnTo>
                  <a:pt x="1143000" y="1965960"/>
                </a:lnTo>
                <a:lnTo>
                  <a:pt x="1432560" y="2606040"/>
                </a:lnTo>
                <a:lnTo>
                  <a:pt x="0" y="196596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3594489-2029-671E-C70F-E5BD0945B93C}"/>
              </a:ext>
            </a:extLst>
          </p:cNvPr>
          <p:cNvSpPr/>
          <p:nvPr/>
        </p:nvSpPr>
        <p:spPr>
          <a:xfrm>
            <a:off x="3823310" y="730265"/>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E0FC481B-E862-01EF-6E60-6AA8D739F098}"/>
              </a:ext>
            </a:extLst>
          </p:cNvPr>
          <p:cNvSpPr/>
          <p:nvPr/>
        </p:nvSpPr>
        <p:spPr>
          <a:xfrm>
            <a:off x="3823311" y="2102348"/>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E4AB2BF7-CBF8-F5BE-50D2-F5B21C338D02}"/>
              </a:ext>
            </a:extLst>
          </p:cNvPr>
          <p:cNvSpPr/>
          <p:nvPr/>
        </p:nvSpPr>
        <p:spPr>
          <a:xfrm>
            <a:off x="3823310" y="3474431"/>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3D27279C-C4E2-791E-C09C-F4203BF4FFB0}"/>
              </a:ext>
            </a:extLst>
          </p:cNvPr>
          <p:cNvSpPr/>
          <p:nvPr/>
        </p:nvSpPr>
        <p:spPr>
          <a:xfrm>
            <a:off x="3823310" y="4846514"/>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7DCAEAC2-333C-61D1-C011-DA90354E755B}"/>
              </a:ext>
            </a:extLst>
          </p:cNvPr>
          <p:cNvGrpSpPr/>
          <p:nvPr/>
        </p:nvGrpSpPr>
        <p:grpSpPr>
          <a:xfrm>
            <a:off x="3969504" y="900349"/>
            <a:ext cx="7678034" cy="863600"/>
            <a:chOff x="3969504" y="900349"/>
            <a:chExt cx="7678034" cy="863600"/>
          </a:xfrm>
        </p:grpSpPr>
        <p:grpSp>
          <p:nvGrpSpPr>
            <p:cNvPr id="14" name="组合 13">
              <a:extLst>
                <a:ext uri="{FF2B5EF4-FFF2-40B4-BE49-F238E27FC236}">
                  <a16:creationId xmlns:a16="http://schemas.microsoft.com/office/drawing/2014/main" id="{41695D62-44EE-2B13-020F-6DE2AE1AE2DE}"/>
                </a:ext>
              </a:extLst>
            </p:cNvPr>
            <p:cNvGrpSpPr/>
            <p:nvPr/>
          </p:nvGrpSpPr>
          <p:grpSpPr>
            <a:xfrm>
              <a:off x="3969504" y="900349"/>
              <a:ext cx="3802026" cy="863600"/>
              <a:chOff x="4122774" y="900349"/>
              <a:chExt cx="3802026" cy="863600"/>
            </a:xfrm>
          </p:grpSpPr>
          <p:sp>
            <p:nvSpPr>
              <p:cNvPr id="11" name="任意多边形: 形状 10">
                <a:extLst>
                  <a:ext uri="{FF2B5EF4-FFF2-40B4-BE49-F238E27FC236}">
                    <a16:creationId xmlns:a16="http://schemas.microsoft.com/office/drawing/2014/main" id="{BC63A471-3CE5-FDB8-061F-78FC046B676A}"/>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54F82CE2-B73C-890D-8B40-CAE7C9A82B1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121CBF69-0510-FFA2-A9E1-A5982D819547}"/>
                </a:ext>
              </a:extLst>
            </p:cNvPr>
            <p:cNvGrpSpPr/>
            <p:nvPr/>
          </p:nvGrpSpPr>
          <p:grpSpPr>
            <a:xfrm>
              <a:off x="7845512" y="900349"/>
              <a:ext cx="3802026" cy="863600"/>
              <a:chOff x="4122774" y="900349"/>
              <a:chExt cx="3802026" cy="863600"/>
            </a:xfrm>
          </p:grpSpPr>
          <p:sp>
            <p:nvSpPr>
              <p:cNvPr id="16" name="任意多边形: 形状 15">
                <a:extLst>
                  <a:ext uri="{FF2B5EF4-FFF2-40B4-BE49-F238E27FC236}">
                    <a16:creationId xmlns:a16="http://schemas.microsoft.com/office/drawing/2014/main" id="{F3F0944A-EC78-031F-C2EC-8560C1184B34}"/>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4AB06568-56FC-5502-375F-4D6BC0299599}"/>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F58CCAC7-7A61-EBCF-A14B-812206F1F466}"/>
              </a:ext>
            </a:extLst>
          </p:cNvPr>
          <p:cNvGrpSpPr/>
          <p:nvPr/>
        </p:nvGrpSpPr>
        <p:grpSpPr>
          <a:xfrm>
            <a:off x="3969504" y="2272431"/>
            <a:ext cx="7678034" cy="863600"/>
            <a:chOff x="3969504" y="900349"/>
            <a:chExt cx="7678034" cy="863600"/>
          </a:xfrm>
        </p:grpSpPr>
        <p:grpSp>
          <p:nvGrpSpPr>
            <p:cNvPr id="20" name="组合 19">
              <a:extLst>
                <a:ext uri="{FF2B5EF4-FFF2-40B4-BE49-F238E27FC236}">
                  <a16:creationId xmlns:a16="http://schemas.microsoft.com/office/drawing/2014/main" id="{B423E9FA-8B46-6723-2FE4-B61789525E77}"/>
                </a:ext>
              </a:extLst>
            </p:cNvPr>
            <p:cNvGrpSpPr/>
            <p:nvPr/>
          </p:nvGrpSpPr>
          <p:grpSpPr>
            <a:xfrm>
              <a:off x="3969504" y="900349"/>
              <a:ext cx="3802026" cy="863600"/>
              <a:chOff x="4122774" y="900349"/>
              <a:chExt cx="3802026" cy="863600"/>
            </a:xfrm>
          </p:grpSpPr>
          <p:sp>
            <p:nvSpPr>
              <p:cNvPr id="24" name="任意多边形: 形状 23">
                <a:extLst>
                  <a:ext uri="{FF2B5EF4-FFF2-40B4-BE49-F238E27FC236}">
                    <a16:creationId xmlns:a16="http://schemas.microsoft.com/office/drawing/2014/main" id="{AA0B6646-8EA2-67F1-7702-FD567CA24D09}"/>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A94EC01D-8ED6-17C8-9CF0-A75CD8B8E096}"/>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24718135-FAB4-F0DA-FC80-77B16FB31F77}"/>
                </a:ext>
              </a:extLst>
            </p:cNvPr>
            <p:cNvGrpSpPr/>
            <p:nvPr/>
          </p:nvGrpSpPr>
          <p:grpSpPr>
            <a:xfrm>
              <a:off x="7845512" y="900349"/>
              <a:ext cx="3802026" cy="863600"/>
              <a:chOff x="4122774" y="900349"/>
              <a:chExt cx="3802026" cy="863600"/>
            </a:xfrm>
          </p:grpSpPr>
          <p:sp>
            <p:nvSpPr>
              <p:cNvPr id="22" name="任意多边形: 形状 21">
                <a:extLst>
                  <a:ext uri="{FF2B5EF4-FFF2-40B4-BE49-F238E27FC236}">
                    <a16:creationId xmlns:a16="http://schemas.microsoft.com/office/drawing/2014/main" id="{A328299B-FB15-54D9-12CF-31E4CB5473AA}"/>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B176E494-BD35-A358-E416-71DB0CE9AE2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6" name="组合 25">
            <a:extLst>
              <a:ext uri="{FF2B5EF4-FFF2-40B4-BE49-F238E27FC236}">
                <a16:creationId xmlns:a16="http://schemas.microsoft.com/office/drawing/2014/main" id="{38D2EE9C-5444-F4B7-396A-308DE86A28A8}"/>
              </a:ext>
            </a:extLst>
          </p:cNvPr>
          <p:cNvGrpSpPr/>
          <p:nvPr/>
        </p:nvGrpSpPr>
        <p:grpSpPr>
          <a:xfrm>
            <a:off x="3969504" y="3644514"/>
            <a:ext cx="7678034" cy="863600"/>
            <a:chOff x="3969504" y="900349"/>
            <a:chExt cx="7678034" cy="863600"/>
          </a:xfrm>
        </p:grpSpPr>
        <p:grpSp>
          <p:nvGrpSpPr>
            <p:cNvPr id="27" name="组合 26">
              <a:extLst>
                <a:ext uri="{FF2B5EF4-FFF2-40B4-BE49-F238E27FC236}">
                  <a16:creationId xmlns:a16="http://schemas.microsoft.com/office/drawing/2014/main" id="{88B2EBC8-CD89-213D-DE58-E9B073E6F7BB}"/>
                </a:ext>
              </a:extLst>
            </p:cNvPr>
            <p:cNvGrpSpPr/>
            <p:nvPr/>
          </p:nvGrpSpPr>
          <p:grpSpPr>
            <a:xfrm>
              <a:off x="3969504" y="900349"/>
              <a:ext cx="3802026" cy="863600"/>
              <a:chOff x="4122774" y="900349"/>
              <a:chExt cx="3802026" cy="863600"/>
            </a:xfrm>
          </p:grpSpPr>
          <p:sp>
            <p:nvSpPr>
              <p:cNvPr id="31" name="任意多边形: 形状 30">
                <a:extLst>
                  <a:ext uri="{FF2B5EF4-FFF2-40B4-BE49-F238E27FC236}">
                    <a16:creationId xmlns:a16="http://schemas.microsoft.com/office/drawing/2014/main" id="{F53517CD-92B1-24F8-14E1-476941CF6C20}"/>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id="{55C8C25F-C3E7-7197-D4F0-851C72F7E1AF}"/>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F9D8D2AA-9025-E110-A388-814AD42E1F80}"/>
                </a:ext>
              </a:extLst>
            </p:cNvPr>
            <p:cNvGrpSpPr/>
            <p:nvPr/>
          </p:nvGrpSpPr>
          <p:grpSpPr>
            <a:xfrm>
              <a:off x="7845512" y="900349"/>
              <a:ext cx="3802026" cy="863600"/>
              <a:chOff x="4122774" y="900349"/>
              <a:chExt cx="3802026" cy="863600"/>
            </a:xfrm>
          </p:grpSpPr>
          <p:sp>
            <p:nvSpPr>
              <p:cNvPr id="29" name="任意多边形: 形状 28">
                <a:extLst>
                  <a:ext uri="{FF2B5EF4-FFF2-40B4-BE49-F238E27FC236}">
                    <a16:creationId xmlns:a16="http://schemas.microsoft.com/office/drawing/2014/main" id="{FD41E748-86E2-B76E-D486-435255351CAF}"/>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3914EB10-0392-3AD4-0876-B8EE098CD76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3" name="组合 32">
            <a:extLst>
              <a:ext uri="{FF2B5EF4-FFF2-40B4-BE49-F238E27FC236}">
                <a16:creationId xmlns:a16="http://schemas.microsoft.com/office/drawing/2014/main" id="{A86B0D69-1C2D-2A8D-2244-A6E729C56537}"/>
              </a:ext>
            </a:extLst>
          </p:cNvPr>
          <p:cNvGrpSpPr/>
          <p:nvPr/>
        </p:nvGrpSpPr>
        <p:grpSpPr>
          <a:xfrm>
            <a:off x="3969504" y="5016597"/>
            <a:ext cx="7678034" cy="863600"/>
            <a:chOff x="3969504" y="900349"/>
            <a:chExt cx="7678034" cy="863600"/>
          </a:xfrm>
        </p:grpSpPr>
        <p:grpSp>
          <p:nvGrpSpPr>
            <p:cNvPr id="34" name="组合 33">
              <a:extLst>
                <a:ext uri="{FF2B5EF4-FFF2-40B4-BE49-F238E27FC236}">
                  <a16:creationId xmlns:a16="http://schemas.microsoft.com/office/drawing/2014/main" id="{BB97A86D-1960-2AAA-437A-67443B7510F4}"/>
                </a:ext>
              </a:extLst>
            </p:cNvPr>
            <p:cNvGrpSpPr/>
            <p:nvPr/>
          </p:nvGrpSpPr>
          <p:grpSpPr>
            <a:xfrm>
              <a:off x="3969504" y="900349"/>
              <a:ext cx="3802026" cy="863600"/>
              <a:chOff x="4122774" y="900349"/>
              <a:chExt cx="3802026" cy="863600"/>
            </a:xfrm>
          </p:grpSpPr>
          <p:sp>
            <p:nvSpPr>
              <p:cNvPr id="38" name="任意多边形: 形状 37">
                <a:extLst>
                  <a:ext uri="{FF2B5EF4-FFF2-40B4-BE49-F238E27FC236}">
                    <a16:creationId xmlns:a16="http://schemas.microsoft.com/office/drawing/2014/main" id="{DE509AAB-DF0E-C222-FEBB-3CDF09D26D58}"/>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8FFA1E63-505D-0F7D-FCCC-17E9BEE706AB}"/>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EBA0DFE3-B790-F493-C2D1-66D820143B36}"/>
                </a:ext>
              </a:extLst>
            </p:cNvPr>
            <p:cNvGrpSpPr/>
            <p:nvPr/>
          </p:nvGrpSpPr>
          <p:grpSpPr>
            <a:xfrm>
              <a:off x="7845512" y="900349"/>
              <a:ext cx="3802026" cy="863600"/>
              <a:chOff x="4122774" y="900349"/>
              <a:chExt cx="3802026" cy="863600"/>
            </a:xfrm>
          </p:grpSpPr>
          <p:sp>
            <p:nvSpPr>
              <p:cNvPr id="36" name="任意多边形: 形状 35">
                <a:extLst>
                  <a:ext uri="{FF2B5EF4-FFF2-40B4-BE49-F238E27FC236}">
                    <a16:creationId xmlns:a16="http://schemas.microsoft.com/office/drawing/2014/main" id="{F8251EF0-A59F-5877-1BCA-5DEEB7C1B14E}"/>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D326ADCC-8818-BC4B-EA55-0E01CFC64CB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0" name="矩形 39">
            <a:extLst>
              <a:ext uri="{FF2B5EF4-FFF2-40B4-BE49-F238E27FC236}">
                <a16:creationId xmlns:a16="http://schemas.microsoft.com/office/drawing/2014/main" id="{E1A4C266-9A42-FF3B-2539-A32430F162EE}"/>
              </a:ext>
            </a:extLst>
          </p:cNvPr>
          <p:cNvSpPr/>
          <p:nvPr/>
        </p:nvSpPr>
        <p:spPr>
          <a:xfrm>
            <a:off x="11785600" y="730265"/>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36F889CB-C3DC-FE42-EB66-054BC2AA5E47}"/>
              </a:ext>
            </a:extLst>
          </p:cNvPr>
          <p:cNvSpPr/>
          <p:nvPr/>
        </p:nvSpPr>
        <p:spPr>
          <a:xfrm>
            <a:off x="11785600" y="2102348"/>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C29D818D-E434-8F33-B963-8A11D0BDA613}"/>
              </a:ext>
            </a:extLst>
          </p:cNvPr>
          <p:cNvSpPr/>
          <p:nvPr/>
        </p:nvSpPr>
        <p:spPr>
          <a:xfrm>
            <a:off x="11785600" y="3474431"/>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74C37669-80BD-8D24-41D9-CE36CB36C23C}"/>
              </a:ext>
            </a:extLst>
          </p:cNvPr>
          <p:cNvSpPr/>
          <p:nvPr/>
        </p:nvSpPr>
        <p:spPr>
          <a:xfrm>
            <a:off x="11781534" y="4846514"/>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3BF1B6BA-ED7C-2472-1C8E-DF8F4438CD36}"/>
              </a:ext>
            </a:extLst>
          </p:cNvPr>
          <p:cNvGrpSpPr/>
          <p:nvPr/>
        </p:nvGrpSpPr>
        <p:grpSpPr>
          <a:xfrm>
            <a:off x="3956279" y="784891"/>
            <a:ext cx="7866312" cy="941431"/>
            <a:chOff x="3970791" y="784891"/>
            <a:chExt cx="5085954" cy="941431"/>
          </a:xfrm>
        </p:grpSpPr>
        <p:sp>
          <p:nvSpPr>
            <p:cNvPr id="44" name="矩形 43">
              <a:extLst>
                <a:ext uri="{FF2B5EF4-FFF2-40B4-BE49-F238E27FC236}">
                  <a16:creationId xmlns:a16="http://schemas.microsoft.com/office/drawing/2014/main" id="{FDE6336F-59B2-0A71-2209-7A0CC7FBA5B4}"/>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4644FA4-7E59-36D1-17CE-FA6F6E192715}"/>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14F7FB1E-7920-90A6-B082-D8EACA011E38}"/>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01</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1C94A648-F56C-0F37-E756-1D1BB1D433B9}"/>
                </a:ext>
              </a:extLst>
            </p:cNvPr>
            <p:cNvSpPr txBox="1"/>
            <p:nvPr/>
          </p:nvSpPr>
          <p:spPr>
            <a:xfrm>
              <a:off x="3970791" y="1203102"/>
              <a:ext cx="5085954" cy="523220"/>
            </a:xfrm>
            <a:prstGeom prst="rect">
              <a:avLst/>
            </a:prstGeom>
            <a:noFill/>
          </p:spPr>
          <p:txBody>
            <a:bodyPr wrap="square" rtlCol="0">
              <a:spAutoFit/>
            </a:bodyPr>
            <a:lstStyle/>
            <a:p>
              <a:pPr algn="dist"/>
              <a:r>
                <a:rPr lang="en-US" altLang="zh-CN" sz="2800" dirty="0">
                  <a:latin typeface="禹卫书法行书简体&#10;" panose="02000603000000000000" pitchFamily="2" charset="-122"/>
                  <a:ea typeface="禹卫书法行书简体&#10;" panose="02000603000000000000" pitchFamily="2" charset="-122"/>
                </a:rPr>
                <a:t>1.</a:t>
              </a:r>
              <a:r>
                <a:rPr lang="zh-CN" altLang="en-US" sz="2800" dirty="0">
                  <a:latin typeface="禹卫书法行书简体&#10;" panose="02000603000000000000" pitchFamily="2" charset="-122"/>
                  <a:ea typeface="禹卫书法行书简体&#10;" panose="02000603000000000000" pitchFamily="2" charset="-122"/>
                </a:rPr>
                <a:t>全面建设小康社会宏伟目标提出</a:t>
              </a:r>
            </a:p>
          </p:txBody>
        </p:sp>
      </p:grpSp>
      <p:grpSp>
        <p:nvGrpSpPr>
          <p:cNvPr id="49" name="组合 48">
            <a:extLst>
              <a:ext uri="{FF2B5EF4-FFF2-40B4-BE49-F238E27FC236}">
                <a16:creationId xmlns:a16="http://schemas.microsoft.com/office/drawing/2014/main" id="{D4ED3169-607F-44A3-7CC0-1C2A710D49BA}"/>
              </a:ext>
            </a:extLst>
          </p:cNvPr>
          <p:cNvGrpSpPr/>
          <p:nvPr/>
        </p:nvGrpSpPr>
        <p:grpSpPr>
          <a:xfrm>
            <a:off x="3936422" y="2144810"/>
            <a:ext cx="7780147" cy="860027"/>
            <a:chOff x="3954870" y="784891"/>
            <a:chExt cx="5085954" cy="860027"/>
          </a:xfrm>
        </p:grpSpPr>
        <p:sp>
          <p:nvSpPr>
            <p:cNvPr id="50" name="矩形 49">
              <a:extLst>
                <a:ext uri="{FF2B5EF4-FFF2-40B4-BE49-F238E27FC236}">
                  <a16:creationId xmlns:a16="http://schemas.microsoft.com/office/drawing/2014/main" id="{DA00E777-7B6A-0003-52D1-5506E09D6BB5}"/>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EF605D9F-3EBA-11A0-8FAA-C97B08F6F80A}"/>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079B7814-DB64-4E7A-5014-36C081AAA3D4}"/>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02</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F9A2F77F-FC0F-02CC-1A6B-8CFFC58FC52C}"/>
                </a:ext>
              </a:extLst>
            </p:cNvPr>
            <p:cNvSpPr txBox="1"/>
            <p:nvPr/>
          </p:nvSpPr>
          <p:spPr>
            <a:xfrm>
              <a:off x="3954870" y="1121698"/>
              <a:ext cx="5085954" cy="523220"/>
            </a:xfrm>
            <a:prstGeom prst="rect">
              <a:avLst/>
            </a:prstGeom>
            <a:noFill/>
          </p:spPr>
          <p:txBody>
            <a:bodyPr wrap="square" rtlCol="0">
              <a:spAutoFit/>
            </a:bodyPr>
            <a:lstStyle/>
            <a:p>
              <a:pPr algn="dist"/>
              <a:r>
                <a:rPr lang="en-US" altLang="zh-CN" sz="2800" dirty="0">
                  <a:latin typeface="禹卫书法行书简体&#10;" panose="02000603000000000000" pitchFamily="2" charset="-122"/>
                  <a:ea typeface="禹卫书法行书简体&#10;" panose="02000603000000000000" pitchFamily="2" charset="-122"/>
                </a:rPr>
                <a:t>2.</a:t>
              </a:r>
              <a:r>
                <a:rPr lang="zh-CN" altLang="en-US" sz="2800" dirty="0">
                  <a:latin typeface="禹卫书法行书简体&#10;" panose="02000603000000000000" pitchFamily="2" charset="-122"/>
                  <a:ea typeface="禹卫书法行书简体&#10;" panose="02000603000000000000" pitchFamily="2" charset="-122"/>
                </a:rPr>
                <a:t>全面建成小康社会新部署和改革开放的深化</a:t>
              </a:r>
            </a:p>
          </p:txBody>
        </p:sp>
      </p:grpSp>
      <p:grpSp>
        <p:nvGrpSpPr>
          <p:cNvPr id="54" name="组合 53">
            <a:extLst>
              <a:ext uri="{FF2B5EF4-FFF2-40B4-BE49-F238E27FC236}">
                <a16:creationId xmlns:a16="http://schemas.microsoft.com/office/drawing/2014/main" id="{51B4C3AB-4DFF-E5A4-A609-849FE698B378}"/>
              </a:ext>
            </a:extLst>
          </p:cNvPr>
          <p:cNvGrpSpPr/>
          <p:nvPr/>
        </p:nvGrpSpPr>
        <p:grpSpPr>
          <a:xfrm>
            <a:off x="3936421" y="3517349"/>
            <a:ext cx="7650201" cy="877562"/>
            <a:chOff x="3956840" y="784891"/>
            <a:chExt cx="5085954" cy="877562"/>
          </a:xfrm>
        </p:grpSpPr>
        <p:sp>
          <p:nvSpPr>
            <p:cNvPr id="55" name="矩形 54">
              <a:extLst>
                <a:ext uri="{FF2B5EF4-FFF2-40B4-BE49-F238E27FC236}">
                  <a16:creationId xmlns:a16="http://schemas.microsoft.com/office/drawing/2014/main" id="{DDC95705-BB92-F091-D27E-7014A911E076}"/>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45452926-6B86-2BDE-E7E7-1C721CE2EB5C}"/>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EA269043-6E36-BC8A-C9A3-0F2777E907DB}"/>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03</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4665703A-B222-AF98-D322-96C0937371F4}"/>
                </a:ext>
              </a:extLst>
            </p:cNvPr>
            <p:cNvSpPr txBox="1"/>
            <p:nvPr/>
          </p:nvSpPr>
          <p:spPr>
            <a:xfrm>
              <a:off x="3956840" y="1139233"/>
              <a:ext cx="5085954" cy="523220"/>
            </a:xfrm>
            <a:prstGeom prst="rect">
              <a:avLst/>
            </a:prstGeom>
            <a:noFill/>
          </p:spPr>
          <p:txBody>
            <a:bodyPr wrap="square" rtlCol="0">
              <a:spAutoFit/>
            </a:bodyPr>
            <a:lstStyle/>
            <a:p>
              <a:pPr algn="dist"/>
              <a:r>
                <a:rPr lang="en-US" altLang="zh-CN" sz="2800" dirty="0">
                  <a:latin typeface="禹卫书法行书简体&#10;" panose="02000603000000000000" pitchFamily="2" charset="-122"/>
                  <a:ea typeface="禹卫书法行书简体&#10;" panose="02000603000000000000" pitchFamily="2" charset="-122"/>
                </a:rPr>
                <a:t>3.</a:t>
              </a:r>
              <a:r>
                <a:rPr lang="zh-CN" altLang="en-US" sz="2800" dirty="0">
                  <a:latin typeface="禹卫书法行书简体&#10;" panose="02000603000000000000" pitchFamily="2" charset="-122"/>
                  <a:ea typeface="禹卫书法行书简体&#10;" panose="02000603000000000000" pitchFamily="2" charset="-122"/>
                </a:rPr>
                <a:t>推进一国两制实践和祖国和平大业</a:t>
              </a:r>
            </a:p>
          </p:txBody>
        </p:sp>
      </p:grpSp>
      <p:grpSp>
        <p:nvGrpSpPr>
          <p:cNvPr id="59" name="组合 58">
            <a:extLst>
              <a:ext uri="{FF2B5EF4-FFF2-40B4-BE49-F238E27FC236}">
                <a16:creationId xmlns:a16="http://schemas.microsoft.com/office/drawing/2014/main" id="{D37115E9-576B-AC73-B184-44626F4CBE09}"/>
              </a:ext>
            </a:extLst>
          </p:cNvPr>
          <p:cNvGrpSpPr/>
          <p:nvPr/>
        </p:nvGrpSpPr>
        <p:grpSpPr>
          <a:xfrm>
            <a:off x="3968920" y="4889430"/>
            <a:ext cx="7753182" cy="773901"/>
            <a:chOff x="3979268" y="784891"/>
            <a:chExt cx="5085954" cy="773901"/>
          </a:xfrm>
        </p:grpSpPr>
        <p:sp>
          <p:nvSpPr>
            <p:cNvPr id="60" name="矩形 59">
              <a:extLst>
                <a:ext uri="{FF2B5EF4-FFF2-40B4-BE49-F238E27FC236}">
                  <a16:creationId xmlns:a16="http://schemas.microsoft.com/office/drawing/2014/main" id="{6D0F7C21-D7F2-4B45-3831-1AC25E70B26F}"/>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16B3F329-5093-05F8-5420-282C5CF647C2}"/>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2BA58BC4-CA5F-F899-AFAC-D12AE57D9F8E}"/>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04</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63" name="文本框 62">
              <a:extLst>
                <a:ext uri="{FF2B5EF4-FFF2-40B4-BE49-F238E27FC236}">
                  <a16:creationId xmlns:a16="http://schemas.microsoft.com/office/drawing/2014/main" id="{9CBE424B-1655-2E9D-25C8-34C4859F4E68}"/>
                </a:ext>
              </a:extLst>
            </p:cNvPr>
            <p:cNvSpPr txBox="1"/>
            <p:nvPr/>
          </p:nvSpPr>
          <p:spPr>
            <a:xfrm>
              <a:off x="3979268" y="1035572"/>
              <a:ext cx="5085954" cy="523220"/>
            </a:xfrm>
            <a:prstGeom prst="rect">
              <a:avLst/>
            </a:prstGeom>
            <a:noFill/>
          </p:spPr>
          <p:txBody>
            <a:bodyPr wrap="square" rtlCol="0">
              <a:spAutoFit/>
            </a:bodyPr>
            <a:lstStyle/>
            <a:p>
              <a:pPr algn="dist"/>
              <a:r>
                <a:rPr lang="en-US" altLang="zh-CN" sz="2800" dirty="0">
                  <a:latin typeface="禹卫书法行书简体&#10;" panose="02000603000000000000" pitchFamily="2" charset="-122"/>
                  <a:ea typeface="禹卫书法行书简体&#10;" panose="02000603000000000000" pitchFamily="2" charset="-122"/>
                </a:rPr>
                <a:t>4.</a:t>
              </a:r>
              <a:r>
                <a:rPr lang="zh-CN" altLang="en-US" sz="2800" dirty="0">
                  <a:latin typeface="禹卫书法行书简体&#10;" panose="02000603000000000000" pitchFamily="2" charset="-122"/>
                  <a:ea typeface="禹卫书法行书简体&#10;" panose="02000603000000000000" pitchFamily="2" charset="-122"/>
                </a:rPr>
                <a:t>提高党的建设和科学化水平</a:t>
              </a:r>
            </a:p>
          </p:txBody>
        </p:sp>
      </p:grpSp>
      <p:cxnSp>
        <p:nvCxnSpPr>
          <p:cNvPr id="65" name="直接连接符 64">
            <a:extLst>
              <a:ext uri="{FF2B5EF4-FFF2-40B4-BE49-F238E27FC236}">
                <a16:creationId xmlns:a16="http://schemas.microsoft.com/office/drawing/2014/main" id="{66DDDAC0-555B-03BB-A4BC-8D8CC6B668A6}"/>
              </a:ext>
            </a:extLst>
          </p:cNvPr>
          <p:cNvCxnSpPr/>
          <p:nvPr/>
        </p:nvCxnSpPr>
        <p:spPr>
          <a:xfrm flipV="1">
            <a:off x="182880" y="0"/>
            <a:ext cx="3913588" cy="6858000"/>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FDA1E2F-F083-2916-CB02-6D0549641F23}"/>
              </a:ext>
            </a:extLst>
          </p:cNvPr>
          <p:cNvCxnSpPr>
            <a:cxnSpLocks/>
          </p:cNvCxnSpPr>
          <p:nvPr/>
        </p:nvCxnSpPr>
        <p:spPr>
          <a:xfrm flipH="1" flipV="1">
            <a:off x="1659792" y="0"/>
            <a:ext cx="1764960" cy="6854907"/>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4D22B534-DA7F-8363-8F21-8F507BA50275}"/>
              </a:ext>
            </a:extLst>
          </p:cNvPr>
          <p:cNvSpPr/>
          <p:nvPr/>
        </p:nvSpPr>
        <p:spPr>
          <a:xfrm>
            <a:off x="-4953" y="111352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gradFill flip="none" rotWithShape="1">
            <a:gsLst>
              <a:gs pos="0">
                <a:srgbClr val="471717"/>
              </a:gs>
              <a:gs pos="100000">
                <a:srgbClr val="03010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14539A98-7FBB-3155-216F-8D6D2699CD17}"/>
              </a:ext>
            </a:extLst>
          </p:cNvPr>
          <p:cNvSpPr txBox="1"/>
          <p:nvPr/>
        </p:nvSpPr>
        <p:spPr>
          <a:xfrm rot="5400000">
            <a:off x="2711450" y="1575437"/>
            <a:ext cx="726095" cy="369332"/>
          </a:xfrm>
          <a:prstGeom prst="rect">
            <a:avLst/>
          </a:prstGeom>
          <a:noFill/>
        </p:spPr>
        <p:txBody>
          <a:bodyPr wrap="square" rtlCol="0">
            <a:spAutoFit/>
          </a:bodyPr>
          <a:lstStyle/>
          <a:p>
            <a:r>
              <a:rPr lang="en-US" altLang="zh-CN" b="1" dirty="0">
                <a:latin typeface="微软雅黑 Light" panose="020B0502040204020203" pitchFamily="34" charset="-122"/>
                <a:ea typeface="微软雅黑 Light" panose="020B0502040204020203" pitchFamily="34" charset="-122"/>
              </a:rPr>
              <a:t>235</a:t>
            </a:r>
            <a:endParaRPr lang="zh-CN" altLang="en-US" b="1" dirty="0">
              <a:latin typeface="微软雅黑 Light" panose="020B0502040204020203" pitchFamily="34" charset="-122"/>
              <a:ea typeface="微软雅黑 Light" panose="020B0502040204020203" pitchFamily="34" charset="-122"/>
            </a:endParaRPr>
          </a:p>
        </p:txBody>
      </p:sp>
      <p:pic>
        <p:nvPicPr>
          <p:cNvPr id="105" name="图片 104">
            <a:extLst>
              <a:ext uri="{FF2B5EF4-FFF2-40B4-BE49-F238E27FC236}">
                <a16:creationId xmlns:a16="http://schemas.microsoft.com/office/drawing/2014/main" id="{B25342E2-C6DC-96CE-AB62-02627379A06B}"/>
              </a:ext>
            </a:extLst>
          </p:cNvPr>
          <p:cNvPicPr>
            <a:picLocks noChangeAspect="1"/>
          </p:cNvPicPr>
          <p:nvPr/>
        </p:nvPicPr>
        <p:blipFill>
          <a:blip r:embed="rId2">
            <a:alphaModFix amt="50000"/>
          </a:blip>
          <a:stretch>
            <a:fillRect/>
          </a:stretch>
        </p:blipFill>
        <p:spPr>
          <a:xfrm>
            <a:off x="1722985" y="1385708"/>
            <a:ext cx="749873" cy="3840813"/>
          </a:xfrm>
          <a:prstGeom prst="rect">
            <a:avLst/>
          </a:prstGeom>
        </p:spPr>
      </p:pic>
      <p:pic>
        <p:nvPicPr>
          <p:cNvPr id="104" name="图片 103">
            <a:extLst>
              <a:ext uri="{FF2B5EF4-FFF2-40B4-BE49-F238E27FC236}">
                <a16:creationId xmlns:a16="http://schemas.microsoft.com/office/drawing/2014/main" id="{E0446949-15AF-BAC9-8CA3-A8AF8F3D4231}"/>
              </a:ext>
            </a:extLst>
          </p:cNvPr>
          <p:cNvPicPr>
            <a:picLocks noChangeAspect="1"/>
          </p:cNvPicPr>
          <p:nvPr/>
        </p:nvPicPr>
        <p:blipFill>
          <a:blip r:embed="rId2">
            <a:alphaModFix amt="50000"/>
          </a:blip>
          <a:stretch>
            <a:fillRect/>
          </a:stretch>
        </p:blipFill>
        <p:spPr>
          <a:xfrm>
            <a:off x="2485100" y="1385708"/>
            <a:ext cx="749873" cy="3840813"/>
          </a:xfrm>
          <a:prstGeom prst="rect">
            <a:avLst/>
          </a:prstGeom>
        </p:spPr>
      </p:pic>
      <p:sp>
        <p:nvSpPr>
          <p:cNvPr id="88" name="椭圆 87">
            <a:extLst>
              <a:ext uri="{FF2B5EF4-FFF2-40B4-BE49-F238E27FC236}">
                <a16:creationId xmlns:a16="http://schemas.microsoft.com/office/drawing/2014/main" id="{F8A14DC5-A6C1-064F-5351-FF2AE625C471}"/>
              </a:ext>
            </a:extLst>
          </p:cNvPr>
          <p:cNvSpPr/>
          <p:nvPr/>
        </p:nvSpPr>
        <p:spPr>
          <a:xfrm>
            <a:off x="786718" y="1357815"/>
            <a:ext cx="1932974" cy="1932974"/>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BB18F55A-1C36-55DC-D0B7-B3A51A4064FA}"/>
              </a:ext>
            </a:extLst>
          </p:cNvPr>
          <p:cNvSpPr txBox="1"/>
          <p:nvPr/>
        </p:nvSpPr>
        <p:spPr>
          <a:xfrm>
            <a:off x="1168559" y="1913192"/>
            <a:ext cx="183079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内容一览</a:t>
            </a:r>
          </a:p>
        </p:txBody>
      </p:sp>
      <p:sp>
        <p:nvSpPr>
          <p:cNvPr id="90" name="文本框 89">
            <a:extLst>
              <a:ext uri="{FF2B5EF4-FFF2-40B4-BE49-F238E27FC236}">
                <a16:creationId xmlns:a16="http://schemas.microsoft.com/office/drawing/2014/main" id="{CD8A6BA3-1FFD-77BF-058B-59AEB3C2924C}"/>
              </a:ext>
            </a:extLst>
          </p:cNvPr>
          <p:cNvSpPr txBox="1"/>
          <p:nvPr/>
        </p:nvSpPr>
        <p:spPr>
          <a:xfrm>
            <a:off x="1921865" y="2481617"/>
            <a:ext cx="570802" cy="369332"/>
          </a:xfrm>
          <a:prstGeom prst="rect">
            <a:avLst/>
          </a:prstGeom>
          <a:noFill/>
        </p:spPr>
        <p:txBody>
          <a:bodyPr wrap="square" rtlCol="0">
            <a:spAutoFit/>
          </a:bodyPr>
          <a:lstStyle/>
          <a:p>
            <a:pPr algn="dist"/>
            <a:r>
              <a:rPr lang="en-US" altLang="zh-CN" dirty="0">
                <a:solidFill>
                  <a:srgbClr val="AC8B5F"/>
                </a:solidFill>
                <a:latin typeface="微软雅黑 Light" panose="020B0502040204020203" pitchFamily="34" charset="-122"/>
                <a:ea typeface="微软雅黑 Light" panose="020B0502040204020203" pitchFamily="34" charset="-122"/>
              </a:rPr>
              <a:t>0/4</a:t>
            </a:r>
            <a:endParaRPr lang="zh-CN" altLang="en-US" dirty="0">
              <a:solidFill>
                <a:srgbClr val="AC8B5F"/>
              </a:solidFill>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B44C14F1-4998-8C34-3B3B-F65106370D89}"/>
              </a:ext>
            </a:extLst>
          </p:cNvPr>
          <p:cNvSpPr/>
          <p:nvPr/>
        </p:nvSpPr>
        <p:spPr>
          <a:xfrm>
            <a:off x="1905704" y="3598076"/>
            <a:ext cx="411480" cy="457200"/>
          </a:xfrm>
          <a:custGeom>
            <a:avLst/>
            <a:gdLst>
              <a:gd name="connsiteX0" fmla="*/ 0 w 411480"/>
              <a:gd name="connsiteY0" fmla="*/ 0 h 457200"/>
              <a:gd name="connsiteX1" fmla="*/ 0 w 411480"/>
              <a:gd name="connsiteY1" fmla="*/ 91440 h 457200"/>
              <a:gd name="connsiteX2" fmla="*/ 411480 w 411480"/>
              <a:gd name="connsiteY2" fmla="*/ 457200 h 457200"/>
              <a:gd name="connsiteX3" fmla="*/ 0 w 411480"/>
              <a:gd name="connsiteY3" fmla="*/ 0 h 457200"/>
            </a:gdLst>
            <a:ahLst/>
            <a:cxnLst>
              <a:cxn ang="0">
                <a:pos x="connsiteX0" y="connsiteY0"/>
              </a:cxn>
              <a:cxn ang="0">
                <a:pos x="connsiteX1" y="connsiteY1"/>
              </a:cxn>
              <a:cxn ang="0">
                <a:pos x="connsiteX2" y="connsiteY2"/>
              </a:cxn>
              <a:cxn ang="0">
                <a:pos x="connsiteX3" y="connsiteY3"/>
              </a:cxn>
            </a:cxnLst>
            <a:rect l="l" t="t" r="r" b="b"/>
            <a:pathLst>
              <a:path w="411480" h="457200">
                <a:moveTo>
                  <a:pt x="0" y="0"/>
                </a:moveTo>
                <a:lnTo>
                  <a:pt x="0" y="91440"/>
                </a:lnTo>
                <a:lnTo>
                  <a:pt x="411480" y="4572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83AA0DC3-3A94-4D53-4EDC-515A864E9AEA}"/>
              </a:ext>
            </a:extLst>
          </p:cNvPr>
          <p:cNvSpPr/>
          <p:nvPr/>
        </p:nvSpPr>
        <p:spPr>
          <a:xfrm>
            <a:off x="1825100" y="3321440"/>
            <a:ext cx="198120" cy="243840"/>
          </a:xfrm>
          <a:custGeom>
            <a:avLst/>
            <a:gdLst>
              <a:gd name="connsiteX0" fmla="*/ 0 w 198120"/>
              <a:gd name="connsiteY0" fmla="*/ 45720 h 243840"/>
              <a:gd name="connsiteX1" fmla="*/ 137160 w 198120"/>
              <a:gd name="connsiteY1" fmla="*/ 243840 h 243840"/>
              <a:gd name="connsiteX2" fmla="*/ 198120 w 198120"/>
              <a:gd name="connsiteY2" fmla="*/ 0 h 243840"/>
              <a:gd name="connsiteX3" fmla="*/ 0 w 198120"/>
              <a:gd name="connsiteY3" fmla="*/ 45720 h 243840"/>
            </a:gdLst>
            <a:ahLst/>
            <a:cxnLst>
              <a:cxn ang="0">
                <a:pos x="connsiteX0" y="connsiteY0"/>
              </a:cxn>
              <a:cxn ang="0">
                <a:pos x="connsiteX1" y="connsiteY1"/>
              </a:cxn>
              <a:cxn ang="0">
                <a:pos x="connsiteX2" y="connsiteY2"/>
              </a:cxn>
              <a:cxn ang="0">
                <a:pos x="connsiteX3" y="connsiteY3"/>
              </a:cxn>
            </a:cxnLst>
            <a:rect l="l" t="t" r="r" b="b"/>
            <a:pathLst>
              <a:path w="198120" h="243840">
                <a:moveTo>
                  <a:pt x="0" y="45720"/>
                </a:moveTo>
                <a:lnTo>
                  <a:pt x="137160" y="243840"/>
                </a:lnTo>
                <a:lnTo>
                  <a:pt x="198120" y="0"/>
                </a:lnTo>
                <a:lnTo>
                  <a:pt x="0" y="4572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形状 105">
            <a:extLst>
              <a:ext uri="{FF2B5EF4-FFF2-40B4-BE49-F238E27FC236}">
                <a16:creationId xmlns:a16="http://schemas.microsoft.com/office/drawing/2014/main" id="{35BC1C45-0686-CFD2-A4BB-942E1F53601C}"/>
              </a:ext>
            </a:extLst>
          </p:cNvPr>
          <p:cNvSpPr/>
          <p:nvPr/>
        </p:nvSpPr>
        <p:spPr>
          <a:xfrm>
            <a:off x="2175678" y="3337838"/>
            <a:ext cx="213360" cy="243840"/>
          </a:xfrm>
          <a:custGeom>
            <a:avLst/>
            <a:gdLst>
              <a:gd name="connsiteX0" fmla="*/ 0 w 213360"/>
              <a:gd name="connsiteY0" fmla="*/ 0 h 243840"/>
              <a:gd name="connsiteX1" fmla="*/ 30480 w 213360"/>
              <a:gd name="connsiteY1" fmla="*/ 182880 h 243840"/>
              <a:gd name="connsiteX2" fmla="*/ 213360 w 213360"/>
              <a:gd name="connsiteY2" fmla="*/ 243840 h 243840"/>
              <a:gd name="connsiteX3" fmla="*/ 0 w 213360"/>
              <a:gd name="connsiteY3" fmla="*/ 0 h 243840"/>
            </a:gdLst>
            <a:ahLst/>
            <a:cxnLst>
              <a:cxn ang="0">
                <a:pos x="connsiteX0" y="connsiteY0"/>
              </a:cxn>
              <a:cxn ang="0">
                <a:pos x="connsiteX1" y="connsiteY1"/>
              </a:cxn>
              <a:cxn ang="0">
                <a:pos x="connsiteX2" y="connsiteY2"/>
              </a:cxn>
              <a:cxn ang="0">
                <a:pos x="connsiteX3" y="connsiteY3"/>
              </a:cxn>
            </a:cxnLst>
            <a:rect l="l" t="t" r="r" b="b"/>
            <a:pathLst>
              <a:path w="213360" h="243840">
                <a:moveTo>
                  <a:pt x="0" y="0"/>
                </a:moveTo>
                <a:lnTo>
                  <a:pt x="30480" y="182880"/>
                </a:lnTo>
                <a:lnTo>
                  <a:pt x="213360" y="24384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26A86FD0-4099-5E78-D698-C20025A1A2F3}"/>
              </a:ext>
            </a:extLst>
          </p:cNvPr>
          <p:cNvSpPr/>
          <p:nvPr/>
        </p:nvSpPr>
        <p:spPr>
          <a:xfrm>
            <a:off x="2293349" y="3777586"/>
            <a:ext cx="106680" cy="137160"/>
          </a:xfrm>
          <a:custGeom>
            <a:avLst/>
            <a:gdLst>
              <a:gd name="connsiteX0" fmla="*/ 0 w 106680"/>
              <a:gd name="connsiteY0" fmla="*/ 106680 h 137160"/>
              <a:gd name="connsiteX1" fmla="*/ 76200 w 106680"/>
              <a:gd name="connsiteY1" fmla="*/ 137160 h 137160"/>
              <a:gd name="connsiteX2" fmla="*/ 106680 w 106680"/>
              <a:gd name="connsiteY2" fmla="*/ 91440 h 137160"/>
              <a:gd name="connsiteX3" fmla="*/ 106680 w 106680"/>
              <a:gd name="connsiteY3" fmla="*/ 0 h 137160"/>
              <a:gd name="connsiteX4" fmla="*/ 0 w 106680"/>
              <a:gd name="connsiteY4" fmla="*/ 106680 h 137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37160">
                <a:moveTo>
                  <a:pt x="0" y="106680"/>
                </a:moveTo>
                <a:lnTo>
                  <a:pt x="76200" y="137160"/>
                </a:lnTo>
                <a:lnTo>
                  <a:pt x="106680" y="91440"/>
                </a:lnTo>
                <a:lnTo>
                  <a:pt x="106680" y="0"/>
                </a:lnTo>
                <a:lnTo>
                  <a:pt x="0" y="10668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3DC152D1-6603-AE12-1A17-0BAB5FD717D1}"/>
              </a:ext>
            </a:extLst>
          </p:cNvPr>
          <p:cNvGrpSpPr/>
          <p:nvPr/>
        </p:nvGrpSpPr>
        <p:grpSpPr>
          <a:xfrm>
            <a:off x="619980" y="1913192"/>
            <a:ext cx="582030" cy="625839"/>
            <a:chOff x="5979795" y="4168140"/>
            <a:chExt cx="422910" cy="454742"/>
          </a:xfrm>
          <a:solidFill>
            <a:srgbClr val="B59F73"/>
          </a:solidFill>
        </p:grpSpPr>
        <p:sp>
          <p:nvSpPr>
            <p:cNvPr id="70" name="任意多边形: 形状 69">
              <a:extLst>
                <a:ext uri="{FF2B5EF4-FFF2-40B4-BE49-F238E27FC236}">
                  <a16:creationId xmlns:a16="http://schemas.microsoft.com/office/drawing/2014/main" id="{8BBE6371-AE81-85C2-D588-5E0BE46069A2}"/>
                </a:ext>
              </a:extLst>
            </p:cNvPr>
            <p:cNvSpPr/>
            <p:nvPr/>
          </p:nvSpPr>
          <p:spPr>
            <a:xfrm>
              <a:off x="5979795" y="41681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A0967F63-00CF-29FF-C5AE-C2325EE36526}"/>
                </a:ext>
              </a:extLst>
            </p:cNvPr>
            <p:cNvSpPr/>
            <p:nvPr/>
          </p:nvSpPr>
          <p:spPr>
            <a:xfrm rot="10800000">
              <a:off x="6109335" y="42824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50F3C229-3D85-CA3E-5A5B-7A1B8BFD847E}"/>
                </a:ext>
              </a:extLst>
            </p:cNvPr>
            <p:cNvSpPr/>
            <p:nvPr/>
          </p:nvSpPr>
          <p:spPr>
            <a:xfrm>
              <a:off x="5981700" y="417576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CC687FAB-A4C5-1E00-F99A-670965305010}"/>
                </a:ext>
              </a:extLst>
            </p:cNvPr>
            <p:cNvSpPr/>
            <p:nvPr/>
          </p:nvSpPr>
          <p:spPr>
            <a:xfrm rot="5400000">
              <a:off x="6297617" y="416963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C073F6FE-2B88-C9C5-40E4-BCC92343AE94}"/>
                </a:ext>
              </a:extLst>
            </p:cNvPr>
            <p:cNvSpPr/>
            <p:nvPr/>
          </p:nvSpPr>
          <p:spPr>
            <a:xfrm rot="10800000">
              <a:off x="6299368" y="4518273"/>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303272CF-9F3A-48B2-0E03-2038C0665AD8}"/>
                </a:ext>
              </a:extLst>
            </p:cNvPr>
            <p:cNvSpPr/>
            <p:nvPr/>
          </p:nvSpPr>
          <p:spPr>
            <a:xfrm rot="16200000">
              <a:off x="5981700" y="4523822"/>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20603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CF6E7-E76F-94C7-A7CB-34889008AA72}"/>
            </a:ext>
          </a:extLst>
        </p:cNvPr>
        <p:cNvGrpSpPr/>
        <p:nvPr/>
      </p:nvGrpSpPr>
      <p:grpSpPr>
        <a:xfrm>
          <a:off x="0" y="0"/>
          <a:ext cx="0" cy="0"/>
          <a:chOff x="0" y="0"/>
          <a:chExt cx="0" cy="0"/>
        </a:xfrm>
      </p:grpSpPr>
      <p:pic>
        <p:nvPicPr>
          <p:cNvPr id="22" name="图片 21">
            <a:extLst>
              <a:ext uri="{FF2B5EF4-FFF2-40B4-BE49-F238E27FC236}">
                <a16:creationId xmlns:a16="http://schemas.microsoft.com/office/drawing/2014/main" id="{63BDC59C-4C3F-8F10-AD87-77B1836BA186}"/>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CF6E875A-9E02-9E4C-10B8-AFFC63ED77D0}"/>
              </a:ext>
            </a:extLst>
          </p:cNvPr>
          <p:cNvSpPr/>
          <p:nvPr/>
        </p:nvSpPr>
        <p:spPr>
          <a:xfrm>
            <a:off x="0" y="0"/>
            <a:ext cx="12192000" cy="6858000"/>
          </a:xfrm>
          <a:prstGeom prst="rect">
            <a:avLst/>
          </a:pr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554AE697-CAEF-3A61-F6FD-1C6B90AA8622}"/>
              </a:ext>
            </a:extLst>
          </p:cNvPr>
          <p:cNvSpPr txBox="1"/>
          <p:nvPr/>
        </p:nvSpPr>
        <p:spPr>
          <a:xfrm>
            <a:off x="3514845" y="1859340"/>
            <a:ext cx="5162309" cy="1569660"/>
          </a:xfrm>
          <a:prstGeom prst="rect">
            <a:avLst/>
          </a:prstGeom>
          <a:noFill/>
        </p:spPr>
        <p:txBody>
          <a:bodyPr wrap="square" rtlCol="0">
            <a:spAutoFit/>
          </a:bodyPr>
          <a:lstStyle/>
          <a:p>
            <a:r>
              <a:rPr lang="zh-CN" altLang="en-US" sz="9600" b="1" dirty="0">
                <a:gradFill>
                  <a:gsLst>
                    <a:gs pos="31000">
                      <a:srgbClr val="141616"/>
                    </a:gs>
                    <a:gs pos="0">
                      <a:srgbClr val="1C252E"/>
                    </a:gs>
                    <a:gs pos="100000">
                      <a:srgbClr val="A0AC55"/>
                    </a:gs>
                  </a:gsLst>
                  <a:lin ang="5400000" scaled="1"/>
                </a:gradFill>
                <a:latin typeface="微软雅黑" panose="020B0503020204020204" pitchFamily="34" charset="-122"/>
                <a:ea typeface="微软雅黑" panose="020B0503020204020204" pitchFamily="34" charset="-122"/>
              </a:rPr>
              <a:t>感谢观看</a:t>
            </a:r>
          </a:p>
        </p:txBody>
      </p:sp>
      <p:sp>
        <p:nvSpPr>
          <p:cNvPr id="6" name="任意多边形: 形状 5">
            <a:extLst>
              <a:ext uri="{FF2B5EF4-FFF2-40B4-BE49-F238E27FC236}">
                <a16:creationId xmlns:a16="http://schemas.microsoft.com/office/drawing/2014/main" id="{70968348-06DB-5C71-1792-C3F50C0E5DA2}"/>
              </a:ext>
            </a:extLst>
          </p:cNvPr>
          <p:cNvSpPr/>
          <p:nvPr/>
        </p:nvSpPr>
        <p:spPr>
          <a:xfrm rot="5400000" flipH="1">
            <a:off x="1583937" y="893096"/>
            <a:ext cx="334267" cy="3502146"/>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 name="connsiteX0" fmla="*/ 186254 w 328026"/>
              <a:gd name="connsiteY0" fmla="*/ 654360 h 1210803"/>
              <a:gd name="connsiteX1" fmla="*/ 321619 w 328026"/>
              <a:gd name="connsiteY1" fmla="*/ 654360 h 1210803"/>
              <a:gd name="connsiteX2" fmla="*/ 321619 w 328026"/>
              <a:gd name="connsiteY2" fmla="*/ 1206073 h 1210803"/>
              <a:gd name="connsiteX3" fmla="*/ 186254 w 328026"/>
              <a:gd name="connsiteY3" fmla="*/ 1206073 h 1210803"/>
              <a:gd name="connsiteX4" fmla="*/ 186254 w 328026"/>
              <a:gd name="connsiteY4" fmla="*/ 654360 h 1210803"/>
              <a:gd name="connsiteX5" fmla="*/ 0 w 328026"/>
              <a:gd name="connsiteY5" fmla="*/ 4730 h 1210803"/>
              <a:gd name="connsiteX6" fmla="*/ 146621 w 328026"/>
              <a:gd name="connsiteY6" fmla="*/ 4730 h 1210803"/>
              <a:gd name="connsiteX7" fmla="*/ 146621 w 328026"/>
              <a:gd name="connsiteY7" fmla="*/ 359457 h 1210803"/>
              <a:gd name="connsiteX8" fmla="*/ 0 w 328026"/>
              <a:gd name="connsiteY8" fmla="*/ 359457 h 1210803"/>
              <a:gd name="connsiteX9" fmla="*/ 0 w 328026"/>
              <a:gd name="connsiteY9" fmla="*/ 4730 h 1210803"/>
              <a:gd name="connsiteX10" fmla="*/ 174999 w 328026"/>
              <a:gd name="connsiteY10" fmla="*/ 0 h 1210803"/>
              <a:gd name="connsiteX11" fmla="*/ 328026 w 328026"/>
              <a:gd name="connsiteY11" fmla="*/ 743 h 1210803"/>
              <a:gd name="connsiteX12" fmla="*/ 316890 w 328026"/>
              <a:gd name="connsiteY12" fmla="*/ 449322 h 1210803"/>
              <a:gd name="connsiteX13" fmla="*/ 141891 w 328026"/>
              <a:gd name="connsiteY13" fmla="*/ 605402 h 1210803"/>
              <a:gd name="connsiteX14" fmla="*/ 141891 w 328026"/>
              <a:gd name="connsiteY14" fmla="*/ 1210803 h 1210803"/>
              <a:gd name="connsiteX15" fmla="*/ 0 w 328026"/>
              <a:gd name="connsiteY15" fmla="*/ 1210803 h 1210803"/>
              <a:gd name="connsiteX16" fmla="*/ 0 w 328026"/>
              <a:gd name="connsiteY16" fmla="*/ 534456 h 1210803"/>
              <a:gd name="connsiteX17" fmla="*/ 179729 w 328026"/>
              <a:gd name="connsiteY17" fmla="*/ 392565 h 1210803"/>
              <a:gd name="connsiteX18" fmla="*/ 174999 w 328026"/>
              <a:gd name="connsiteY18" fmla="*/ 0 h 1210803"/>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74999 w 328026"/>
              <a:gd name="connsiteY10" fmla="*/ 2757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74999 w 328026"/>
              <a:gd name="connsiteY18" fmla="*/ 2757 h 1210060"/>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82330 w 328026"/>
              <a:gd name="connsiteY10" fmla="*/ 3632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82330 w 328026"/>
              <a:gd name="connsiteY18" fmla="*/ 3632 h 1210060"/>
              <a:gd name="connsiteX0" fmla="*/ 186254 w 321619"/>
              <a:gd name="connsiteY0" fmla="*/ 649985 h 1206428"/>
              <a:gd name="connsiteX1" fmla="*/ 321619 w 321619"/>
              <a:gd name="connsiteY1" fmla="*/ 649985 h 1206428"/>
              <a:gd name="connsiteX2" fmla="*/ 321619 w 321619"/>
              <a:gd name="connsiteY2" fmla="*/ 1201698 h 1206428"/>
              <a:gd name="connsiteX3" fmla="*/ 186254 w 321619"/>
              <a:gd name="connsiteY3" fmla="*/ 1201698 h 1206428"/>
              <a:gd name="connsiteX4" fmla="*/ 186254 w 321619"/>
              <a:gd name="connsiteY4" fmla="*/ 649985 h 1206428"/>
              <a:gd name="connsiteX5" fmla="*/ 0 w 321619"/>
              <a:gd name="connsiteY5" fmla="*/ 355 h 1206428"/>
              <a:gd name="connsiteX6" fmla="*/ 146621 w 321619"/>
              <a:gd name="connsiteY6" fmla="*/ 355 h 1206428"/>
              <a:gd name="connsiteX7" fmla="*/ 146621 w 321619"/>
              <a:gd name="connsiteY7" fmla="*/ 355082 h 1206428"/>
              <a:gd name="connsiteX8" fmla="*/ 0 w 321619"/>
              <a:gd name="connsiteY8" fmla="*/ 355082 h 1206428"/>
              <a:gd name="connsiteX9" fmla="*/ 0 w 321619"/>
              <a:gd name="connsiteY9" fmla="*/ 355 h 1206428"/>
              <a:gd name="connsiteX10" fmla="*/ 182330 w 321619"/>
              <a:gd name="connsiteY10" fmla="*/ 0 h 1206428"/>
              <a:gd name="connsiteX11" fmla="*/ 315806 w 321619"/>
              <a:gd name="connsiteY11" fmla="*/ 1618 h 1206428"/>
              <a:gd name="connsiteX12" fmla="*/ 316890 w 321619"/>
              <a:gd name="connsiteY12" fmla="*/ 444947 h 1206428"/>
              <a:gd name="connsiteX13" fmla="*/ 141891 w 321619"/>
              <a:gd name="connsiteY13" fmla="*/ 601027 h 1206428"/>
              <a:gd name="connsiteX14" fmla="*/ 141891 w 321619"/>
              <a:gd name="connsiteY14" fmla="*/ 1206428 h 1206428"/>
              <a:gd name="connsiteX15" fmla="*/ 0 w 321619"/>
              <a:gd name="connsiteY15" fmla="*/ 1206428 h 1206428"/>
              <a:gd name="connsiteX16" fmla="*/ 0 w 321619"/>
              <a:gd name="connsiteY16" fmla="*/ 530081 h 1206428"/>
              <a:gd name="connsiteX17" fmla="*/ 179729 w 321619"/>
              <a:gd name="connsiteY17" fmla="*/ 388190 h 1206428"/>
              <a:gd name="connsiteX18" fmla="*/ 182330 w 321619"/>
              <a:gd name="connsiteY18" fmla="*/ 0 h 120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1619" h="1206428">
                <a:moveTo>
                  <a:pt x="186254" y="649985"/>
                </a:moveTo>
                <a:lnTo>
                  <a:pt x="321619" y="649985"/>
                </a:lnTo>
                <a:lnTo>
                  <a:pt x="321619" y="1201698"/>
                </a:lnTo>
                <a:lnTo>
                  <a:pt x="186254" y="1201698"/>
                </a:lnTo>
                <a:lnTo>
                  <a:pt x="186254" y="649985"/>
                </a:lnTo>
                <a:close/>
                <a:moveTo>
                  <a:pt x="0" y="355"/>
                </a:moveTo>
                <a:lnTo>
                  <a:pt x="146621" y="355"/>
                </a:lnTo>
                <a:lnTo>
                  <a:pt x="146621" y="355082"/>
                </a:lnTo>
                <a:lnTo>
                  <a:pt x="0" y="355082"/>
                </a:lnTo>
                <a:lnTo>
                  <a:pt x="0" y="355"/>
                </a:lnTo>
                <a:close/>
                <a:moveTo>
                  <a:pt x="182330" y="0"/>
                </a:moveTo>
                <a:lnTo>
                  <a:pt x="315806" y="1618"/>
                </a:lnTo>
                <a:cubicBezTo>
                  <a:pt x="316167" y="149394"/>
                  <a:pt x="316529" y="297171"/>
                  <a:pt x="316890" y="444947"/>
                </a:cubicBezTo>
                <a:lnTo>
                  <a:pt x="141891" y="601027"/>
                </a:lnTo>
                <a:lnTo>
                  <a:pt x="141891" y="1206428"/>
                </a:lnTo>
                <a:lnTo>
                  <a:pt x="0" y="1206428"/>
                </a:lnTo>
                <a:lnTo>
                  <a:pt x="0" y="530081"/>
                </a:lnTo>
                <a:lnTo>
                  <a:pt x="179729" y="388190"/>
                </a:lnTo>
                <a:cubicBezTo>
                  <a:pt x="178152" y="257335"/>
                  <a:pt x="183907" y="130855"/>
                  <a:pt x="182330" y="0"/>
                </a:cubicBezTo>
                <a:close/>
              </a:path>
            </a:pathLst>
          </a:custGeom>
          <a:gradFill flip="none" rotWithShape="1">
            <a:gsLst>
              <a:gs pos="100000">
                <a:srgbClr val="838D48"/>
              </a:gs>
              <a:gs pos="0">
                <a:srgbClr val="181E23">
                  <a:alpha val="80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a:extLst>
              <a:ext uri="{FF2B5EF4-FFF2-40B4-BE49-F238E27FC236}">
                <a16:creationId xmlns:a16="http://schemas.microsoft.com/office/drawing/2014/main" id="{A7C0425F-35B2-CF5A-2D87-C0DC5F7EA864}"/>
              </a:ext>
            </a:extLst>
          </p:cNvPr>
          <p:cNvSpPr/>
          <p:nvPr/>
        </p:nvSpPr>
        <p:spPr>
          <a:xfrm rot="5400000" flipH="1" flipV="1">
            <a:off x="10273794" y="893098"/>
            <a:ext cx="334267" cy="3502144"/>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 name="connsiteX0" fmla="*/ 186254 w 328026"/>
              <a:gd name="connsiteY0" fmla="*/ 654360 h 1210803"/>
              <a:gd name="connsiteX1" fmla="*/ 321619 w 328026"/>
              <a:gd name="connsiteY1" fmla="*/ 654360 h 1210803"/>
              <a:gd name="connsiteX2" fmla="*/ 321619 w 328026"/>
              <a:gd name="connsiteY2" fmla="*/ 1206073 h 1210803"/>
              <a:gd name="connsiteX3" fmla="*/ 186254 w 328026"/>
              <a:gd name="connsiteY3" fmla="*/ 1206073 h 1210803"/>
              <a:gd name="connsiteX4" fmla="*/ 186254 w 328026"/>
              <a:gd name="connsiteY4" fmla="*/ 654360 h 1210803"/>
              <a:gd name="connsiteX5" fmla="*/ 0 w 328026"/>
              <a:gd name="connsiteY5" fmla="*/ 4730 h 1210803"/>
              <a:gd name="connsiteX6" fmla="*/ 146621 w 328026"/>
              <a:gd name="connsiteY6" fmla="*/ 4730 h 1210803"/>
              <a:gd name="connsiteX7" fmla="*/ 146621 w 328026"/>
              <a:gd name="connsiteY7" fmla="*/ 359457 h 1210803"/>
              <a:gd name="connsiteX8" fmla="*/ 0 w 328026"/>
              <a:gd name="connsiteY8" fmla="*/ 359457 h 1210803"/>
              <a:gd name="connsiteX9" fmla="*/ 0 w 328026"/>
              <a:gd name="connsiteY9" fmla="*/ 4730 h 1210803"/>
              <a:gd name="connsiteX10" fmla="*/ 174999 w 328026"/>
              <a:gd name="connsiteY10" fmla="*/ 0 h 1210803"/>
              <a:gd name="connsiteX11" fmla="*/ 328026 w 328026"/>
              <a:gd name="connsiteY11" fmla="*/ 743 h 1210803"/>
              <a:gd name="connsiteX12" fmla="*/ 316890 w 328026"/>
              <a:gd name="connsiteY12" fmla="*/ 449322 h 1210803"/>
              <a:gd name="connsiteX13" fmla="*/ 141891 w 328026"/>
              <a:gd name="connsiteY13" fmla="*/ 605402 h 1210803"/>
              <a:gd name="connsiteX14" fmla="*/ 141891 w 328026"/>
              <a:gd name="connsiteY14" fmla="*/ 1210803 h 1210803"/>
              <a:gd name="connsiteX15" fmla="*/ 0 w 328026"/>
              <a:gd name="connsiteY15" fmla="*/ 1210803 h 1210803"/>
              <a:gd name="connsiteX16" fmla="*/ 0 w 328026"/>
              <a:gd name="connsiteY16" fmla="*/ 534456 h 1210803"/>
              <a:gd name="connsiteX17" fmla="*/ 179729 w 328026"/>
              <a:gd name="connsiteY17" fmla="*/ 392565 h 1210803"/>
              <a:gd name="connsiteX18" fmla="*/ 174999 w 328026"/>
              <a:gd name="connsiteY18" fmla="*/ 0 h 1210803"/>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74999 w 328026"/>
              <a:gd name="connsiteY10" fmla="*/ 2757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74999 w 328026"/>
              <a:gd name="connsiteY18" fmla="*/ 2757 h 1210060"/>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82330 w 328026"/>
              <a:gd name="connsiteY10" fmla="*/ 3632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82330 w 328026"/>
              <a:gd name="connsiteY18" fmla="*/ 3632 h 1210060"/>
              <a:gd name="connsiteX0" fmla="*/ 186254 w 321619"/>
              <a:gd name="connsiteY0" fmla="*/ 649985 h 1206428"/>
              <a:gd name="connsiteX1" fmla="*/ 321619 w 321619"/>
              <a:gd name="connsiteY1" fmla="*/ 649985 h 1206428"/>
              <a:gd name="connsiteX2" fmla="*/ 321619 w 321619"/>
              <a:gd name="connsiteY2" fmla="*/ 1201698 h 1206428"/>
              <a:gd name="connsiteX3" fmla="*/ 186254 w 321619"/>
              <a:gd name="connsiteY3" fmla="*/ 1201698 h 1206428"/>
              <a:gd name="connsiteX4" fmla="*/ 186254 w 321619"/>
              <a:gd name="connsiteY4" fmla="*/ 649985 h 1206428"/>
              <a:gd name="connsiteX5" fmla="*/ 0 w 321619"/>
              <a:gd name="connsiteY5" fmla="*/ 355 h 1206428"/>
              <a:gd name="connsiteX6" fmla="*/ 146621 w 321619"/>
              <a:gd name="connsiteY6" fmla="*/ 355 h 1206428"/>
              <a:gd name="connsiteX7" fmla="*/ 146621 w 321619"/>
              <a:gd name="connsiteY7" fmla="*/ 355082 h 1206428"/>
              <a:gd name="connsiteX8" fmla="*/ 0 w 321619"/>
              <a:gd name="connsiteY8" fmla="*/ 355082 h 1206428"/>
              <a:gd name="connsiteX9" fmla="*/ 0 w 321619"/>
              <a:gd name="connsiteY9" fmla="*/ 355 h 1206428"/>
              <a:gd name="connsiteX10" fmla="*/ 182330 w 321619"/>
              <a:gd name="connsiteY10" fmla="*/ 0 h 1206428"/>
              <a:gd name="connsiteX11" fmla="*/ 315806 w 321619"/>
              <a:gd name="connsiteY11" fmla="*/ 1618 h 1206428"/>
              <a:gd name="connsiteX12" fmla="*/ 316890 w 321619"/>
              <a:gd name="connsiteY12" fmla="*/ 444947 h 1206428"/>
              <a:gd name="connsiteX13" fmla="*/ 141891 w 321619"/>
              <a:gd name="connsiteY13" fmla="*/ 601027 h 1206428"/>
              <a:gd name="connsiteX14" fmla="*/ 141891 w 321619"/>
              <a:gd name="connsiteY14" fmla="*/ 1206428 h 1206428"/>
              <a:gd name="connsiteX15" fmla="*/ 0 w 321619"/>
              <a:gd name="connsiteY15" fmla="*/ 1206428 h 1206428"/>
              <a:gd name="connsiteX16" fmla="*/ 0 w 321619"/>
              <a:gd name="connsiteY16" fmla="*/ 530081 h 1206428"/>
              <a:gd name="connsiteX17" fmla="*/ 179729 w 321619"/>
              <a:gd name="connsiteY17" fmla="*/ 388190 h 1206428"/>
              <a:gd name="connsiteX18" fmla="*/ 182330 w 321619"/>
              <a:gd name="connsiteY18" fmla="*/ 0 h 120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1619" h="1206428">
                <a:moveTo>
                  <a:pt x="186254" y="649985"/>
                </a:moveTo>
                <a:lnTo>
                  <a:pt x="321619" y="649985"/>
                </a:lnTo>
                <a:lnTo>
                  <a:pt x="321619" y="1201698"/>
                </a:lnTo>
                <a:lnTo>
                  <a:pt x="186254" y="1201698"/>
                </a:lnTo>
                <a:lnTo>
                  <a:pt x="186254" y="649985"/>
                </a:lnTo>
                <a:close/>
                <a:moveTo>
                  <a:pt x="0" y="355"/>
                </a:moveTo>
                <a:lnTo>
                  <a:pt x="146621" y="355"/>
                </a:lnTo>
                <a:lnTo>
                  <a:pt x="146621" y="355082"/>
                </a:lnTo>
                <a:lnTo>
                  <a:pt x="0" y="355082"/>
                </a:lnTo>
                <a:lnTo>
                  <a:pt x="0" y="355"/>
                </a:lnTo>
                <a:close/>
                <a:moveTo>
                  <a:pt x="182330" y="0"/>
                </a:moveTo>
                <a:lnTo>
                  <a:pt x="315806" y="1618"/>
                </a:lnTo>
                <a:cubicBezTo>
                  <a:pt x="316167" y="149394"/>
                  <a:pt x="316529" y="297171"/>
                  <a:pt x="316890" y="444947"/>
                </a:cubicBezTo>
                <a:lnTo>
                  <a:pt x="141891" y="601027"/>
                </a:lnTo>
                <a:lnTo>
                  <a:pt x="141891" y="1206428"/>
                </a:lnTo>
                <a:lnTo>
                  <a:pt x="0" y="1206428"/>
                </a:lnTo>
                <a:lnTo>
                  <a:pt x="0" y="530081"/>
                </a:lnTo>
                <a:lnTo>
                  <a:pt x="179729" y="388190"/>
                </a:lnTo>
                <a:cubicBezTo>
                  <a:pt x="178152" y="257335"/>
                  <a:pt x="183907" y="130855"/>
                  <a:pt x="182330" y="0"/>
                </a:cubicBezTo>
                <a:close/>
              </a:path>
            </a:pathLst>
          </a:custGeom>
          <a:gradFill flip="none" rotWithShape="1">
            <a:gsLst>
              <a:gs pos="100000">
                <a:srgbClr val="838D48"/>
              </a:gs>
              <a:gs pos="0">
                <a:srgbClr val="181E23">
                  <a:alpha val="80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文本框 7">
            <a:extLst>
              <a:ext uri="{FF2B5EF4-FFF2-40B4-BE49-F238E27FC236}">
                <a16:creationId xmlns:a16="http://schemas.microsoft.com/office/drawing/2014/main" id="{877F31D2-617E-8E75-D8CE-E625294A3F24}"/>
              </a:ext>
            </a:extLst>
          </p:cNvPr>
          <p:cNvSpPr txBox="1"/>
          <p:nvPr/>
        </p:nvSpPr>
        <p:spPr>
          <a:xfrm>
            <a:off x="3642359" y="3244334"/>
            <a:ext cx="4729481" cy="369332"/>
          </a:xfrm>
          <a:prstGeom prst="rect">
            <a:avLst/>
          </a:prstGeom>
          <a:noFill/>
        </p:spPr>
        <p:txBody>
          <a:bodyPr wrap="square" rtlCol="0">
            <a:spAutoFit/>
          </a:bodyPr>
          <a:lstStyle/>
          <a:p>
            <a:pPr algn="dist"/>
            <a:r>
              <a:rPr lang="en-US" altLang="zh-CN" dirty="0">
                <a:gradFill>
                  <a:gsLst>
                    <a:gs pos="33600">
                      <a:srgbClr val="3C432F"/>
                    </a:gs>
                    <a:gs pos="100000">
                      <a:srgbClr val="838D48"/>
                    </a:gs>
                    <a:gs pos="0">
                      <a:srgbClr val="181E23">
                        <a:alpha val="80000"/>
                      </a:srgbClr>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 for watching</a:t>
            </a:r>
            <a:endParaRPr lang="zh-CN" altLang="en-US" dirty="0">
              <a:gradFill>
                <a:gsLst>
                  <a:gs pos="33600">
                    <a:srgbClr val="3C432F"/>
                  </a:gs>
                  <a:gs pos="100000">
                    <a:srgbClr val="838D48"/>
                  </a:gs>
                  <a:gs pos="0">
                    <a:srgbClr val="181E23">
                      <a:alpha val="80000"/>
                    </a:srgbClr>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600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998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2CED-2F5E-F910-A2A7-79A8FC505A47}"/>
            </a:ext>
          </a:extLst>
        </p:cNvPr>
        <p:cNvGrpSpPr/>
        <p:nvPr/>
      </p:nvGrpSpPr>
      <p:grpSpPr>
        <a:xfrm>
          <a:off x="0" y="0"/>
          <a:ext cx="0" cy="0"/>
          <a:chOff x="0" y="0"/>
          <a:chExt cx="0" cy="0"/>
        </a:xfrm>
      </p:grpSpPr>
      <p:sp>
        <p:nvSpPr>
          <p:cNvPr id="41" name="矩形 40">
            <a:extLst>
              <a:ext uri="{FF2B5EF4-FFF2-40B4-BE49-F238E27FC236}">
                <a16:creationId xmlns:a16="http://schemas.microsoft.com/office/drawing/2014/main" id="{F2F171A1-0929-7529-B878-39042C23DF70}"/>
              </a:ext>
            </a:extLst>
          </p:cNvPr>
          <p:cNvSpPr/>
          <p:nvPr/>
        </p:nvSpPr>
        <p:spPr>
          <a:xfrm>
            <a:off x="-1" y="0"/>
            <a:ext cx="12191998" cy="6858000"/>
          </a:xfrm>
          <a:prstGeom prst="rect">
            <a:avLst/>
          </a:prstGeom>
          <a:gradFill>
            <a:gsLst>
              <a:gs pos="68000">
                <a:srgbClr val="D9D8D6"/>
              </a:gs>
              <a:gs pos="0">
                <a:srgbClr val="FEFEFE"/>
              </a:gs>
              <a:gs pos="100000">
                <a:srgbClr val="B5B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EC0547E9-BBA0-93C3-9318-85C16DAE5C32}"/>
              </a:ext>
            </a:extLst>
          </p:cNvPr>
          <p:cNvGrpSpPr/>
          <p:nvPr/>
        </p:nvGrpSpPr>
        <p:grpSpPr>
          <a:xfrm rot="10800000">
            <a:off x="-8024" y="5256241"/>
            <a:ext cx="12200019" cy="652824"/>
            <a:chOff x="-8024" y="4499811"/>
            <a:chExt cx="12200019" cy="652824"/>
          </a:xfrm>
        </p:grpSpPr>
        <p:cxnSp>
          <p:nvCxnSpPr>
            <p:cNvPr id="26" name="直接连接符 25">
              <a:extLst>
                <a:ext uri="{FF2B5EF4-FFF2-40B4-BE49-F238E27FC236}">
                  <a16:creationId xmlns:a16="http://schemas.microsoft.com/office/drawing/2014/main" id="{FCF628C3-114C-6FDD-ED29-C9A29C9D499E}"/>
                </a:ext>
              </a:extLst>
            </p:cNvPr>
            <p:cNvCxnSpPr/>
            <p:nvPr/>
          </p:nvCxnSpPr>
          <p:spPr>
            <a:xfrm>
              <a:off x="-8024" y="5152635"/>
              <a:ext cx="1219199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C4AF6C80-E09D-86DB-E8FA-C0AA169E9AC6}"/>
                </a:ext>
              </a:extLst>
            </p:cNvPr>
            <p:cNvCxnSpPr/>
            <p:nvPr/>
          </p:nvCxnSpPr>
          <p:spPr>
            <a:xfrm>
              <a:off x="-8023" y="5056382"/>
              <a:ext cx="1219199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666A8FC-44BC-6EC5-8A73-B85129735EF4}"/>
                </a:ext>
              </a:extLst>
            </p:cNvPr>
            <p:cNvCxnSpPr/>
            <p:nvPr/>
          </p:nvCxnSpPr>
          <p:spPr>
            <a:xfrm>
              <a:off x="-8022" y="4968150"/>
              <a:ext cx="1219199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2EB78338-9499-400B-6CBD-42821D9C3168}"/>
                </a:ext>
              </a:extLst>
            </p:cNvPr>
            <p:cNvCxnSpPr/>
            <p:nvPr/>
          </p:nvCxnSpPr>
          <p:spPr>
            <a:xfrm>
              <a:off x="-8021" y="4871898"/>
              <a:ext cx="121919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1262BFF-8A63-8C33-A49A-B40902B4E3E8}"/>
                </a:ext>
              </a:extLst>
            </p:cNvPr>
            <p:cNvCxnSpPr/>
            <p:nvPr/>
          </p:nvCxnSpPr>
          <p:spPr>
            <a:xfrm>
              <a:off x="-8021" y="4775645"/>
              <a:ext cx="1219199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FCAC68A-B66C-CCF4-B5FD-0B7479C33C6B}"/>
                </a:ext>
              </a:extLst>
            </p:cNvPr>
            <p:cNvCxnSpPr/>
            <p:nvPr/>
          </p:nvCxnSpPr>
          <p:spPr>
            <a:xfrm>
              <a:off x="0" y="4679393"/>
              <a:ext cx="1219199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22EEBF2-906F-D326-F0F0-89EC34376AD9}"/>
                </a:ext>
              </a:extLst>
            </p:cNvPr>
            <p:cNvCxnSpPr/>
            <p:nvPr/>
          </p:nvCxnSpPr>
          <p:spPr>
            <a:xfrm>
              <a:off x="0" y="4591161"/>
              <a:ext cx="1219199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02AE1D2-8A25-2244-AFB4-632500168460}"/>
                </a:ext>
              </a:extLst>
            </p:cNvPr>
            <p:cNvCxnSpPr/>
            <p:nvPr/>
          </p:nvCxnSpPr>
          <p:spPr>
            <a:xfrm>
              <a:off x="0" y="4499811"/>
              <a:ext cx="12191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81DB6D9-E091-F3C3-A860-DFFAE5172377}"/>
              </a:ext>
            </a:extLst>
          </p:cNvPr>
          <p:cNvGrpSpPr/>
          <p:nvPr/>
        </p:nvGrpSpPr>
        <p:grpSpPr>
          <a:xfrm>
            <a:off x="-8024" y="4499811"/>
            <a:ext cx="12200019" cy="652824"/>
            <a:chOff x="-8024" y="4499811"/>
            <a:chExt cx="12200019" cy="652824"/>
          </a:xfrm>
        </p:grpSpPr>
        <p:cxnSp>
          <p:nvCxnSpPr>
            <p:cNvPr id="23" name="直接连接符 22">
              <a:extLst>
                <a:ext uri="{FF2B5EF4-FFF2-40B4-BE49-F238E27FC236}">
                  <a16:creationId xmlns:a16="http://schemas.microsoft.com/office/drawing/2014/main" id="{AD46830D-3390-C459-E912-756DC6556911}"/>
                </a:ext>
              </a:extLst>
            </p:cNvPr>
            <p:cNvCxnSpPr/>
            <p:nvPr/>
          </p:nvCxnSpPr>
          <p:spPr>
            <a:xfrm>
              <a:off x="-8024" y="5152635"/>
              <a:ext cx="1219199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94C5DD44-6FB1-EB92-55D3-30F375585A3D}"/>
                </a:ext>
              </a:extLst>
            </p:cNvPr>
            <p:cNvCxnSpPr/>
            <p:nvPr/>
          </p:nvCxnSpPr>
          <p:spPr>
            <a:xfrm>
              <a:off x="-8023" y="5056382"/>
              <a:ext cx="1219199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29E4475-9AAF-A7BB-EC1B-3B4472C2EC5F}"/>
                </a:ext>
              </a:extLst>
            </p:cNvPr>
            <p:cNvCxnSpPr/>
            <p:nvPr/>
          </p:nvCxnSpPr>
          <p:spPr>
            <a:xfrm>
              <a:off x="-8022" y="4968150"/>
              <a:ext cx="1219199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7E607699-8683-6CA1-DF39-2003A9254010}"/>
                </a:ext>
              </a:extLst>
            </p:cNvPr>
            <p:cNvCxnSpPr/>
            <p:nvPr/>
          </p:nvCxnSpPr>
          <p:spPr>
            <a:xfrm>
              <a:off x="-8021" y="4871898"/>
              <a:ext cx="121919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192A8821-F863-53D1-267E-E5925E3B414D}"/>
                </a:ext>
              </a:extLst>
            </p:cNvPr>
            <p:cNvCxnSpPr/>
            <p:nvPr/>
          </p:nvCxnSpPr>
          <p:spPr>
            <a:xfrm>
              <a:off x="-8021" y="4775645"/>
              <a:ext cx="1219199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7E44636-3618-0F53-7F52-C338231AA8BA}"/>
                </a:ext>
              </a:extLst>
            </p:cNvPr>
            <p:cNvCxnSpPr/>
            <p:nvPr/>
          </p:nvCxnSpPr>
          <p:spPr>
            <a:xfrm>
              <a:off x="0" y="4679393"/>
              <a:ext cx="1219199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C89552E-1047-EED4-EF2A-1BAD7AB0AC6D}"/>
                </a:ext>
              </a:extLst>
            </p:cNvPr>
            <p:cNvCxnSpPr/>
            <p:nvPr/>
          </p:nvCxnSpPr>
          <p:spPr>
            <a:xfrm>
              <a:off x="0" y="4591161"/>
              <a:ext cx="1219199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56CA76D4-B4DF-1AFF-6C4A-1048450D350F}"/>
                </a:ext>
              </a:extLst>
            </p:cNvPr>
            <p:cNvCxnSpPr/>
            <p:nvPr/>
          </p:nvCxnSpPr>
          <p:spPr>
            <a:xfrm>
              <a:off x="0" y="4499811"/>
              <a:ext cx="12191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4" name="平行四边形 133">
            <a:extLst>
              <a:ext uri="{FF2B5EF4-FFF2-40B4-BE49-F238E27FC236}">
                <a16:creationId xmlns:a16="http://schemas.microsoft.com/office/drawing/2014/main" id="{FC2DF724-2517-31A7-D38A-90F8E863C2FF}"/>
              </a:ext>
            </a:extLst>
          </p:cNvPr>
          <p:cNvSpPr/>
          <p:nvPr/>
        </p:nvSpPr>
        <p:spPr>
          <a:xfrm flipH="1">
            <a:off x="7702259" y="4369873"/>
            <a:ext cx="2068393" cy="2468910"/>
          </a:xfrm>
          <a:prstGeom prst="parallelogram">
            <a:avLst>
              <a:gd name="adj" fmla="val 30430"/>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平行四边形 132">
            <a:extLst>
              <a:ext uri="{FF2B5EF4-FFF2-40B4-BE49-F238E27FC236}">
                <a16:creationId xmlns:a16="http://schemas.microsoft.com/office/drawing/2014/main" id="{B3E8EB80-BE2B-5E73-620B-31E90BDA6FE8}"/>
              </a:ext>
            </a:extLst>
          </p:cNvPr>
          <p:cNvSpPr/>
          <p:nvPr/>
        </p:nvSpPr>
        <p:spPr>
          <a:xfrm>
            <a:off x="2609309" y="4400259"/>
            <a:ext cx="2068393" cy="2468910"/>
          </a:xfrm>
          <a:prstGeom prst="parallelogram">
            <a:avLst>
              <a:gd name="adj" fmla="val 30430"/>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连接符 138">
            <a:extLst>
              <a:ext uri="{FF2B5EF4-FFF2-40B4-BE49-F238E27FC236}">
                <a16:creationId xmlns:a16="http://schemas.microsoft.com/office/drawing/2014/main" id="{DEF0D954-17F9-3CB1-9261-2AF2B368D015}"/>
              </a:ext>
            </a:extLst>
          </p:cNvPr>
          <p:cNvCxnSpPr/>
          <p:nvPr/>
        </p:nvCxnSpPr>
        <p:spPr>
          <a:xfrm>
            <a:off x="8347141" y="-30386"/>
            <a:ext cx="0" cy="686916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sp>
        <p:nvSpPr>
          <p:cNvPr id="136" name="矩形 135">
            <a:extLst>
              <a:ext uri="{FF2B5EF4-FFF2-40B4-BE49-F238E27FC236}">
                <a16:creationId xmlns:a16="http://schemas.microsoft.com/office/drawing/2014/main" id="{955208B7-970C-0E11-3378-22EC649F1524}"/>
              </a:ext>
            </a:extLst>
          </p:cNvPr>
          <p:cNvSpPr/>
          <p:nvPr/>
        </p:nvSpPr>
        <p:spPr>
          <a:xfrm>
            <a:off x="5551349" y="897382"/>
            <a:ext cx="1286818" cy="817239"/>
          </a:xfrm>
          <a:prstGeom prst="rect">
            <a:avLst/>
          </a:prstGeom>
          <a:solidFill>
            <a:srgbClr val="EEE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BE9D52F4-3538-2BB3-36B9-C1CD4018FC33}"/>
              </a:ext>
            </a:extLst>
          </p:cNvPr>
          <p:cNvGrpSpPr/>
          <p:nvPr/>
        </p:nvGrpSpPr>
        <p:grpSpPr>
          <a:xfrm>
            <a:off x="4816336" y="1585803"/>
            <a:ext cx="2910840" cy="3901440"/>
            <a:chOff x="-1783080" y="-1767840"/>
            <a:chExt cx="2910840" cy="3901440"/>
          </a:xfrm>
        </p:grpSpPr>
        <p:sp>
          <p:nvSpPr>
            <p:cNvPr id="51" name="矩形 50">
              <a:extLst>
                <a:ext uri="{FF2B5EF4-FFF2-40B4-BE49-F238E27FC236}">
                  <a16:creationId xmlns:a16="http://schemas.microsoft.com/office/drawing/2014/main" id="{58CD5C91-F9CB-D778-7493-F8EA3EB99252}"/>
                </a:ext>
              </a:extLst>
            </p:cNvPr>
            <p:cNvSpPr/>
            <p:nvPr/>
          </p:nvSpPr>
          <p:spPr>
            <a:xfrm>
              <a:off x="-1783080" y="-1752600"/>
              <a:ext cx="472440" cy="1143000"/>
            </a:xfrm>
            <a:prstGeom prst="rect">
              <a:avLst/>
            </a:pr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D0172D45-E9AC-1A41-6FCC-8CB672CC9D13}"/>
                </a:ext>
              </a:extLst>
            </p:cNvPr>
            <p:cNvSpPr/>
            <p:nvPr/>
          </p:nvSpPr>
          <p:spPr>
            <a:xfrm>
              <a:off x="-1182933" y="340634"/>
              <a:ext cx="436173" cy="1777725"/>
            </a:xfrm>
            <a:prstGeom prst="rect">
              <a:avLst/>
            </a:pr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a:extLst>
                <a:ext uri="{FF2B5EF4-FFF2-40B4-BE49-F238E27FC236}">
                  <a16:creationId xmlns:a16="http://schemas.microsoft.com/office/drawing/2014/main" id="{412B0219-CE88-F8B9-3475-B358DC39E50A}"/>
                </a:ext>
              </a:extLst>
            </p:cNvPr>
            <p:cNvSpPr/>
            <p:nvPr/>
          </p:nvSpPr>
          <p:spPr>
            <a:xfrm>
              <a:off x="-1783080" y="-1767840"/>
              <a:ext cx="1021080" cy="3901440"/>
            </a:xfrm>
            <a:custGeom>
              <a:avLst/>
              <a:gdLst>
                <a:gd name="connsiteX0" fmla="*/ 563880 w 1021080"/>
                <a:gd name="connsiteY0" fmla="*/ 0 h 3901440"/>
                <a:gd name="connsiteX1" fmla="*/ 579120 w 1021080"/>
                <a:gd name="connsiteY1" fmla="*/ 1264920 h 3901440"/>
                <a:gd name="connsiteX2" fmla="*/ 0 w 1021080"/>
                <a:gd name="connsiteY2" fmla="*/ 1722120 h 3901440"/>
                <a:gd name="connsiteX3" fmla="*/ 0 w 1021080"/>
                <a:gd name="connsiteY3" fmla="*/ 3901440 h 3901440"/>
                <a:gd name="connsiteX4" fmla="*/ 457200 w 1021080"/>
                <a:gd name="connsiteY4" fmla="*/ 3901440 h 3901440"/>
                <a:gd name="connsiteX5" fmla="*/ 457200 w 1021080"/>
                <a:gd name="connsiteY5" fmla="*/ 1950720 h 3901440"/>
                <a:gd name="connsiteX6" fmla="*/ 1021080 w 1021080"/>
                <a:gd name="connsiteY6" fmla="*/ 1447800 h 3901440"/>
                <a:gd name="connsiteX7" fmla="*/ 1021080 w 1021080"/>
                <a:gd name="connsiteY7" fmla="*/ 15240 h 3901440"/>
                <a:gd name="connsiteX8" fmla="*/ 563880 w 1021080"/>
                <a:gd name="connsiteY8" fmla="*/ 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1080" h="3901440">
                  <a:moveTo>
                    <a:pt x="563880" y="0"/>
                  </a:moveTo>
                  <a:lnTo>
                    <a:pt x="579120" y="1264920"/>
                  </a:lnTo>
                  <a:lnTo>
                    <a:pt x="0" y="1722120"/>
                  </a:lnTo>
                  <a:lnTo>
                    <a:pt x="0" y="3901440"/>
                  </a:lnTo>
                  <a:lnTo>
                    <a:pt x="457200" y="3901440"/>
                  </a:lnTo>
                  <a:lnTo>
                    <a:pt x="457200" y="1950720"/>
                  </a:lnTo>
                  <a:lnTo>
                    <a:pt x="1021080" y="1447800"/>
                  </a:lnTo>
                  <a:lnTo>
                    <a:pt x="1021080" y="15240"/>
                  </a:lnTo>
                  <a:lnTo>
                    <a:pt x="563880" y="0"/>
                  </a:lnTo>
                  <a:close/>
                </a:path>
              </a:pathLst>
            </a:cu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任意多边形: 形状 54">
              <a:extLst>
                <a:ext uri="{FF2B5EF4-FFF2-40B4-BE49-F238E27FC236}">
                  <a16:creationId xmlns:a16="http://schemas.microsoft.com/office/drawing/2014/main" id="{0821A500-B9E2-F392-1C60-FAA8DC2C2824}"/>
                </a:ext>
              </a:extLst>
            </p:cNvPr>
            <p:cNvSpPr/>
            <p:nvPr/>
          </p:nvSpPr>
          <p:spPr>
            <a:xfrm>
              <a:off x="-579120" y="-1752600"/>
              <a:ext cx="1706880" cy="3870960"/>
            </a:xfrm>
            <a:custGeom>
              <a:avLst/>
              <a:gdLst>
                <a:gd name="connsiteX0" fmla="*/ 1691640 w 1706880"/>
                <a:gd name="connsiteY0" fmla="*/ 457200 h 3870960"/>
                <a:gd name="connsiteX1" fmla="*/ 457200 w 1706880"/>
                <a:gd name="connsiteY1" fmla="*/ 472440 h 3870960"/>
                <a:gd name="connsiteX2" fmla="*/ 472440 w 1706880"/>
                <a:gd name="connsiteY2" fmla="*/ 2819400 h 3870960"/>
                <a:gd name="connsiteX3" fmla="*/ 640080 w 1706880"/>
                <a:gd name="connsiteY3" fmla="*/ 2804160 h 3870960"/>
                <a:gd name="connsiteX4" fmla="*/ 640080 w 1706880"/>
                <a:gd name="connsiteY4" fmla="*/ 655320 h 3870960"/>
                <a:gd name="connsiteX5" fmla="*/ 1691640 w 1706880"/>
                <a:gd name="connsiteY5" fmla="*/ 655320 h 3870960"/>
                <a:gd name="connsiteX6" fmla="*/ 1691640 w 1706880"/>
                <a:gd name="connsiteY6" fmla="*/ 3870960 h 3870960"/>
                <a:gd name="connsiteX7" fmla="*/ 0 w 1706880"/>
                <a:gd name="connsiteY7" fmla="*/ 3855720 h 3870960"/>
                <a:gd name="connsiteX8" fmla="*/ 0 w 1706880"/>
                <a:gd name="connsiteY8" fmla="*/ 3413760 h 3870960"/>
                <a:gd name="connsiteX9" fmla="*/ 1249680 w 1706880"/>
                <a:gd name="connsiteY9" fmla="*/ 3429000 h 3870960"/>
                <a:gd name="connsiteX10" fmla="*/ 1234440 w 1706880"/>
                <a:gd name="connsiteY10" fmla="*/ 1082040 h 3870960"/>
                <a:gd name="connsiteX11" fmla="*/ 1082040 w 1706880"/>
                <a:gd name="connsiteY11" fmla="*/ 1082040 h 3870960"/>
                <a:gd name="connsiteX12" fmla="*/ 1082040 w 1706880"/>
                <a:gd name="connsiteY12" fmla="*/ 3276600 h 3870960"/>
                <a:gd name="connsiteX13" fmla="*/ 0 w 1706880"/>
                <a:gd name="connsiteY13" fmla="*/ 3276600 h 3870960"/>
                <a:gd name="connsiteX14" fmla="*/ 0 w 1706880"/>
                <a:gd name="connsiteY14" fmla="*/ 0 h 3870960"/>
                <a:gd name="connsiteX15" fmla="*/ 1706880 w 1706880"/>
                <a:gd name="connsiteY15" fmla="*/ 0 h 3870960"/>
                <a:gd name="connsiteX16" fmla="*/ 1691640 w 1706880"/>
                <a:gd name="connsiteY16" fmla="*/ 457200 h 387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06880" h="3870960">
                  <a:moveTo>
                    <a:pt x="1691640" y="457200"/>
                  </a:moveTo>
                  <a:lnTo>
                    <a:pt x="457200" y="472440"/>
                  </a:lnTo>
                  <a:lnTo>
                    <a:pt x="472440" y="2819400"/>
                  </a:lnTo>
                  <a:lnTo>
                    <a:pt x="640080" y="2804160"/>
                  </a:lnTo>
                  <a:lnTo>
                    <a:pt x="640080" y="655320"/>
                  </a:lnTo>
                  <a:lnTo>
                    <a:pt x="1691640" y="655320"/>
                  </a:lnTo>
                  <a:lnTo>
                    <a:pt x="1691640" y="3870960"/>
                  </a:lnTo>
                  <a:lnTo>
                    <a:pt x="0" y="3855720"/>
                  </a:lnTo>
                  <a:lnTo>
                    <a:pt x="0" y="3413760"/>
                  </a:lnTo>
                  <a:lnTo>
                    <a:pt x="1249680" y="3429000"/>
                  </a:lnTo>
                  <a:lnTo>
                    <a:pt x="1234440" y="1082040"/>
                  </a:lnTo>
                  <a:lnTo>
                    <a:pt x="1082040" y="1082040"/>
                  </a:lnTo>
                  <a:lnTo>
                    <a:pt x="1082040" y="3276600"/>
                  </a:lnTo>
                  <a:lnTo>
                    <a:pt x="0" y="3276600"/>
                  </a:lnTo>
                  <a:lnTo>
                    <a:pt x="0" y="0"/>
                  </a:lnTo>
                  <a:lnTo>
                    <a:pt x="1706880" y="0"/>
                  </a:lnTo>
                  <a:lnTo>
                    <a:pt x="1691640" y="457200"/>
                  </a:lnTo>
                  <a:close/>
                </a:path>
              </a:pathLst>
            </a:custGeom>
            <a:solidFill>
              <a:srgbClr val="CEB4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8" name="直接连接符 137">
            <a:extLst>
              <a:ext uri="{FF2B5EF4-FFF2-40B4-BE49-F238E27FC236}">
                <a16:creationId xmlns:a16="http://schemas.microsoft.com/office/drawing/2014/main" id="{CF65AFA5-6ADB-6617-57FE-FCCF39611732}"/>
              </a:ext>
            </a:extLst>
          </p:cNvPr>
          <p:cNvCxnSpPr/>
          <p:nvPr/>
        </p:nvCxnSpPr>
        <p:spPr>
          <a:xfrm>
            <a:off x="3963128" y="0"/>
            <a:ext cx="0" cy="686916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pic>
        <p:nvPicPr>
          <p:cNvPr id="48" name="图片 47">
            <a:extLst>
              <a:ext uri="{FF2B5EF4-FFF2-40B4-BE49-F238E27FC236}">
                <a16:creationId xmlns:a16="http://schemas.microsoft.com/office/drawing/2014/main" id="{983F68DF-0D15-D1C4-9CC2-07691CE3A94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050" b="97717" l="9845" r="94560">
                        <a14:foregroundMark x1="29016" y1="19292" x2="28627" y2="18950"/>
                        <a14:foregroundMark x1="28238" y1="19749" x2="27850" y2="19406"/>
                        <a14:foregroundMark x1="30052" y1="19635" x2="28238" y2="19292"/>
                        <a14:foregroundMark x1="60751" y1="88128" x2="55440" y2="91553"/>
                        <a14:foregroundMark x1="35363" y1="88242" x2="34715" y2="94635"/>
                        <a14:foregroundMark x1="32902" y1="96918" x2="34067" y2="97945"/>
                        <a14:foregroundMark x1="87306" y1="75228" x2="91192" y2="71575"/>
                        <a14:foregroundMark x1="88860" y1="37671" x2="90674" y2="47260"/>
                        <a14:foregroundMark x1="90674" y1="47260" x2="87306" y2="48402"/>
                        <a14:foregroundMark x1="93394" y1="39726" x2="94560" y2="46689"/>
                        <a14:foregroundMark x1="52850" y1="11416" x2="46891" y2="6050"/>
                        <a14:foregroundMark x1="45337" y1="10616" x2="40285" y2="6279"/>
                        <a14:backgroundMark x1="26813" y1="12900" x2="28022" y2="17389"/>
                        <a14:backgroundMark x1="24741" y1="23288" x2="25259" y2="27626"/>
                        <a14:backgroundMark x1="26813" y1="23630" x2="28368" y2="33447"/>
                        <a14:backgroundMark x1="37435" y1="24087" x2="37694" y2="28311"/>
                        <a14:backgroundMark x1="34974" y1="12900" x2="42228" y2="14612"/>
                        <a14:backgroundMark x1="47150" y1="18607" x2="79404" y2="34703"/>
                        <a14:backgroundMark x1="57383" y1="17694" x2="69171" y2="25000"/>
                        <a14:backgroundMark x1="76813" y1="23630" x2="80959" y2="27283"/>
                        <a14:backgroundMark x1="54534" y1="34475" x2="63212" y2="36758"/>
                        <a14:backgroundMark x1="63212" y1="36758" x2="78368" y2="48059"/>
                        <a14:backgroundMark x1="78368" y1="48059" x2="78756" y2="48516"/>
                        <a14:backgroundMark x1="48316" y1="49429" x2="64767" y2="59247"/>
                        <a14:backgroundMark x1="64767" y1="59247" x2="61269" y2="65525"/>
                        <a14:backgroundMark x1="71114" y1="61530" x2="74870" y2="64155"/>
                        <a14:backgroundMark x1="36917" y1="51826" x2="42746" y2="67123"/>
                        <a14:backgroundMark x1="44560" y1="74543" x2="43782" y2="72831"/>
                        <a14:backgroundMark x1="52461" y1="76712" x2="59715" y2="79452"/>
                        <a14:backgroundMark x1="78238" y1="81164" x2="80181" y2="76712"/>
                        <a14:backgroundMark x1="22539" y1="73858" x2="27202" y2="77397"/>
                        <a14:backgroundMark x1="33290" y1="30365" x2="33161" y2="28311"/>
                        <a14:backgroundMark x1="63990" y1="13242" x2="82383" y2="14612"/>
                        <a14:backgroundMark x1="79793" y1="19977" x2="81088" y2="20662"/>
                        <a14:backgroundMark x1="63472" y1="14269" x2="67746" y2="14726"/>
                        <a14:backgroundMark x1="61269" y1="13242" x2="64378" y2="14269"/>
                        <a14:backgroundMark x1="58938" y1="14041" x2="63472" y2="14612"/>
                        <a14:backgroundMark x1="59715" y1="55479" x2="64249" y2="64612"/>
                        <a14:backgroundMark x1="64249" y1="64612" x2="55570" y2="61416"/>
                        <a14:backgroundMark x1="35104" y1="35388" x2="35104" y2="35388"/>
                        <a14:backgroundMark x1="33679" y1="26712" x2="33549" y2="26256"/>
                        <a14:backgroundMark x1="38472" y1="24315" x2="38472" y2="27968"/>
                        <a14:backgroundMark x1="33161" y1="24429" x2="33679" y2="28653"/>
                        <a14:backgroundMark x1="60492" y1="23973" x2="66451" y2="28995"/>
                        <a14:backgroundMark x1="68394" y1="21347" x2="69948" y2="27397"/>
                        <a14:backgroundMark x1="80570" y1="22032" x2="80311" y2="21347"/>
                        <a14:backgroundMark x1="79922" y1="20320" x2="81606" y2="22374"/>
                      </a14:backgroundRemoval>
                    </a14:imgEffect>
                    <a14:imgEffect>
                      <a14:sharpenSoften amount="25000"/>
                    </a14:imgEffect>
                    <a14:imgEffect>
                      <a14:brightnessContrast contrast="20000"/>
                    </a14:imgEffect>
                  </a14:imgLayer>
                </a14:imgProps>
              </a:ext>
            </a:extLst>
          </a:blip>
          <a:stretch>
            <a:fillRect/>
          </a:stretch>
        </p:blipFill>
        <p:spPr>
          <a:xfrm>
            <a:off x="3682058" y="860939"/>
            <a:ext cx="4894336" cy="5553675"/>
          </a:xfrm>
          <a:prstGeom prst="rect">
            <a:avLst/>
          </a:prstGeom>
        </p:spPr>
      </p:pic>
      <p:sp>
        <p:nvSpPr>
          <p:cNvPr id="6" name="矩形 5">
            <a:extLst>
              <a:ext uri="{FF2B5EF4-FFF2-40B4-BE49-F238E27FC236}">
                <a16:creationId xmlns:a16="http://schemas.microsoft.com/office/drawing/2014/main" id="{79C44550-7D54-23A1-CC1B-913D903E1652}"/>
              </a:ext>
            </a:extLst>
          </p:cNvPr>
          <p:cNvSpPr/>
          <p:nvPr/>
        </p:nvSpPr>
        <p:spPr>
          <a:xfrm>
            <a:off x="0" y="2862274"/>
            <a:ext cx="12192000" cy="1551008"/>
          </a:xfrm>
          <a:prstGeom prst="rect">
            <a:avLst/>
          </a:pr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 name="组合 26">
            <a:extLst>
              <a:ext uri="{FF2B5EF4-FFF2-40B4-BE49-F238E27FC236}">
                <a16:creationId xmlns:a16="http://schemas.microsoft.com/office/drawing/2014/main" id="{4CDA8AE4-323D-6689-3AF4-993D1BE5C5E7}"/>
              </a:ext>
            </a:extLst>
          </p:cNvPr>
          <p:cNvGrpSpPr/>
          <p:nvPr/>
        </p:nvGrpSpPr>
        <p:grpSpPr>
          <a:xfrm>
            <a:off x="0" y="3336758"/>
            <a:ext cx="2799347" cy="529160"/>
            <a:chOff x="0" y="3336758"/>
            <a:chExt cx="2799347" cy="529160"/>
          </a:xfrm>
        </p:grpSpPr>
        <p:sp>
          <p:nvSpPr>
            <p:cNvPr id="7" name="矩形 6">
              <a:extLst>
                <a:ext uri="{FF2B5EF4-FFF2-40B4-BE49-F238E27FC236}">
                  <a16:creationId xmlns:a16="http://schemas.microsoft.com/office/drawing/2014/main" id="{0C7656FC-5A58-F97B-95F5-6E091786EB9C}"/>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A3601B4-3DAF-AB54-3476-2F39D09FAB65}"/>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AF2DCB2-2C0B-BDB4-0736-24CF3885067E}"/>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0A5D752-0EBD-B3BD-6D61-F72D34E579E8}"/>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E3D4E191-3BB4-D4DD-9BBD-98A387C8D2FB}"/>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65B3DDA-3E01-3C48-D733-E22F6878C1EB}"/>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5502670B-B11B-AA02-B824-AB82352BD77F}"/>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E695453E-D1DA-FFB8-8F50-B1B11C189890}"/>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91885A6-4A99-2864-308B-2F13FEE38D1C}"/>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9FF666D4-E6C3-131F-61A3-5FEB47C0089C}"/>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1" name="矩形 130">
            <a:extLst>
              <a:ext uri="{FF2B5EF4-FFF2-40B4-BE49-F238E27FC236}">
                <a16:creationId xmlns:a16="http://schemas.microsoft.com/office/drawing/2014/main" id="{135D6ECE-CA5C-5EDF-7955-05DF41AD6068}"/>
              </a:ext>
            </a:extLst>
          </p:cNvPr>
          <p:cNvSpPr/>
          <p:nvPr/>
        </p:nvSpPr>
        <p:spPr>
          <a:xfrm>
            <a:off x="2702735" y="1509832"/>
            <a:ext cx="1260393" cy="1350579"/>
          </a:xfrm>
          <a:prstGeom prst="rect">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 name="组合 27">
            <a:extLst>
              <a:ext uri="{FF2B5EF4-FFF2-40B4-BE49-F238E27FC236}">
                <a16:creationId xmlns:a16="http://schemas.microsoft.com/office/drawing/2014/main" id="{98ED425A-D9EA-257C-3113-C50FDB5B38AC}"/>
              </a:ext>
            </a:extLst>
          </p:cNvPr>
          <p:cNvGrpSpPr/>
          <p:nvPr/>
        </p:nvGrpSpPr>
        <p:grpSpPr>
          <a:xfrm rot="10800000">
            <a:off x="9392652" y="3338857"/>
            <a:ext cx="2799347" cy="529160"/>
            <a:chOff x="0" y="3336758"/>
            <a:chExt cx="2799347" cy="529160"/>
          </a:xfrm>
        </p:grpSpPr>
        <p:sp>
          <p:nvSpPr>
            <p:cNvPr id="29" name="矩形 28">
              <a:extLst>
                <a:ext uri="{FF2B5EF4-FFF2-40B4-BE49-F238E27FC236}">
                  <a16:creationId xmlns:a16="http://schemas.microsoft.com/office/drawing/2014/main" id="{5F250480-98F7-7BAF-ADB9-9A64B87076C8}"/>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8431FBAE-33E0-54B5-77F7-362BCCFBDFEC}"/>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135EC9CA-2B3C-3BF6-55C9-0A9F0988B0E8}"/>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3CF14F0F-57E7-ACAC-35CF-489A9232B640}"/>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8205F73E-7860-63A5-0DB7-DD13A628FDAF}"/>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3B508CAA-F0BF-E4C8-4AE0-5DE1084C4E93}"/>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E1691F97-5262-0DB5-B20C-389C54AFA376}"/>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38BA949-6971-4972-2F1B-EAF6D3A28C86}"/>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6258E39F-BC35-BB2F-0791-6614ACCFD81B}"/>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3AF9CAC-85C6-5E4F-33C2-CA5F033D1C8B}"/>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矩形 143">
            <a:extLst>
              <a:ext uri="{FF2B5EF4-FFF2-40B4-BE49-F238E27FC236}">
                <a16:creationId xmlns:a16="http://schemas.microsoft.com/office/drawing/2014/main" id="{70122421-4E52-728B-C9CA-8128006050AD}"/>
              </a:ext>
            </a:extLst>
          </p:cNvPr>
          <p:cNvSpPr/>
          <p:nvPr/>
        </p:nvSpPr>
        <p:spPr>
          <a:xfrm>
            <a:off x="5799919" y="2487467"/>
            <a:ext cx="789677" cy="1523116"/>
          </a:xfrm>
          <a:prstGeom prst="rect">
            <a:avLst/>
          </a:prstGeom>
          <a:solidFill>
            <a:srgbClr val="292829"/>
          </a:solidFill>
          <a:ln>
            <a:noFill/>
          </a:ln>
          <a:effectLst>
            <a:outerShdw blurRad="63500" sx="105000" sy="105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AF14D217-4D14-EB0E-104A-E3AB1CA850F4}"/>
              </a:ext>
            </a:extLst>
          </p:cNvPr>
          <p:cNvSpPr txBox="1"/>
          <p:nvPr/>
        </p:nvSpPr>
        <p:spPr>
          <a:xfrm>
            <a:off x="3005759" y="2985332"/>
            <a:ext cx="6246933" cy="1077218"/>
          </a:xfrm>
          <a:prstGeom prst="rect">
            <a:avLst/>
          </a:prstGeom>
          <a:noFill/>
        </p:spPr>
        <p:txBody>
          <a:bodyPr wrap="square" rtlCol="0">
            <a:spAutoFit/>
          </a:bodyPr>
          <a:lstStyle/>
          <a:p>
            <a:pPr algn="ctr"/>
            <a:r>
              <a:rPr lang="zh-CN" altLang="en-US" sz="3200" b="1" dirty="0">
                <a:solidFill>
                  <a:srgbClr val="E5BC86"/>
                </a:solidFill>
                <a:latin typeface="微软雅黑" panose="020B0503020204020204" pitchFamily="34" charset="-122"/>
                <a:ea typeface="微软雅黑" panose="020B0503020204020204" pitchFamily="34" charset="-122"/>
              </a:rPr>
              <a:t>在新形势下</a:t>
            </a:r>
            <a:endParaRPr lang="en-US" altLang="zh-CN" sz="3200" b="1" dirty="0">
              <a:solidFill>
                <a:srgbClr val="E5BC86"/>
              </a:solidFill>
              <a:latin typeface="微软雅黑" panose="020B0503020204020204" pitchFamily="34" charset="-122"/>
              <a:ea typeface="微软雅黑" panose="020B0503020204020204" pitchFamily="34" charset="-122"/>
            </a:endParaRPr>
          </a:p>
          <a:p>
            <a:pPr algn="ctr"/>
            <a:r>
              <a:rPr lang="zh-CN" altLang="en-US" sz="3200" b="1" dirty="0">
                <a:solidFill>
                  <a:srgbClr val="E5BC86"/>
                </a:solidFill>
                <a:latin typeface="微软雅黑" panose="020B0503020204020204" pitchFamily="34" charset="-122"/>
                <a:ea typeface="微软雅黑" panose="020B0503020204020204" pitchFamily="34" charset="-122"/>
              </a:rPr>
              <a:t>坚持和发展中国特色社会主义</a:t>
            </a:r>
          </a:p>
        </p:txBody>
      </p:sp>
      <p:grpSp>
        <p:nvGrpSpPr>
          <p:cNvPr id="93" name="组合 92">
            <a:extLst>
              <a:ext uri="{FF2B5EF4-FFF2-40B4-BE49-F238E27FC236}">
                <a16:creationId xmlns:a16="http://schemas.microsoft.com/office/drawing/2014/main" id="{C8A109C4-5550-8008-9EDD-46D7A14367B7}"/>
              </a:ext>
            </a:extLst>
          </p:cNvPr>
          <p:cNvGrpSpPr/>
          <p:nvPr/>
        </p:nvGrpSpPr>
        <p:grpSpPr>
          <a:xfrm>
            <a:off x="1122141" y="1509832"/>
            <a:ext cx="1732597" cy="1155465"/>
            <a:chOff x="1098451" y="-835893"/>
            <a:chExt cx="1732597" cy="1155465"/>
          </a:xfrm>
        </p:grpSpPr>
        <p:grpSp>
          <p:nvGrpSpPr>
            <p:cNvPr id="59" name="组合 58">
              <a:extLst>
                <a:ext uri="{FF2B5EF4-FFF2-40B4-BE49-F238E27FC236}">
                  <a16:creationId xmlns:a16="http://schemas.microsoft.com/office/drawing/2014/main" id="{FB2CC177-70C1-37E3-E93B-46AD9C68176E}"/>
                </a:ext>
              </a:extLst>
            </p:cNvPr>
            <p:cNvGrpSpPr/>
            <p:nvPr/>
          </p:nvGrpSpPr>
          <p:grpSpPr>
            <a:xfrm>
              <a:off x="1109166" y="-835893"/>
              <a:ext cx="142016" cy="129147"/>
              <a:chOff x="1109166" y="-835893"/>
              <a:chExt cx="142016" cy="129147"/>
            </a:xfrm>
          </p:grpSpPr>
          <p:sp>
            <p:nvSpPr>
              <p:cNvPr id="57" name="矩形 56">
                <a:extLst>
                  <a:ext uri="{FF2B5EF4-FFF2-40B4-BE49-F238E27FC236}">
                    <a16:creationId xmlns:a16="http://schemas.microsoft.com/office/drawing/2014/main" id="{6C37401C-60DA-5551-44EE-7C722CB52398}"/>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71DFC8D8-57E4-386F-4DED-889722394A74}"/>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a:extLst>
                <a:ext uri="{FF2B5EF4-FFF2-40B4-BE49-F238E27FC236}">
                  <a16:creationId xmlns:a16="http://schemas.microsoft.com/office/drawing/2014/main" id="{AE3C3B68-6308-A544-BE4B-F2F7911DA1CC}"/>
                </a:ext>
              </a:extLst>
            </p:cNvPr>
            <p:cNvGrpSpPr/>
            <p:nvPr/>
          </p:nvGrpSpPr>
          <p:grpSpPr>
            <a:xfrm>
              <a:off x="1729376" y="-835893"/>
              <a:ext cx="142016" cy="129147"/>
              <a:chOff x="1109166" y="-835893"/>
              <a:chExt cx="142016" cy="129147"/>
            </a:xfrm>
          </p:grpSpPr>
          <p:sp>
            <p:nvSpPr>
              <p:cNvPr id="61" name="矩形 60">
                <a:extLst>
                  <a:ext uri="{FF2B5EF4-FFF2-40B4-BE49-F238E27FC236}">
                    <a16:creationId xmlns:a16="http://schemas.microsoft.com/office/drawing/2014/main" id="{D811E3B4-3ACF-6726-7984-EF98AED8AB2F}"/>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14840590-7DEB-F651-943A-9E749C9E7527}"/>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a:extLst>
                <a:ext uri="{FF2B5EF4-FFF2-40B4-BE49-F238E27FC236}">
                  <a16:creationId xmlns:a16="http://schemas.microsoft.com/office/drawing/2014/main" id="{EF7883EB-A65E-3CD4-F93E-C42623F50840}"/>
                </a:ext>
              </a:extLst>
            </p:cNvPr>
            <p:cNvGrpSpPr/>
            <p:nvPr/>
          </p:nvGrpSpPr>
          <p:grpSpPr>
            <a:xfrm>
              <a:off x="2060219" y="-835893"/>
              <a:ext cx="142016" cy="129147"/>
              <a:chOff x="1109166" y="-835893"/>
              <a:chExt cx="142016" cy="129147"/>
            </a:xfrm>
          </p:grpSpPr>
          <p:sp>
            <p:nvSpPr>
              <p:cNvPr id="64" name="矩形 63">
                <a:extLst>
                  <a:ext uri="{FF2B5EF4-FFF2-40B4-BE49-F238E27FC236}">
                    <a16:creationId xmlns:a16="http://schemas.microsoft.com/office/drawing/2014/main" id="{05BB67CF-A3F8-B5A5-3D81-F238E0D0F67F}"/>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D5368D8F-84D7-6C9D-B0B4-09F42E2DED03}"/>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6" name="组合 65">
              <a:extLst>
                <a:ext uri="{FF2B5EF4-FFF2-40B4-BE49-F238E27FC236}">
                  <a16:creationId xmlns:a16="http://schemas.microsoft.com/office/drawing/2014/main" id="{F0C04157-188F-A5A3-D93C-4E257B9EB0F4}"/>
                </a:ext>
              </a:extLst>
            </p:cNvPr>
            <p:cNvGrpSpPr/>
            <p:nvPr/>
          </p:nvGrpSpPr>
          <p:grpSpPr>
            <a:xfrm>
              <a:off x="2689032" y="-835893"/>
              <a:ext cx="142016" cy="129147"/>
              <a:chOff x="1109166" y="-835893"/>
              <a:chExt cx="142016" cy="129147"/>
            </a:xfrm>
          </p:grpSpPr>
          <p:sp>
            <p:nvSpPr>
              <p:cNvPr id="67" name="矩形 66">
                <a:extLst>
                  <a:ext uri="{FF2B5EF4-FFF2-40B4-BE49-F238E27FC236}">
                    <a16:creationId xmlns:a16="http://schemas.microsoft.com/office/drawing/2014/main" id="{3860F4B9-D908-F043-612F-A087A53607C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ACE66291-94E4-E902-E295-A1076D972555}"/>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a:extLst>
                <a:ext uri="{FF2B5EF4-FFF2-40B4-BE49-F238E27FC236}">
                  <a16:creationId xmlns:a16="http://schemas.microsoft.com/office/drawing/2014/main" id="{6ED53708-EC17-E275-AF8A-1D219F8D7185}"/>
                </a:ext>
              </a:extLst>
            </p:cNvPr>
            <p:cNvGrpSpPr/>
            <p:nvPr/>
          </p:nvGrpSpPr>
          <p:grpSpPr>
            <a:xfrm>
              <a:off x="1098451" y="-309473"/>
              <a:ext cx="142016" cy="129147"/>
              <a:chOff x="1109166" y="-835893"/>
              <a:chExt cx="142016" cy="129147"/>
            </a:xfrm>
          </p:grpSpPr>
          <p:sp>
            <p:nvSpPr>
              <p:cNvPr id="70" name="矩形 69">
                <a:extLst>
                  <a:ext uri="{FF2B5EF4-FFF2-40B4-BE49-F238E27FC236}">
                    <a16:creationId xmlns:a16="http://schemas.microsoft.com/office/drawing/2014/main" id="{B0C61CCB-4436-BFCF-7F0C-C17673E25F17}"/>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4A98A21D-D725-EE0F-5B39-0C61022BA36D}"/>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a:extLst>
                <a:ext uri="{FF2B5EF4-FFF2-40B4-BE49-F238E27FC236}">
                  <a16:creationId xmlns:a16="http://schemas.microsoft.com/office/drawing/2014/main" id="{D4DDF324-72E7-66EC-92F9-C11502CB9078}"/>
                </a:ext>
              </a:extLst>
            </p:cNvPr>
            <p:cNvGrpSpPr/>
            <p:nvPr/>
          </p:nvGrpSpPr>
          <p:grpSpPr>
            <a:xfrm>
              <a:off x="1718661" y="-309473"/>
              <a:ext cx="142016" cy="129147"/>
              <a:chOff x="1109166" y="-835893"/>
              <a:chExt cx="142016" cy="129147"/>
            </a:xfrm>
          </p:grpSpPr>
          <p:sp>
            <p:nvSpPr>
              <p:cNvPr id="73" name="矩形 72">
                <a:extLst>
                  <a:ext uri="{FF2B5EF4-FFF2-40B4-BE49-F238E27FC236}">
                    <a16:creationId xmlns:a16="http://schemas.microsoft.com/office/drawing/2014/main" id="{8895E82C-069A-C9FC-F64A-0BF1FDF7060C}"/>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68968C94-D72A-7BFD-3861-06B7E30E8F1F}"/>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a:extLst>
                <a:ext uri="{FF2B5EF4-FFF2-40B4-BE49-F238E27FC236}">
                  <a16:creationId xmlns:a16="http://schemas.microsoft.com/office/drawing/2014/main" id="{59D750FB-AC80-F551-B6C4-96E0E51065B1}"/>
                </a:ext>
              </a:extLst>
            </p:cNvPr>
            <p:cNvGrpSpPr/>
            <p:nvPr/>
          </p:nvGrpSpPr>
          <p:grpSpPr>
            <a:xfrm>
              <a:off x="2049504" y="-309473"/>
              <a:ext cx="142016" cy="129147"/>
              <a:chOff x="1109166" y="-835893"/>
              <a:chExt cx="142016" cy="129147"/>
            </a:xfrm>
          </p:grpSpPr>
          <p:sp>
            <p:nvSpPr>
              <p:cNvPr id="76" name="矩形 75">
                <a:extLst>
                  <a:ext uri="{FF2B5EF4-FFF2-40B4-BE49-F238E27FC236}">
                    <a16:creationId xmlns:a16="http://schemas.microsoft.com/office/drawing/2014/main" id="{1E5E55E0-6811-C841-F0E9-6A7C0295E29C}"/>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9489C9A1-E9DC-8808-C9DE-D337C8A4BECA}"/>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8" name="组合 77">
              <a:extLst>
                <a:ext uri="{FF2B5EF4-FFF2-40B4-BE49-F238E27FC236}">
                  <a16:creationId xmlns:a16="http://schemas.microsoft.com/office/drawing/2014/main" id="{99D3A633-670E-0AEA-C772-591EC0460E8C}"/>
                </a:ext>
              </a:extLst>
            </p:cNvPr>
            <p:cNvGrpSpPr/>
            <p:nvPr/>
          </p:nvGrpSpPr>
          <p:grpSpPr>
            <a:xfrm>
              <a:off x="2678317" y="-309473"/>
              <a:ext cx="142016" cy="129147"/>
              <a:chOff x="1109166" y="-835893"/>
              <a:chExt cx="142016" cy="129147"/>
            </a:xfrm>
          </p:grpSpPr>
          <p:sp>
            <p:nvSpPr>
              <p:cNvPr id="79" name="矩形 78">
                <a:extLst>
                  <a:ext uri="{FF2B5EF4-FFF2-40B4-BE49-F238E27FC236}">
                    <a16:creationId xmlns:a16="http://schemas.microsoft.com/office/drawing/2014/main" id="{787BE638-2EAF-45F0-21AB-4FD93F26419A}"/>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1B83A413-435C-4ED2-C4D2-1F332312BA1C}"/>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a:extLst>
                <a:ext uri="{FF2B5EF4-FFF2-40B4-BE49-F238E27FC236}">
                  <a16:creationId xmlns:a16="http://schemas.microsoft.com/office/drawing/2014/main" id="{B3F13C35-E1B0-4992-2F3A-F48F0851B53A}"/>
                </a:ext>
              </a:extLst>
            </p:cNvPr>
            <p:cNvGrpSpPr/>
            <p:nvPr/>
          </p:nvGrpSpPr>
          <p:grpSpPr>
            <a:xfrm>
              <a:off x="1098451" y="190425"/>
              <a:ext cx="142016" cy="129147"/>
              <a:chOff x="1109166" y="-835893"/>
              <a:chExt cx="142016" cy="129147"/>
            </a:xfrm>
          </p:grpSpPr>
          <p:sp>
            <p:nvSpPr>
              <p:cNvPr id="82" name="矩形 81">
                <a:extLst>
                  <a:ext uri="{FF2B5EF4-FFF2-40B4-BE49-F238E27FC236}">
                    <a16:creationId xmlns:a16="http://schemas.microsoft.com/office/drawing/2014/main" id="{D52D55D5-BD28-F689-D139-585AC1C0F4EE}"/>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id="{4F01B1F1-17CF-54C5-3490-551DA4FE356D}"/>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a:extLst>
                <a:ext uri="{FF2B5EF4-FFF2-40B4-BE49-F238E27FC236}">
                  <a16:creationId xmlns:a16="http://schemas.microsoft.com/office/drawing/2014/main" id="{ACE8B759-453C-70F7-3217-89ACBCFDA987}"/>
                </a:ext>
              </a:extLst>
            </p:cNvPr>
            <p:cNvGrpSpPr/>
            <p:nvPr/>
          </p:nvGrpSpPr>
          <p:grpSpPr>
            <a:xfrm>
              <a:off x="1718661" y="190425"/>
              <a:ext cx="142016" cy="129147"/>
              <a:chOff x="1109166" y="-835893"/>
              <a:chExt cx="142016" cy="129147"/>
            </a:xfrm>
          </p:grpSpPr>
          <p:sp>
            <p:nvSpPr>
              <p:cNvPr id="85" name="矩形 84">
                <a:extLst>
                  <a:ext uri="{FF2B5EF4-FFF2-40B4-BE49-F238E27FC236}">
                    <a16:creationId xmlns:a16="http://schemas.microsoft.com/office/drawing/2014/main" id="{B65F63AF-4368-1CE4-7543-90FB60D7DE06}"/>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a:extLst>
                  <a:ext uri="{FF2B5EF4-FFF2-40B4-BE49-F238E27FC236}">
                    <a16:creationId xmlns:a16="http://schemas.microsoft.com/office/drawing/2014/main" id="{2C530BF0-A319-857D-1379-4F5F6A55EB3F}"/>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a:extLst>
                <a:ext uri="{FF2B5EF4-FFF2-40B4-BE49-F238E27FC236}">
                  <a16:creationId xmlns:a16="http://schemas.microsoft.com/office/drawing/2014/main" id="{97D0DC15-451A-F665-52BF-03B6352B9D7E}"/>
                </a:ext>
              </a:extLst>
            </p:cNvPr>
            <p:cNvGrpSpPr/>
            <p:nvPr/>
          </p:nvGrpSpPr>
          <p:grpSpPr>
            <a:xfrm>
              <a:off x="2049504" y="190425"/>
              <a:ext cx="142016" cy="129147"/>
              <a:chOff x="1109166" y="-835893"/>
              <a:chExt cx="142016" cy="129147"/>
            </a:xfrm>
          </p:grpSpPr>
          <p:sp>
            <p:nvSpPr>
              <p:cNvPr id="88" name="矩形 87">
                <a:extLst>
                  <a:ext uri="{FF2B5EF4-FFF2-40B4-BE49-F238E27FC236}">
                    <a16:creationId xmlns:a16="http://schemas.microsoft.com/office/drawing/2014/main" id="{EDD89A65-51D5-D717-8C53-349FE4F1C4E0}"/>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a:extLst>
                  <a:ext uri="{FF2B5EF4-FFF2-40B4-BE49-F238E27FC236}">
                    <a16:creationId xmlns:a16="http://schemas.microsoft.com/office/drawing/2014/main" id="{3F416C49-78C4-BB0C-08D2-B5B606316C82}"/>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a:extLst>
                <a:ext uri="{FF2B5EF4-FFF2-40B4-BE49-F238E27FC236}">
                  <a16:creationId xmlns:a16="http://schemas.microsoft.com/office/drawing/2014/main" id="{F0F82DC1-B288-9BC1-E678-F211411C6432}"/>
                </a:ext>
              </a:extLst>
            </p:cNvPr>
            <p:cNvGrpSpPr/>
            <p:nvPr/>
          </p:nvGrpSpPr>
          <p:grpSpPr>
            <a:xfrm>
              <a:off x="2678317" y="190425"/>
              <a:ext cx="142016" cy="129147"/>
              <a:chOff x="1109166" y="-835893"/>
              <a:chExt cx="142016" cy="129147"/>
            </a:xfrm>
          </p:grpSpPr>
          <p:sp>
            <p:nvSpPr>
              <p:cNvPr id="91" name="矩形 90">
                <a:extLst>
                  <a:ext uri="{FF2B5EF4-FFF2-40B4-BE49-F238E27FC236}">
                    <a16:creationId xmlns:a16="http://schemas.microsoft.com/office/drawing/2014/main" id="{6853F734-714A-C689-F6B3-A064F30C02C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ACD04C85-40CC-0DD4-5A2F-B7C911570966}"/>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2" name="矩形 131">
            <a:extLst>
              <a:ext uri="{FF2B5EF4-FFF2-40B4-BE49-F238E27FC236}">
                <a16:creationId xmlns:a16="http://schemas.microsoft.com/office/drawing/2014/main" id="{F914D105-6716-7619-31C8-32A7CC4DAE35}"/>
              </a:ext>
            </a:extLst>
          </p:cNvPr>
          <p:cNvSpPr/>
          <p:nvPr/>
        </p:nvSpPr>
        <p:spPr>
          <a:xfrm>
            <a:off x="8358136" y="1497586"/>
            <a:ext cx="1260393" cy="1350579"/>
          </a:xfrm>
          <a:prstGeom prst="rect">
            <a:avLst/>
          </a:prstGeom>
          <a:solidFill>
            <a:srgbClr val="C4C3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4" name="组合 93">
            <a:extLst>
              <a:ext uri="{FF2B5EF4-FFF2-40B4-BE49-F238E27FC236}">
                <a16:creationId xmlns:a16="http://schemas.microsoft.com/office/drawing/2014/main" id="{7B75CB21-3474-3195-CC53-60C4E1D846FD}"/>
              </a:ext>
            </a:extLst>
          </p:cNvPr>
          <p:cNvGrpSpPr/>
          <p:nvPr/>
        </p:nvGrpSpPr>
        <p:grpSpPr>
          <a:xfrm>
            <a:off x="9486499" y="1511695"/>
            <a:ext cx="1732597" cy="1155465"/>
            <a:chOff x="1098451" y="-835893"/>
            <a:chExt cx="1732597" cy="1155465"/>
          </a:xfrm>
        </p:grpSpPr>
        <p:grpSp>
          <p:nvGrpSpPr>
            <p:cNvPr id="95" name="组合 94">
              <a:extLst>
                <a:ext uri="{FF2B5EF4-FFF2-40B4-BE49-F238E27FC236}">
                  <a16:creationId xmlns:a16="http://schemas.microsoft.com/office/drawing/2014/main" id="{A361D5E2-E7DB-C2D8-C75E-8D5515DD3AA1}"/>
                </a:ext>
              </a:extLst>
            </p:cNvPr>
            <p:cNvGrpSpPr/>
            <p:nvPr/>
          </p:nvGrpSpPr>
          <p:grpSpPr>
            <a:xfrm>
              <a:off x="1109166" y="-835893"/>
              <a:ext cx="142016" cy="129147"/>
              <a:chOff x="1109166" y="-835893"/>
              <a:chExt cx="142016" cy="129147"/>
            </a:xfrm>
          </p:grpSpPr>
          <p:sp>
            <p:nvSpPr>
              <p:cNvPr id="129" name="矩形 128">
                <a:extLst>
                  <a:ext uri="{FF2B5EF4-FFF2-40B4-BE49-F238E27FC236}">
                    <a16:creationId xmlns:a16="http://schemas.microsoft.com/office/drawing/2014/main" id="{152579BD-6800-8F77-7D4B-DB9042909D8A}"/>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08DE50C8-156B-F795-54B3-AEF5017FB8E3}"/>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6" name="组合 95">
              <a:extLst>
                <a:ext uri="{FF2B5EF4-FFF2-40B4-BE49-F238E27FC236}">
                  <a16:creationId xmlns:a16="http://schemas.microsoft.com/office/drawing/2014/main" id="{B3B228B6-F2FD-ACE9-4AE0-7F6807921494}"/>
                </a:ext>
              </a:extLst>
            </p:cNvPr>
            <p:cNvGrpSpPr/>
            <p:nvPr/>
          </p:nvGrpSpPr>
          <p:grpSpPr>
            <a:xfrm>
              <a:off x="1729376" y="-835893"/>
              <a:ext cx="142016" cy="129147"/>
              <a:chOff x="1109166" y="-835893"/>
              <a:chExt cx="142016" cy="129147"/>
            </a:xfrm>
          </p:grpSpPr>
          <p:sp>
            <p:nvSpPr>
              <p:cNvPr id="127" name="矩形 126">
                <a:extLst>
                  <a:ext uri="{FF2B5EF4-FFF2-40B4-BE49-F238E27FC236}">
                    <a16:creationId xmlns:a16="http://schemas.microsoft.com/office/drawing/2014/main" id="{CBA6E9BE-5A34-4744-61C9-278734842455}"/>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D6BF3894-E1B3-FA7B-5802-BE265FD37589}"/>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7" name="组合 96">
              <a:extLst>
                <a:ext uri="{FF2B5EF4-FFF2-40B4-BE49-F238E27FC236}">
                  <a16:creationId xmlns:a16="http://schemas.microsoft.com/office/drawing/2014/main" id="{A618FF88-AC8F-5B15-C023-90E52E0E7159}"/>
                </a:ext>
              </a:extLst>
            </p:cNvPr>
            <p:cNvGrpSpPr/>
            <p:nvPr/>
          </p:nvGrpSpPr>
          <p:grpSpPr>
            <a:xfrm>
              <a:off x="2060219" y="-835893"/>
              <a:ext cx="142016" cy="129147"/>
              <a:chOff x="1109166" y="-835893"/>
              <a:chExt cx="142016" cy="129147"/>
            </a:xfrm>
          </p:grpSpPr>
          <p:sp>
            <p:nvSpPr>
              <p:cNvPr id="125" name="矩形 124">
                <a:extLst>
                  <a:ext uri="{FF2B5EF4-FFF2-40B4-BE49-F238E27FC236}">
                    <a16:creationId xmlns:a16="http://schemas.microsoft.com/office/drawing/2014/main" id="{FA3D1D18-A14D-58C6-162D-73772D216925}"/>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A7B6B148-D829-7B05-B3C7-156DB67C65A8}"/>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8" name="组合 97">
              <a:extLst>
                <a:ext uri="{FF2B5EF4-FFF2-40B4-BE49-F238E27FC236}">
                  <a16:creationId xmlns:a16="http://schemas.microsoft.com/office/drawing/2014/main" id="{774E5D6B-1D0B-5D30-D5C0-981468A9975B}"/>
                </a:ext>
              </a:extLst>
            </p:cNvPr>
            <p:cNvGrpSpPr/>
            <p:nvPr/>
          </p:nvGrpSpPr>
          <p:grpSpPr>
            <a:xfrm>
              <a:off x="2689032" y="-835893"/>
              <a:ext cx="142016" cy="129147"/>
              <a:chOff x="1109166" y="-835893"/>
              <a:chExt cx="142016" cy="129147"/>
            </a:xfrm>
          </p:grpSpPr>
          <p:sp>
            <p:nvSpPr>
              <p:cNvPr id="123" name="矩形 122">
                <a:extLst>
                  <a:ext uri="{FF2B5EF4-FFF2-40B4-BE49-F238E27FC236}">
                    <a16:creationId xmlns:a16="http://schemas.microsoft.com/office/drawing/2014/main" id="{FFE84096-E864-98F0-FCB3-58E9BE6E41D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3DD97A74-A9D7-403D-A215-C188979F0222}"/>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a:extLst>
                <a:ext uri="{FF2B5EF4-FFF2-40B4-BE49-F238E27FC236}">
                  <a16:creationId xmlns:a16="http://schemas.microsoft.com/office/drawing/2014/main" id="{AD970F6D-BC5F-36A5-2195-7C5B8070983C}"/>
                </a:ext>
              </a:extLst>
            </p:cNvPr>
            <p:cNvGrpSpPr/>
            <p:nvPr/>
          </p:nvGrpSpPr>
          <p:grpSpPr>
            <a:xfrm>
              <a:off x="1098451" y="-309473"/>
              <a:ext cx="142016" cy="129147"/>
              <a:chOff x="1109166" y="-835893"/>
              <a:chExt cx="142016" cy="129147"/>
            </a:xfrm>
          </p:grpSpPr>
          <p:sp>
            <p:nvSpPr>
              <p:cNvPr id="121" name="矩形 120">
                <a:extLst>
                  <a:ext uri="{FF2B5EF4-FFF2-40B4-BE49-F238E27FC236}">
                    <a16:creationId xmlns:a16="http://schemas.microsoft.com/office/drawing/2014/main" id="{DB1C234E-A635-4424-0ACC-03C9BDD8D29A}"/>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id="{D8F18960-82A3-09BA-D69D-03C0486AF96A}"/>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a:extLst>
                <a:ext uri="{FF2B5EF4-FFF2-40B4-BE49-F238E27FC236}">
                  <a16:creationId xmlns:a16="http://schemas.microsoft.com/office/drawing/2014/main" id="{71105924-12AA-7C9B-E713-C65E80FBB4F0}"/>
                </a:ext>
              </a:extLst>
            </p:cNvPr>
            <p:cNvGrpSpPr/>
            <p:nvPr/>
          </p:nvGrpSpPr>
          <p:grpSpPr>
            <a:xfrm>
              <a:off x="1718661" y="-309473"/>
              <a:ext cx="142016" cy="129147"/>
              <a:chOff x="1109166" y="-835893"/>
              <a:chExt cx="142016" cy="129147"/>
            </a:xfrm>
          </p:grpSpPr>
          <p:sp>
            <p:nvSpPr>
              <p:cNvPr id="119" name="矩形 118">
                <a:extLst>
                  <a:ext uri="{FF2B5EF4-FFF2-40B4-BE49-F238E27FC236}">
                    <a16:creationId xmlns:a16="http://schemas.microsoft.com/office/drawing/2014/main" id="{7604259B-48DC-2854-6879-8F34AD18D6C7}"/>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E4317A82-B322-8749-52F0-21847DB11BD4}"/>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a:extLst>
                <a:ext uri="{FF2B5EF4-FFF2-40B4-BE49-F238E27FC236}">
                  <a16:creationId xmlns:a16="http://schemas.microsoft.com/office/drawing/2014/main" id="{40DFC0C1-22C3-AF70-BC3A-8DBA6329CC2D}"/>
                </a:ext>
              </a:extLst>
            </p:cNvPr>
            <p:cNvGrpSpPr/>
            <p:nvPr/>
          </p:nvGrpSpPr>
          <p:grpSpPr>
            <a:xfrm>
              <a:off x="2049504" y="-309473"/>
              <a:ext cx="142016" cy="129147"/>
              <a:chOff x="1109166" y="-835893"/>
              <a:chExt cx="142016" cy="129147"/>
            </a:xfrm>
          </p:grpSpPr>
          <p:sp>
            <p:nvSpPr>
              <p:cNvPr id="117" name="矩形 116">
                <a:extLst>
                  <a:ext uri="{FF2B5EF4-FFF2-40B4-BE49-F238E27FC236}">
                    <a16:creationId xmlns:a16="http://schemas.microsoft.com/office/drawing/2014/main" id="{D1DC7C5B-6F04-9F81-EE67-91DB2FB878AA}"/>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6F4DED52-FB5F-3A31-2651-8B713DD42C9B}"/>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2" name="组合 101">
              <a:extLst>
                <a:ext uri="{FF2B5EF4-FFF2-40B4-BE49-F238E27FC236}">
                  <a16:creationId xmlns:a16="http://schemas.microsoft.com/office/drawing/2014/main" id="{0AF39FEA-5AC7-1AFF-4C61-A3DDE6E7BE68}"/>
                </a:ext>
              </a:extLst>
            </p:cNvPr>
            <p:cNvGrpSpPr/>
            <p:nvPr/>
          </p:nvGrpSpPr>
          <p:grpSpPr>
            <a:xfrm>
              <a:off x="2678317" y="-309473"/>
              <a:ext cx="142016" cy="129147"/>
              <a:chOff x="1109166" y="-835893"/>
              <a:chExt cx="142016" cy="129147"/>
            </a:xfrm>
          </p:grpSpPr>
          <p:sp>
            <p:nvSpPr>
              <p:cNvPr id="115" name="矩形 114">
                <a:extLst>
                  <a:ext uri="{FF2B5EF4-FFF2-40B4-BE49-F238E27FC236}">
                    <a16:creationId xmlns:a16="http://schemas.microsoft.com/office/drawing/2014/main" id="{3FA031BE-910C-3C5D-12C7-9944139AB70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a:extLst>
                  <a:ext uri="{FF2B5EF4-FFF2-40B4-BE49-F238E27FC236}">
                    <a16:creationId xmlns:a16="http://schemas.microsoft.com/office/drawing/2014/main" id="{16EA9E60-7193-42CD-507F-97E56773B9E2}"/>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3" name="组合 102">
              <a:extLst>
                <a:ext uri="{FF2B5EF4-FFF2-40B4-BE49-F238E27FC236}">
                  <a16:creationId xmlns:a16="http://schemas.microsoft.com/office/drawing/2014/main" id="{E9E1768F-D492-1E84-8F6C-4BFBBF428305}"/>
                </a:ext>
              </a:extLst>
            </p:cNvPr>
            <p:cNvGrpSpPr/>
            <p:nvPr/>
          </p:nvGrpSpPr>
          <p:grpSpPr>
            <a:xfrm>
              <a:off x="1098451" y="190425"/>
              <a:ext cx="142016" cy="129147"/>
              <a:chOff x="1109166" y="-835893"/>
              <a:chExt cx="142016" cy="129147"/>
            </a:xfrm>
          </p:grpSpPr>
          <p:sp>
            <p:nvSpPr>
              <p:cNvPr id="113" name="矩形 112">
                <a:extLst>
                  <a:ext uri="{FF2B5EF4-FFF2-40B4-BE49-F238E27FC236}">
                    <a16:creationId xmlns:a16="http://schemas.microsoft.com/office/drawing/2014/main" id="{965C8868-D0E8-91E6-BD88-81794F1B0D91}"/>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646DADC8-1142-9971-04B8-6FFB94563D91}"/>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 name="组合 103">
              <a:extLst>
                <a:ext uri="{FF2B5EF4-FFF2-40B4-BE49-F238E27FC236}">
                  <a16:creationId xmlns:a16="http://schemas.microsoft.com/office/drawing/2014/main" id="{5A4A0388-63AF-3B1D-F383-CAE25F5D1D2E}"/>
                </a:ext>
              </a:extLst>
            </p:cNvPr>
            <p:cNvGrpSpPr/>
            <p:nvPr/>
          </p:nvGrpSpPr>
          <p:grpSpPr>
            <a:xfrm>
              <a:off x="1718661" y="190425"/>
              <a:ext cx="142016" cy="129147"/>
              <a:chOff x="1109166" y="-835893"/>
              <a:chExt cx="142016" cy="129147"/>
            </a:xfrm>
          </p:grpSpPr>
          <p:sp>
            <p:nvSpPr>
              <p:cNvPr id="111" name="矩形 110">
                <a:extLst>
                  <a:ext uri="{FF2B5EF4-FFF2-40B4-BE49-F238E27FC236}">
                    <a16:creationId xmlns:a16="http://schemas.microsoft.com/office/drawing/2014/main" id="{DE96987C-4DD1-D28B-0EAE-E73D67A82B2D}"/>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2CCD3BFF-F5BF-75D3-6386-C8A24C6034C5}"/>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04">
              <a:extLst>
                <a:ext uri="{FF2B5EF4-FFF2-40B4-BE49-F238E27FC236}">
                  <a16:creationId xmlns:a16="http://schemas.microsoft.com/office/drawing/2014/main" id="{31D8ADA0-1968-2504-B1D6-4962F4C7B53F}"/>
                </a:ext>
              </a:extLst>
            </p:cNvPr>
            <p:cNvGrpSpPr/>
            <p:nvPr/>
          </p:nvGrpSpPr>
          <p:grpSpPr>
            <a:xfrm>
              <a:off x="2049504" y="190425"/>
              <a:ext cx="142016" cy="129147"/>
              <a:chOff x="1109166" y="-835893"/>
              <a:chExt cx="142016" cy="129147"/>
            </a:xfrm>
          </p:grpSpPr>
          <p:sp>
            <p:nvSpPr>
              <p:cNvPr id="109" name="矩形 108">
                <a:extLst>
                  <a:ext uri="{FF2B5EF4-FFF2-40B4-BE49-F238E27FC236}">
                    <a16:creationId xmlns:a16="http://schemas.microsoft.com/office/drawing/2014/main" id="{6F7A4B74-00E9-2643-341C-3686B888C8EB}"/>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6262FC55-5416-7802-F6D9-E394A986D5BF}"/>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05">
              <a:extLst>
                <a:ext uri="{FF2B5EF4-FFF2-40B4-BE49-F238E27FC236}">
                  <a16:creationId xmlns:a16="http://schemas.microsoft.com/office/drawing/2014/main" id="{35BB5548-46F4-CD00-42C6-FDC715F0B253}"/>
                </a:ext>
              </a:extLst>
            </p:cNvPr>
            <p:cNvGrpSpPr/>
            <p:nvPr/>
          </p:nvGrpSpPr>
          <p:grpSpPr>
            <a:xfrm>
              <a:off x="2678317" y="190425"/>
              <a:ext cx="142016" cy="129147"/>
              <a:chOff x="1109166" y="-835893"/>
              <a:chExt cx="142016" cy="129147"/>
            </a:xfrm>
          </p:grpSpPr>
          <p:sp>
            <p:nvSpPr>
              <p:cNvPr id="107" name="矩形 106">
                <a:extLst>
                  <a:ext uri="{FF2B5EF4-FFF2-40B4-BE49-F238E27FC236}">
                    <a16:creationId xmlns:a16="http://schemas.microsoft.com/office/drawing/2014/main" id="{BCD231FB-3598-5E8E-39ED-D1B9C006781E}"/>
                  </a:ext>
                </a:extLst>
              </p:cNvPr>
              <p:cNvSpPr/>
              <p:nvPr/>
            </p:nvSpPr>
            <p:spPr>
              <a:xfrm>
                <a:off x="1109166" y="-835893"/>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C96AE4BE-7A64-847D-AD89-701E10CF00FB}"/>
                  </a:ext>
                </a:extLst>
              </p:cNvPr>
              <p:cNvSpPr/>
              <p:nvPr/>
            </p:nvSpPr>
            <p:spPr>
              <a:xfrm>
                <a:off x="1109166" y="-759922"/>
                <a:ext cx="142016" cy="53176"/>
              </a:xfrm>
              <a:prstGeom prst="rect">
                <a:avLst/>
              </a:prstGeom>
              <a:solidFill>
                <a:srgbClr val="D3D3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5" name="矩形 134">
            <a:extLst>
              <a:ext uri="{FF2B5EF4-FFF2-40B4-BE49-F238E27FC236}">
                <a16:creationId xmlns:a16="http://schemas.microsoft.com/office/drawing/2014/main" id="{613F0907-6872-C9A9-26E3-2CB6E50EF041}"/>
              </a:ext>
            </a:extLst>
          </p:cNvPr>
          <p:cNvSpPr/>
          <p:nvPr/>
        </p:nvSpPr>
        <p:spPr>
          <a:xfrm>
            <a:off x="3673495" y="15099"/>
            <a:ext cx="4954317" cy="905506"/>
          </a:xfrm>
          <a:prstGeom prst="rect">
            <a:avLst/>
          </a:prstGeom>
          <a:solidFill>
            <a:srgbClr val="EEEE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1" name="直接连接符 140">
            <a:extLst>
              <a:ext uri="{FF2B5EF4-FFF2-40B4-BE49-F238E27FC236}">
                <a16:creationId xmlns:a16="http://schemas.microsoft.com/office/drawing/2014/main" id="{F84B18FA-5B17-B47F-25C5-1EBE07BE597D}"/>
              </a:ext>
            </a:extLst>
          </p:cNvPr>
          <p:cNvCxnSpPr>
            <a:cxnSpLocks/>
          </p:cNvCxnSpPr>
          <p:nvPr/>
        </p:nvCxnSpPr>
        <p:spPr>
          <a:xfrm flipV="1">
            <a:off x="-2" y="892586"/>
            <a:ext cx="12192002" cy="3563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532D2FEE-03C3-48FD-D770-95B05DF46C46}"/>
              </a:ext>
            </a:extLst>
          </p:cNvPr>
          <p:cNvCxnSpPr>
            <a:cxnSpLocks/>
          </p:cNvCxnSpPr>
          <p:nvPr/>
        </p:nvCxnSpPr>
        <p:spPr>
          <a:xfrm flipV="1">
            <a:off x="-7" y="1483199"/>
            <a:ext cx="12192002" cy="35639"/>
          </a:xfrm>
          <a:prstGeom prst="line">
            <a:avLst/>
          </a:prstGeom>
          <a:ln>
            <a:solidFill>
              <a:schemeClr val="bg1">
                <a:lumMod val="65000"/>
                <a:alpha val="90000"/>
              </a:schemeClr>
            </a:solidFill>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7B68B4C8-C97B-2C3F-C454-E58113075B97}"/>
              </a:ext>
            </a:extLst>
          </p:cNvPr>
          <p:cNvSpPr txBox="1"/>
          <p:nvPr/>
        </p:nvSpPr>
        <p:spPr>
          <a:xfrm>
            <a:off x="5747156" y="2637273"/>
            <a:ext cx="949359" cy="446276"/>
          </a:xfrm>
          <a:prstGeom prst="rect">
            <a:avLst/>
          </a:prstGeom>
          <a:noFill/>
        </p:spPr>
        <p:txBody>
          <a:bodyPr wrap="square" rtlCol="0">
            <a:spAutoFit/>
          </a:bodyPr>
          <a:lstStyle/>
          <a:p>
            <a:r>
              <a:rPr lang="en-US" altLang="zh-CN" sz="2300" b="1" dirty="0">
                <a:solidFill>
                  <a:srgbClr val="E5BC86"/>
                </a:solidFill>
                <a:latin typeface="微软雅黑" panose="020B0503020204020204" pitchFamily="34" charset="-122"/>
                <a:ea typeface="微软雅黑" panose="020B0503020204020204" pitchFamily="34" charset="-122"/>
              </a:rPr>
              <a:t>2024</a:t>
            </a:r>
            <a:endParaRPr lang="zh-CN" altLang="en-US" sz="2300" b="1" dirty="0">
              <a:solidFill>
                <a:srgbClr val="E5BC86"/>
              </a:solidFill>
              <a:latin typeface="微软雅黑" panose="020B0503020204020204" pitchFamily="34" charset="-122"/>
              <a:ea typeface="微软雅黑" panose="020B0503020204020204" pitchFamily="34" charset="-122"/>
            </a:endParaRPr>
          </a:p>
        </p:txBody>
      </p:sp>
      <p:sp>
        <p:nvSpPr>
          <p:cNvPr id="146" name="矩形 145">
            <a:extLst>
              <a:ext uri="{FF2B5EF4-FFF2-40B4-BE49-F238E27FC236}">
                <a16:creationId xmlns:a16="http://schemas.microsoft.com/office/drawing/2014/main" id="{67919701-0D70-53E5-2FA2-CBE589565239}"/>
              </a:ext>
            </a:extLst>
          </p:cNvPr>
          <p:cNvSpPr/>
          <p:nvPr/>
        </p:nvSpPr>
        <p:spPr>
          <a:xfrm>
            <a:off x="5809020" y="2486232"/>
            <a:ext cx="780576" cy="74066"/>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05A527D4-E9BC-740F-9AB6-E6AC3D440BE1}"/>
              </a:ext>
            </a:extLst>
          </p:cNvPr>
          <p:cNvSpPr/>
          <p:nvPr/>
        </p:nvSpPr>
        <p:spPr>
          <a:xfrm rot="10800000">
            <a:off x="5932690" y="5913967"/>
            <a:ext cx="150861" cy="954038"/>
          </a:xfrm>
          <a:prstGeom prst="rect">
            <a:avLst/>
          </a:prstGeom>
          <a:gradFill>
            <a:gsLst>
              <a:gs pos="0">
                <a:srgbClr val="292829"/>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a:extLst>
              <a:ext uri="{FF2B5EF4-FFF2-40B4-BE49-F238E27FC236}">
                <a16:creationId xmlns:a16="http://schemas.microsoft.com/office/drawing/2014/main" id="{D77A9D17-D342-FA47-C289-70CC945B4301}"/>
              </a:ext>
            </a:extLst>
          </p:cNvPr>
          <p:cNvSpPr/>
          <p:nvPr/>
        </p:nvSpPr>
        <p:spPr>
          <a:xfrm rot="10800000">
            <a:off x="6256810" y="5913966"/>
            <a:ext cx="150855" cy="954035"/>
          </a:xfrm>
          <a:prstGeom prst="rect">
            <a:avLst/>
          </a:prstGeom>
          <a:gradFill>
            <a:gsLst>
              <a:gs pos="0">
                <a:srgbClr val="292829"/>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图片 3">
            <a:extLst>
              <a:ext uri="{FF2B5EF4-FFF2-40B4-BE49-F238E27FC236}">
                <a16:creationId xmlns:a16="http://schemas.microsoft.com/office/drawing/2014/main" id="{6D01F180-5A66-8A3B-10C5-FE323E9464E5}"/>
              </a:ext>
            </a:extLst>
          </p:cNvPr>
          <p:cNvPicPr>
            <a:picLocks noChangeAspect="1"/>
          </p:cNvPicPr>
          <p:nvPr/>
        </p:nvPicPr>
        <p:blipFill rotWithShape="1">
          <a:blip r:embed="rId5">
            <a:extLst>
              <a:ext uri="{28A0092B-C50C-407E-A947-70E740481C1C}">
                <a14:useLocalDpi xmlns:a14="http://schemas.microsoft.com/office/drawing/2010/main" val="0"/>
              </a:ext>
            </a:extLst>
          </a:blip>
          <a:srcRect l="47077" t="61091" r="46946" b="28282"/>
          <a:stretch/>
        </p:blipFill>
        <p:spPr>
          <a:xfrm>
            <a:off x="5809020" y="4006201"/>
            <a:ext cx="788596" cy="788596"/>
          </a:xfrm>
          <a:prstGeom prst="rect">
            <a:avLst/>
          </a:prstGeom>
        </p:spPr>
      </p:pic>
    </p:spTree>
    <p:extLst>
      <p:ext uri="{BB962C8B-B14F-4D97-AF65-F5344CB8AC3E}">
        <p14:creationId xmlns:p14="http://schemas.microsoft.com/office/powerpoint/2010/main" val="3752440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858585"/>
            </a:gs>
            <a:gs pos="100000">
              <a:srgbClr val="606060"/>
            </a:gs>
            <a:gs pos="23000">
              <a:srgbClr val="DCDCDC"/>
            </a:gs>
            <a:gs pos="35000">
              <a:srgbClr val="D4D4D4"/>
            </a:gs>
            <a:gs pos="0">
              <a:srgbClr val="DFDEDE"/>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92" name="任意多边形: 形状 91">
            <a:extLst>
              <a:ext uri="{FF2B5EF4-FFF2-40B4-BE49-F238E27FC236}">
                <a16:creationId xmlns:a16="http://schemas.microsoft.com/office/drawing/2014/main" id="{D549103A-C4F9-F8C1-002F-1FA57BDE82AF}"/>
              </a:ext>
            </a:extLst>
          </p:cNvPr>
          <p:cNvSpPr/>
          <p:nvPr/>
        </p:nvSpPr>
        <p:spPr>
          <a:xfrm>
            <a:off x="-35892" y="3306115"/>
            <a:ext cx="594360" cy="533400"/>
          </a:xfrm>
          <a:custGeom>
            <a:avLst/>
            <a:gdLst>
              <a:gd name="connsiteX0" fmla="*/ 0 w 594360"/>
              <a:gd name="connsiteY0" fmla="*/ 0 h 533400"/>
              <a:gd name="connsiteX1" fmla="*/ 563880 w 594360"/>
              <a:gd name="connsiteY1" fmla="*/ 289560 h 533400"/>
              <a:gd name="connsiteX2" fmla="*/ 594360 w 594360"/>
              <a:gd name="connsiteY2" fmla="*/ 502920 h 533400"/>
              <a:gd name="connsiteX3" fmla="*/ 30480 w 594360"/>
              <a:gd name="connsiteY3" fmla="*/ 533400 h 533400"/>
              <a:gd name="connsiteX4" fmla="*/ 0 w 594360"/>
              <a:gd name="connsiteY4" fmla="*/ 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533400">
                <a:moveTo>
                  <a:pt x="0" y="0"/>
                </a:moveTo>
                <a:lnTo>
                  <a:pt x="563880" y="289560"/>
                </a:lnTo>
                <a:lnTo>
                  <a:pt x="594360" y="502920"/>
                </a:lnTo>
                <a:lnTo>
                  <a:pt x="30480" y="5334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3B1DC91E-F7F7-D0B5-053C-69D14C45389C}"/>
              </a:ext>
            </a:extLst>
          </p:cNvPr>
          <p:cNvSpPr/>
          <p:nvPr/>
        </p:nvSpPr>
        <p:spPr>
          <a:xfrm>
            <a:off x="5773" y="1843900"/>
            <a:ext cx="1645920" cy="2606040"/>
          </a:xfrm>
          <a:custGeom>
            <a:avLst/>
            <a:gdLst>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45720 w 1645920"/>
              <a:gd name="connsiteY9" fmla="*/ 1950720 h 2606040"/>
              <a:gd name="connsiteX10" fmla="*/ 0 w 1645920"/>
              <a:gd name="connsiteY10" fmla="*/ 0 h 2606040"/>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0 w 1645920"/>
              <a:gd name="connsiteY9" fmla="*/ 1965960 h 2606040"/>
              <a:gd name="connsiteX10" fmla="*/ 0 w 1645920"/>
              <a:gd name="connsiteY10" fmla="*/ 0 h 260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5920" h="2606040">
                <a:moveTo>
                  <a:pt x="0" y="0"/>
                </a:moveTo>
                <a:lnTo>
                  <a:pt x="1356360" y="807720"/>
                </a:lnTo>
                <a:lnTo>
                  <a:pt x="1645920" y="1844040"/>
                </a:lnTo>
                <a:lnTo>
                  <a:pt x="1097280" y="1371600"/>
                </a:lnTo>
                <a:lnTo>
                  <a:pt x="960120" y="1356360"/>
                </a:lnTo>
                <a:lnTo>
                  <a:pt x="960120" y="1356360"/>
                </a:lnTo>
                <a:lnTo>
                  <a:pt x="1295400" y="1661160"/>
                </a:lnTo>
                <a:lnTo>
                  <a:pt x="1143000" y="1965960"/>
                </a:lnTo>
                <a:lnTo>
                  <a:pt x="1432560" y="2606040"/>
                </a:lnTo>
                <a:lnTo>
                  <a:pt x="0" y="196596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F20EACE-9852-78F1-4FBB-9CBA12620ED1}"/>
              </a:ext>
            </a:extLst>
          </p:cNvPr>
          <p:cNvSpPr/>
          <p:nvPr/>
        </p:nvSpPr>
        <p:spPr>
          <a:xfrm>
            <a:off x="3823310" y="730265"/>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F2AFDAEF-78AA-6FD4-A508-AC4380FEA619}"/>
              </a:ext>
            </a:extLst>
          </p:cNvPr>
          <p:cNvSpPr/>
          <p:nvPr/>
        </p:nvSpPr>
        <p:spPr>
          <a:xfrm>
            <a:off x="3823311" y="2102348"/>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EA33A962-ADB5-C609-4B98-527BC56A3C0A}"/>
              </a:ext>
            </a:extLst>
          </p:cNvPr>
          <p:cNvSpPr/>
          <p:nvPr/>
        </p:nvSpPr>
        <p:spPr>
          <a:xfrm>
            <a:off x="3823310" y="3474431"/>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9DF2B5F-5B30-E642-7F31-DB135089BD47}"/>
              </a:ext>
            </a:extLst>
          </p:cNvPr>
          <p:cNvSpPr/>
          <p:nvPr/>
        </p:nvSpPr>
        <p:spPr>
          <a:xfrm>
            <a:off x="3823310" y="4846514"/>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587A2C4F-A8CD-2DE2-C0B9-479B5B914D6B}"/>
              </a:ext>
            </a:extLst>
          </p:cNvPr>
          <p:cNvGrpSpPr/>
          <p:nvPr/>
        </p:nvGrpSpPr>
        <p:grpSpPr>
          <a:xfrm>
            <a:off x="3969504" y="900349"/>
            <a:ext cx="7678034" cy="863600"/>
            <a:chOff x="3969504" y="900349"/>
            <a:chExt cx="7678034" cy="863600"/>
          </a:xfrm>
        </p:grpSpPr>
        <p:grpSp>
          <p:nvGrpSpPr>
            <p:cNvPr id="14" name="组合 13">
              <a:extLst>
                <a:ext uri="{FF2B5EF4-FFF2-40B4-BE49-F238E27FC236}">
                  <a16:creationId xmlns:a16="http://schemas.microsoft.com/office/drawing/2014/main" id="{E4B22F19-F938-A29A-0459-4DA857DAB4A2}"/>
                </a:ext>
              </a:extLst>
            </p:cNvPr>
            <p:cNvGrpSpPr/>
            <p:nvPr/>
          </p:nvGrpSpPr>
          <p:grpSpPr>
            <a:xfrm>
              <a:off x="3969504" y="900349"/>
              <a:ext cx="3802026" cy="863600"/>
              <a:chOff x="4122774" y="900349"/>
              <a:chExt cx="3802026" cy="863600"/>
            </a:xfrm>
          </p:grpSpPr>
          <p:sp>
            <p:nvSpPr>
              <p:cNvPr id="11" name="任意多边形: 形状 10">
                <a:extLst>
                  <a:ext uri="{FF2B5EF4-FFF2-40B4-BE49-F238E27FC236}">
                    <a16:creationId xmlns:a16="http://schemas.microsoft.com/office/drawing/2014/main" id="{77CB30A2-0D3B-C722-E76F-426664DE2A34}"/>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F24BA0C9-AE17-6F65-92B7-B976CB2BB3FA}"/>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4F7C1429-2E3D-DF4F-6599-9645B863FBB7}"/>
                </a:ext>
              </a:extLst>
            </p:cNvPr>
            <p:cNvGrpSpPr/>
            <p:nvPr/>
          </p:nvGrpSpPr>
          <p:grpSpPr>
            <a:xfrm>
              <a:off x="7845512" y="900349"/>
              <a:ext cx="3802026" cy="863600"/>
              <a:chOff x="4122774" y="900349"/>
              <a:chExt cx="3802026" cy="863600"/>
            </a:xfrm>
          </p:grpSpPr>
          <p:sp>
            <p:nvSpPr>
              <p:cNvPr id="16" name="任意多边形: 形状 15">
                <a:extLst>
                  <a:ext uri="{FF2B5EF4-FFF2-40B4-BE49-F238E27FC236}">
                    <a16:creationId xmlns:a16="http://schemas.microsoft.com/office/drawing/2014/main" id="{9E247BD0-EB70-E7FF-18A8-779FE5EB7580}"/>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7FA8DD5D-0CD5-101B-3917-F29AC805341B}"/>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6516838E-9B27-E423-6908-E36EC77F6B74}"/>
              </a:ext>
            </a:extLst>
          </p:cNvPr>
          <p:cNvGrpSpPr/>
          <p:nvPr/>
        </p:nvGrpSpPr>
        <p:grpSpPr>
          <a:xfrm>
            <a:off x="3969504" y="2272431"/>
            <a:ext cx="7678034" cy="863600"/>
            <a:chOff x="3969504" y="900349"/>
            <a:chExt cx="7678034" cy="863600"/>
          </a:xfrm>
        </p:grpSpPr>
        <p:grpSp>
          <p:nvGrpSpPr>
            <p:cNvPr id="20" name="组合 19">
              <a:extLst>
                <a:ext uri="{FF2B5EF4-FFF2-40B4-BE49-F238E27FC236}">
                  <a16:creationId xmlns:a16="http://schemas.microsoft.com/office/drawing/2014/main" id="{34CF3D61-5659-B82A-8F27-FF56DF45C3E2}"/>
                </a:ext>
              </a:extLst>
            </p:cNvPr>
            <p:cNvGrpSpPr/>
            <p:nvPr/>
          </p:nvGrpSpPr>
          <p:grpSpPr>
            <a:xfrm>
              <a:off x="3969504" y="900349"/>
              <a:ext cx="3802026" cy="863600"/>
              <a:chOff x="4122774" y="900349"/>
              <a:chExt cx="3802026" cy="863600"/>
            </a:xfrm>
          </p:grpSpPr>
          <p:sp>
            <p:nvSpPr>
              <p:cNvPr id="24" name="任意多边形: 形状 23">
                <a:extLst>
                  <a:ext uri="{FF2B5EF4-FFF2-40B4-BE49-F238E27FC236}">
                    <a16:creationId xmlns:a16="http://schemas.microsoft.com/office/drawing/2014/main" id="{1FE2C14C-1F74-BAA7-A8CF-D418B81C57B3}"/>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9C773455-4B51-23E1-0BB4-788D92177ED3}"/>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6DE806FB-C2EA-4D28-B1F1-E87809DA2DB3}"/>
                </a:ext>
              </a:extLst>
            </p:cNvPr>
            <p:cNvGrpSpPr/>
            <p:nvPr/>
          </p:nvGrpSpPr>
          <p:grpSpPr>
            <a:xfrm>
              <a:off x="7845512" y="900349"/>
              <a:ext cx="3802026" cy="863600"/>
              <a:chOff x="4122774" y="900349"/>
              <a:chExt cx="3802026" cy="863600"/>
            </a:xfrm>
          </p:grpSpPr>
          <p:sp>
            <p:nvSpPr>
              <p:cNvPr id="22" name="任意多边形: 形状 21">
                <a:extLst>
                  <a:ext uri="{FF2B5EF4-FFF2-40B4-BE49-F238E27FC236}">
                    <a16:creationId xmlns:a16="http://schemas.microsoft.com/office/drawing/2014/main" id="{F0D8A06C-3C1B-9A48-A74B-5629926AE638}"/>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A5537A52-EBB3-D5D8-53BC-A1EEC39EF80D}"/>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6" name="组合 25">
            <a:extLst>
              <a:ext uri="{FF2B5EF4-FFF2-40B4-BE49-F238E27FC236}">
                <a16:creationId xmlns:a16="http://schemas.microsoft.com/office/drawing/2014/main" id="{A51566C1-C393-85C3-944E-E692B107EA8C}"/>
              </a:ext>
            </a:extLst>
          </p:cNvPr>
          <p:cNvGrpSpPr/>
          <p:nvPr/>
        </p:nvGrpSpPr>
        <p:grpSpPr>
          <a:xfrm>
            <a:off x="3969504" y="3644514"/>
            <a:ext cx="7678034" cy="863600"/>
            <a:chOff x="3969504" y="900349"/>
            <a:chExt cx="7678034" cy="863600"/>
          </a:xfrm>
        </p:grpSpPr>
        <p:grpSp>
          <p:nvGrpSpPr>
            <p:cNvPr id="27" name="组合 26">
              <a:extLst>
                <a:ext uri="{FF2B5EF4-FFF2-40B4-BE49-F238E27FC236}">
                  <a16:creationId xmlns:a16="http://schemas.microsoft.com/office/drawing/2014/main" id="{919B62A9-8016-8315-CA71-96E7FFEDB3CF}"/>
                </a:ext>
              </a:extLst>
            </p:cNvPr>
            <p:cNvGrpSpPr/>
            <p:nvPr/>
          </p:nvGrpSpPr>
          <p:grpSpPr>
            <a:xfrm>
              <a:off x="3969504" y="900349"/>
              <a:ext cx="3802026" cy="863600"/>
              <a:chOff x="4122774" y="900349"/>
              <a:chExt cx="3802026" cy="863600"/>
            </a:xfrm>
          </p:grpSpPr>
          <p:sp>
            <p:nvSpPr>
              <p:cNvPr id="31" name="任意多边形: 形状 30">
                <a:extLst>
                  <a:ext uri="{FF2B5EF4-FFF2-40B4-BE49-F238E27FC236}">
                    <a16:creationId xmlns:a16="http://schemas.microsoft.com/office/drawing/2014/main" id="{09C4286E-E923-41BE-8C02-3D0233A14883}"/>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id="{4A0AB917-3E7A-C6D7-99A2-B3CEEB3547D2}"/>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05FD2C04-FAF0-5350-7B47-A1368202616E}"/>
                </a:ext>
              </a:extLst>
            </p:cNvPr>
            <p:cNvGrpSpPr/>
            <p:nvPr/>
          </p:nvGrpSpPr>
          <p:grpSpPr>
            <a:xfrm>
              <a:off x="7845512" y="900349"/>
              <a:ext cx="3802026" cy="863600"/>
              <a:chOff x="4122774" y="900349"/>
              <a:chExt cx="3802026" cy="863600"/>
            </a:xfrm>
          </p:grpSpPr>
          <p:sp>
            <p:nvSpPr>
              <p:cNvPr id="29" name="任意多边形: 形状 28">
                <a:extLst>
                  <a:ext uri="{FF2B5EF4-FFF2-40B4-BE49-F238E27FC236}">
                    <a16:creationId xmlns:a16="http://schemas.microsoft.com/office/drawing/2014/main" id="{53D0E197-9A2A-F10C-AC1E-76A49092CD15}"/>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F03392C5-BB59-195A-3F20-1C10AA710752}"/>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3" name="组合 32">
            <a:extLst>
              <a:ext uri="{FF2B5EF4-FFF2-40B4-BE49-F238E27FC236}">
                <a16:creationId xmlns:a16="http://schemas.microsoft.com/office/drawing/2014/main" id="{68BDDFEB-E69D-7C58-7338-F80963A5F007}"/>
              </a:ext>
            </a:extLst>
          </p:cNvPr>
          <p:cNvGrpSpPr/>
          <p:nvPr/>
        </p:nvGrpSpPr>
        <p:grpSpPr>
          <a:xfrm>
            <a:off x="3969504" y="5016597"/>
            <a:ext cx="7678034" cy="863600"/>
            <a:chOff x="3969504" y="900349"/>
            <a:chExt cx="7678034" cy="863600"/>
          </a:xfrm>
        </p:grpSpPr>
        <p:grpSp>
          <p:nvGrpSpPr>
            <p:cNvPr id="34" name="组合 33">
              <a:extLst>
                <a:ext uri="{FF2B5EF4-FFF2-40B4-BE49-F238E27FC236}">
                  <a16:creationId xmlns:a16="http://schemas.microsoft.com/office/drawing/2014/main" id="{38873903-50F8-0993-A334-0235034E7EF4}"/>
                </a:ext>
              </a:extLst>
            </p:cNvPr>
            <p:cNvGrpSpPr/>
            <p:nvPr/>
          </p:nvGrpSpPr>
          <p:grpSpPr>
            <a:xfrm>
              <a:off x="3969504" y="900349"/>
              <a:ext cx="3802026" cy="863600"/>
              <a:chOff x="4122774" y="900349"/>
              <a:chExt cx="3802026" cy="863600"/>
            </a:xfrm>
          </p:grpSpPr>
          <p:sp>
            <p:nvSpPr>
              <p:cNvPr id="38" name="任意多边形: 形状 37">
                <a:extLst>
                  <a:ext uri="{FF2B5EF4-FFF2-40B4-BE49-F238E27FC236}">
                    <a16:creationId xmlns:a16="http://schemas.microsoft.com/office/drawing/2014/main" id="{1C698A31-B4D7-1636-BA5D-1E40FCFB3388}"/>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05936308-16BB-FBE1-3F4E-5B6BFD51AC49}"/>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70F6872F-C067-07BE-06F7-0AC9EC058D77}"/>
                </a:ext>
              </a:extLst>
            </p:cNvPr>
            <p:cNvGrpSpPr/>
            <p:nvPr/>
          </p:nvGrpSpPr>
          <p:grpSpPr>
            <a:xfrm>
              <a:off x="7845512" y="900349"/>
              <a:ext cx="3802026" cy="863600"/>
              <a:chOff x="4122774" y="900349"/>
              <a:chExt cx="3802026" cy="863600"/>
            </a:xfrm>
          </p:grpSpPr>
          <p:sp>
            <p:nvSpPr>
              <p:cNvPr id="36" name="任意多边形: 形状 35">
                <a:extLst>
                  <a:ext uri="{FF2B5EF4-FFF2-40B4-BE49-F238E27FC236}">
                    <a16:creationId xmlns:a16="http://schemas.microsoft.com/office/drawing/2014/main" id="{55677262-5E5E-AF54-FF59-5D445531FE7B}"/>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81828E0B-33CC-5337-FBE5-3907F92A39BF}"/>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0" name="矩形 39">
            <a:extLst>
              <a:ext uri="{FF2B5EF4-FFF2-40B4-BE49-F238E27FC236}">
                <a16:creationId xmlns:a16="http://schemas.microsoft.com/office/drawing/2014/main" id="{AC17B8C7-CA49-5E9F-233E-C102D45BC0E3}"/>
              </a:ext>
            </a:extLst>
          </p:cNvPr>
          <p:cNvSpPr/>
          <p:nvPr/>
        </p:nvSpPr>
        <p:spPr>
          <a:xfrm>
            <a:off x="11785600" y="730265"/>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15B8DE97-D5FE-BA9B-D0C6-15FF4B5EFDE7}"/>
              </a:ext>
            </a:extLst>
          </p:cNvPr>
          <p:cNvSpPr/>
          <p:nvPr/>
        </p:nvSpPr>
        <p:spPr>
          <a:xfrm>
            <a:off x="11785600" y="2102348"/>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137E1E0A-D3C6-B234-90A5-C0CC1891E2DD}"/>
              </a:ext>
            </a:extLst>
          </p:cNvPr>
          <p:cNvSpPr/>
          <p:nvPr/>
        </p:nvSpPr>
        <p:spPr>
          <a:xfrm>
            <a:off x="11785600" y="3474431"/>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E0272DCE-1224-4407-D2B5-87ED7BC7B4D4}"/>
              </a:ext>
            </a:extLst>
          </p:cNvPr>
          <p:cNvSpPr/>
          <p:nvPr/>
        </p:nvSpPr>
        <p:spPr>
          <a:xfrm>
            <a:off x="11781534" y="4846514"/>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EE77DBD1-F5BE-0A43-621E-19FB0B47319E}"/>
              </a:ext>
            </a:extLst>
          </p:cNvPr>
          <p:cNvGrpSpPr/>
          <p:nvPr/>
        </p:nvGrpSpPr>
        <p:grpSpPr>
          <a:xfrm>
            <a:off x="3997337" y="784891"/>
            <a:ext cx="5085954" cy="1117931"/>
            <a:chOff x="3997337" y="784891"/>
            <a:chExt cx="5085954" cy="1117931"/>
          </a:xfrm>
        </p:grpSpPr>
        <p:sp>
          <p:nvSpPr>
            <p:cNvPr id="44" name="矩形 43">
              <a:extLst>
                <a:ext uri="{FF2B5EF4-FFF2-40B4-BE49-F238E27FC236}">
                  <a16:creationId xmlns:a16="http://schemas.microsoft.com/office/drawing/2014/main" id="{A63299A6-C338-3EC6-8321-C42A09A04524}"/>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B3350B5C-FA81-C088-5A37-BC4F2651CD6C}"/>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09DBDBA1-D309-B77C-B6A0-EAE68AD7404A}"/>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01</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D11A6F8E-3A84-B30C-12F7-7684DBC5AEF9}"/>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49" name="组合 48">
            <a:extLst>
              <a:ext uri="{FF2B5EF4-FFF2-40B4-BE49-F238E27FC236}">
                <a16:creationId xmlns:a16="http://schemas.microsoft.com/office/drawing/2014/main" id="{85CF2BBC-CA0F-F2D3-2CFD-DD3E1E920072}"/>
              </a:ext>
            </a:extLst>
          </p:cNvPr>
          <p:cNvGrpSpPr/>
          <p:nvPr/>
        </p:nvGrpSpPr>
        <p:grpSpPr>
          <a:xfrm>
            <a:off x="4001387" y="2144810"/>
            <a:ext cx="5085954" cy="1117931"/>
            <a:chOff x="3997337" y="784891"/>
            <a:chExt cx="5085954" cy="1117931"/>
          </a:xfrm>
        </p:grpSpPr>
        <p:sp>
          <p:nvSpPr>
            <p:cNvPr id="50" name="矩形 49">
              <a:extLst>
                <a:ext uri="{FF2B5EF4-FFF2-40B4-BE49-F238E27FC236}">
                  <a16:creationId xmlns:a16="http://schemas.microsoft.com/office/drawing/2014/main" id="{FE94B370-D87F-2A97-ACC8-861B076BB18A}"/>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13E0BA4D-08AB-040F-ED48-F83995D339CF}"/>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50E1C491-8B3A-AE1F-8EEE-4CF1DB8EC5D7}"/>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02</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37FB35DA-51B6-C3D1-1531-05DC50591035}"/>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4" name="组合 53">
            <a:extLst>
              <a:ext uri="{FF2B5EF4-FFF2-40B4-BE49-F238E27FC236}">
                <a16:creationId xmlns:a16="http://schemas.microsoft.com/office/drawing/2014/main" id="{6E1BC44A-E51D-4C2A-5B74-73FA004E413A}"/>
              </a:ext>
            </a:extLst>
          </p:cNvPr>
          <p:cNvGrpSpPr/>
          <p:nvPr/>
        </p:nvGrpSpPr>
        <p:grpSpPr>
          <a:xfrm>
            <a:off x="3997337" y="3517349"/>
            <a:ext cx="5085954" cy="1117931"/>
            <a:chOff x="3997337" y="784891"/>
            <a:chExt cx="5085954" cy="1117931"/>
          </a:xfrm>
        </p:grpSpPr>
        <p:sp>
          <p:nvSpPr>
            <p:cNvPr id="55" name="矩形 54">
              <a:extLst>
                <a:ext uri="{FF2B5EF4-FFF2-40B4-BE49-F238E27FC236}">
                  <a16:creationId xmlns:a16="http://schemas.microsoft.com/office/drawing/2014/main" id="{DD65DE31-5216-894A-FB56-AC20FB859FF7}"/>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F239ACD3-8F0C-0414-7B7E-67408674BAC9}"/>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A774DD7F-E7E8-AE67-7D40-E61B58087746}"/>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03</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FEF0DE99-A243-5F64-0FCA-F8595A939933}"/>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9" name="组合 58">
            <a:extLst>
              <a:ext uri="{FF2B5EF4-FFF2-40B4-BE49-F238E27FC236}">
                <a16:creationId xmlns:a16="http://schemas.microsoft.com/office/drawing/2014/main" id="{83B8D3C2-DE0C-D84D-CEEB-FF225F5CCFD6}"/>
              </a:ext>
            </a:extLst>
          </p:cNvPr>
          <p:cNvGrpSpPr/>
          <p:nvPr/>
        </p:nvGrpSpPr>
        <p:grpSpPr>
          <a:xfrm>
            <a:off x="3996467" y="4889430"/>
            <a:ext cx="5085954" cy="1117931"/>
            <a:chOff x="3997337" y="784891"/>
            <a:chExt cx="5085954" cy="1117931"/>
          </a:xfrm>
        </p:grpSpPr>
        <p:sp>
          <p:nvSpPr>
            <p:cNvPr id="60" name="矩形 59">
              <a:extLst>
                <a:ext uri="{FF2B5EF4-FFF2-40B4-BE49-F238E27FC236}">
                  <a16:creationId xmlns:a16="http://schemas.microsoft.com/office/drawing/2014/main" id="{51DC6A46-13C1-CE84-9D24-6BCA1F4D15FA}"/>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51E9F9CE-820E-5302-83E1-F536048B9816}"/>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CD5206F9-BDA7-4716-84EE-509A68514E19}"/>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04</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63" name="文本框 62">
              <a:extLst>
                <a:ext uri="{FF2B5EF4-FFF2-40B4-BE49-F238E27FC236}">
                  <a16:creationId xmlns:a16="http://schemas.microsoft.com/office/drawing/2014/main" id="{F198DE7A-140A-94E9-D136-5DC75CAE3F89}"/>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cxnSp>
        <p:nvCxnSpPr>
          <p:cNvPr id="65" name="直接连接符 64">
            <a:extLst>
              <a:ext uri="{FF2B5EF4-FFF2-40B4-BE49-F238E27FC236}">
                <a16:creationId xmlns:a16="http://schemas.microsoft.com/office/drawing/2014/main" id="{BD5C1551-37C2-EFFB-5B71-73F2769275F6}"/>
              </a:ext>
            </a:extLst>
          </p:cNvPr>
          <p:cNvCxnSpPr/>
          <p:nvPr/>
        </p:nvCxnSpPr>
        <p:spPr>
          <a:xfrm flipV="1">
            <a:off x="182880" y="0"/>
            <a:ext cx="3913588" cy="6858000"/>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2A65CB9-1ED1-1368-E21F-3F92FCE7C0EC}"/>
              </a:ext>
            </a:extLst>
          </p:cNvPr>
          <p:cNvCxnSpPr>
            <a:cxnSpLocks/>
          </p:cNvCxnSpPr>
          <p:nvPr/>
        </p:nvCxnSpPr>
        <p:spPr>
          <a:xfrm flipH="1" flipV="1">
            <a:off x="1659792" y="0"/>
            <a:ext cx="1764960" cy="6854907"/>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7157B0B4-2E0F-EE33-A69D-C2264C6933BD}"/>
              </a:ext>
            </a:extLst>
          </p:cNvPr>
          <p:cNvSpPr/>
          <p:nvPr/>
        </p:nvSpPr>
        <p:spPr>
          <a:xfrm>
            <a:off x="-4953" y="111352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gradFill flip="none" rotWithShape="1">
            <a:gsLst>
              <a:gs pos="0">
                <a:srgbClr val="471717"/>
              </a:gs>
              <a:gs pos="100000">
                <a:srgbClr val="03010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8073C699-C0C1-395F-CCC9-3E083806FA2D}"/>
              </a:ext>
            </a:extLst>
          </p:cNvPr>
          <p:cNvSpPr txBox="1"/>
          <p:nvPr/>
        </p:nvSpPr>
        <p:spPr>
          <a:xfrm rot="5400000">
            <a:off x="2711450" y="1575437"/>
            <a:ext cx="726095" cy="369332"/>
          </a:xfrm>
          <a:prstGeom prst="rect">
            <a:avLst/>
          </a:prstGeom>
          <a:noFill/>
        </p:spPr>
        <p:txBody>
          <a:bodyPr wrap="square" rtlCol="0">
            <a:spAutoFit/>
          </a:bodyPr>
          <a:lstStyle/>
          <a:p>
            <a:r>
              <a:rPr lang="en-US" altLang="zh-CN" b="1" dirty="0">
                <a:latin typeface="微软雅黑 Light" panose="020B0502040204020203" pitchFamily="34" charset="-122"/>
                <a:ea typeface="微软雅黑 Light" panose="020B0502040204020203" pitchFamily="34" charset="-122"/>
              </a:rPr>
              <a:t>235</a:t>
            </a:r>
            <a:endParaRPr lang="zh-CN" altLang="en-US" b="1" dirty="0">
              <a:latin typeface="微软雅黑 Light" panose="020B0502040204020203" pitchFamily="34" charset="-122"/>
              <a:ea typeface="微软雅黑 Light" panose="020B0502040204020203" pitchFamily="34" charset="-122"/>
            </a:endParaRPr>
          </a:p>
        </p:txBody>
      </p:sp>
      <p:pic>
        <p:nvPicPr>
          <p:cNvPr id="105" name="图片 104">
            <a:extLst>
              <a:ext uri="{FF2B5EF4-FFF2-40B4-BE49-F238E27FC236}">
                <a16:creationId xmlns:a16="http://schemas.microsoft.com/office/drawing/2014/main" id="{1C243ADD-ADE2-BBF4-D2F5-3704C00C34DF}"/>
              </a:ext>
            </a:extLst>
          </p:cNvPr>
          <p:cNvPicPr>
            <a:picLocks noChangeAspect="1"/>
          </p:cNvPicPr>
          <p:nvPr/>
        </p:nvPicPr>
        <p:blipFill>
          <a:blip r:embed="rId2">
            <a:alphaModFix amt="50000"/>
          </a:blip>
          <a:stretch>
            <a:fillRect/>
          </a:stretch>
        </p:blipFill>
        <p:spPr>
          <a:xfrm>
            <a:off x="1722985" y="1385708"/>
            <a:ext cx="749873" cy="3840813"/>
          </a:xfrm>
          <a:prstGeom prst="rect">
            <a:avLst/>
          </a:prstGeom>
        </p:spPr>
      </p:pic>
      <p:pic>
        <p:nvPicPr>
          <p:cNvPr id="104" name="图片 103">
            <a:extLst>
              <a:ext uri="{FF2B5EF4-FFF2-40B4-BE49-F238E27FC236}">
                <a16:creationId xmlns:a16="http://schemas.microsoft.com/office/drawing/2014/main" id="{C9646783-C83F-0996-74BB-F4C9214F1AD0}"/>
              </a:ext>
            </a:extLst>
          </p:cNvPr>
          <p:cNvPicPr>
            <a:picLocks noChangeAspect="1"/>
          </p:cNvPicPr>
          <p:nvPr/>
        </p:nvPicPr>
        <p:blipFill>
          <a:blip r:embed="rId2">
            <a:alphaModFix amt="50000"/>
          </a:blip>
          <a:stretch>
            <a:fillRect/>
          </a:stretch>
        </p:blipFill>
        <p:spPr>
          <a:xfrm>
            <a:off x="2485100" y="1385708"/>
            <a:ext cx="749873" cy="3840813"/>
          </a:xfrm>
          <a:prstGeom prst="rect">
            <a:avLst/>
          </a:prstGeom>
        </p:spPr>
      </p:pic>
      <p:sp>
        <p:nvSpPr>
          <p:cNvPr id="88" name="椭圆 87">
            <a:extLst>
              <a:ext uri="{FF2B5EF4-FFF2-40B4-BE49-F238E27FC236}">
                <a16:creationId xmlns:a16="http://schemas.microsoft.com/office/drawing/2014/main" id="{706C41A0-ED1F-47EA-5A6E-3D280B0C1F0F}"/>
              </a:ext>
            </a:extLst>
          </p:cNvPr>
          <p:cNvSpPr/>
          <p:nvPr/>
        </p:nvSpPr>
        <p:spPr>
          <a:xfrm>
            <a:off x="786718" y="1357815"/>
            <a:ext cx="1932974" cy="1932974"/>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F80FD2C5-B031-083F-D421-5B462944E3CB}"/>
              </a:ext>
            </a:extLst>
          </p:cNvPr>
          <p:cNvSpPr txBox="1"/>
          <p:nvPr/>
        </p:nvSpPr>
        <p:spPr>
          <a:xfrm>
            <a:off x="1168559" y="1913192"/>
            <a:ext cx="183079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内容一览</a:t>
            </a:r>
          </a:p>
        </p:txBody>
      </p:sp>
      <p:sp>
        <p:nvSpPr>
          <p:cNvPr id="90" name="文本框 89">
            <a:extLst>
              <a:ext uri="{FF2B5EF4-FFF2-40B4-BE49-F238E27FC236}">
                <a16:creationId xmlns:a16="http://schemas.microsoft.com/office/drawing/2014/main" id="{09B13321-99B2-B01B-F364-4A5DDD4FF615}"/>
              </a:ext>
            </a:extLst>
          </p:cNvPr>
          <p:cNvSpPr txBox="1"/>
          <p:nvPr/>
        </p:nvSpPr>
        <p:spPr>
          <a:xfrm>
            <a:off x="1921865" y="2481617"/>
            <a:ext cx="570802" cy="369332"/>
          </a:xfrm>
          <a:prstGeom prst="rect">
            <a:avLst/>
          </a:prstGeom>
          <a:noFill/>
        </p:spPr>
        <p:txBody>
          <a:bodyPr wrap="square" rtlCol="0">
            <a:spAutoFit/>
          </a:bodyPr>
          <a:lstStyle/>
          <a:p>
            <a:pPr algn="dist"/>
            <a:r>
              <a:rPr lang="en-US" altLang="zh-CN" dirty="0">
                <a:solidFill>
                  <a:srgbClr val="AC8B5F"/>
                </a:solidFill>
                <a:latin typeface="微软雅黑 Light" panose="020B0502040204020203" pitchFamily="34" charset="-122"/>
                <a:ea typeface="微软雅黑 Light" panose="020B0502040204020203" pitchFamily="34" charset="-122"/>
              </a:rPr>
              <a:t>0/4</a:t>
            </a:r>
            <a:endParaRPr lang="zh-CN" altLang="en-US" dirty="0">
              <a:solidFill>
                <a:srgbClr val="AC8B5F"/>
              </a:solidFill>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3C7B4B76-F93A-D5A0-C0E9-B04F64F94557}"/>
              </a:ext>
            </a:extLst>
          </p:cNvPr>
          <p:cNvSpPr/>
          <p:nvPr/>
        </p:nvSpPr>
        <p:spPr>
          <a:xfrm>
            <a:off x="1905704" y="3598076"/>
            <a:ext cx="411480" cy="457200"/>
          </a:xfrm>
          <a:custGeom>
            <a:avLst/>
            <a:gdLst>
              <a:gd name="connsiteX0" fmla="*/ 0 w 411480"/>
              <a:gd name="connsiteY0" fmla="*/ 0 h 457200"/>
              <a:gd name="connsiteX1" fmla="*/ 0 w 411480"/>
              <a:gd name="connsiteY1" fmla="*/ 91440 h 457200"/>
              <a:gd name="connsiteX2" fmla="*/ 411480 w 411480"/>
              <a:gd name="connsiteY2" fmla="*/ 457200 h 457200"/>
              <a:gd name="connsiteX3" fmla="*/ 0 w 411480"/>
              <a:gd name="connsiteY3" fmla="*/ 0 h 457200"/>
            </a:gdLst>
            <a:ahLst/>
            <a:cxnLst>
              <a:cxn ang="0">
                <a:pos x="connsiteX0" y="connsiteY0"/>
              </a:cxn>
              <a:cxn ang="0">
                <a:pos x="connsiteX1" y="connsiteY1"/>
              </a:cxn>
              <a:cxn ang="0">
                <a:pos x="connsiteX2" y="connsiteY2"/>
              </a:cxn>
              <a:cxn ang="0">
                <a:pos x="connsiteX3" y="connsiteY3"/>
              </a:cxn>
            </a:cxnLst>
            <a:rect l="l" t="t" r="r" b="b"/>
            <a:pathLst>
              <a:path w="411480" h="457200">
                <a:moveTo>
                  <a:pt x="0" y="0"/>
                </a:moveTo>
                <a:lnTo>
                  <a:pt x="0" y="91440"/>
                </a:lnTo>
                <a:lnTo>
                  <a:pt x="411480" y="4572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67C1CDCC-1EA0-C1DB-70CE-90AB4DA46496}"/>
              </a:ext>
            </a:extLst>
          </p:cNvPr>
          <p:cNvSpPr/>
          <p:nvPr/>
        </p:nvSpPr>
        <p:spPr>
          <a:xfrm>
            <a:off x="1825100" y="3321440"/>
            <a:ext cx="198120" cy="243840"/>
          </a:xfrm>
          <a:custGeom>
            <a:avLst/>
            <a:gdLst>
              <a:gd name="connsiteX0" fmla="*/ 0 w 198120"/>
              <a:gd name="connsiteY0" fmla="*/ 45720 h 243840"/>
              <a:gd name="connsiteX1" fmla="*/ 137160 w 198120"/>
              <a:gd name="connsiteY1" fmla="*/ 243840 h 243840"/>
              <a:gd name="connsiteX2" fmla="*/ 198120 w 198120"/>
              <a:gd name="connsiteY2" fmla="*/ 0 h 243840"/>
              <a:gd name="connsiteX3" fmla="*/ 0 w 198120"/>
              <a:gd name="connsiteY3" fmla="*/ 45720 h 243840"/>
            </a:gdLst>
            <a:ahLst/>
            <a:cxnLst>
              <a:cxn ang="0">
                <a:pos x="connsiteX0" y="connsiteY0"/>
              </a:cxn>
              <a:cxn ang="0">
                <a:pos x="connsiteX1" y="connsiteY1"/>
              </a:cxn>
              <a:cxn ang="0">
                <a:pos x="connsiteX2" y="connsiteY2"/>
              </a:cxn>
              <a:cxn ang="0">
                <a:pos x="connsiteX3" y="connsiteY3"/>
              </a:cxn>
            </a:cxnLst>
            <a:rect l="l" t="t" r="r" b="b"/>
            <a:pathLst>
              <a:path w="198120" h="243840">
                <a:moveTo>
                  <a:pt x="0" y="45720"/>
                </a:moveTo>
                <a:lnTo>
                  <a:pt x="137160" y="243840"/>
                </a:lnTo>
                <a:lnTo>
                  <a:pt x="198120" y="0"/>
                </a:lnTo>
                <a:lnTo>
                  <a:pt x="0" y="4572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形状 105">
            <a:extLst>
              <a:ext uri="{FF2B5EF4-FFF2-40B4-BE49-F238E27FC236}">
                <a16:creationId xmlns:a16="http://schemas.microsoft.com/office/drawing/2014/main" id="{F457ACEC-2807-D16A-8515-14637D173A44}"/>
              </a:ext>
            </a:extLst>
          </p:cNvPr>
          <p:cNvSpPr/>
          <p:nvPr/>
        </p:nvSpPr>
        <p:spPr>
          <a:xfrm>
            <a:off x="2175678" y="3337838"/>
            <a:ext cx="213360" cy="243840"/>
          </a:xfrm>
          <a:custGeom>
            <a:avLst/>
            <a:gdLst>
              <a:gd name="connsiteX0" fmla="*/ 0 w 213360"/>
              <a:gd name="connsiteY0" fmla="*/ 0 h 243840"/>
              <a:gd name="connsiteX1" fmla="*/ 30480 w 213360"/>
              <a:gd name="connsiteY1" fmla="*/ 182880 h 243840"/>
              <a:gd name="connsiteX2" fmla="*/ 213360 w 213360"/>
              <a:gd name="connsiteY2" fmla="*/ 243840 h 243840"/>
              <a:gd name="connsiteX3" fmla="*/ 0 w 213360"/>
              <a:gd name="connsiteY3" fmla="*/ 0 h 243840"/>
            </a:gdLst>
            <a:ahLst/>
            <a:cxnLst>
              <a:cxn ang="0">
                <a:pos x="connsiteX0" y="connsiteY0"/>
              </a:cxn>
              <a:cxn ang="0">
                <a:pos x="connsiteX1" y="connsiteY1"/>
              </a:cxn>
              <a:cxn ang="0">
                <a:pos x="connsiteX2" y="connsiteY2"/>
              </a:cxn>
              <a:cxn ang="0">
                <a:pos x="connsiteX3" y="connsiteY3"/>
              </a:cxn>
            </a:cxnLst>
            <a:rect l="l" t="t" r="r" b="b"/>
            <a:pathLst>
              <a:path w="213360" h="243840">
                <a:moveTo>
                  <a:pt x="0" y="0"/>
                </a:moveTo>
                <a:lnTo>
                  <a:pt x="30480" y="182880"/>
                </a:lnTo>
                <a:lnTo>
                  <a:pt x="213360" y="24384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33BF677E-5E9C-3588-B9C8-EE115E05A53D}"/>
              </a:ext>
            </a:extLst>
          </p:cNvPr>
          <p:cNvSpPr/>
          <p:nvPr/>
        </p:nvSpPr>
        <p:spPr>
          <a:xfrm>
            <a:off x="2293349" y="3777586"/>
            <a:ext cx="106680" cy="137160"/>
          </a:xfrm>
          <a:custGeom>
            <a:avLst/>
            <a:gdLst>
              <a:gd name="connsiteX0" fmla="*/ 0 w 106680"/>
              <a:gd name="connsiteY0" fmla="*/ 106680 h 137160"/>
              <a:gd name="connsiteX1" fmla="*/ 76200 w 106680"/>
              <a:gd name="connsiteY1" fmla="*/ 137160 h 137160"/>
              <a:gd name="connsiteX2" fmla="*/ 106680 w 106680"/>
              <a:gd name="connsiteY2" fmla="*/ 91440 h 137160"/>
              <a:gd name="connsiteX3" fmla="*/ 106680 w 106680"/>
              <a:gd name="connsiteY3" fmla="*/ 0 h 137160"/>
              <a:gd name="connsiteX4" fmla="*/ 0 w 106680"/>
              <a:gd name="connsiteY4" fmla="*/ 106680 h 137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37160">
                <a:moveTo>
                  <a:pt x="0" y="106680"/>
                </a:moveTo>
                <a:lnTo>
                  <a:pt x="76200" y="137160"/>
                </a:lnTo>
                <a:lnTo>
                  <a:pt x="106680" y="91440"/>
                </a:lnTo>
                <a:lnTo>
                  <a:pt x="106680" y="0"/>
                </a:lnTo>
                <a:lnTo>
                  <a:pt x="0" y="10668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5B601350-4199-D058-1232-D2159B453631}"/>
              </a:ext>
            </a:extLst>
          </p:cNvPr>
          <p:cNvGrpSpPr/>
          <p:nvPr/>
        </p:nvGrpSpPr>
        <p:grpSpPr>
          <a:xfrm>
            <a:off x="619980" y="1913192"/>
            <a:ext cx="582030" cy="625839"/>
            <a:chOff x="5979795" y="4168140"/>
            <a:chExt cx="422910" cy="454742"/>
          </a:xfrm>
          <a:solidFill>
            <a:srgbClr val="B59F73"/>
          </a:solidFill>
        </p:grpSpPr>
        <p:sp>
          <p:nvSpPr>
            <p:cNvPr id="70" name="任意多边形: 形状 69">
              <a:extLst>
                <a:ext uri="{FF2B5EF4-FFF2-40B4-BE49-F238E27FC236}">
                  <a16:creationId xmlns:a16="http://schemas.microsoft.com/office/drawing/2014/main" id="{2DE77E05-737E-AB1F-521C-64614E9C0CFB}"/>
                </a:ext>
              </a:extLst>
            </p:cNvPr>
            <p:cNvSpPr/>
            <p:nvPr/>
          </p:nvSpPr>
          <p:spPr>
            <a:xfrm>
              <a:off x="5979795" y="41681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E747F24E-8161-657A-BF3B-8B07BB6682AB}"/>
                </a:ext>
              </a:extLst>
            </p:cNvPr>
            <p:cNvSpPr/>
            <p:nvPr/>
          </p:nvSpPr>
          <p:spPr>
            <a:xfrm rot="10800000">
              <a:off x="6109335" y="42824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286882FD-F48C-500F-2CC8-1CFC348345A2}"/>
                </a:ext>
              </a:extLst>
            </p:cNvPr>
            <p:cNvSpPr/>
            <p:nvPr/>
          </p:nvSpPr>
          <p:spPr>
            <a:xfrm>
              <a:off x="5981700" y="417576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5922D83F-1CE1-C277-75D5-1423F35A34F8}"/>
                </a:ext>
              </a:extLst>
            </p:cNvPr>
            <p:cNvSpPr/>
            <p:nvPr/>
          </p:nvSpPr>
          <p:spPr>
            <a:xfrm rot="5400000">
              <a:off x="6297617" y="416963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1E52813C-2BAE-F50D-3BF3-D8EA7FF2D2D8}"/>
                </a:ext>
              </a:extLst>
            </p:cNvPr>
            <p:cNvSpPr/>
            <p:nvPr/>
          </p:nvSpPr>
          <p:spPr>
            <a:xfrm rot="10800000">
              <a:off x="6299368" y="4518273"/>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64C43E91-6427-A2D1-62D6-1CAFC151DF95}"/>
                </a:ext>
              </a:extLst>
            </p:cNvPr>
            <p:cNvSpPr/>
            <p:nvPr/>
          </p:nvSpPr>
          <p:spPr>
            <a:xfrm rot="16200000">
              <a:off x="5981700" y="4523822"/>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21031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25200">
              <a:srgbClr val="E4D5C6"/>
            </a:gs>
            <a:gs pos="100000">
              <a:srgbClr val="F8F0E9"/>
            </a:gs>
            <a:gs pos="0">
              <a:srgbClr val="C0A588"/>
            </a:gs>
          </a:gsLst>
          <a:lin ang="5400000" scaled="1"/>
          <a:tileRect/>
        </a:gra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883892E-BFE3-1684-76C8-A550CE47273A}"/>
              </a:ext>
            </a:extLst>
          </p:cNvPr>
          <p:cNvPicPr>
            <a:picLocks noChangeAspect="1" noChangeArrowheads="1"/>
          </p:cNvPicPr>
          <p:nvPr/>
        </p:nvPicPr>
        <p:blipFill rotWithShape="1">
          <a:blip r:embed="rId2">
            <a:alphaModFix amt="20000"/>
            <a:duotone>
              <a:prstClr val="black"/>
              <a:schemeClr val="accent1">
                <a:lumMod val="50000"/>
                <a:tint val="45000"/>
                <a:satMod val="400000"/>
              </a:schemeClr>
            </a:duotone>
            <a:extLst>
              <a:ext uri="{28A0092B-C50C-407E-A947-70E740481C1C}">
                <a14:useLocalDpi xmlns:a14="http://schemas.microsoft.com/office/drawing/2010/main" val="0"/>
              </a:ext>
            </a:extLst>
          </a:blip>
          <a:srcRect l="26471"/>
          <a:stretch/>
        </p:blipFill>
        <p:spPr bwMode="auto">
          <a:xfrm>
            <a:off x="-1" y="-124197"/>
            <a:ext cx="3571875" cy="4857750"/>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组合 10">
            <a:extLst>
              <a:ext uri="{FF2B5EF4-FFF2-40B4-BE49-F238E27FC236}">
                <a16:creationId xmlns:a16="http://schemas.microsoft.com/office/drawing/2014/main" id="{BC1FE395-09DB-E272-15D3-2F4C48948789}"/>
              </a:ext>
            </a:extLst>
          </p:cNvPr>
          <p:cNvGrpSpPr/>
          <p:nvPr/>
        </p:nvGrpSpPr>
        <p:grpSpPr>
          <a:xfrm>
            <a:off x="1761111" y="1701830"/>
            <a:ext cx="1053320" cy="1147476"/>
            <a:chOff x="1847871" y="1697941"/>
            <a:chExt cx="1169333" cy="1273859"/>
          </a:xfrm>
        </p:grpSpPr>
        <p:grpSp>
          <p:nvGrpSpPr>
            <p:cNvPr id="9" name="组合 8">
              <a:extLst>
                <a:ext uri="{FF2B5EF4-FFF2-40B4-BE49-F238E27FC236}">
                  <a16:creationId xmlns:a16="http://schemas.microsoft.com/office/drawing/2014/main" id="{C4B997D8-E867-4B51-A337-26AF1EA6914A}"/>
                </a:ext>
              </a:extLst>
            </p:cNvPr>
            <p:cNvGrpSpPr/>
            <p:nvPr/>
          </p:nvGrpSpPr>
          <p:grpSpPr>
            <a:xfrm>
              <a:off x="1847871" y="1697941"/>
              <a:ext cx="1169333" cy="1273859"/>
              <a:chOff x="1847871" y="1697941"/>
              <a:chExt cx="1243263" cy="1354397"/>
            </a:xfrm>
          </p:grpSpPr>
          <p:sp>
            <p:nvSpPr>
              <p:cNvPr id="8" name="矩形 7">
                <a:extLst>
                  <a:ext uri="{FF2B5EF4-FFF2-40B4-BE49-F238E27FC236}">
                    <a16:creationId xmlns:a16="http://schemas.microsoft.com/office/drawing/2014/main" id="{2C846166-5A95-B1BE-7012-66375609E67E}"/>
                  </a:ext>
                </a:extLst>
              </p:cNvPr>
              <p:cNvSpPr/>
              <p:nvPr/>
            </p:nvSpPr>
            <p:spPr>
              <a:xfrm>
                <a:off x="1971218" y="1834299"/>
                <a:ext cx="996571" cy="996571"/>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a:extLst>
                  <a:ext uri="{FF2B5EF4-FFF2-40B4-BE49-F238E27FC236}">
                    <a16:creationId xmlns:a16="http://schemas.microsoft.com/office/drawing/2014/main" id="{2CA73953-10B8-63F2-A8F7-362E54C4969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7378" b="86679" l="12243" r="36682">
                            <a14:foregroundMark x1="29025" y1="50000" x2="29025" y2="52525"/>
                            <a14:foregroundMark x1="29025" y1="48485" x2="29025" y2="50000"/>
                            <a14:foregroundMark x1="29025" y1="50000" x2="29025" y2="57576"/>
                            <a14:foregroundMark x1="29025" y1="46970" x2="29025" y2="50000"/>
                            <a14:backgroundMark x1="25624" y1="45455" x2="25571" y2="46970"/>
                            <a14:backgroundMark x1="28118" y1="43939" x2="28662" y2="46970"/>
                            <a14:backgroundMark x1="28345" y1="57576" x2="28345" y2="58586"/>
                            <a14:backgroundMark x1="25397" y1="50000" x2="25397" y2="50000"/>
                          </a14:backgroundRemoval>
                        </a14:imgEffect>
                      </a14:imgLayer>
                    </a14:imgProps>
                  </a:ext>
                </a:extLst>
              </a:blip>
              <a:srcRect l="9188" t="19966" r="60263" b="5909"/>
              <a:stretch/>
            </p:blipFill>
            <p:spPr>
              <a:xfrm>
                <a:off x="1847871" y="1697941"/>
                <a:ext cx="1243263" cy="1354397"/>
              </a:xfrm>
              <a:prstGeom prst="rect">
                <a:avLst/>
              </a:prstGeom>
            </p:spPr>
          </p:pic>
        </p:grpSp>
        <p:sp>
          <p:nvSpPr>
            <p:cNvPr id="10" name="矩形 9">
              <a:extLst>
                <a:ext uri="{FF2B5EF4-FFF2-40B4-BE49-F238E27FC236}">
                  <a16:creationId xmlns:a16="http://schemas.microsoft.com/office/drawing/2014/main" id="{16D24747-6BF8-5D57-1D81-C75C888A3D63}"/>
                </a:ext>
              </a:extLst>
            </p:cNvPr>
            <p:cNvSpPr/>
            <p:nvPr/>
          </p:nvSpPr>
          <p:spPr>
            <a:xfrm>
              <a:off x="1963882" y="2763502"/>
              <a:ext cx="937310" cy="55845"/>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a:extLst>
              <a:ext uri="{FF2B5EF4-FFF2-40B4-BE49-F238E27FC236}">
                <a16:creationId xmlns:a16="http://schemas.microsoft.com/office/drawing/2014/main" id="{C80CCB63-8695-DF04-D390-C269951D1175}"/>
              </a:ext>
            </a:extLst>
          </p:cNvPr>
          <p:cNvGrpSpPr/>
          <p:nvPr/>
        </p:nvGrpSpPr>
        <p:grpSpPr>
          <a:xfrm>
            <a:off x="6935942" y="1551584"/>
            <a:ext cx="1054399" cy="1297722"/>
            <a:chOff x="5544153" y="1508060"/>
            <a:chExt cx="1153069" cy="1419162"/>
          </a:xfrm>
        </p:grpSpPr>
        <p:grpSp>
          <p:nvGrpSpPr>
            <p:cNvPr id="12" name="组合 11">
              <a:extLst>
                <a:ext uri="{FF2B5EF4-FFF2-40B4-BE49-F238E27FC236}">
                  <a16:creationId xmlns:a16="http://schemas.microsoft.com/office/drawing/2014/main" id="{6527D599-B05C-CF06-9F7E-3D380A2B60DE}"/>
                </a:ext>
              </a:extLst>
            </p:cNvPr>
            <p:cNvGrpSpPr/>
            <p:nvPr/>
          </p:nvGrpSpPr>
          <p:grpSpPr>
            <a:xfrm>
              <a:off x="5666073" y="1786165"/>
              <a:ext cx="937311" cy="993157"/>
              <a:chOff x="1963882" y="1826190"/>
              <a:chExt cx="937311" cy="993157"/>
            </a:xfrm>
          </p:grpSpPr>
          <p:sp>
            <p:nvSpPr>
              <p:cNvPr id="15" name="矩形 14">
                <a:extLst>
                  <a:ext uri="{FF2B5EF4-FFF2-40B4-BE49-F238E27FC236}">
                    <a16:creationId xmlns:a16="http://schemas.microsoft.com/office/drawing/2014/main" id="{6B41C6A6-F3B3-960A-4057-73CADACC34E6}"/>
                  </a:ext>
                </a:extLst>
              </p:cNvPr>
              <p:cNvSpPr/>
              <p:nvPr/>
            </p:nvSpPr>
            <p:spPr>
              <a:xfrm>
                <a:off x="1963883" y="1826190"/>
                <a:ext cx="937310" cy="937310"/>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10CB14BD-5665-E14F-9504-1DDAA6882BF9}"/>
                  </a:ext>
                </a:extLst>
              </p:cNvPr>
              <p:cNvSpPr/>
              <p:nvPr/>
            </p:nvSpPr>
            <p:spPr>
              <a:xfrm>
                <a:off x="1963882" y="2763502"/>
                <a:ext cx="937310" cy="55845"/>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图片 4">
              <a:extLst>
                <a:ext uri="{FF2B5EF4-FFF2-40B4-BE49-F238E27FC236}">
                  <a16:creationId xmlns:a16="http://schemas.microsoft.com/office/drawing/2014/main" id="{1523B6D3-1012-B7D1-FBAE-BAFF0BFBC9D0}"/>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40769" y1="52500" x2="40769" y2="52500"/>
                          <a14:foregroundMark x1="40769" y1="52500" x2="40769" y2="52500"/>
                          <a14:foregroundMark x1="40769" y1="51875" x2="41538" y2="52500"/>
                          <a14:foregroundMark x1="41538" y1="52500" x2="38462" y2="51250"/>
                          <a14:foregroundMark x1="35577" y1="50625" x2="34615" y2="50000"/>
                          <a14:foregroundMark x1="36182" y1="51018" x2="35577" y2="50625"/>
                          <a14:foregroundMark x1="38462" y1="52500" x2="37749" y2="52037"/>
                          <a14:foregroundMark x1="64615" y1="54375" x2="66154" y2="56875"/>
                          <a14:foregroundMark x1="50000" y1="51875" x2="50000" y2="51875"/>
                          <a14:foregroundMark x1="49231" y1="51250" x2="49231" y2="51250"/>
                          <a14:foregroundMark x1="50769" y1="51875" x2="52308" y2="52500"/>
                          <a14:foregroundMark x1="50000" y1="51875" x2="53846" y2="51875"/>
                          <a14:foregroundMark x1="54615" y1="51875" x2="54615" y2="57500"/>
                          <a14:foregroundMark x1="48462" y1="51875" x2="53846" y2="52500"/>
                          <a14:backgroundMark x1="30769" y1="50000" x2="30769" y2="50000"/>
                          <a14:backgroundMark x1="33077" y1="51250" x2="33077" y2="51250"/>
                          <a14:backgroundMark x1="34615" y1="50000" x2="34615" y2="50000"/>
                          <a14:backgroundMark x1="36154" y1="50000" x2="35385" y2="50000"/>
                          <a14:backgroundMark x1="46154" y1="42500" x2="46154" y2="42500"/>
                          <a14:backgroundMark x1="45385" y1="35625" x2="45385" y2="35625"/>
                          <a14:backgroundMark x1="58462" y1="35625" x2="58462" y2="35625"/>
                          <a14:backgroundMark x1="71538" y1="35625" x2="71538" y2="35625"/>
                          <a14:backgroundMark x1="31538" y1="35000" x2="31538" y2="35000"/>
                        </a14:backgroundRemoval>
                      </a14:imgEffect>
                    </a14:imgLayer>
                  </a14:imgProps>
                </a:ext>
                <a:ext uri="{28A0092B-C50C-407E-A947-70E740481C1C}">
                  <a14:useLocalDpi xmlns:a14="http://schemas.microsoft.com/office/drawing/2010/main" val="0"/>
                </a:ext>
              </a:extLst>
            </a:blip>
            <a:stretch>
              <a:fillRect/>
            </a:stretch>
          </p:blipFill>
          <p:spPr>
            <a:xfrm>
              <a:off x="5544153" y="1508060"/>
              <a:ext cx="1153069" cy="1419162"/>
            </a:xfrm>
            <a:prstGeom prst="rect">
              <a:avLst/>
            </a:prstGeom>
          </p:spPr>
        </p:pic>
      </p:grpSp>
      <p:grpSp>
        <p:nvGrpSpPr>
          <p:cNvPr id="25" name="组合 24">
            <a:extLst>
              <a:ext uri="{FF2B5EF4-FFF2-40B4-BE49-F238E27FC236}">
                <a16:creationId xmlns:a16="http://schemas.microsoft.com/office/drawing/2014/main" id="{9103721B-5DC5-B050-C6F2-B0682A6C8F96}"/>
              </a:ext>
            </a:extLst>
          </p:cNvPr>
          <p:cNvGrpSpPr/>
          <p:nvPr/>
        </p:nvGrpSpPr>
        <p:grpSpPr>
          <a:xfrm>
            <a:off x="4447767" y="1802468"/>
            <a:ext cx="844318" cy="894622"/>
            <a:chOff x="2579618" y="5288309"/>
            <a:chExt cx="937311" cy="993156"/>
          </a:xfrm>
        </p:grpSpPr>
        <p:grpSp>
          <p:nvGrpSpPr>
            <p:cNvPr id="19" name="组合 18">
              <a:extLst>
                <a:ext uri="{FF2B5EF4-FFF2-40B4-BE49-F238E27FC236}">
                  <a16:creationId xmlns:a16="http://schemas.microsoft.com/office/drawing/2014/main" id="{03D32D1A-A98F-E238-E0D1-7D9CA145126D}"/>
                </a:ext>
              </a:extLst>
            </p:cNvPr>
            <p:cNvGrpSpPr/>
            <p:nvPr/>
          </p:nvGrpSpPr>
          <p:grpSpPr>
            <a:xfrm>
              <a:off x="2579618" y="5288309"/>
              <a:ext cx="937311" cy="993156"/>
              <a:chOff x="1963882" y="1826191"/>
              <a:chExt cx="937311" cy="993156"/>
            </a:xfrm>
          </p:grpSpPr>
          <p:sp>
            <p:nvSpPr>
              <p:cNvPr id="22" name="矩形 21">
                <a:extLst>
                  <a:ext uri="{FF2B5EF4-FFF2-40B4-BE49-F238E27FC236}">
                    <a16:creationId xmlns:a16="http://schemas.microsoft.com/office/drawing/2014/main" id="{0D5CAB38-73E2-59C4-A17D-D964B7E0C8CE}"/>
                  </a:ext>
                </a:extLst>
              </p:cNvPr>
              <p:cNvSpPr/>
              <p:nvPr/>
            </p:nvSpPr>
            <p:spPr>
              <a:xfrm>
                <a:off x="1963883" y="1826191"/>
                <a:ext cx="937310" cy="937311"/>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7DCEF15-66E1-93CB-EEDE-13D29826EE8E}"/>
                  </a:ext>
                </a:extLst>
              </p:cNvPr>
              <p:cNvSpPr/>
              <p:nvPr/>
            </p:nvSpPr>
            <p:spPr>
              <a:xfrm>
                <a:off x="1963882" y="2763502"/>
                <a:ext cx="937310" cy="55845"/>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8" name="图片 17">
              <a:extLst>
                <a:ext uri="{FF2B5EF4-FFF2-40B4-BE49-F238E27FC236}">
                  <a16:creationId xmlns:a16="http://schemas.microsoft.com/office/drawing/2014/main" id="{53213D86-3DBE-3BF5-73B9-DCA39E52C79E}"/>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21184" b="71340" l="14949" r="30624">
                          <a14:foregroundMark x1="19884" y1="21495" x2="27431" y2="23676"/>
                          <a14:foregroundMark x1="18433" y1="70405" x2="18433" y2="70405"/>
                          <a14:foregroundMark x1="28157" y1="71340" x2="28157" y2="71340"/>
                          <a14:foregroundMark x1="18433" y1="70405" x2="18433" y2="70405"/>
                          <a14:foregroundMark x1="17126" y1="67601" x2="17126" y2="67601"/>
                        </a14:backgroundRemoval>
                      </a14:imgEffect>
                    </a14:imgLayer>
                  </a14:imgProps>
                </a:ext>
              </a:extLst>
            </a:blip>
            <a:srcRect l="13336" t="17562" r="67109" b="24401"/>
            <a:stretch/>
          </p:blipFill>
          <p:spPr>
            <a:xfrm>
              <a:off x="2706863" y="5315473"/>
              <a:ext cx="658185" cy="910147"/>
            </a:xfrm>
            <a:prstGeom prst="rect">
              <a:avLst/>
            </a:prstGeom>
          </p:spPr>
        </p:pic>
      </p:grpSp>
      <p:grpSp>
        <p:nvGrpSpPr>
          <p:cNvPr id="31" name="组合 30">
            <a:extLst>
              <a:ext uri="{FF2B5EF4-FFF2-40B4-BE49-F238E27FC236}">
                <a16:creationId xmlns:a16="http://schemas.microsoft.com/office/drawing/2014/main" id="{C7F0A6A9-518A-2164-B99E-FBB91BC18BBC}"/>
              </a:ext>
            </a:extLst>
          </p:cNvPr>
          <p:cNvGrpSpPr/>
          <p:nvPr/>
        </p:nvGrpSpPr>
        <p:grpSpPr>
          <a:xfrm>
            <a:off x="9634198" y="1802468"/>
            <a:ext cx="844317" cy="894621"/>
            <a:chOff x="5197417" y="4735791"/>
            <a:chExt cx="937311" cy="993156"/>
          </a:xfrm>
        </p:grpSpPr>
        <p:grpSp>
          <p:nvGrpSpPr>
            <p:cNvPr id="26" name="组合 25">
              <a:extLst>
                <a:ext uri="{FF2B5EF4-FFF2-40B4-BE49-F238E27FC236}">
                  <a16:creationId xmlns:a16="http://schemas.microsoft.com/office/drawing/2014/main" id="{1E825BD3-34F6-84D1-FF6D-5C19A10C27F5}"/>
                </a:ext>
              </a:extLst>
            </p:cNvPr>
            <p:cNvGrpSpPr/>
            <p:nvPr/>
          </p:nvGrpSpPr>
          <p:grpSpPr>
            <a:xfrm>
              <a:off x="5197417" y="4735791"/>
              <a:ext cx="937311" cy="993156"/>
              <a:chOff x="1963882" y="1826191"/>
              <a:chExt cx="937311" cy="993156"/>
            </a:xfrm>
          </p:grpSpPr>
          <p:sp>
            <p:nvSpPr>
              <p:cNvPr id="29" name="矩形 28">
                <a:extLst>
                  <a:ext uri="{FF2B5EF4-FFF2-40B4-BE49-F238E27FC236}">
                    <a16:creationId xmlns:a16="http://schemas.microsoft.com/office/drawing/2014/main" id="{6C6048D2-CAF2-37EC-559F-75F60DA468E7}"/>
                  </a:ext>
                </a:extLst>
              </p:cNvPr>
              <p:cNvSpPr/>
              <p:nvPr/>
            </p:nvSpPr>
            <p:spPr>
              <a:xfrm>
                <a:off x="1963883" y="1826191"/>
                <a:ext cx="937310" cy="937311"/>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7">
                <a:extLst>
                  <a:ext uri="{FF2B5EF4-FFF2-40B4-BE49-F238E27FC236}">
                    <a16:creationId xmlns:a16="http://schemas.microsoft.com/office/drawing/2014/main" id="{681E1BAA-B182-DE9F-6BB0-D64038AC95D4}"/>
                  </a:ext>
                </a:extLst>
              </p:cNvPr>
              <p:cNvSpPr/>
              <p:nvPr/>
            </p:nvSpPr>
            <p:spPr>
              <a:xfrm>
                <a:off x="1963882" y="2763502"/>
                <a:ext cx="937310" cy="55845"/>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a:extLst>
                <a:ext uri="{FF2B5EF4-FFF2-40B4-BE49-F238E27FC236}">
                  <a16:creationId xmlns:a16="http://schemas.microsoft.com/office/drawing/2014/main" id="{784EA0BA-54B7-901C-3577-EFF42F9D4173}"/>
                </a:ext>
              </a:extLst>
            </p:cNvPr>
            <p:cNvPicPr>
              <a:picLocks noChangeAspect="1"/>
            </p:cNvPicPr>
            <p:nvPr/>
          </p:nvPicPr>
          <p:blipFill rotWithShape="1">
            <a:blip r:embed="rId10">
              <a:extLst>
                <a:ext uri="{BEBA8EAE-BF5A-486C-A8C5-ECC9F3942E4B}">
                  <a14:imgProps xmlns:a14="http://schemas.microsoft.com/office/drawing/2010/main">
                    <a14:imgLayer r:embed="rId9">
                      <a14:imgEffect>
                        <a14:backgroundRemoval t="22741" b="69782" l="67489" r="83454">
                          <a14:foregroundMark x1="69676" y1="44471" x2="69811" y2="64174"/>
                          <a14:foregroundMark x1="69811" y1="64174" x2="68795" y2="64798"/>
                          <a14:foregroundMark x1="74311" y1="50156" x2="80261" y2="51090"/>
                          <a14:foregroundMark x1="83164" y1="26791" x2="83164" y2="30841"/>
                          <a14:foregroundMark x1="69956" y1="25857" x2="70247" y2="23053"/>
                          <a14:foregroundMark x1="82438" y1="59190" x2="82583" y2="63551"/>
                          <a14:foregroundMark x1="83164" y1="48598" x2="83164" y2="48598"/>
                          <a14:foregroundMark x1="83599" y1="40187" x2="83019" y2="39875"/>
                          <a14:foregroundMark x1="74165" y1="23364" x2="75036" y2="23364"/>
                          <a14:foregroundMark x1="78374" y1="22741" x2="77939" y2="23053"/>
                          <a14:backgroundMark x1="68650" y1="38941" x2="80697" y2="38629"/>
                          <a14:backgroundMark x1="80697" y1="38629" x2="82901" y2="39418"/>
                        </a14:backgroundRemoval>
                      </a14:imgEffect>
                    </a14:imgLayer>
                  </a14:imgProps>
                </a:ext>
              </a:extLst>
            </a:blip>
            <a:srcRect l="65887" t="18030" r="14711" b="24261"/>
            <a:stretch/>
          </p:blipFill>
          <p:spPr>
            <a:xfrm>
              <a:off x="5312344" y="4753093"/>
              <a:ext cx="676355" cy="937312"/>
            </a:xfrm>
            <a:prstGeom prst="rect">
              <a:avLst/>
            </a:prstGeom>
          </p:spPr>
        </p:pic>
      </p:grpSp>
      <p:sp>
        <p:nvSpPr>
          <p:cNvPr id="32" name="文本框 31">
            <a:extLst>
              <a:ext uri="{FF2B5EF4-FFF2-40B4-BE49-F238E27FC236}">
                <a16:creationId xmlns:a16="http://schemas.microsoft.com/office/drawing/2014/main" id="{25FDBCBD-15CD-D4AD-A7E2-8581E2FC5975}"/>
              </a:ext>
            </a:extLst>
          </p:cNvPr>
          <p:cNvSpPr txBox="1"/>
          <p:nvPr/>
        </p:nvSpPr>
        <p:spPr>
          <a:xfrm>
            <a:off x="369713" y="481292"/>
            <a:ext cx="4716038" cy="923330"/>
          </a:xfrm>
          <a:prstGeom prst="rect">
            <a:avLst/>
          </a:prstGeom>
          <a:noFill/>
        </p:spPr>
        <p:txBody>
          <a:bodyPr wrap="square" rtlCol="0">
            <a:spAutoFit/>
          </a:bodyPr>
          <a:lstStyle/>
          <a:p>
            <a:r>
              <a:rPr lang="zh-CN" altLang="en-US" sz="5400" b="1" dirty="0">
                <a:solidFill>
                  <a:srgbClr val="333333"/>
                </a:solidFill>
                <a:latin typeface="思源宋体 CN Heavy" panose="02020900000000000000" pitchFamily="18" charset="-122"/>
                <a:ea typeface="思源宋体 CN Heavy" panose="02020900000000000000" pitchFamily="18" charset="-122"/>
              </a:rPr>
              <a:t>在此输入标题</a:t>
            </a:r>
          </a:p>
        </p:txBody>
      </p:sp>
      <p:sp>
        <p:nvSpPr>
          <p:cNvPr id="33" name="矩形 32">
            <a:extLst>
              <a:ext uri="{FF2B5EF4-FFF2-40B4-BE49-F238E27FC236}">
                <a16:creationId xmlns:a16="http://schemas.microsoft.com/office/drawing/2014/main" id="{1D9E8B89-D016-A4F0-A72E-6F98A4FEEC49}"/>
              </a:ext>
            </a:extLst>
          </p:cNvPr>
          <p:cNvSpPr/>
          <p:nvPr/>
        </p:nvSpPr>
        <p:spPr>
          <a:xfrm>
            <a:off x="518160" y="242728"/>
            <a:ext cx="153460" cy="153460"/>
          </a:xfrm>
          <a:prstGeom prst="rect">
            <a:avLst/>
          </a:prstGeom>
          <a:solidFill>
            <a:srgbClr val="C23D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FE822611-7C85-F091-1639-5BF0BE824FC6}"/>
              </a:ext>
            </a:extLst>
          </p:cNvPr>
          <p:cNvSpPr txBox="1"/>
          <p:nvPr/>
        </p:nvSpPr>
        <p:spPr>
          <a:xfrm>
            <a:off x="752635" y="134792"/>
            <a:ext cx="3841997" cy="369332"/>
          </a:xfrm>
          <a:prstGeom prst="rect">
            <a:avLst/>
          </a:prstGeom>
          <a:noFill/>
        </p:spPr>
        <p:txBody>
          <a:bodyPr wrap="square" rtlCol="0">
            <a:spAutoFit/>
          </a:bodyPr>
          <a:lstStyle/>
          <a:p>
            <a:pPr algn="dist"/>
            <a:r>
              <a:rPr lang="en-US" altLang="zh-CN" dirty="0">
                <a:latin typeface="Bahnschrift SemiBold" panose="020B0502040204020203" pitchFamily="34" charset="0"/>
                <a:ea typeface="微软雅黑 Light" panose="020B0502040204020203" pitchFamily="34" charset="-122"/>
              </a:rPr>
              <a:t>PUT TITLE IN HERE</a:t>
            </a:r>
            <a:endParaRPr lang="zh-CN" altLang="en-US" dirty="0">
              <a:latin typeface="Bahnschrift SemiBold" panose="020B0502040204020203" pitchFamily="34" charset="0"/>
              <a:ea typeface="微软雅黑 Light" panose="020B0502040204020203" pitchFamily="34" charset="-122"/>
            </a:endParaRPr>
          </a:p>
        </p:txBody>
      </p:sp>
      <p:grpSp>
        <p:nvGrpSpPr>
          <p:cNvPr id="4" name="组合 3">
            <a:extLst>
              <a:ext uri="{FF2B5EF4-FFF2-40B4-BE49-F238E27FC236}">
                <a16:creationId xmlns:a16="http://schemas.microsoft.com/office/drawing/2014/main" id="{CC72E356-4ED9-5B3B-4981-F3ED3DB3F15A}"/>
              </a:ext>
            </a:extLst>
          </p:cNvPr>
          <p:cNvGrpSpPr/>
          <p:nvPr/>
        </p:nvGrpSpPr>
        <p:grpSpPr>
          <a:xfrm>
            <a:off x="1351884" y="2917299"/>
            <a:ext cx="1976292" cy="3477875"/>
            <a:chOff x="1346451" y="2865955"/>
            <a:chExt cx="1976292" cy="3477875"/>
          </a:xfrm>
        </p:grpSpPr>
        <p:grpSp>
          <p:nvGrpSpPr>
            <p:cNvPr id="39" name="组合 38">
              <a:extLst>
                <a:ext uri="{FF2B5EF4-FFF2-40B4-BE49-F238E27FC236}">
                  <a16:creationId xmlns:a16="http://schemas.microsoft.com/office/drawing/2014/main" id="{C29EFF3C-2302-16E7-40F4-9AAD0CEF1798}"/>
                </a:ext>
              </a:extLst>
            </p:cNvPr>
            <p:cNvGrpSpPr/>
            <p:nvPr/>
          </p:nvGrpSpPr>
          <p:grpSpPr>
            <a:xfrm>
              <a:off x="1346451" y="2929531"/>
              <a:ext cx="599534" cy="1532931"/>
              <a:chOff x="1046684" y="2868819"/>
              <a:chExt cx="599534" cy="1532931"/>
            </a:xfrm>
          </p:grpSpPr>
          <p:sp>
            <p:nvSpPr>
              <p:cNvPr id="35" name="矩形 34">
                <a:extLst>
                  <a:ext uri="{FF2B5EF4-FFF2-40B4-BE49-F238E27FC236}">
                    <a16:creationId xmlns:a16="http://schemas.microsoft.com/office/drawing/2014/main" id="{A071DB03-A7C6-01A5-B645-E6930C4CDCFC}"/>
                  </a:ext>
                </a:extLst>
              </p:cNvPr>
              <p:cNvSpPr/>
              <p:nvPr/>
            </p:nvSpPr>
            <p:spPr>
              <a:xfrm rot="5400000">
                <a:off x="615415" y="3300088"/>
                <a:ext cx="1462072" cy="599534"/>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35">
                <a:extLst>
                  <a:ext uri="{FF2B5EF4-FFF2-40B4-BE49-F238E27FC236}">
                    <a16:creationId xmlns:a16="http://schemas.microsoft.com/office/drawing/2014/main" id="{5BC2CAF6-3A3F-FE9F-0A9E-E21CC0AF0C33}"/>
                  </a:ext>
                </a:extLst>
              </p:cNvPr>
              <p:cNvSpPr/>
              <p:nvPr/>
            </p:nvSpPr>
            <p:spPr>
              <a:xfrm>
                <a:off x="1046684" y="4330891"/>
                <a:ext cx="599534" cy="70859"/>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文本框 48">
              <a:extLst>
                <a:ext uri="{FF2B5EF4-FFF2-40B4-BE49-F238E27FC236}">
                  <a16:creationId xmlns:a16="http://schemas.microsoft.com/office/drawing/2014/main" id="{B1526336-62F9-4941-BCF1-603C4F900B91}"/>
                </a:ext>
              </a:extLst>
            </p:cNvPr>
            <p:cNvSpPr txBox="1"/>
            <p:nvPr/>
          </p:nvSpPr>
          <p:spPr>
            <a:xfrm>
              <a:off x="1392171" y="2941907"/>
              <a:ext cx="599534" cy="1384995"/>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小标题</a:t>
              </a:r>
            </a:p>
          </p:txBody>
        </p:sp>
        <p:sp>
          <p:nvSpPr>
            <p:cNvPr id="56" name="文本框 55">
              <a:extLst>
                <a:ext uri="{FF2B5EF4-FFF2-40B4-BE49-F238E27FC236}">
                  <a16:creationId xmlns:a16="http://schemas.microsoft.com/office/drawing/2014/main" id="{CC0EF7B4-3773-B909-5800-09AE60D2E35C}"/>
                </a:ext>
              </a:extLst>
            </p:cNvPr>
            <p:cNvSpPr txBox="1"/>
            <p:nvPr/>
          </p:nvSpPr>
          <p:spPr>
            <a:xfrm>
              <a:off x="1920664" y="2865955"/>
              <a:ext cx="1402079" cy="3477875"/>
            </a:xfrm>
            <a:prstGeom prst="rect">
              <a:avLst/>
            </a:prstGeom>
            <a:noFill/>
          </p:spPr>
          <p:txBody>
            <a:bodyPr wrap="square" rtlCol="0">
              <a:spAutoFit/>
            </a:bodyPr>
            <a:lstStyle/>
            <a:p>
              <a:r>
                <a:rPr lang="zh-CN" altLang="en-US" sz="2000" dirty="0">
                  <a:latin typeface="思源宋体 CN Light" panose="02020300000000000000" pitchFamily="18" charset="-122"/>
                  <a:ea typeface="思源宋体 CN Light" panose="02020300000000000000" pitchFamily="18" charset="-122"/>
                </a:rPr>
                <a:t>这是文本这是文本这是文本</a:t>
              </a:r>
            </a:p>
            <a:p>
              <a:r>
                <a:rPr lang="zh-CN" altLang="en-US" sz="2000" dirty="0">
                  <a:latin typeface="思源宋体 CN Light" panose="02020300000000000000" pitchFamily="18" charset="-122"/>
                  <a:ea typeface="思源宋体 CN Light" panose="02020300000000000000" pitchFamily="18" charset="-122"/>
                </a:rPr>
                <a:t>这是文本这是文本这是文本</a:t>
              </a:r>
              <a:endParaRPr lang="en-US" altLang="zh-CN" sz="2000" dirty="0">
                <a:latin typeface="思源宋体 CN Light" panose="02020300000000000000" pitchFamily="18" charset="-122"/>
                <a:ea typeface="思源宋体 CN Light" panose="02020300000000000000" pitchFamily="18" charset="-122"/>
              </a:endParaRP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p:txBody>
        </p:sp>
      </p:grpSp>
      <p:grpSp>
        <p:nvGrpSpPr>
          <p:cNvPr id="6" name="组合 5">
            <a:extLst>
              <a:ext uri="{FF2B5EF4-FFF2-40B4-BE49-F238E27FC236}">
                <a16:creationId xmlns:a16="http://schemas.microsoft.com/office/drawing/2014/main" id="{A0B08CEE-511C-0691-1B5C-B146D8F76267}"/>
              </a:ext>
            </a:extLst>
          </p:cNvPr>
          <p:cNvGrpSpPr/>
          <p:nvPr/>
        </p:nvGrpSpPr>
        <p:grpSpPr>
          <a:xfrm>
            <a:off x="3956018" y="2917299"/>
            <a:ext cx="1963358" cy="3477875"/>
            <a:chOff x="3892232" y="2865954"/>
            <a:chExt cx="1963358" cy="3477875"/>
          </a:xfrm>
        </p:grpSpPr>
        <p:grpSp>
          <p:nvGrpSpPr>
            <p:cNvPr id="40" name="组合 39">
              <a:extLst>
                <a:ext uri="{FF2B5EF4-FFF2-40B4-BE49-F238E27FC236}">
                  <a16:creationId xmlns:a16="http://schemas.microsoft.com/office/drawing/2014/main" id="{CF23FA6B-D08A-35D8-4C5D-41EA00FAD0FA}"/>
                </a:ext>
              </a:extLst>
            </p:cNvPr>
            <p:cNvGrpSpPr/>
            <p:nvPr/>
          </p:nvGrpSpPr>
          <p:grpSpPr>
            <a:xfrm>
              <a:off x="3892232" y="2926667"/>
              <a:ext cx="599534" cy="1532931"/>
              <a:chOff x="1046684" y="2868819"/>
              <a:chExt cx="599534" cy="1532931"/>
            </a:xfrm>
          </p:grpSpPr>
          <p:sp>
            <p:nvSpPr>
              <p:cNvPr id="41" name="矩形 40">
                <a:extLst>
                  <a:ext uri="{FF2B5EF4-FFF2-40B4-BE49-F238E27FC236}">
                    <a16:creationId xmlns:a16="http://schemas.microsoft.com/office/drawing/2014/main" id="{4F8D0AD5-A37E-660A-70F2-A02995CEF644}"/>
                  </a:ext>
                </a:extLst>
              </p:cNvPr>
              <p:cNvSpPr/>
              <p:nvPr/>
            </p:nvSpPr>
            <p:spPr>
              <a:xfrm rot="5400000">
                <a:off x="615415" y="3300088"/>
                <a:ext cx="1462072" cy="599534"/>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41">
                <a:extLst>
                  <a:ext uri="{FF2B5EF4-FFF2-40B4-BE49-F238E27FC236}">
                    <a16:creationId xmlns:a16="http://schemas.microsoft.com/office/drawing/2014/main" id="{7F394C75-9436-0559-77C7-D00AE633822A}"/>
                  </a:ext>
                </a:extLst>
              </p:cNvPr>
              <p:cNvSpPr/>
              <p:nvPr/>
            </p:nvSpPr>
            <p:spPr>
              <a:xfrm>
                <a:off x="1046684" y="4330891"/>
                <a:ext cx="599534" cy="70859"/>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文本框 52">
              <a:extLst>
                <a:ext uri="{FF2B5EF4-FFF2-40B4-BE49-F238E27FC236}">
                  <a16:creationId xmlns:a16="http://schemas.microsoft.com/office/drawing/2014/main" id="{59B943B7-146C-008A-2700-56E61EB357F8}"/>
                </a:ext>
              </a:extLst>
            </p:cNvPr>
            <p:cNvSpPr txBox="1"/>
            <p:nvPr/>
          </p:nvSpPr>
          <p:spPr>
            <a:xfrm>
              <a:off x="3942783" y="2941907"/>
              <a:ext cx="599534" cy="1384995"/>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小标题</a:t>
              </a:r>
            </a:p>
          </p:txBody>
        </p:sp>
        <p:sp>
          <p:nvSpPr>
            <p:cNvPr id="57" name="文本框 56">
              <a:extLst>
                <a:ext uri="{FF2B5EF4-FFF2-40B4-BE49-F238E27FC236}">
                  <a16:creationId xmlns:a16="http://schemas.microsoft.com/office/drawing/2014/main" id="{E05374F7-15C3-03DB-A443-5D36033F4CA1}"/>
                </a:ext>
              </a:extLst>
            </p:cNvPr>
            <p:cNvSpPr txBox="1"/>
            <p:nvPr/>
          </p:nvSpPr>
          <p:spPr>
            <a:xfrm>
              <a:off x="4453511" y="2865954"/>
              <a:ext cx="1402079" cy="3477875"/>
            </a:xfrm>
            <a:prstGeom prst="rect">
              <a:avLst/>
            </a:prstGeom>
            <a:noFill/>
          </p:spPr>
          <p:txBody>
            <a:bodyPr wrap="square" rtlCol="0">
              <a:spAutoFit/>
            </a:bodyPr>
            <a:lstStyle/>
            <a:p>
              <a:r>
                <a:rPr lang="zh-CN" altLang="en-US" sz="2000" dirty="0">
                  <a:latin typeface="思源宋体 CN Light" panose="02020300000000000000" pitchFamily="18" charset="-122"/>
                  <a:ea typeface="思源宋体 CN Light" panose="02020300000000000000" pitchFamily="18" charset="-122"/>
                </a:rPr>
                <a:t>这是文本这是文本这是文本</a:t>
              </a:r>
            </a:p>
            <a:p>
              <a:r>
                <a:rPr lang="zh-CN" altLang="en-US" sz="2000" dirty="0">
                  <a:latin typeface="思源宋体 CN Light" panose="02020300000000000000" pitchFamily="18" charset="-122"/>
                  <a:ea typeface="思源宋体 CN Light" panose="02020300000000000000" pitchFamily="18" charset="-122"/>
                </a:rPr>
                <a:t>这是文本这是文本这是文本</a:t>
              </a:r>
              <a:endParaRPr lang="en-US" altLang="zh-CN" sz="2000" dirty="0">
                <a:latin typeface="思源宋体 CN Light" panose="02020300000000000000" pitchFamily="18" charset="-122"/>
                <a:ea typeface="思源宋体 CN Light" panose="02020300000000000000" pitchFamily="18" charset="-122"/>
              </a:endParaRP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p:txBody>
        </p:sp>
      </p:grpSp>
      <p:grpSp>
        <p:nvGrpSpPr>
          <p:cNvPr id="7" name="组合 6">
            <a:extLst>
              <a:ext uri="{FF2B5EF4-FFF2-40B4-BE49-F238E27FC236}">
                <a16:creationId xmlns:a16="http://schemas.microsoft.com/office/drawing/2014/main" id="{23737570-47D6-36F6-E054-0835232386EE}"/>
              </a:ext>
            </a:extLst>
          </p:cNvPr>
          <p:cNvGrpSpPr/>
          <p:nvPr/>
        </p:nvGrpSpPr>
        <p:grpSpPr>
          <a:xfrm>
            <a:off x="6556102" y="2917297"/>
            <a:ext cx="1957264" cy="3477875"/>
            <a:chOff x="6512433" y="2865954"/>
            <a:chExt cx="1957264" cy="3477875"/>
          </a:xfrm>
        </p:grpSpPr>
        <p:grpSp>
          <p:nvGrpSpPr>
            <p:cNvPr id="43" name="组合 42">
              <a:extLst>
                <a:ext uri="{FF2B5EF4-FFF2-40B4-BE49-F238E27FC236}">
                  <a16:creationId xmlns:a16="http://schemas.microsoft.com/office/drawing/2014/main" id="{BF3B5E6B-B6F5-6756-15F7-F93ACF4C3EAC}"/>
                </a:ext>
              </a:extLst>
            </p:cNvPr>
            <p:cNvGrpSpPr/>
            <p:nvPr/>
          </p:nvGrpSpPr>
          <p:grpSpPr>
            <a:xfrm>
              <a:off x="6512433" y="2926667"/>
              <a:ext cx="599534" cy="1532931"/>
              <a:chOff x="1046684" y="2868819"/>
              <a:chExt cx="599534" cy="1532931"/>
            </a:xfrm>
          </p:grpSpPr>
          <p:sp>
            <p:nvSpPr>
              <p:cNvPr id="44" name="矩形 43">
                <a:extLst>
                  <a:ext uri="{FF2B5EF4-FFF2-40B4-BE49-F238E27FC236}">
                    <a16:creationId xmlns:a16="http://schemas.microsoft.com/office/drawing/2014/main" id="{20AE03A3-261A-B3D4-1C71-C77DCC0A654F}"/>
                  </a:ext>
                </a:extLst>
              </p:cNvPr>
              <p:cNvSpPr/>
              <p:nvPr/>
            </p:nvSpPr>
            <p:spPr>
              <a:xfrm rot="5400000">
                <a:off x="615415" y="3300088"/>
                <a:ext cx="1462072" cy="599534"/>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矩形 44">
                <a:extLst>
                  <a:ext uri="{FF2B5EF4-FFF2-40B4-BE49-F238E27FC236}">
                    <a16:creationId xmlns:a16="http://schemas.microsoft.com/office/drawing/2014/main" id="{C941B004-1E09-6875-ACE8-C6972902AD4F}"/>
                  </a:ext>
                </a:extLst>
              </p:cNvPr>
              <p:cNvSpPr/>
              <p:nvPr/>
            </p:nvSpPr>
            <p:spPr>
              <a:xfrm>
                <a:off x="1046684" y="4330891"/>
                <a:ext cx="599534" cy="70859"/>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a:extLst>
                <a:ext uri="{FF2B5EF4-FFF2-40B4-BE49-F238E27FC236}">
                  <a16:creationId xmlns:a16="http://schemas.microsoft.com/office/drawing/2014/main" id="{68AA5F4C-2E4F-7BF4-0AF5-D55A51222135}"/>
                </a:ext>
              </a:extLst>
            </p:cNvPr>
            <p:cNvSpPr txBox="1"/>
            <p:nvPr/>
          </p:nvSpPr>
          <p:spPr>
            <a:xfrm>
              <a:off x="6548041" y="2926667"/>
              <a:ext cx="599534" cy="1384995"/>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小标题</a:t>
              </a:r>
            </a:p>
          </p:txBody>
        </p:sp>
        <p:sp>
          <p:nvSpPr>
            <p:cNvPr id="58" name="文本框 57">
              <a:extLst>
                <a:ext uri="{FF2B5EF4-FFF2-40B4-BE49-F238E27FC236}">
                  <a16:creationId xmlns:a16="http://schemas.microsoft.com/office/drawing/2014/main" id="{AB939EB5-2852-59A8-978D-C1351B7F10EA}"/>
                </a:ext>
              </a:extLst>
            </p:cNvPr>
            <p:cNvSpPr txBox="1"/>
            <p:nvPr/>
          </p:nvSpPr>
          <p:spPr>
            <a:xfrm>
              <a:off x="7067618" y="2865954"/>
              <a:ext cx="1402079" cy="3477875"/>
            </a:xfrm>
            <a:prstGeom prst="rect">
              <a:avLst/>
            </a:prstGeom>
            <a:noFill/>
          </p:spPr>
          <p:txBody>
            <a:bodyPr wrap="square" rtlCol="0">
              <a:spAutoFit/>
            </a:bodyPr>
            <a:lstStyle/>
            <a:p>
              <a:r>
                <a:rPr lang="zh-CN" altLang="en-US" sz="2000" dirty="0">
                  <a:latin typeface="思源宋体 CN Light" panose="02020300000000000000" pitchFamily="18" charset="-122"/>
                  <a:ea typeface="思源宋体 CN Light" panose="02020300000000000000" pitchFamily="18" charset="-122"/>
                </a:rPr>
                <a:t>这是文本这是文本这是文本</a:t>
              </a:r>
            </a:p>
            <a:p>
              <a:r>
                <a:rPr lang="zh-CN" altLang="en-US" sz="2000" dirty="0">
                  <a:latin typeface="思源宋体 CN Light" panose="02020300000000000000" pitchFamily="18" charset="-122"/>
                  <a:ea typeface="思源宋体 CN Light" panose="02020300000000000000" pitchFamily="18" charset="-122"/>
                </a:rPr>
                <a:t>这是文本这是文本这是文本</a:t>
              </a:r>
              <a:endParaRPr lang="en-US" altLang="zh-CN" sz="2000" dirty="0">
                <a:latin typeface="思源宋体 CN Light" panose="02020300000000000000" pitchFamily="18" charset="-122"/>
                <a:ea typeface="思源宋体 CN Light" panose="02020300000000000000" pitchFamily="18" charset="-122"/>
              </a:endParaRP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p:txBody>
        </p:sp>
      </p:grpSp>
      <p:grpSp>
        <p:nvGrpSpPr>
          <p:cNvPr id="13" name="组合 12">
            <a:extLst>
              <a:ext uri="{FF2B5EF4-FFF2-40B4-BE49-F238E27FC236}">
                <a16:creationId xmlns:a16="http://schemas.microsoft.com/office/drawing/2014/main" id="{7C4EE881-54C0-14CD-0EE8-AB1752FA92C0}"/>
              </a:ext>
            </a:extLst>
          </p:cNvPr>
          <p:cNvGrpSpPr/>
          <p:nvPr/>
        </p:nvGrpSpPr>
        <p:grpSpPr>
          <a:xfrm>
            <a:off x="9150092" y="2917297"/>
            <a:ext cx="1971774" cy="3477875"/>
            <a:chOff x="9092886" y="2865953"/>
            <a:chExt cx="1971774" cy="3477875"/>
          </a:xfrm>
        </p:grpSpPr>
        <p:grpSp>
          <p:nvGrpSpPr>
            <p:cNvPr id="46" name="组合 45">
              <a:extLst>
                <a:ext uri="{FF2B5EF4-FFF2-40B4-BE49-F238E27FC236}">
                  <a16:creationId xmlns:a16="http://schemas.microsoft.com/office/drawing/2014/main" id="{B0F20101-5753-C5D2-533C-6399C3E4E266}"/>
                </a:ext>
              </a:extLst>
            </p:cNvPr>
            <p:cNvGrpSpPr/>
            <p:nvPr/>
          </p:nvGrpSpPr>
          <p:grpSpPr>
            <a:xfrm>
              <a:off x="9092886" y="2941907"/>
              <a:ext cx="599534" cy="1532931"/>
              <a:chOff x="1046684" y="2868819"/>
              <a:chExt cx="599534" cy="1532931"/>
            </a:xfrm>
          </p:grpSpPr>
          <p:sp>
            <p:nvSpPr>
              <p:cNvPr id="47" name="矩形 46">
                <a:extLst>
                  <a:ext uri="{FF2B5EF4-FFF2-40B4-BE49-F238E27FC236}">
                    <a16:creationId xmlns:a16="http://schemas.microsoft.com/office/drawing/2014/main" id="{D8B76490-2557-3090-DC67-8A6459568F90}"/>
                  </a:ext>
                </a:extLst>
              </p:cNvPr>
              <p:cNvSpPr/>
              <p:nvPr/>
            </p:nvSpPr>
            <p:spPr>
              <a:xfrm rot="5400000">
                <a:off x="615415" y="3300088"/>
                <a:ext cx="1462072" cy="599534"/>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矩形 47">
                <a:extLst>
                  <a:ext uri="{FF2B5EF4-FFF2-40B4-BE49-F238E27FC236}">
                    <a16:creationId xmlns:a16="http://schemas.microsoft.com/office/drawing/2014/main" id="{9C22A74F-562F-133B-ED4C-0D5BB5860C0D}"/>
                  </a:ext>
                </a:extLst>
              </p:cNvPr>
              <p:cNvSpPr/>
              <p:nvPr/>
            </p:nvSpPr>
            <p:spPr>
              <a:xfrm>
                <a:off x="1046684" y="4330891"/>
                <a:ext cx="599534" cy="70859"/>
              </a:xfrm>
              <a:prstGeom prst="rect">
                <a:avLst/>
              </a:prstGeom>
              <a:solidFill>
                <a:srgbClr val="891C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文本框 54">
              <a:extLst>
                <a:ext uri="{FF2B5EF4-FFF2-40B4-BE49-F238E27FC236}">
                  <a16:creationId xmlns:a16="http://schemas.microsoft.com/office/drawing/2014/main" id="{8114233B-CE14-518F-3739-746307550160}"/>
                </a:ext>
              </a:extLst>
            </p:cNvPr>
            <p:cNvSpPr txBox="1"/>
            <p:nvPr/>
          </p:nvSpPr>
          <p:spPr>
            <a:xfrm>
              <a:off x="9113552" y="2956796"/>
              <a:ext cx="599534" cy="1384995"/>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小标题</a:t>
              </a:r>
            </a:p>
          </p:txBody>
        </p:sp>
        <p:sp>
          <p:nvSpPr>
            <p:cNvPr id="59" name="文本框 58">
              <a:extLst>
                <a:ext uri="{FF2B5EF4-FFF2-40B4-BE49-F238E27FC236}">
                  <a16:creationId xmlns:a16="http://schemas.microsoft.com/office/drawing/2014/main" id="{1624AA0C-3B7A-8669-8E2D-FC5E8DE0C516}"/>
                </a:ext>
              </a:extLst>
            </p:cNvPr>
            <p:cNvSpPr txBox="1"/>
            <p:nvPr/>
          </p:nvSpPr>
          <p:spPr>
            <a:xfrm>
              <a:off x="9662581" y="2865953"/>
              <a:ext cx="1402079" cy="3477875"/>
            </a:xfrm>
            <a:prstGeom prst="rect">
              <a:avLst/>
            </a:prstGeom>
            <a:noFill/>
          </p:spPr>
          <p:txBody>
            <a:bodyPr wrap="square" rtlCol="0">
              <a:spAutoFit/>
            </a:bodyPr>
            <a:lstStyle/>
            <a:p>
              <a:r>
                <a:rPr lang="zh-CN" altLang="en-US" sz="2000" dirty="0">
                  <a:latin typeface="思源宋体 CN Light" panose="02020300000000000000" pitchFamily="18" charset="-122"/>
                  <a:ea typeface="思源宋体 CN Light" panose="02020300000000000000" pitchFamily="18" charset="-122"/>
                </a:rPr>
                <a:t>这是文本这是文本这是文本</a:t>
              </a:r>
            </a:p>
            <a:p>
              <a:r>
                <a:rPr lang="zh-CN" altLang="en-US" sz="2000" dirty="0">
                  <a:latin typeface="思源宋体 CN Light" panose="02020300000000000000" pitchFamily="18" charset="-122"/>
                  <a:ea typeface="思源宋体 CN Light" panose="02020300000000000000" pitchFamily="18" charset="-122"/>
                </a:rPr>
                <a:t>这是文本这是文本这是文本</a:t>
              </a:r>
              <a:endParaRPr lang="en-US" altLang="zh-CN" sz="2000" dirty="0">
                <a:latin typeface="思源宋体 CN Light" panose="02020300000000000000" pitchFamily="18" charset="-122"/>
                <a:ea typeface="思源宋体 CN Light" panose="02020300000000000000" pitchFamily="18" charset="-122"/>
              </a:endParaRP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a:p>
              <a:r>
                <a:rPr lang="zh-CN" altLang="en-US" sz="2000" dirty="0">
                  <a:latin typeface="思源宋体 CN Light" panose="02020300000000000000" pitchFamily="18" charset="-122"/>
                  <a:ea typeface="思源宋体 CN Light" panose="02020300000000000000" pitchFamily="18" charset="-122"/>
                </a:rPr>
                <a:t>这是文本</a:t>
              </a:r>
            </a:p>
          </p:txBody>
        </p:sp>
      </p:grpSp>
      <p:grpSp>
        <p:nvGrpSpPr>
          <p:cNvPr id="60" name="组合 59">
            <a:extLst>
              <a:ext uri="{FF2B5EF4-FFF2-40B4-BE49-F238E27FC236}">
                <a16:creationId xmlns:a16="http://schemas.microsoft.com/office/drawing/2014/main" id="{8BBA9379-725F-3B4A-CC34-AE0CB42BE456}"/>
              </a:ext>
            </a:extLst>
          </p:cNvPr>
          <p:cNvGrpSpPr/>
          <p:nvPr/>
        </p:nvGrpSpPr>
        <p:grpSpPr>
          <a:xfrm rot="10800000">
            <a:off x="9392653" y="462828"/>
            <a:ext cx="2799347" cy="529160"/>
            <a:chOff x="0" y="3336758"/>
            <a:chExt cx="2799347" cy="529160"/>
          </a:xfrm>
          <a:solidFill>
            <a:srgbClr val="7B6951"/>
          </a:solidFill>
        </p:grpSpPr>
        <p:sp>
          <p:nvSpPr>
            <p:cNvPr id="61" name="矩形 60">
              <a:extLst>
                <a:ext uri="{FF2B5EF4-FFF2-40B4-BE49-F238E27FC236}">
                  <a16:creationId xmlns:a16="http://schemas.microsoft.com/office/drawing/2014/main" id="{C59529F3-692C-899D-2495-D033C47C1A41}"/>
                </a:ext>
              </a:extLst>
            </p:cNvPr>
            <p:cNvSpPr/>
            <p:nvPr/>
          </p:nvSpPr>
          <p:spPr>
            <a:xfrm>
              <a:off x="1010653" y="3501190"/>
              <a:ext cx="178869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2272F776-481B-5242-5933-C95149B97963}"/>
                </a:ext>
              </a:extLst>
            </p:cNvPr>
            <p:cNvSpPr/>
            <p:nvPr/>
          </p:nvSpPr>
          <p:spPr>
            <a:xfrm>
              <a:off x="0" y="3637778"/>
              <a:ext cx="1010653"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5CCFAFA2-8DF1-CB1C-BEA3-8BC7E29EDED5}"/>
                </a:ext>
              </a:extLst>
            </p:cNvPr>
            <p:cNvSpPr/>
            <p:nvPr/>
          </p:nvSpPr>
          <p:spPr>
            <a:xfrm>
              <a:off x="1147010" y="3637777"/>
              <a:ext cx="165233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矩形 1023">
              <a:extLst>
                <a:ext uri="{FF2B5EF4-FFF2-40B4-BE49-F238E27FC236}">
                  <a16:creationId xmlns:a16="http://schemas.microsoft.com/office/drawing/2014/main" id="{979B339B-9C6C-01A0-B203-110EFEFD49BF}"/>
                </a:ext>
              </a:extLst>
            </p:cNvPr>
            <p:cNvSpPr/>
            <p:nvPr/>
          </p:nvSpPr>
          <p:spPr>
            <a:xfrm>
              <a:off x="1" y="3501190"/>
              <a:ext cx="86627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5" name="矩形 1024">
              <a:extLst>
                <a:ext uri="{FF2B5EF4-FFF2-40B4-BE49-F238E27FC236}">
                  <a16:creationId xmlns:a16="http://schemas.microsoft.com/office/drawing/2014/main" id="{F957CD7B-F022-EA38-CF3B-F766B3C9675F}"/>
                </a:ext>
              </a:extLst>
            </p:cNvPr>
            <p:cNvSpPr/>
            <p:nvPr/>
          </p:nvSpPr>
          <p:spPr>
            <a:xfrm>
              <a:off x="1050756" y="3629570"/>
              <a:ext cx="45719" cy="20449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矩形 1026">
              <a:extLst>
                <a:ext uri="{FF2B5EF4-FFF2-40B4-BE49-F238E27FC236}">
                  <a16:creationId xmlns:a16="http://schemas.microsoft.com/office/drawing/2014/main" id="{E2E9F9C3-663F-3DCC-EC7B-0C1F0D446E33}"/>
                </a:ext>
              </a:extLst>
            </p:cNvPr>
            <p:cNvSpPr/>
            <p:nvPr/>
          </p:nvSpPr>
          <p:spPr>
            <a:xfrm>
              <a:off x="915604" y="3336758"/>
              <a:ext cx="45719" cy="26667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8" name="矩形 1027">
              <a:extLst>
                <a:ext uri="{FF2B5EF4-FFF2-40B4-BE49-F238E27FC236}">
                  <a16:creationId xmlns:a16="http://schemas.microsoft.com/office/drawing/2014/main" id="{3375DB10-C032-9834-19F5-EF3B1C1DA7C0}"/>
                </a:ext>
              </a:extLst>
            </p:cNvPr>
            <p:cNvSpPr/>
            <p:nvPr/>
          </p:nvSpPr>
          <p:spPr>
            <a:xfrm>
              <a:off x="915603" y="3731817"/>
              <a:ext cx="45719" cy="10224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9" name="矩形 1028">
              <a:extLst>
                <a:ext uri="{FF2B5EF4-FFF2-40B4-BE49-F238E27FC236}">
                  <a16:creationId xmlns:a16="http://schemas.microsoft.com/office/drawing/2014/main" id="{CDC5E58E-ED6E-15DB-94FF-F9FF656F88C2}"/>
                </a:ext>
              </a:extLst>
            </p:cNvPr>
            <p:cNvSpPr/>
            <p:nvPr/>
          </p:nvSpPr>
          <p:spPr>
            <a:xfrm flipH="1">
              <a:off x="1051958" y="3336758"/>
              <a:ext cx="45719" cy="1383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0" name="矩形 1029">
              <a:extLst>
                <a:ext uri="{FF2B5EF4-FFF2-40B4-BE49-F238E27FC236}">
                  <a16:creationId xmlns:a16="http://schemas.microsoft.com/office/drawing/2014/main" id="{B721FF48-B768-7B2A-F7F7-C66B99D86DE4}"/>
                </a:ext>
              </a:extLst>
            </p:cNvPr>
            <p:cNvSpPr/>
            <p:nvPr/>
          </p:nvSpPr>
          <p:spPr>
            <a:xfrm>
              <a:off x="2720735" y="3342241"/>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矩形 1030">
              <a:extLst>
                <a:ext uri="{FF2B5EF4-FFF2-40B4-BE49-F238E27FC236}">
                  <a16:creationId xmlns:a16="http://schemas.microsoft.com/office/drawing/2014/main" id="{A0D2FBB2-0B05-A0D2-40AB-3562924A483F}"/>
                </a:ext>
              </a:extLst>
            </p:cNvPr>
            <p:cNvSpPr/>
            <p:nvPr/>
          </p:nvSpPr>
          <p:spPr>
            <a:xfrm>
              <a:off x="2720736" y="3782940"/>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378447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4667D36-AF4D-45C9-86C0-7A9E6EA35D60}"/>
              </a:ext>
            </a:extLst>
          </p:cNvPr>
          <p:cNvPicPr>
            <a:picLocks noChangeAspect="1"/>
          </p:cNvPicPr>
          <p:nvPr/>
        </p:nvPicPr>
        <p:blipFill rotWithShape="1">
          <a:blip r:embed="rId2">
            <a:alphaModFix amt="20000"/>
            <a:extLst>
              <a:ext uri="{28A0092B-C50C-407E-A947-70E740481C1C}">
                <a14:useLocalDpi xmlns:a14="http://schemas.microsoft.com/office/drawing/2010/main" val="0"/>
              </a:ext>
            </a:extLst>
          </a:blip>
          <a:srcRect l="31166"/>
          <a:stretch/>
        </p:blipFill>
        <p:spPr>
          <a:xfrm>
            <a:off x="3799840" y="0"/>
            <a:ext cx="8392160" cy="6858000"/>
          </a:xfrm>
          <a:prstGeom prst="rect">
            <a:avLst/>
          </a:prstGeom>
        </p:spPr>
      </p:pic>
      <p:pic>
        <p:nvPicPr>
          <p:cNvPr id="4" name="图片 3">
            <a:extLst>
              <a:ext uri="{FF2B5EF4-FFF2-40B4-BE49-F238E27FC236}">
                <a16:creationId xmlns:a16="http://schemas.microsoft.com/office/drawing/2014/main" id="{9A165127-9A4D-974B-A295-A025EEFA8714}"/>
              </a:ext>
            </a:extLst>
          </p:cNvPr>
          <p:cNvPicPr>
            <a:picLocks noChangeAspect="1"/>
          </p:cNvPicPr>
          <p:nvPr/>
        </p:nvPicPr>
        <p:blipFill rotWithShape="1">
          <a:blip r:embed="rId2">
            <a:extLst>
              <a:ext uri="{28A0092B-C50C-407E-A947-70E740481C1C}">
                <a14:useLocalDpi xmlns:a14="http://schemas.microsoft.com/office/drawing/2010/main" val="0"/>
              </a:ext>
            </a:extLst>
          </a:blip>
          <a:srcRect r="68833"/>
          <a:stretch/>
        </p:blipFill>
        <p:spPr>
          <a:xfrm>
            <a:off x="0" y="0"/>
            <a:ext cx="3799840" cy="6858000"/>
          </a:xfrm>
          <a:prstGeom prst="rect">
            <a:avLst/>
          </a:prstGeom>
        </p:spPr>
      </p:pic>
      <p:sp>
        <p:nvSpPr>
          <p:cNvPr id="7" name="任意多边形: 形状 6">
            <a:extLst>
              <a:ext uri="{FF2B5EF4-FFF2-40B4-BE49-F238E27FC236}">
                <a16:creationId xmlns:a16="http://schemas.microsoft.com/office/drawing/2014/main" id="{2589601C-BE02-83B6-75ED-3CD8FCB1A5E8}"/>
              </a:ext>
            </a:extLst>
          </p:cNvPr>
          <p:cNvSpPr/>
          <p:nvPr/>
        </p:nvSpPr>
        <p:spPr>
          <a:xfrm>
            <a:off x="0" y="553319"/>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79E159D-70A9-4D58-422C-29AFA1769B93}"/>
              </a:ext>
            </a:extLst>
          </p:cNvPr>
          <p:cNvSpPr/>
          <p:nvPr/>
        </p:nvSpPr>
        <p:spPr>
          <a:xfrm>
            <a:off x="-1" y="0"/>
            <a:ext cx="3799840" cy="6858000"/>
          </a:xfrm>
          <a:prstGeom prst="rect">
            <a:avLst/>
          </a:prstGeom>
          <a:solidFill>
            <a:srgbClr val="B59F73">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FC04FC26-67FF-84DC-D01F-2D20D1BC7295}"/>
              </a:ext>
            </a:extLst>
          </p:cNvPr>
          <p:cNvSpPr txBox="1"/>
          <p:nvPr/>
        </p:nvSpPr>
        <p:spPr>
          <a:xfrm>
            <a:off x="60960" y="40367"/>
            <a:ext cx="3677920" cy="1107996"/>
          </a:xfrm>
          <a:prstGeom prst="rect">
            <a:avLst/>
          </a:prstGeom>
          <a:noFill/>
        </p:spPr>
        <p:txBody>
          <a:bodyPr wrap="square" rtlCol="0">
            <a:spAutoFit/>
          </a:bodyPr>
          <a:lstStyle/>
          <a:p>
            <a:pPr algn="dist"/>
            <a:r>
              <a:rPr lang="zh-CN" altLang="en-US" sz="6600" dirty="0">
                <a:solidFill>
                  <a:schemeClr val="tx1">
                    <a:lumMod val="85000"/>
                    <a:lumOff val="15000"/>
                  </a:schemeClr>
                </a:solidFill>
                <a:latin typeface="思源宋体 CN Heavy" panose="02020900000000000000" pitchFamily="18" charset="-122"/>
                <a:ea typeface="思源宋体 CN Heavy" panose="02020900000000000000" pitchFamily="18" charset="-122"/>
              </a:rPr>
              <a:t>插入标题</a:t>
            </a:r>
          </a:p>
        </p:txBody>
      </p:sp>
      <p:sp>
        <p:nvSpPr>
          <p:cNvPr id="15" name="矩形: 圆角 14">
            <a:extLst>
              <a:ext uri="{FF2B5EF4-FFF2-40B4-BE49-F238E27FC236}">
                <a16:creationId xmlns:a16="http://schemas.microsoft.com/office/drawing/2014/main" id="{CDCC322A-6515-FAB9-1CFB-4FB0C5618ACF}"/>
              </a:ext>
            </a:extLst>
          </p:cNvPr>
          <p:cNvSpPr/>
          <p:nvPr/>
        </p:nvSpPr>
        <p:spPr>
          <a:xfrm>
            <a:off x="2074750" y="1633696"/>
            <a:ext cx="8854838" cy="934720"/>
          </a:xfrm>
          <a:prstGeom prst="roundRect">
            <a:avLst>
              <a:gd name="adj" fmla="val 13406"/>
            </a:avLst>
          </a:prstGeom>
          <a:solidFill>
            <a:srgbClr val="DAD874">
              <a:alpha val="70000"/>
            </a:srgb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EE07F35-C418-96D7-5DC7-235CA576891A}"/>
              </a:ext>
            </a:extLst>
          </p:cNvPr>
          <p:cNvSpPr txBox="1"/>
          <p:nvPr/>
        </p:nvSpPr>
        <p:spPr>
          <a:xfrm>
            <a:off x="2137171" y="1808668"/>
            <a:ext cx="1545144" cy="584775"/>
          </a:xfrm>
          <a:prstGeom prst="rect">
            <a:avLst/>
          </a:prstGeom>
          <a:noFill/>
        </p:spPr>
        <p:txBody>
          <a:bodyPr wrap="square" rtlCol="0">
            <a:spAutoFit/>
          </a:bodyPr>
          <a:lstStyle/>
          <a:p>
            <a:r>
              <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项目</a:t>
            </a:r>
            <a:r>
              <a:rPr lang="en-US" altLang="zh-CN"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01</a:t>
            </a:r>
            <a:endPar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pic>
        <p:nvPicPr>
          <p:cNvPr id="12" name="图片 11">
            <a:extLst>
              <a:ext uri="{FF2B5EF4-FFF2-40B4-BE49-F238E27FC236}">
                <a16:creationId xmlns:a16="http://schemas.microsoft.com/office/drawing/2014/main" id="{F3327F4C-B3BD-3996-03CA-F54A9713A036}"/>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822576" y="1773314"/>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E268E1C8-578D-2C30-BF90-C95099581820}"/>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5534041" y="1773314"/>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图片 13">
            <a:extLst>
              <a:ext uri="{FF2B5EF4-FFF2-40B4-BE49-F238E27FC236}">
                <a16:creationId xmlns:a16="http://schemas.microsoft.com/office/drawing/2014/main" id="{34F7C5D3-9445-50CA-732F-44AD8CAC7A63}"/>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6245506" y="1773314"/>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67E34CC6-6A7E-FDC6-307C-6ED9FF59FCAB}"/>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111111" y="1773314"/>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2AECFABA-9D12-A890-7D6A-684BA9E0E8F1}"/>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6956971" y="1773314"/>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椭圆 16">
            <a:extLst>
              <a:ext uri="{FF2B5EF4-FFF2-40B4-BE49-F238E27FC236}">
                <a16:creationId xmlns:a16="http://schemas.microsoft.com/office/drawing/2014/main" id="{4862C1F9-E227-FBDD-EF3B-C0EE55105DE3}"/>
              </a:ext>
            </a:extLst>
          </p:cNvPr>
          <p:cNvSpPr/>
          <p:nvPr/>
        </p:nvSpPr>
        <p:spPr>
          <a:xfrm>
            <a:off x="10022107" y="1808668"/>
            <a:ext cx="620130" cy="62013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DDB2F46-5261-0EDA-2B03-FFA5FE36C117}"/>
              </a:ext>
            </a:extLst>
          </p:cNvPr>
          <p:cNvSpPr txBox="1"/>
          <p:nvPr/>
        </p:nvSpPr>
        <p:spPr>
          <a:xfrm>
            <a:off x="10057213" y="1934067"/>
            <a:ext cx="711465" cy="369332"/>
          </a:xfrm>
          <a:prstGeom prst="rect">
            <a:avLst/>
          </a:prstGeom>
          <a:noFill/>
        </p:spPr>
        <p:txBody>
          <a:bodyPr wrap="square" rtlCol="0">
            <a:spAutoFit/>
          </a:bodyPr>
          <a:lstStyle/>
          <a:p>
            <a:r>
              <a:rPr lang="en-US" altLang="zh-CN" dirty="0">
                <a:latin typeface="Bahnschrift SemiBold" panose="020B0502040204020203" pitchFamily="34" charset="0"/>
              </a:rPr>
              <a:t>60%</a:t>
            </a:r>
            <a:endParaRPr lang="zh-CN" altLang="en-US" dirty="0">
              <a:latin typeface="Bahnschrift SemiBold" panose="020B0502040204020203" pitchFamily="34" charset="0"/>
            </a:endParaRPr>
          </a:p>
        </p:txBody>
      </p:sp>
      <p:grpSp>
        <p:nvGrpSpPr>
          <p:cNvPr id="21" name="组合 20">
            <a:extLst>
              <a:ext uri="{FF2B5EF4-FFF2-40B4-BE49-F238E27FC236}">
                <a16:creationId xmlns:a16="http://schemas.microsoft.com/office/drawing/2014/main" id="{73836106-10BF-C92F-CE01-E5CE08B34924}"/>
              </a:ext>
            </a:extLst>
          </p:cNvPr>
          <p:cNvGrpSpPr/>
          <p:nvPr/>
        </p:nvGrpSpPr>
        <p:grpSpPr>
          <a:xfrm>
            <a:off x="2074750" y="2889476"/>
            <a:ext cx="8854838" cy="934720"/>
            <a:chOff x="2168762" y="1425022"/>
            <a:chExt cx="8854838" cy="934720"/>
          </a:xfrm>
        </p:grpSpPr>
        <p:sp>
          <p:nvSpPr>
            <p:cNvPr id="22" name="矩形: 圆角 21">
              <a:extLst>
                <a:ext uri="{FF2B5EF4-FFF2-40B4-BE49-F238E27FC236}">
                  <a16:creationId xmlns:a16="http://schemas.microsoft.com/office/drawing/2014/main" id="{168D9F11-0568-5E57-85FA-C51B2CAE16B3}"/>
                </a:ext>
              </a:extLst>
            </p:cNvPr>
            <p:cNvSpPr/>
            <p:nvPr/>
          </p:nvSpPr>
          <p:spPr>
            <a:xfrm>
              <a:off x="2168762" y="1425022"/>
              <a:ext cx="8854838" cy="934720"/>
            </a:xfrm>
            <a:prstGeom prst="roundRect">
              <a:avLst>
                <a:gd name="adj" fmla="val 13406"/>
              </a:avLst>
            </a:prstGeom>
            <a:solidFill>
              <a:srgbClr val="DAD874">
                <a:alpha val="70000"/>
              </a:srgb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86BA7750-788D-90DC-2D51-8D55E9780F0B}"/>
                </a:ext>
              </a:extLst>
            </p:cNvPr>
            <p:cNvSpPr txBox="1"/>
            <p:nvPr/>
          </p:nvSpPr>
          <p:spPr>
            <a:xfrm>
              <a:off x="2231183" y="1599994"/>
              <a:ext cx="1545144" cy="584775"/>
            </a:xfrm>
            <a:prstGeom prst="rect">
              <a:avLst/>
            </a:prstGeom>
            <a:noFill/>
          </p:spPr>
          <p:txBody>
            <a:bodyPr wrap="square" rtlCol="0">
              <a:spAutoFit/>
            </a:bodyPr>
            <a:lstStyle/>
            <a:p>
              <a:r>
                <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项目</a:t>
              </a:r>
              <a:r>
                <a:rPr lang="en-US" altLang="zh-CN"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02</a:t>
              </a:r>
              <a:endPar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pic>
          <p:nvPicPr>
            <p:cNvPr id="24" name="图片 23">
              <a:extLst>
                <a:ext uri="{FF2B5EF4-FFF2-40B4-BE49-F238E27FC236}">
                  <a16:creationId xmlns:a16="http://schemas.microsoft.com/office/drawing/2014/main" id="{722C7F33-174F-4CFE-968E-D104B28E1BFC}"/>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916588"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5" name="图片 24">
              <a:extLst>
                <a:ext uri="{FF2B5EF4-FFF2-40B4-BE49-F238E27FC236}">
                  <a16:creationId xmlns:a16="http://schemas.microsoft.com/office/drawing/2014/main" id="{F9F57BCB-3F52-C52C-FB70-FC111EA7685E}"/>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562805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7" name="图片 26">
              <a:extLst>
                <a:ext uri="{FF2B5EF4-FFF2-40B4-BE49-F238E27FC236}">
                  <a16:creationId xmlns:a16="http://schemas.microsoft.com/office/drawing/2014/main" id="{3C32002E-F2C3-1896-033B-A8877B5866F0}"/>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20512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9" name="椭圆 28">
              <a:extLst>
                <a:ext uri="{FF2B5EF4-FFF2-40B4-BE49-F238E27FC236}">
                  <a16:creationId xmlns:a16="http://schemas.microsoft.com/office/drawing/2014/main" id="{09717BB9-82FA-E977-F513-1D80F6F20DE7}"/>
                </a:ext>
              </a:extLst>
            </p:cNvPr>
            <p:cNvSpPr/>
            <p:nvPr/>
          </p:nvSpPr>
          <p:spPr>
            <a:xfrm>
              <a:off x="10116119" y="1599994"/>
              <a:ext cx="620130" cy="62013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99692D01-01E7-2362-6589-A3CC1A1917EA}"/>
                </a:ext>
              </a:extLst>
            </p:cNvPr>
            <p:cNvSpPr txBox="1"/>
            <p:nvPr/>
          </p:nvSpPr>
          <p:spPr>
            <a:xfrm>
              <a:off x="10151225" y="1725393"/>
              <a:ext cx="711465" cy="369332"/>
            </a:xfrm>
            <a:prstGeom prst="rect">
              <a:avLst/>
            </a:prstGeom>
            <a:noFill/>
          </p:spPr>
          <p:txBody>
            <a:bodyPr wrap="square" rtlCol="0">
              <a:spAutoFit/>
            </a:bodyPr>
            <a:lstStyle/>
            <a:p>
              <a:r>
                <a:rPr lang="en-US" altLang="zh-CN" dirty="0">
                  <a:latin typeface="Bahnschrift SemiBold" panose="020B0502040204020203" pitchFamily="34" charset="0"/>
                </a:rPr>
                <a:t>30%</a:t>
              </a:r>
              <a:endParaRPr lang="zh-CN" altLang="en-US" dirty="0">
                <a:latin typeface="Bahnschrift SemiBold" panose="020B0502040204020203" pitchFamily="34" charset="0"/>
              </a:endParaRPr>
            </a:p>
          </p:txBody>
        </p:sp>
      </p:grpSp>
      <p:grpSp>
        <p:nvGrpSpPr>
          <p:cNvPr id="31" name="组合 30">
            <a:extLst>
              <a:ext uri="{FF2B5EF4-FFF2-40B4-BE49-F238E27FC236}">
                <a16:creationId xmlns:a16="http://schemas.microsoft.com/office/drawing/2014/main" id="{9D83209D-2965-1937-1F45-E1B51020B02E}"/>
              </a:ext>
            </a:extLst>
          </p:cNvPr>
          <p:cNvGrpSpPr/>
          <p:nvPr/>
        </p:nvGrpSpPr>
        <p:grpSpPr>
          <a:xfrm>
            <a:off x="2074750" y="4145256"/>
            <a:ext cx="8854838" cy="934720"/>
            <a:chOff x="2168762" y="1425022"/>
            <a:chExt cx="8854838" cy="934720"/>
          </a:xfrm>
        </p:grpSpPr>
        <p:sp>
          <p:nvSpPr>
            <p:cNvPr id="32" name="矩形: 圆角 31">
              <a:extLst>
                <a:ext uri="{FF2B5EF4-FFF2-40B4-BE49-F238E27FC236}">
                  <a16:creationId xmlns:a16="http://schemas.microsoft.com/office/drawing/2014/main" id="{EDFD03C2-3E8E-63E6-1498-91A2CADF823F}"/>
                </a:ext>
              </a:extLst>
            </p:cNvPr>
            <p:cNvSpPr/>
            <p:nvPr/>
          </p:nvSpPr>
          <p:spPr>
            <a:xfrm>
              <a:off x="2168762" y="1425022"/>
              <a:ext cx="8854838" cy="934720"/>
            </a:xfrm>
            <a:prstGeom prst="roundRect">
              <a:avLst>
                <a:gd name="adj" fmla="val 13406"/>
              </a:avLst>
            </a:prstGeom>
            <a:solidFill>
              <a:srgbClr val="DAD874">
                <a:alpha val="70000"/>
              </a:srgb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F6E2B361-79CC-6D9E-D894-D11E18839110}"/>
                </a:ext>
              </a:extLst>
            </p:cNvPr>
            <p:cNvSpPr txBox="1"/>
            <p:nvPr/>
          </p:nvSpPr>
          <p:spPr>
            <a:xfrm>
              <a:off x="2231183" y="1599994"/>
              <a:ext cx="1545144" cy="584775"/>
            </a:xfrm>
            <a:prstGeom prst="rect">
              <a:avLst/>
            </a:prstGeom>
            <a:noFill/>
          </p:spPr>
          <p:txBody>
            <a:bodyPr wrap="square" rtlCol="0">
              <a:spAutoFit/>
            </a:bodyPr>
            <a:lstStyle/>
            <a:p>
              <a:r>
                <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项目</a:t>
              </a:r>
              <a:r>
                <a:rPr lang="en-US" altLang="zh-CN"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03</a:t>
              </a:r>
              <a:endPar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pic>
          <p:nvPicPr>
            <p:cNvPr id="34" name="图片 33">
              <a:extLst>
                <a:ext uri="{FF2B5EF4-FFF2-40B4-BE49-F238E27FC236}">
                  <a16:creationId xmlns:a16="http://schemas.microsoft.com/office/drawing/2014/main" id="{D9A8BC27-76F6-A9BA-0238-C4A13716738D}"/>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916588"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5" name="图片 34">
              <a:extLst>
                <a:ext uri="{FF2B5EF4-FFF2-40B4-BE49-F238E27FC236}">
                  <a16:creationId xmlns:a16="http://schemas.microsoft.com/office/drawing/2014/main" id="{AA24FC4B-3D3A-6967-36AA-7D6B5659FB4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562805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6" name="图片 35">
              <a:extLst>
                <a:ext uri="{FF2B5EF4-FFF2-40B4-BE49-F238E27FC236}">
                  <a16:creationId xmlns:a16="http://schemas.microsoft.com/office/drawing/2014/main" id="{6B254F45-9714-285B-5265-09B0E301EDCC}"/>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6339518"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7" name="图片 36">
              <a:extLst>
                <a:ext uri="{FF2B5EF4-FFF2-40B4-BE49-F238E27FC236}">
                  <a16:creationId xmlns:a16="http://schemas.microsoft.com/office/drawing/2014/main" id="{5E09E03C-7706-433B-5DE1-23FB47297486}"/>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20512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9" name="椭圆 38">
              <a:extLst>
                <a:ext uri="{FF2B5EF4-FFF2-40B4-BE49-F238E27FC236}">
                  <a16:creationId xmlns:a16="http://schemas.microsoft.com/office/drawing/2014/main" id="{ECBF365D-5F65-484B-70C1-F88550C67369}"/>
                </a:ext>
              </a:extLst>
            </p:cNvPr>
            <p:cNvSpPr/>
            <p:nvPr/>
          </p:nvSpPr>
          <p:spPr>
            <a:xfrm>
              <a:off x="10116119" y="1599994"/>
              <a:ext cx="620130" cy="62013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3D05E5B-903E-95AD-303B-89EBDF925508}"/>
                </a:ext>
              </a:extLst>
            </p:cNvPr>
            <p:cNvSpPr txBox="1"/>
            <p:nvPr/>
          </p:nvSpPr>
          <p:spPr>
            <a:xfrm>
              <a:off x="10151225" y="1725393"/>
              <a:ext cx="711465" cy="369332"/>
            </a:xfrm>
            <a:prstGeom prst="rect">
              <a:avLst/>
            </a:prstGeom>
            <a:noFill/>
          </p:spPr>
          <p:txBody>
            <a:bodyPr wrap="square" rtlCol="0">
              <a:spAutoFit/>
            </a:bodyPr>
            <a:lstStyle/>
            <a:p>
              <a:r>
                <a:rPr lang="en-US" altLang="zh-CN" dirty="0">
                  <a:latin typeface="Bahnschrift SemiBold" panose="020B0502040204020203" pitchFamily="34" charset="0"/>
                </a:rPr>
                <a:t>40%</a:t>
              </a:r>
              <a:endParaRPr lang="zh-CN" altLang="en-US" dirty="0">
                <a:latin typeface="Bahnschrift SemiBold" panose="020B0502040204020203" pitchFamily="34" charset="0"/>
              </a:endParaRPr>
            </a:p>
          </p:txBody>
        </p:sp>
      </p:grpSp>
      <p:grpSp>
        <p:nvGrpSpPr>
          <p:cNvPr id="41" name="组合 40">
            <a:extLst>
              <a:ext uri="{FF2B5EF4-FFF2-40B4-BE49-F238E27FC236}">
                <a16:creationId xmlns:a16="http://schemas.microsoft.com/office/drawing/2014/main" id="{A580A13D-BA08-D0B2-F3A5-23810ECD04E0}"/>
              </a:ext>
            </a:extLst>
          </p:cNvPr>
          <p:cNvGrpSpPr/>
          <p:nvPr/>
        </p:nvGrpSpPr>
        <p:grpSpPr>
          <a:xfrm>
            <a:off x="2074750" y="5380347"/>
            <a:ext cx="8854838" cy="934720"/>
            <a:chOff x="2168762" y="1425022"/>
            <a:chExt cx="8854838" cy="934720"/>
          </a:xfrm>
        </p:grpSpPr>
        <p:sp>
          <p:nvSpPr>
            <p:cNvPr id="42" name="矩形: 圆角 41">
              <a:extLst>
                <a:ext uri="{FF2B5EF4-FFF2-40B4-BE49-F238E27FC236}">
                  <a16:creationId xmlns:a16="http://schemas.microsoft.com/office/drawing/2014/main" id="{BC4AE2B4-4E99-CC57-8846-A565D8B6DB51}"/>
                </a:ext>
              </a:extLst>
            </p:cNvPr>
            <p:cNvSpPr/>
            <p:nvPr/>
          </p:nvSpPr>
          <p:spPr>
            <a:xfrm>
              <a:off x="2168762" y="1425022"/>
              <a:ext cx="8854838" cy="934720"/>
            </a:xfrm>
            <a:prstGeom prst="roundRect">
              <a:avLst>
                <a:gd name="adj" fmla="val 13406"/>
              </a:avLst>
            </a:prstGeom>
            <a:solidFill>
              <a:srgbClr val="DAD874">
                <a:alpha val="70000"/>
              </a:srgbClr>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0E2EC052-A8DA-2639-A477-73E0C3443F0A}"/>
                </a:ext>
              </a:extLst>
            </p:cNvPr>
            <p:cNvSpPr txBox="1"/>
            <p:nvPr/>
          </p:nvSpPr>
          <p:spPr>
            <a:xfrm>
              <a:off x="2231183" y="1599994"/>
              <a:ext cx="1545144" cy="584775"/>
            </a:xfrm>
            <a:prstGeom prst="rect">
              <a:avLst/>
            </a:prstGeom>
            <a:noFill/>
          </p:spPr>
          <p:txBody>
            <a:bodyPr wrap="square" rtlCol="0">
              <a:spAutoFit/>
            </a:bodyPr>
            <a:lstStyle/>
            <a:p>
              <a:r>
                <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项目</a:t>
              </a:r>
              <a:r>
                <a:rPr lang="en-US" altLang="zh-CN"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04</a:t>
              </a:r>
              <a:endParaRPr lang="zh-CN" altLang="en-US" sz="3200" b="1"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pic>
          <p:nvPicPr>
            <p:cNvPr id="44" name="图片 43">
              <a:extLst>
                <a:ext uri="{FF2B5EF4-FFF2-40B4-BE49-F238E27FC236}">
                  <a16:creationId xmlns:a16="http://schemas.microsoft.com/office/drawing/2014/main" id="{C867F9F6-C405-9305-759D-242723A32064}"/>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916588"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图片 44">
              <a:extLst>
                <a:ext uri="{FF2B5EF4-FFF2-40B4-BE49-F238E27FC236}">
                  <a16:creationId xmlns:a16="http://schemas.microsoft.com/office/drawing/2014/main" id="{208F427C-0798-ADD0-978E-36A58B0CC149}"/>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562805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图片 45">
              <a:extLst>
                <a:ext uri="{FF2B5EF4-FFF2-40B4-BE49-F238E27FC236}">
                  <a16:creationId xmlns:a16="http://schemas.microsoft.com/office/drawing/2014/main" id="{42496015-E2CE-102F-DFD4-534974489978}"/>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6339518"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图片 46">
              <a:extLst>
                <a:ext uri="{FF2B5EF4-FFF2-40B4-BE49-F238E27FC236}">
                  <a16:creationId xmlns:a16="http://schemas.microsoft.com/office/drawing/2014/main" id="{23A4DAD0-1FCD-F970-C8DD-62B381FBD80E}"/>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420512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8" name="图片 47">
              <a:extLst>
                <a:ext uri="{FF2B5EF4-FFF2-40B4-BE49-F238E27FC236}">
                  <a16:creationId xmlns:a16="http://schemas.microsoft.com/office/drawing/2014/main" id="{4022C266-ADC0-C3B1-EE7D-72159B9F1632}"/>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7050983" y="1564640"/>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9" name="椭圆 48">
              <a:extLst>
                <a:ext uri="{FF2B5EF4-FFF2-40B4-BE49-F238E27FC236}">
                  <a16:creationId xmlns:a16="http://schemas.microsoft.com/office/drawing/2014/main" id="{CBFB5FE9-50AB-4266-B0A1-570A3E433173}"/>
                </a:ext>
              </a:extLst>
            </p:cNvPr>
            <p:cNvSpPr/>
            <p:nvPr/>
          </p:nvSpPr>
          <p:spPr>
            <a:xfrm>
              <a:off x="10116119" y="1599994"/>
              <a:ext cx="620130" cy="620130"/>
            </a:xfrm>
            <a:prstGeom prst="ellipse">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AA54D9A0-CA9D-BBB4-440E-5CB5416F2AA0}"/>
                </a:ext>
              </a:extLst>
            </p:cNvPr>
            <p:cNvSpPr txBox="1"/>
            <p:nvPr/>
          </p:nvSpPr>
          <p:spPr>
            <a:xfrm>
              <a:off x="10151225" y="1725393"/>
              <a:ext cx="711465" cy="369332"/>
            </a:xfrm>
            <a:prstGeom prst="rect">
              <a:avLst/>
            </a:prstGeom>
            <a:noFill/>
          </p:spPr>
          <p:txBody>
            <a:bodyPr wrap="square" rtlCol="0">
              <a:spAutoFit/>
            </a:bodyPr>
            <a:lstStyle/>
            <a:p>
              <a:r>
                <a:rPr lang="en-US" altLang="zh-CN" dirty="0">
                  <a:latin typeface="Bahnschrift SemiBold" panose="020B0502040204020203" pitchFamily="34" charset="0"/>
                </a:rPr>
                <a:t>50%</a:t>
              </a:r>
              <a:endParaRPr lang="zh-CN" altLang="en-US" dirty="0">
                <a:latin typeface="Bahnschrift SemiBold" panose="020B0502040204020203" pitchFamily="34" charset="0"/>
              </a:endParaRPr>
            </a:p>
          </p:txBody>
        </p:sp>
      </p:grpSp>
      <p:pic>
        <p:nvPicPr>
          <p:cNvPr id="51" name="图片 50">
            <a:extLst>
              <a:ext uri="{FF2B5EF4-FFF2-40B4-BE49-F238E27FC236}">
                <a16:creationId xmlns:a16="http://schemas.microsoft.com/office/drawing/2014/main" id="{ED450B08-3E20-4815-24B4-83237B59E9A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15948" t="8355" r="15488" b="8355"/>
          <a:stretch>
            <a:fillRect/>
          </a:stretch>
        </p:blipFill>
        <p:spPr bwMode="auto">
          <a:xfrm>
            <a:off x="7668436" y="1773314"/>
            <a:ext cx="539597" cy="655484"/>
          </a:xfrm>
          <a:custGeom>
            <a:avLst/>
            <a:gdLst>
              <a:gd name="connsiteX0" fmla="*/ 673769 w 1195137"/>
              <a:gd name="connsiteY0" fmla="*/ 0 h 1451810"/>
              <a:gd name="connsiteX1" fmla="*/ 826169 w 1195137"/>
              <a:gd name="connsiteY1" fmla="*/ 120316 h 1451810"/>
              <a:gd name="connsiteX2" fmla="*/ 810126 w 1195137"/>
              <a:gd name="connsiteY2" fmla="*/ 208547 h 1451810"/>
              <a:gd name="connsiteX3" fmla="*/ 1066800 w 1195137"/>
              <a:gd name="connsiteY3" fmla="*/ 80210 h 1451810"/>
              <a:gd name="connsiteX4" fmla="*/ 1138990 w 1195137"/>
              <a:gd name="connsiteY4" fmla="*/ 152400 h 1451810"/>
              <a:gd name="connsiteX5" fmla="*/ 818147 w 1195137"/>
              <a:gd name="connsiteY5" fmla="*/ 360947 h 1451810"/>
              <a:gd name="connsiteX6" fmla="*/ 770021 w 1195137"/>
              <a:gd name="connsiteY6" fmla="*/ 368968 h 1451810"/>
              <a:gd name="connsiteX7" fmla="*/ 737937 w 1195137"/>
              <a:gd name="connsiteY7" fmla="*/ 577516 h 1451810"/>
              <a:gd name="connsiteX8" fmla="*/ 810126 w 1195137"/>
              <a:gd name="connsiteY8" fmla="*/ 609600 h 1451810"/>
              <a:gd name="connsiteX9" fmla="*/ 1195137 w 1195137"/>
              <a:gd name="connsiteY9" fmla="*/ 954505 h 1451810"/>
              <a:gd name="connsiteX10" fmla="*/ 1114926 w 1195137"/>
              <a:gd name="connsiteY10" fmla="*/ 1002631 h 1451810"/>
              <a:gd name="connsiteX11" fmla="*/ 697832 w 1195137"/>
              <a:gd name="connsiteY11" fmla="*/ 689810 h 1451810"/>
              <a:gd name="connsiteX12" fmla="*/ 529390 w 1195137"/>
              <a:gd name="connsiteY12" fmla="*/ 1379621 h 1451810"/>
              <a:gd name="connsiteX13" fmla="*/ 425116 w 1195137"/>
              <a:gd name="connsiteY13" fmla="*/ 1451810 h 1451810"/>
              <a:gd name="connsiteX14" fmla="*/ 304800 w 1195137"/>
              <a:gd name="connsiteY14" fmla="*/ 1347537 h 1451810"/>
              <a:gd name="connsiteX15" fmla="*/ 433137 w 1195137"/>
              <a:gd name="connsiteY15" fmla="*/ 577516 h 1451810"/>
              <a:gd name="connsiteX16" fmla="*/ 64169 w 1195137"/>
              <a:gd name="connsiteY16" fmla="*/ 770021 h 1451810"/>
              <a:gd name="connsiteX17" fmla="*/ 0 w 1195137"/>
              <a:gd name="connsiteY17" fmla="*/ 705852 h 1451810"/>
              <a:gd name="connsiteX18" fmla="*/ 409074 w 1195137"/>
              <a:gd name="connsiteY18" fmla="*/ 441158 h 1451810"/>
              <a:gd name="connsiteX19" fmla="*/ 88232 w 1195137"/>
              <a:gd name="connsiteY19" fmla="*/ 184484 h 1451810"/>
              <a:gd name="connsiteX20" fmla="*/ 160421 w 1195137"/>
              <a:gd name="connsiteY20" fmla="*/ 128337 h 1451810"/>
              <a:gd name="connsiteX21" fmla="*/ 465221 w 1195137"/>
              <a:gd name="connsiteY21" fmla="*/ 352926 h 1451810"/>
              <a:gd name="connsiteX22" fmla="*/ 489284 w 1195137"/>
              <a:gd name="connsiteY22" fmla="*/ 88231 h 145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5137" h="1451810">
                <a:moveTo>
                  <a:pt x="673769" y="0"/>
                </a:moveTo>
                <a:lnTo>
                  <a:pt x="826169" y="120316"/>
                </a:lnTo>
                <a:lnTo>
                  <a:pt x="810126" y="208547"/>
                </a:lnTo>
                <a:lnTo>
                  <a:pt x="1066800" y="80210"/>
                </a:lnTo>
                <a:lnTo>
                  <a:pt x="1138990" y="152400"/>
                </a:lnTo>
                <a:lnTo>
                  <a:pt x="818147" y="360947"/>
                </a:lnTo>
                <a:lnTo>
                  <a:pt x="770021" y="368968"/>
                </a:lnTo>
                <a:lnTo>
                  <a:pt x="737937" y="577516"/>
                </a:lnTo>
                <a:lnTo>
                  <a:pt x="810126" y="609600"/>
                </a:lnTo>
                <a:lnTo>
                  <a:pt x="1195137" y="954505"/>
                </a:lnTo>
                <a:lnTo>
                  <a:pt x="1114926" y="1002631"/>
                </a:lnTo>
                <a:lnTo>
                  <a:pt x="697832" y="689810"/>
                </a:lnTo>
                <a:lnTo>
                  <a:pt x="529390" y="1379621"/>
                </a:lnTo>
                <a:lnTo>
                  <a:pt x="425116" y="1451810"/>
                </a:lnTo>
                <a:lnTo>
                  <a:pt x="304800" y="1347537"/>
                </a:lnTo>
                <a:lnTo>
                  <a:pt x="433137" y="577516"/>
                </a:lnTo>
                <a:lnTo>
                  <a:pt x="64169" y="770021"/>
                </a:lnTo>
                <a:lnTo>
                  <a:pt x="0" y="705852"/>
                </a:lnTo>
                <a:lnTo>
                  <a:pt x="409074" y="441158"/>
                </a:lnTo>
                <a:lnTo>
                  <a:pt x="88232" y="184484"/>
                </a:lnTo>
                <a:lnTo>
                  <a:pt x="160421" y="128337"/>
                </a:lnTo>
                <a:lnTo>
                  <a:pt x="465221" y="352926"/>
                </a:lnTo>
                <a:lnTo>
                  <a:pt x="489284" y="88231"/>
                </a:lnTo>
                <a:close/>
              </a:path>
            </a:pathLst>
          </a:cu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52" name="组合 51">
            <a:extLst>
              <a:ext uri="{FF2B5EF4-FFF2-40B4-BE49-F238E27FC236}">
                <a16:creationId xmlns:a16="http://schemas.microsoft.com/office/drawing/2014/main" id="{646806EA-E644-EA85-960A-A1276D0A3DBD}"/>
              </a:ext>
            </a:extLst>
          </p:cNvPr>
          <p:cNvGrpSpPr/>
          <p:nvPr/>
        </p:nvGrpSpPr>
        <p:grpSpPr>
          <a:xfrm rot="10800000">
            <a:off x="9392653" y="440374"/>
            <a:ext cx="2799347" cy="529160"/>
            <a:chOff x="0" y="3336758"/>
            <a:chExt cx="2799347" cy="529160"/>
          </a:xfrm>
        </p:grpSpPr>
        <p:sp>
          <p:nvSpPr>
            <p:cNvPr id="53" name="矩形 52">
              <a:extLst>
                <a:ext uri="{FF2B5EF4-FFF2-40B4-BE49-F238E27FC236}">
                  <a16:creationId xmlns:a16="http://schemas.microsoft.com/office/drawing/2014/main" id="{9755301E-7281-2FC6-2493-119327292C9E}"/>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2D92BC73-67E3-B226-1766-D23B0C9AB075}"/>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54">
              <a:extLst>
                <a:ext uri="{FF2B5EF4-FFF2-40B4-BE49-F238E27FC236}">
                  <a16:creationId xmlns:a16="http://schemas.microsoft.com/office/drawing/2014/main" id="{4E706000-4822-87ED-6075-CC6FCFEE92E8}"/>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55">
              <a:extLst>
                <a:ext uri="{FF2B5EF4-FFF2-40B4-BE49-F238E27FC236}">
                  <a16:creationId xmlns:a16="http://schemas.microsoft.com/office/drawing/2014/main" id="{69E710BC-CF57-59B6-DAA9-548085D0523B}"/>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A53B1E63-C28F-E81D-1B54-EA093BFC9D55}"/>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05AB1451-F67B-5A37-F7C0-121FB022B0B1}"/>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8156DF8D-E0E7-44A2-A0A4-2B17170F52F3}"/>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E2B576E2-E557-5F79-B875-AFB71D8299F1}"/>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04CBF1CA-CE2F-2BDC-BD22-48A08101B39A}"/>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620E562F-8DC7-99E1-9677-B88A90F3079A}"/>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204A6A78-2534-382A-3A86-5E790E72A669}"/>
              </a:ext>
            </a:extLst>
          </p:cNvPr>
          <p:cNvSpPr txBox="1"/>
          <p:nvPr/>
        </p:nvSpPr>
        <p:spPr>
          <a:xfrm>
            <a:off x="314960" y="969534"/>
            <a:ext cx="3394245" cy="369332"/>
          </a:xfrm>
          <a:prstGeom prst="rect">
            <a:avLst/>
          </a:prstGeom>
          <a:noFill/>
        </p:spPr>
        <p:txBody>
          <a:bodyPr wrap="square" rtlCol="0">
            <a:spAutoFit/>
          </a:bodyPr>
          <a:lstStyle/>
          <a:p>
            <a:pPr algn="dist"/>
            <a:r>
              <a:rPr lang="en-US" altLang="zh-CN" dirty="0">
                <a:latin typeface="Bahnschrift SemiBold" panose="020B0502040204020203" pitchFamily="34" charset="0"/>
                <a:ea typeface="微软雅黑 Light" panose="020B0502040204020203" pitchFamily="34" charset="-122"/>
              </a:rPr>
              <a:t>PUT TITLE IN HERE</a:t>
            </a:r>
            <a:endParaRPr lang="zh-CN" altLang="en-US" dirty="0">
              <a:latin typeface="Bahnschrift SemiBold" panose="020B0502040204020203" pitchFamily="34" charset="0"/>
              <a:ea typeface="微软雅黑 Light" panose="020B0502040204020203" pitchFamily="34" charset="-122"/>
            </a:endParaRPr>
          </a:p>
        </p:txBody>
      </p:sp>
      <p:sp>
        <p:nvSpPr>
          <p:cNvPr id="10" name="矩形 9">
            <a:extLst>
              <a:ext uri="{FF2B5EF4-FFF2-40B4-BE49-F238E27FC236}">
                <a16:creationId xmlns:a16="http://schemas.microsoft.com/office/drawing/2014/main" id="{02D855F7-01F3-2787-1D47-28A4067DB969}"/>
              </a:ext>
            </a:extLst>
          </p:cNvPr>
          <p:cNvSpPr/>
          <p:nvPr/>
        </p:nvSpPr>
        <p:spPr>
          <a:xfrm rot="10800000">
            <a:off x="3799840" y="1641028"/>
            <a:ext cx="284007" cy="927388"/>
          </a:xfrm>
          <a:prstGeom prst="rect">
            <a:avLst/>
          </a:prstGeom>
          <a:gradFill flip="none" rotWithShape="1">
            <a:gsLst>
              <a:gs pos="100000">
                <a:schemeClr val="bg1">
                  <a:alpha val="0"/>
                </a:schemeClr>
              </a:gs>
              <a:gs pos="0">
                <a:schemeClr val="tx1">
                  <a:alpha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C758334-7867-66AA-A232-F57FB433415B}"/>
              </a:ext>
            </a:extLst>
          </p:cNvPr>
          <p:cNvSpPr/>
          <p:nvPr/>
        </p:nvSpPr>
        <p:spPr>
          <a:xfrm rot="10800000">
            <a:off x="3799840" y="2910164"/>
            <a:ext cx="284007" cy="927388"/>
          </a:xfrm>
          <a:prstGeom prst="rect">
            <a:avLst/>
          </a:prstGeom>
          <a:gradFill flip="none" rotWithShape="1">
            <a:gsLst>
              <a:gs pos="100000">
                <a:schemeClr val="bg1">
                  <a:alpha val="0"/>
                </a:schemeClr>
              </a:gs>
              <a:gs pos="0">
                <a:schemeClr val="tx1">
                  <a:alpha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3C0E2A5A-0534-13EF-B3AC-529B26A325C5}"/>
              </a:ext>
            </a:extLst>
          </p:cNvPr>
          <p:cNvSpPr/>
          <p:nvPr/>
        </p:nvSpPr>
        <p:spPr>
          <a:xfrm rot="10800000">
            <a:off x="3799840" y="4166599"/>
            <a:ext cx="284007" cy="927388"/>
          </a:xfrm>
          <a:prstGeom prst="rect">
            <a:avLst/>
          </a:prstGeom>
          <a:gradFill flip="none" rotWithShape="1">
            <a:gsLst>
              <a:gs pos="100000">
                <a:schemeClr val="bg1">
                  <a:alpha val="0"/>
                </a:schemeClr>
              </a:gs>
              <a:gs pos="0">
                <a:schemeClr val="tx1">
                  <a:alpha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96D15D0A-A7F6-09BB-E6FC-D70D9D2A9444}"/>
              </a:ext>
            </a:extLst>
          </p:cNvPr>
          <p:cNvSpPr/>
          <p:nvPr/>
        </p:nvSpPr>
        <p:spPr>
          <a:xfrm rot="10800000">
            <a:off x="3799840" y="5387679"/>
            <a:ext cx="284007" cy="927388"/>
          </a:xfrm>
          <a:prstGeom prst="rect">
            <a:avLst/>
          </a:prstGeom>
          <a:gradFill flip="none" rotWithShape="1">
            <a:gsLst>
              <a:gs pos="100000">
                <a:schemeClr val="bg1">
                  <a:alpha val="0"/>
                </a:schemeClr>
              </a:gs>
              <a:gs pos="0">
                <a:schemeClr val="tx1">
                  <a:alpha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38A1E21-29DD-0D37-6F22-15B6095BE03C}"/>
              </a:ext>
            </a:extLst>
          </p:cNvPr>
          <p:cNvSpPr/>
          <p:nvPr/>
        </p:nvSpPr>
        <p:spPr>
          <a:xfrm>
            <a:off x="176759" y="1068924"/>
            <a:ext cx="158878" cy="158878"/>
          </a:xfrm>
          <a:prstGeom prst="rect">
            <a:avLst/>
          </a:prstGeom>
          <a:solidFill>
            <a:srgbClr val="C23D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空心弧 62">
            <a:extLst>
              <a:ext uri="{FF2B5EF4-FFF2-40B4-BE49-F238E27FC236}">
                <a16:creationId xmlns:a16="http://schemas.microsoft.com/office/drawing/2014/main" id="{25FC10CB-9A00-BDC3-6A4A-51533BBA7112}"/>
              </a:ext>
            </a:extLst>
          </p:cNvPr>
          <p:cNvSpPr/>
          <p:nvPr/>
        </p:nvSpPr>
        <p:spPr>
          <a:xfrm rot="15944419">
            <a:off x="10022108" y="1808669"/>
            <a:ext cx="620130" cy="620130"/>
          </a:xfrm>
          <a:prstGeom prst="blockArc">
            <a:avLst>
              <a:gd name="adj1" fmla="val 9309839"/>
              <a:gd name="adj2" fmla="val 0"/>
              <a:gd name="adj3" fmla="val 0"/>
            </a:avLst>
          </a:prstGeom>
          <a:ln w="38100">
            <a:solidFill>
              <a:srgbClr val="B3A0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空心弧 63">
            <a:extLst>
              <a:ext uri="{FF2B5EF4-FFF2-40B4-BE49-F238E27FC236}">
                <a16:creationId xmlns:a16="http://schemas.microsoft.com/office/drawing/2014/main" id="{BEDE640A-B2B2-9240-67C8-8ED0B93B2A33}"/>
              </a:ext>
            </a:extLst>
          </p:cNvPr>
          <p:cNvSpPr/>
          <p:nvPr/>
        </p:nvSpPr>
        <p:spPr>
          <a:xfrm rot="15944419">
            <a:off x="10012328" y="3075924"/>
            <a:ext cx="620130" cy="620130"/>
          </a:xfrm>
          <a:prstGeom prst="blockArc">
            <a:avLst>
              <a:gd name="adj1" fmla="val 14895086"/>
              <a:gd name="adj2" fmla="val 0"/>
              <a:gd name="adj3" fmla="val 0"/>
            </a:avLst>
          </a:prstGeom>
          <a:ln w="38100">
            <a:solidFill>
              <a:srgbClr val="B3A0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5" name="空心弧 64">
            <a:extLst>
              <a:ext uri="{FF2B5EF4-FFF2-40B4-BE49-F238E27FC236}">
                <a16:creationId xmlns:a16="http://schemas.microsoft.com/office/drawing/2014/main" id="{26C86163-D3C2-3009-EAE3-D90F7C3739EB}"/>
              </a:ext>
            </a:extLst>
          </p:cNvPr>
          <p:cNvSpPr/>
          <p:nvPr/>
        </p:nvSpPr>
        <p:spPr>
          <a:xfrm rot="15944419">
            <a:off x="10012326" y="4318318"/>
            <a:ext cx="620130" cy="620130"/>
          </a:xfrm>
          <a:prstGeom prst="blockArc">
            <a:avLst>
              <a:gd name="adj1" fmla="val 12461679"/>
              <a:gd name="adj2" fmla="val 0"/>
              <a:gd name="adj3" fmla="val 0"/>
            </a:avLst>
          </a:prstGeom>
          <a:ln w="38100">
            <a:solidFill>
              <a:srgbClr val="B3A0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6" name="空心弧 65">
            <a:extLst>
              <a:ext uri="{FF2B5EF4-FFF2-40B4-BE49-F238E27FC236}">
                <a16:creationId xmlns:a16="http://schemas.microsoft.com/office/drawing/2014/main" id="{32F20851-8AE3-E6B3-A319-2B3AD6B7EA7C}"/>
              </a:ext>
            </a:extLst>
          </p:cNvPr>
          <p:cNvSpPr/>
          <p:nvPr/>
        </p:nvSpPr>
        <p:spPr>
          <a:xfrm rot="15944419">
            <a:off x="10022105" y="5555320"/>
            <a:ext cx="620130" cy="620130"/>
          </a:xfrm>
          <a:prstGeom prst="blockArc">
            <a:avLst>
              <a:gd name="adj1" fmla="val 11071917"/>
              <a:gd name="adj2" fmla="val 0"/>
              <a:gd name="adj3" fmla="val 0"/>
            </a:avLst>
          </a:prstGeom>
          <a:ln w="38100">
            <a:solidFill>
              <a:srgbClr val="B3A0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962327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00000">
              <a:srgbClr val="858585"/>
            </a:gs>
            <a:gs pos="100000">
              <a:srgbClr val="606060"/>
            </a:gs>
            <a:gs pos="23000">
              <a:srgbClr val="DCDCDC"/>
            </a:gs>
            <a:gs pos="35000">
              <a:srgbClr val="D4D4D4"/>
            </a:gs>
            <a:gs pos="0">
              <a:srgbClr val="DFDEDE"/>
            </a:gs>
          </a:gsLst>
          <a:path path="circle">
            <a:fillToRect l="50000" t="50000" r="50000" b="50000"/>
          </a:path>
        </a:gradFill>
        <a:effectLst/>
      </p:bgPr>
    </p:bg>
    <p:spTree>
      <p:nvGrpSpPr>
        <p:cNvPr id="1" name="">
          <a:extLst>
            <a:ext uri="{FF2B5EF4-FFF2-40B4-BE49-F238E27FC236}">
              <a16:creationId xmlns:a16="http://schemas.microsoft.com/office/drawing/2014/main" id="{8C6D9FCE-667D-FB77-F5CB-6F97FD5C89E0}"/>
            </a:ext>
          </a:extLst>
        </p:cNvPr>
        <p:cNvGrpSpPr/>
        <p:nvPr/>
      </p:nvGrpSpPr>
      <p:grpSpPr>
        <a:xfrm>
          <a:off x="0" y="0"/>
          <a:ext cx="0" cy="0"/>
          <a:chOff x="0" y="0"/>
          <a:chExt cx="0" cy="0"/>
        </a:xfrm>
      </p:grpSpPr>
      <p:sp>
        <p:nvSpPr>
          <p:cNvPr id="92" name="任意多边形: 形状 91">
            <a:extLst>
              <a:ext uri="{FF2B5EF4-FFF2-40B4-BE49-F238E27FC236}">
                <a16:creationId xmlns:a16="http://schemas.microsoft.com/office/drawing/2014/main" id="{D39F3747-4926-31BD-9258-A9639F35DE85}"/>
              </a:ext>
            </a:extLst>
          </p:cNvPr>
          <p:cNvSpPr/>
          <p:nvPr/>
        </p:nvSpPr>
        <p:spPr>
          <a:xfrm>
            <a:off x="-35892" y="3306115"/>
            <a:ext cx="594360" cy="533400"/>
          </a:xfrm>
          <a:custGeom>
            <a:avLst/>
            <a:gdLst>
              <a:gd name="connsiteX0" fmla="*/ 0 w 594360"/>
              <a:gd name="connsiteY0" fmla="*/ 0 h 533400"/>
              <a:gd name="connsiteX1" fmla="*/ 563880 w 594360"/>
              <a:gd name="connsiteY1" fmla="*/ 289560 h 533400"/>
              <a:gd name="connsiteX2" fmla="*/ 594360 w 594360"/>
              <a:gd name="connsiteY2" fmla="*/ 502920 h 533400"/>
              <a:gd name="connsiteX3" fmla="*/ 30480 w 594360"/>
              <a:gd name="connsiteY3" fmla="*/ 533400 h 533400"/>
              <a:gd name="connsiteX4" fmla="*/ 0 w 594360"/>
              <a:gd name="connsiteY4" fmla="*/ 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533400">
                <a:moveTo>
                  <a:pt x="0" y="0"/>
                </a:moveTo>
                <a:lnTo>
                  <a:pt x="563880" y="289560"/>
                </a:lnTo>
                <a:lnTo>
                  <a:pt x="594360" y="502920"/>
                </a:lnTo>
                <a:lnTo>
                  <a:pt x="30480" y="5334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7556EEBA-E11C-CC80-A0DB-1BA8D802372A}"/>
              </a:ext>
            </a:extLst>
          </p:cNvPr>
          <p:cNvSpPr/>
          <p:nvPr/>
        </p:nvSpPr>
        <p:spPr>
          <a:xfrm>
            <a:off x="5773" y="1843900"/>
            <a:ext cx="1645920" cy="2606040"/>
          </a:xfrm>
          <a:custGeom>
            <a:avLst/>
            <a:gdLst>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45720 w 1645920"/>
              <a:gd name="connsiteY9" fmla="*/ 1950720 h 2606040"/>
              <a:gd name="connsiteX10" fmla="*/ 0 w 1645920"/>
              <a:gd name="connsiteY10" fmla="*/ 0 h 2606040"/>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0 w 1645920"/>
              <a:gd name="connsiteY9" fmla="*/ 1965960 h 2606040"/>
              <a:gd name="connsiteX10" fmla="*/ 0 w 1645920"/>
              <a:gd name="connsiteY10" fmla="*/ 0 h 260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5920" h="2606040">
                <a:moveTo>
                  <a:pt x="0" y="0"/>
                </a:moveTo>
                <a:lnTo>
                  <a:pt x="1356360" y="807720"/>
                </a:lnTo>
                <a:lnTo>
                  <a:pt x="1645920" y="1844040"/>
                </a:lnTo>
                <a:lnTo>
                  <a:pt x="1097280" y="1371600"/>
                </a:lnTo>
                <a:lnTo>
                  <a:pt x="960120" y="1356360"/>
                </a:lnTo>
                <a:lnTo>
                  <a:pt x="960120" y="1356360"/>
                </a:lnTo>
                <a:lnTo>
                  <a:pt x="1295400" y="1661160"/>
                </a:lnTo>
                <a:lnTo>
                  <a:pt x="1143000" y="1965960"/>
                </a:lnTo>
                <a:lnTo>
                  <a:pt x="1432560" y="2606040"/>
                </a:lnTo>
                <a:lnTo>
                  <a:pt x="0" y="196596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A2DDFCB-D73D-1D31-C00F-49661A4A94E4}"/>
              </a:ext>
            </a:extLst>
          </p:cNvPr>
          <p:cNvSpPr/>
          <p:nvPr/>
        </p:nvSpPr>
        <p:spPr>
          <a:xfrm>
            <a:off x="3823310" y="730265"/>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3D205648-F94C-BDEE-370E-5444E8F68DBE}"/>
              </a:ext>
            </a:extLst>
          </p:cNvPr>
          <p:cNvSpPr/>
          <p:nvPr/>
        </p:nvSpPr>
        <p:spPr>
          <a:xfrm>
            <a:off x="3823311" y="2102348"/>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9BE9AA3-5070-0ACE-E38D-AB90177A2B2F}"/>
              </a:ext>
            </a:extLst>
          </p:cNvPr>
          <p:cNvSpPr/>
          <p:nvPr/>
        </p:nvSpPr>
        <p:spPr>
          <a:xfrm>
            <a:off x="3823310" y="3474431"/>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5DB1F93-B69C-1908-DED8-895396EBBC0C}"/>
              </a:ext>
            </a:extLst>
          </p:cNvPr>
          <p:cNvSpPr/>
          <p:nvPr/>
        </p:nvSpPr>
        <p:spPr>
          <a:xfrm>
            <a:off x="3823310" y="4846514"/>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C3E2150A-015A-C66E-F489-51F3B9AE3F4F}"/>
              </a:ext>
            </a:extLst>
          </p:cNvPr>
          <p:cNvGrpSpPr/>
          <p:nvPr/>
        </p:nvGrpSpPr>
        <p:grpSpPr>
          <a:xfrm>
            <a:off x="3969504" y="900349"/>
            <a:ext cx="7678034" cy="863600"/>
            <a:chOff x="3969504" y="900349"/>
            <a:chExt cx="7678034" cy="863600"/>
          </a:xfrm>
        </p:grpSpPr>
        <p:grpSp>
          <p:nvGrpSpPr>
            <p:cNvPr id="14" name="组合 13">
              <a:extLst>
                <a:ext uri="{FF2B5EF4-FFF2-40B4-BE49-F238E27FC236}">
                  <a16:creationId xmlns:a16="http://schemas.microsoft.com/office/drawing/2014/main" id="{C447B8CC-65AF-38F3-F962-A3DF1C833351}"/>
                </a:ext>
              </a:extLst>
            </p:cNvPr>
            <p:cNvGrpSpPr/>
            <p:nvPr/>
          </p:nvGrpSpPr>
          <p:grpSpPr>
            <a:xfrm>
              <a:off x="3969504" y="900349"/>
              <a:ext cx="3802026" cy="863600"/>
              <a:chOff x="4122774" y="900349"/>
              <a:chExt cx="3802026" cy="863600"/>
            </a:xfrm>
          </p:grpSpPr>
          <p:sp>
            <p:nvSpPr>
              <p:cNvPr id="11" name="任意多边形: 形状 10">
                <a:extLst>
                  <a:ext uri="{FF2B5EF4-FFF2-40B4-BE49-F238E27FC236}">
                    <a16:creationId xmlns:a16="http://schemas.microsoft.com/office/drawing/2014/main" id="{27FD1CD9-550E-F697-3CD6-44F4B28A3436}"/>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182B3787-1782-562E-4183-990AE5B0F42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5E870A3B-2899-9694-063D-0DD541AC791A}"/>
                </a:ext>
              </a:extLst>
            </p:cNvPr>
            <p:cNvGrpSpPr/>
            <p:nvPr/>
          </p:nvGrpSpPr>
          <p:grpSpPr>
            <a:xfrm>
              <a:off x="7845512" y="900349"/>
              <a:ext cx="3802026" cy="863600"/>
              <a:chOff x="4122774" y="900349"/>
              <a:chExt cx="3802026" cy="863600"/>
            </a:xfrm>
          </p:grpSpPr>
          <p:sp>
            <p:nvSpPr>
              <p:cNvPr id="16" name="任意多边形: 形状 15">
                <a:extLst>
                  <a:ext uri="{FF2B5EF4-FFF2-40B4-BE49-F238E27FC236}">
                    <a16:creationId xmlns:a16="http://schemas.microsoft.com/office/drawing/2014/main" id="{D64140CE-860A-FC10-D758-9F7FB656EDA8}"/>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4692EABA-51CE-BE27-6229-8B445B8F37D3}"/>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15495C40-6F7B-2329-C30C-B36A11B7796E}"/>
              </a:ext>
            </a:extLst>
          </p:cNvPr>
          <p:cNvGrpSpPr/>
          <p:nvPr/>
        </p:nvGrpSpPr>
        <p:grpSpPr>
          <a:xfrm>
            <a:off x="3969504" y="2272431"/>
            <a:ext cx="7678034" cy="863600"/>
            <a:chOff x="3969504" y="900349"/>
            <a:chExt cx="7678034" cy="863600"/>
          </a:xfrm>
        </p:grpSpPr>
        <p:grpSp>
          <p:nvGrpSpPr>
            <p:cNvPr id="20" name="组合 19">
              <a:extLst>
                <a:ext uri="{FF2B5EF4-FFF2-40B4-BE49-F238E27FC236}">
                  <a16:creationId xmlns:a16="http://schemas.microsoft.com/office/drawing/2014/main" id="{9BA10315-5107-2854-7F51-96A58117E672}"/>
                </a:ext>
              </a:extLst>
            </p:cNvPr>
            <p:cNvGrpSpPr/>
            <p:nvPr/>
          </p:nvGrpSpPr>
          <p:grpSpPr>
            <a:xfrm>
              <a:off x="3969504" y="900349"/>
              <a:ext cx="3802026" cy="863600"/>
              <a:chOff x="4122774" y="900349"/>
              <a:chExt cx="3802026" cy="863600"/>
            </a:xfrm>
          </p:grpSpPr>
          <p:sp>
            <p:nvSpPr>
              <p:cNvPr id="24" name="任意多边形: 形状 23">
                <a:extLst>
                  <a:ext uri="{FF2B5EF4-FFF2-40B4-BE49-F238E27FC236}">
                    <a16:creationId xmlns:a16="http://schemas.microsoft.com/office/drawing/2014/main" id="{C881DBBE-B114-D6DC-6270-8004C64733E9}"/>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F8486200-6E85-4DBC-62EE-7D594CEB6CE2}"/>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48AD0F44-2971-635F-A6FE-9DBFA225DB2A}"/>
                </a:ext>
              </a:extLst>
            </p:cNvPr>
            <p:cNvGrpSpPr/>
            <p:nvPr/>
          </p:nvGrpSpPr>
          <p:grpSpPr>
            <a:xfrm>
              <a:off x="7845512" y="900349"/>
              <a:ext cx="3802026" cy="863600"/>
              <a:chOff x="4122774" y="900349"/>
              <a:chExt cx="3802026" cy="863600"/>
            </a:xfrm>
          </p:grpSpPr>
          <p:sp>
            <p:nvSpPr>
              <p:cNvPr id="22" name="任意多边形: 形状 21">
                <a:extLst>
                  <a:ext uri="{FF2B5EF4-FFF2-40B4-BE49-F238E27FC236}">
                    <a16:creationId xmlns:a16="http://schemas.microsoft.com/office/drawing/2014/main" id="{1D81C7CC-2668-047A-74AA-F9EA634CC33B}"/>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2783F443-947F-E23F-9D84-B40E79798A32}"/>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6" name="组合 25">
            <a:extLst>
              <a:ext uri="{FF2B5EF4-FFF2-40B4-BE49-F238E27FC236}">
                <a16:creationId xmlns:a16="http://schemas.microsoft.com/office/drawing/2014/main" id="{1EAE75FB-6F4C-B39D-394A-38640D2CB0E1}"/>
              </a:ext>
            </a:extLst>
          </p:cNvPr>
          <p:cNvGrpSpPr/>
          <p:nvPr/>
        </p:nvGrpSpPr>
        <p:grpSpPr>
          <a:xfrm>
            <a:off x="3969504" y="3644514"/>
            <a:ext cx="7678034" cy="863600"/>
            <a:chOff x="3969504" y="900349"/>
            <a:chExt cx="7678034" cy="863600"/>
          </a:xfrm>
        </p:grpSpPr>
        <p:grpSp>
          <p:nvGrpSpPr>
            <p:cNvPr id="27" name="组合 26">
              <a:extLst>
                <a:ext uri="{FF2B5EF4-FFF2-40B4-BE49-F238E27FC236}">
                  <a16:creationId xmlns:a16="http://schemas.microsoft.com/office/drawing/2014/main" id="{EF6BE872-E6E9-755F-5233-7EFE9ECD8634}"/>
                </a:ext>
              </a:extLst>
            </p:cNvPr>
            <p:cNvGrpSpPr/>
            <p:nvPr/>
          </p:nvGrpSpPr>
          <p:grpSpPr>
            <a:xfrm>
              <a:off x="3969504" y="900349"/>
              <a:ext cx="3802026" cy="863600"/>
              <a:chOff x="4122774" y="900349"/>
              <a:chExt cx="3802026" cy="863600"/>
            </a:xfrm>
          </p:grpSpPr>
          <p:sp>
            <p:nvSpPr>
              <p:cNvPr id="31" name="任意多边形: 形状 30">
                <a:extLst>
                  <a:ext uri="{FF2B5EF4-FFF2-40B4-BE49-F238E27FC236}">
                    <a16:creationId xmlns:a16="http://schemas.microsoft.com/office/drawing/2014/main" id="{80BF2B3D-BA2D-A890-0F02-A2457C33268B}"/>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id="{29BD0513-AA8A-5346-9EE7-68EE86DF215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39D82B15-E41A-B40C-0EE1-2A559441C1CE}"/>
                </a:ext>
              </a:extLst>
            </p:cNvPr>
            <p:cNvGrpSpPr/>
            <p:nvPr/>
          </p:nvGrpSpPr>
          <p:grpSpPr>
            <a:xfrm>
              <a:off x="7845512" y="900349"/>
              <a:ext cx="3802026" cy="863600"/>
              <a:chOff x="4122774" y="900349"/>
              <a:chExt cx="3802026" cy="863600"/>
            </a:xfrm>
          </p:grpSpPr>
          <p:sp>
            <p:nvSpPr>
              <p:cNvPr id="29" name="任意多边形: 形状 28">
                <a:extLst>
                  <a:ext uri="{FF2B5EF4-FFF2-40B4-BE49-F238E27FC236}">
                    <a16:creationId xmlns:a16="http://schemas.microsoft.com/office/drawing/2014/main" id="{9531A03D-F907-901C-E088-F6658E325D22}"/>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AB4213B0-8B71-3302-CB4D-D99A628CFCEA}"/>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3" name="组合 32">
            <a:extLst>
              <a:ext uri="{FF2B5EF4-FFF2-40B4-BE49-F238E27FC236}">
                <a16:creationId xmlns:a16="http://schemas.microsoft.com/office/drawing/2014/main" id="{8E701A42-01E2-C4A4-C0AB-B7FF0E195001}"/>
              </a:ext>
            </a:extLst>
          </p:cNvPr>
          <p:cNvGrpSpPr/>
          <p:nvPr/>
        </p:nvGrpSpPr>
        <p:grpSpPr>
          <a:xfrm>
            <a:off x="3969504" y="5016597"/>
            <a:ext cx="7678034" cy="863600"/>
            <a:chOff x="3969504" y="900349"/>
            <a:chExt cx="7678034" cy="863600"/>
          </a:xfrm>
        </p:grpSpPr>
        <p:grpSp>
          <p:nvGrpSpPr>
            <p:cNvPr id="34" name="组合 33">
              <a:extLst>
                <a:ext uri="{FF2B5EF4-FFF2-40B4-BE49-F238E27FC236}">
                  <a16:creationId xmlns:a16="http://schemas.microsoft.com/office/drawing/2014/main" id="{64B6A54C-8804-3A6E-E25C-73FB38C6362F}"/>
                </a:ext>
              </a:extLst>
            </p:cNvPr>
            <p:cNvGrpSpPr/>
            <p:nvPr/>
          </p:nvGrpSpPr>
          <p:grpSpPr>
            <a:xfrm>
              <a:off x="3969504" y="900349"/>
              <a:ext cx="3802026" cy="863600"/>
              <a:chOff x="4122774" y="900349"/>
              <a:chExt cx="3802026" cy="863600"/>
            </a:xfrm>
          </p:grpSpPr>
          <p:sp>
            <p:nvSpPr>
              <p:cNvPr id="38" name="任意多边形: 形状 37">
                <a:extLst>
                  <a:ext uri="{FF2B5EF4-FFF2-40B4-BE49-F238E27FC236}">
                    <a16:creationId xmlns:a16="http://schemas.microsoft.com/office/drawing/2014/main" id="{C4654F8E-034D-6789-4D04-DE9040D199A3}"/>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A18D4582-E3B6-BDC7-5026-36A221891A94}"/>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E79DCECA-A7A9-3E13-522E-1BB338DEEBD9}"/>
                </a:ext>
              </a:extLst>
            </p:cNvPr>
            <p:cNvGrpSpPr/>
            <p:nvPr/>
          </p:nvGrpSpPr>
          <p:grpSpPr>
            <a:xfrm>
              <a:off x="7845512" y="900349"/>
              <a:ext cx="3802026" cy="863600"/>
              <a:chOff x="4122774" y="900349"/>
              <a:chExt cx="3802026" cy="863600"/>
            </a:xfrm>
          </p:grpSpPr>
          <p:sp>
            <p:nvSpPr>
              <p:cNvPr id="36" name="任意多边形: 形状 35">
                <a:extLst>
                  <a:ext uri="{FF2B5EF4-FFF2-40B4-BE49-F238E27FC236}">
                    <a16:creationId xmlns:a16="http://schemas.microsoft.com/office/drawing/2014/main" id="{5A8AEB43-E9F0-51E6-4A30-B6F26216D13A}"/>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E76B5338-DBA0-96CE-C48B-D468F621517B}"/>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0" name="矩形 39">
            <a:extLst>
              <a:ext uri="{FF2B5EF4-FFF2-40B4-BE49-F238E27FC236}">
                <a16:creationId xmlns:a16="http://schemas.microsoft.com/office/drawing/2014/main" id="{7FA86FF8-57BC-6A66-60A9-0178B44F7288}"/>
              </a:ext>
            </a:extLst>
          </p:cNvPr>
          <p:cNvSpPr/>
          <p:nvPr/>
        </p:nvSpPr>
        <p:spPr>
          <a:xfrm>
            <a:off x="11785600" y="730265"/>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A9924426-5966-A18C-12B5-8346C1FBDFD5}"/>
              </a:ext>
            </a:extLst>
          </p:cNvPr>
          <p:cNvSpPr/>
          <p:nvPr/>
        </p:nvSpPr>
        <p:spPr>
          <a:xfrm>
            <a:off x="11785600" y="2102348"/>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8277B306-04C1-CB5F-D0D8-1CE7BD69ED8D}"/>
              </a:ext>
            </a:extLst>
          </p:cNvPr>
          <p:cNvSpPr/>
          <p:nvPr/>
        </p:nvSpPr>
        <p:spPr>
          <a:xfrm>
            <a:off x="11785600" y="3474431"/>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D048C59C-0910-7279-F8F2-3D331941294E}"/>
              </a:ext>
            </a:extLst>
          </p:cNvPr>
          <p:cNvSpPr/>
          <p:nvPr/>
        </p:nvSpPr>
        <p:spPr>
          <a:xfrm>
            <a:off x="11781534" y="4846514"/>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D5066332-2C1B-AA41-A5A6-EE614F0FDB23}"/>
              </a:ext>
            </a:extLst>
          </p:cNvPr>
          <p:cNvGrpSpPr/>
          <p:nvPr/>
        </p:nvGrpSpPr>
        <p:grpSpPr>
          <a:xfrm>
            <a:off x="4097338" y="784891"/>
            <a:ext cx="5828180" cy="1117931"/>
            <a:chOff x="4097338" y="784891"/>
            <a:chExt cx="5828180" cy="1117931"/>
          </a:xfrm>
        </p:grpSpPr>
        <p:sp>
          <p:nvSpPr>
            <p:cNvPr id="44" name="矩形 43">
              <a:extLst>
                <a:ext uri="{FF2B5EF4-FFF2-40B4-BE49-F238E27FC236}">
                  <a16:creationId xmlns:a16="http://schemas.microsoft.com/office/drawing/2014/main" id="{C6E77EF9-8032-56A7-B4D7-85773501E60B}"/>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9E33283B-4AD3-3FDD-BAA6-CB9AEE26BB53}"/>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2BFE6290-F3D9-C9E7-04C2-BC6999B78694}"/>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01</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81333B44-035B-744F-976A-5DA8029F1E22}"/>
                </a:ext>
              </a:extLst>
            </p:cNvPr>
            <p:cNvSpPr txBox="1"/>
            <p:nvPr/>
          </p:nvSpPr>
          <p:spPr>
            <a:xfrm>
              <a:off x="4839564"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49" name="组合 48">
            <a:extLst>
              <a:ext uri="{FF2B5EF4-FFF2-40B4-BE49-F238E27FC236}">
                <a16:creationId xmlns:a16="http://schemas.microsoft.com/office/drawing/2014/main" id="{C902C9E3-53D4-817D-6884-F957802BD589}"/>
              </a:ext>
            </a:extLst>
          </p:cNvPr>
          <p:cNvGrpSpPr/>
          <p:nvPr/>
        </p:nvGrpSpPr>
        <p:grpSpPr>
          <a:xfrm>
            <a:off x="4001387" y="2144810"/>
            <a:ext cx="5085954" cy="1117931"/>
            <a:chOff x="3997337" y="784891"/>
            <a:chExt cx="5085954" cy="1117931"/>
          </a:xfrm>
        </p:grpSpPr>
        <p:sp>
          <p:nvSpPr>
            <p:cNvPr id="50" name="矩形 49">
              <a:extLst>
                <a:ext uri="{FF2B5EF4-FFF2-40B4-BE49-F238E27FC236}">
                  <a16:creationId xmlns:a16="http://schemas.microsoft.com/office/drawing/2014/main" id="{E20353EB-B296-A387-49E7-67EED37803E5}"/>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A380CF25-427F-4C0E-8214-937F700BAF6F}"/>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341BD80-CA65-8C05-7A0D-B3D3480BF060}"/>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02</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56191D98-C0C9-95CB-AD8A-98A3D0930BE5}"/>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4" name="组合 53">
            <a:extLst>
              <a:ext uri="{FF2B5EF4-FFF2-40B4-BE49-F238E27FC236}">
                <a16:creationId xmlns:a16="http://schemas.microsoft.com/office/drawing/2014/main" id="{8397F0EB-356D-82E4-F024-9741BB056015}"/>
              </a:ext>
            </a:extLst>
          </p:cNvPr>
          <p:cNvGrpSpPr/>
          <p:nvPr/>
        </p:nvGrpSpPr>
        <p:grpSpPr>
          <a:xfrm>
            <a:off x="3997337" y="3517349"/>
            <a:ext cx="5085954" cy="1117931"/>
            <a:chOff x="3997337" y="784891"/>
            <a:chExt cx="5085954" cy="1117931"/>
          </a:xfrm>
        </p:grpSpPr>
        <p:sp>
          <p:nvSpPr>
            <p:cNvPr id="55" name="矩形 54">
              <a:extLst>
                <a:ext uri="{FF2B5EF4-FFF2-40B4-BE49-F238E27FC236}">
                  <a16:creationId xmlns:a16="http://schemas.microsoft.com/office/drawing/2014/main" id="{9873CEB6-E0C7-2C94-B3B5-DF444F065F7A}"/>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C64DAFA9-27A0-D0FC-3DFF-84EA2DA767ED}"/>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3FC9556F-8898-77DC-2BAF-A163E91094AC}"/>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03</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B6B5F251-F65C-FB76-596B-FFB988F07550}"/>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sp>
        <p:nvSpPr>
          <p:cNvPr id="82" name="矩形 81">
            <a:extLst>
              <a:ext uri="{FF2B5EF4-FFF2-40B4-BE49-F238E27FC236}">
                <a16:creationId xmlns:a16="http://schemas.microsoft.com/office/drawing/2014/main" id="{ECD1251D-E8F3-8154-65CE-14699D779F83}"/>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9" name="组合 58">
            <a:extLst>
              <a:ext uri="{FF2B5EF4-FFF2-40B4-BE49-F238E27FC236}">
                <a16:creationId xmlns:a16="http://schemas.microsoft.com/office/drawing/2014/main" id="{ABD5EB2B-E8C4-97CD-2D20-0C3B86EE48C8}"/>
              </a:ext>
            </a:extLst>
          </p:cNvPr>
          <p:cNvGrpSpPr/>
          <p:nvPr/>
        </p:nvGrpSpPr>
        <p:grpSpPr>
          <a:xfrm>
            <a:off x="3996467" y="4889430"/>
            <a:ext cx="5085954" cy="1117931"/>
            <a:chOff x="3997337" y="784891"/>
            <a:chExt cx="5085954" cy="1117931"/>
          </a:xfrm>
        </p:grpSpPr>
        <p:sp>
          <p:nvSpPr>
            <p:cNvPr id="60" name="矩形 59">
              <a:extLst>
                <a:ext uri="{FF2B5EF4-FFF2-40B4-BE49-F238E27FC236}">
                  <a16:creationId xmlns:a16="http://schemas.microsoft.com/office/drawing/2014/main" id="{5B768683-9737-C59E-245F-96231F54B83C}"/>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50E8A6CE-A54F-7EF4-7CE5-F847B0701BFA}"/>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E22687F2-EE6B-E505-61B0-6D26A8BCE8A0}"/>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04</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63" name="文本框 62">
              <a:extLst>
                <a:ext uri="{FF2B5EF4-FFF2-40B4-BE49-F238E27FC236}">
                  <a16:creationId xmlns:a16="http://schemas.microsoft.com/office/drawing/2014/main" id="{DCD098F7-0940-DCAF-05F4-040A4DE55182}"/>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cxnSp>
        <p:nvCxnSpPr>
          <p:cNvPr id="65" name="直接连接符 64">
            <a:extLst>
              <a:ext uri="{FF2B5EF4-FFF2-40B4-BE49-F238E27FC236}">
                <a16:creationId xmlns:a16="http://schemas.microsoft.com/office/drawing/2014/main" id="{10C92BB6-BE78-95A2-5B89-C1BCD546F319}"/>
              </a:ext>
            </a:extLst>
          </p:cNvPr>
          <p:cNvCxnSpPr/>
          <p:nvPr/>
        </p:nvCxnSpPr>
        <p:spPr>
          <a:xfrm flipV="1">
            <a:off x="182880" y="0"/>
            <a:ext cx="3913588" cy="6858000"/>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D068DF5B-1EA6-0A6F-1985-DB91E189505D}"/>
              </a:ext>
            </a:extLst>
          </p:cNvPr>
          <p:cNvCxnSpPr>
            <a:cxnSpLocks/>
          </p:cNvCxnSpPr>
          <p:nvPr/>
        </p:nvCxnSpPr>
        <p:spPr>
          <a:xfrm flipH="1" flipV="1">
            <a:off x="1659792" y="0"/>
            <a:ext cx="1764960" cy="6854907"/>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2E126406-F07D-0391-8F7E-BB9A1AD034D9}"/>
              </a:ext>
            </a:extLst>
          </p:cNvPr>
          <p:cNvSpPr/>
          <p:nvPr/>
        </p:nvSpPr>
        <p:spPr>
          <a:xfrm>
            <a:off x="-4953" y="111352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gradFill flip="none" rotWithShape="1">
            <a:gsLst>
              <a:gs pos="0">
                <a:srgbClr val="471717"/>
              </a:gs>
              <a:gs pos="100000">
                <a:srgbClr val="03010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198B288E-4C06-790F-0ED0-93A9407E7AD4}"/>
              </a:ext>
            </a:extLst>
          </p:cNvPr>
          <p:cNvSpPr txBox="1"/>
          <p:nvPr/>
        </p:nvSpPr>
        <p:spPr>
          <a:xfrm rot="5400000">
            <a:off x="2711450" y="1575437"/>
            <a:ext cx="726095" cy="369332"/>
          </a:xfrm>
          <a:prstGeom prst="rect">
            <a:avLst/>
          </a:prstGeom>
          <a:noFill/>
        </p:spPr>
        <p:txBody>
          <a:bodyPr wrap="square" rtlCol="0">
            <a:spAutoFit/>
          </a:bodyPr>
          <a:lstStyle/>
          <a:p>
            <a:r>
              <a:rPr lang="en-US" altLang="zh-CN" b="1" dirty="0">
                <a:latin typeface="微软雅黑 Light" panose="020B0502040204020203" pitchFamily="34" charset="-122"/>
                <a:ea typeface="微软雅黑 Light" panose="020B0502040204020203" pitchFamily="34" charset="-122"/>
              </a:rPr>
              <a:t>235</a:t>
            </a:r>
            <a:endParaRPr lang="zh-CN" altLang="en-US" b="1" dirty="0">
              <a:latin typeface="微软雅黑 Light" panose="020B0502040204020203" pitchFamily="34" charset="-122"/>
              <a:ea typeface="微软雅黑 Light" panose="020B0502040204020203" pitchFamily="34" charset="-122"/>
            </a:endParaRPr>
          </a:p>
        </p:txBody>
      </p:sp>
      <p:pic>
        <p:nvPicPr>
          <p:cNvPr id="105" name="图片 104">
            <a:extLst>
              <a:ext uri="{FF2B5EF4-FFF2-40B4-BE49-F238E27FC236}">
                <a16:creationId xmlns:a16="http://schemas.microsoft.com/office/drawing/2014/main" id="{A41A2411-4CF9-8C85-C08F-616F0EADF7E6}"/>
              </a:ext>
            </a:extLst>
          </p:cNvPr>
          <p:cNvPicPr>
            <a:picLocks noChangeAspect="1"/>
          </p:cNvPicPr>
          <p:nvPr/>
        </p:nvPicPr>
        <p:blipFill>
          <a:blip r:embed="rId2">
            <a:alphaModFix amt="50000"/>
          </a:blip>
          <a:stretch>
            <a:fillRect/>
          </a:stretch>
        </p:blipFill>
        <p:spPr>
          <a:xfrm>
            <a:off x="1722985" y="1385708"/>
            <a:ext cx="749873" cy="3840813"/>
          </a:xfrm>
          <a:prstGeom prst="rect">
            <a:avLst/>
          </a:prstGeom>
        </p:spPr>
      </p:pic>
      <p:pic>
        <p:nvPicPr>
          <p:cNvPr id="104" name="图片 103">
            <a:extLst>
              <a:ext uri="{FF2B5EF4-FFF2-40B4-BE49-F238E27FC236}">
                <a16:creationId xmlns:a16="http://schemas.microsoft.com/office/drawing/2014/main" id="{F3436930-EFE5-8CD4-49D0-5920A322D5E5}"/>
              </a:ext>
            </a:extLst>
          </p:cNvPr>
          <p:cNvPicPr>
            <a:picLocks noChangeAspect="1"/>
          </p:cNvPicPr>
          <p:nvPr/>
        </p:nvPicPr>
        <p:blipFill>
          <a:blip r:embed="rId2">
            <a:alphaModFix amt="50000"/>
          </a:blip>
          <a:stretch>
            <a:fillRect/>
          </a:stretch>
        </p:blipFill>
        <p:spPr>
          <a:xfrm>
            <a:off x="2485100" y="1385708"/>
            <a:ext cx="749873" cy="3840813"/>
          </a:xfrm>
          <a:prstGeom prst="rect">
            <a:avLst/>
          </a:prstGeom>
        </p:spPr>
      </p:pic>
      <p:sp>
        <p:nvSpPr>
          <p:cNvPr id="88" name="椭圆 87">
            <a:extLst>
              <a:ext uri="{FF2B5EF4-FFF2-40B4-BE49-F238E27FC236}">
                <a16:creationId xmlns:a16="http://schemas.microsoft.com/office/drawing/2014/main" id="{0B3EBEAD-71D4-CF4D-A0FC-51C858493D11}"/>
              </a:ext>
            </a:extLst>
          </p:cNvPr>
          <p:cNvSpPr/>
          <p:nvPr/>
        </p:nvSpPr>
        <p:spPr>
          <a:xfrm>
            <a:off x="786718" y="1357815"/>
            <a:ext cx="1932974" cy="1932974"/>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7E6261E0-9046-458F-FC67-EEE13E15DE83}"/>
              </a:ext>
            </a:extLst>
          </p:cNvPr>
          <p:cNvSpPr txBox="1"/>
          <p:nvPr/>
        </p:nvSpPr>
        <p:spPr>
          <a:xfrm>
            <a:off x="1168559" y="1913192"/>
            <a:ext cx="183079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内容一览</a:t>
            </a:r>
          </a:p>
        </p:txBody>
      </p:sp>
      <p:sp>
        <p:nvSpPr>
          <p:cNvPr id="90" name="文本框 89">
            <a:extLst>
              <a:ext uri="{FF2B5EF4-FFF2-40B4-BE49-F238E27FC236}">
                <a16:creationId xmlns:a16="http://schemas.microsoft.com/office/drawing/2014/main" id="{7B59ED4C-E281-D18A-63BB-AD4F411E1D6A}"/>
              </a:ext>
            </a:extLst>
          </p:cNvPr>
          <p:cNvSpPr txBox="1"/>
          <p:nvPr/>
        </p:nvSpPr>
        <p:spPr>
          <a:xfrm>
            <a:off x="1921865" y="2481617"/>
            <a:ext cx="570802" cy="369332"/>
          </a:xfrm>
          <a:prstGeom prst="rect">
            <a:avLst/>
          </a:prstGeom>
          <a:noFill/>
        </p:spPr>
        <p:txBody>
          <a:bodyPr wrap="square" rtlCol="0">
            <a:spAutoFit/>
          </a:bodyPr>
          <a:lstStyle/>
          <a:p>
            <a:pPr algn="dist"/>
            <a:r>
              <a:rPr lang="en-US" altLang="zh-CN" dirty="0">
                <a:solidFill>
                  <a:srgbClr val="AC8B5F"/>
                </a:solidFill>
                <a:latin typeface="微软雅黑 Light" panose="020B0502040204020203" pitchFamily="34" charset="-122"/>
                <a:ea typeface="微软雅黑 Light" panose="020B0502040204020203" pitchFamily="34" charset="-122"/>
              </a:rPr>
              <a:t>1/4</a:t>
            </a:r>
            <a:endParaRPr lang="zh-CN" altLang="en-US" dirty="0">
              <a:solidFill>
                <a:srgbClr val="AC8B5F"/>
              </a:solidFill>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6EF8FEC6-8E47-28BD-5B46-44F481ED3CF0}"/>
              </a:ext>
            </a:extLst>
          </p:cNvPr>
          <p:cNvSpPr/>
          <p:nvPr/>
        </p:nvSpPr>
        <p:spPr>
          <a:xfrm>
            <a:off x="1905704" y="3598076"/>
            <a:ext cx="411480" cy="457200"/>
          </a:xfrm>
          <a:custGeom>
            <a:avLst/>
            <a:gdLst>
              <a:gd name="connsiteX0" fmla="*/ 0 w 411480"/>
              <a:gd name="connsiteY0" fmla="*/ 0 h 457200"/>
              <a:gd name="connsiteX1" fmla="*/ 0 w 411480"/>
              <a:gd name="connsiteY1" fmla="*/ 91440 h 457200"/>
              <a:gd name="connsiteX2" fmla="*/ 411480 w 411480"/>
              <a:gd name="connsiteY2" fmla="*/ 457200 h 457200"/>
              <a:gd name="connsiteX3" fmla="*/ 0 w 411480"/>
              <a:gd name="connsiteY3" fmla="*/ 0 h 457200"/>
            </a:gdLst>
            <a:ahLst/>
            <a:cxnLst>
              <a:cxn ang="0">
                <a:pos x="connsiteX0" y="connsiteY0"/>
              </a:cxn>
              <a:cxn ang="0">
                <a:pos x="connsiteX1" y="connsiteY1"/>
              </a:cxn>
              <a:cxn ang="0">
                <a:pos x="connsiteX2" y="connsiteY2"/>
              </a:cxn>
              <a:cxn ang="0">
                <a:pos x="connsiteX3" y="connsiteY3"/>
              </a:cxn>
            </a:cxnLst>
            <a:rect l="l" t="t" r="r" b="b"/>
            <a:pathLst>
              <a:path w="411480" h="457200">
                <a:moveTo>
                  <a:pt x="0" y="0"/>
                </a:moveTo>
                <a:lnTo>
                  <a:pt x="0" y="91440"/>
                </a:lnTo>
                <a:lnTo>
                  <a:pt x="411480" y="4572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AAA2BEE3-7D1E-696F-99C5-C95CD8BD18C2}"/>
              </a:ext>
            </a:extLst>
          </p:cNvPr>
          <p:cNvSpPr/>
          <p:nvPr/>
        </p:nvSpPr>
        <p:spPr>
          <a:xfrm>
            <a:off x="1825100" y="3321440"/>
            <a:ext cx="198120" cy="243840"/>
          </a:xfrm>
          <a:custGeom>
            <a:avLst/>
            <a:gdLst>
              <a:gd name="connsiteX0" fmla="*/ 0 w 198120"/>
              <a:gd name="connsiteY0" fmla="*/ 45720 h 243840"/>
              <a:gd name="connsiteX1" fmla="*/ 137160 w 198120"/>
              <a:gd name="connsiteY1" fmla="*/ 243840 h 243840"/>
              <a:gd name="connsiteX2" fmla="*/ 198120 w 198120"/>
              <a:gd name="connsiteY2" fmla="*/ 0 h 243840"/>
              <a:gd name="connsiteX3" fmla="*/ 0 w 198120"/>
              <a:gd name="connsiteY3" fmla="*/ 45720 h 243840"/>
            </a:gdLst>
            <a:ahLst/>
            <a:cxnLst>
              <a:cxn ang="0">
                <a:pos x="connsiteX0" y="connsiteY0"/>
              </a:cxn>
              <a:cxn ang="0">
                <a:pos x="connsiteX1" y="connsiteY1"/>
              </a:cxn>
              <a:cxn ang="0">
                <a:pos x="connsiteX2" y="connsiteY2"/>
              </a:cxn>
              <a:cxn ang="0">
                <a:pos x="connsiteX3" y="connsiteY3"/>
              </a:cxn>
            </a:cxnLst>
            <a:rect l="l" t="t" r="r" b="b"/>
            <a:pathLst>
              <a:path w="198120" h="243840">
                <a:moveTo>
                  <a:pt x="0" y="45720"/>
                </a:moveTo>
                <a:lnTo>
                  <a:pt x="137160" y="243840"/>
                </a:lnTo>
                <a:lnTo>
                  <a:pt x="198120" y="0"/>
                </a:lnTo>
                <a:lnTo>
                  <a:pt x="0" y="4572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形状 105">
            <a:extLst>
              <a:ext uri="{FF2B5EF4-FFF2-40B4-BE49-F238E27FC236}">
                <a16:creationId xmlns:a16="http://schemas.microsoft.com/office/drawing/2014/main" id="{9200BD1E-52E2-D45A-ACDF-CCCD2730738D}"/>
              </a:ext>
            </a:extLst>
          </p:cNvPr>
          <p:cNvSpPr/>
          <p:nvPr/>
        </p:nvSpPr>
        <p:spPr>
          <a:xfrm>
            <a:off x="2175678" y="3337838"/>
            <a:ext cx="213360" cy="243840"/>
          </a:xfrm>
          <a:custGeom>
            <a:avLst/>
            <a:gdLst>
              <a:gd name="connsiteX0" fmla="*/ 0 w 213360"/>
              <a:gd name="connsiteY0" fmla="*/ 0 h 243840"/>
              <a:gd name="connsiteX1" fmla="*/ 30480 w 213360"/>
              <a:gd name="connsiteY1" fmla="*/ 182880 h 243840"/>
              <a:gd name="connsiteX2" fmla="*/ 213360 w 213360"/>
              <a:gd name="connsiteY2" fmla="*/ 243840 h 243840"/>
              <a:gd name="connsiteX3" fmla="*/ 0 w 213360"/>
              <a:gd name="connsiteY3" fmla="*/ 0 h 243840"/>
            </a:gdLst>
            <a:ahLst/>
            <a:cxnLst>
              <a:cxn ang="0">
                <a:pos x="connsiteX0" y="connsiteY0"/>
              </a:cxn>
              <a:cxn ang="0">
                <a:pos x="connsiteX1" y="connsiteY1"/>
              </a:cxn>
              <a:cxn ang="0">
                <a:pos x="connsiteX2" y="connsiteY2"/>
              </a:cxn>
              <a:cxn ang="0">
                <a:pos x="connsiteX3" y="connsiteY3"/>
              </a:cxn>
            </a:cxnLst>
            <a:rect l="l" t="t" r="r" b="b"/>
            <a:pathLst>
              <a:path w="213360" h="243840">
                <a:moveTo>
                  <a:pt x="0" y="0"/>
                </a:moveTo>
                <a:lnTo>
                  <a:pt x="30480" y="182880"/>
                </a:lnTo>
                <a:lnTo>
                  <a:pt x="213360" y="24384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5A762C8E-9D1A-5B93-5A42-D46F754E5C10}"/>
              </a:ext>
            </a:extLst>
          </p:cNvPr>
          <p:cNvSpPr/>
          <p:nvPr/>
        </p:nvSpPr>
        <p:spPr>
          <a:xfrm>
            <a:off x="2293349" y="3777586"/>
            <a:ext cx="106680" cy="137160"/>
          </a:xfrm>
          <a:custGeom>
            <a:avLst/>
            <a:gdLst>
              <a:gd name="connsiteX0" fmla="*/ 0 w 106680"/>
              <a:gd name="connsiteY0" fmla="*/ 106680 h 137160"/>
              <a:gd name="connsiteX1" fmla="*/ 76200 w 106680"/>
              <a:gd name="connsiteY1" fmla="*/ 137160 h 137160"/>
              <a:gd name="connsiteX2" fmla="*/ 106680 w 106680"/>
              <a:gd name="connsiteY2" fmla="*/ 91440 h 137160"/>
              <a:gd name="connsiteX3" fmla="*/ 106680 w 106680"/>
              <a:gd name="connsiteY3" fmla="*/ 0 h 137160"/>
              <a:gd name="connsiteX4" fmla="*/ 0 w 106680"/>
              <a:gd name="connsiteY4" fmla="*/ 106680 h 137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37160">
                <a:moveTo>
                  <a:pt x="0" y="106680"/>
                </a:moveTo>
                <a:lnTo>
                  <a:pt x="76200" y="137160"/>
                </a:lnTo>
                <a:lnTo>
                  <a:pt x="106680" y="91440"/>
                </a:lnTo>
                <a:lnTo>
                  <a:pt x="106680" y="0"/>
                </a:lnTo>
                <a:lnTo>
                  <a:pt x="0" y="10668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87D31D16-030F-7D0B-1E1B-356824E9281B}"/>
              </a:ext>
            </a:extLst>
          </p:cNvPr>
          <p:cNvGrpSpPr/>
          <p:nvPr/>
        </p:nvGrpSpPr>
        <p:grpSpPr>
          <a:xfrm>
            <a:off x="619980" y="1913192"/>
            <a:ext cx="582030" cy="625839"/>
            <a:chOff x="5979795" y="4168140"/>
            <a:chExt cx="422910" cy="454742"/>
          </a:xfrm>
          <a:solidFill>
            <a:srgbClr val="B59F73"/>
          </a:solidFill>
        </p:grpSpPr>
        <p:sp>
          <p:nvSpPr>
            <p:cNvPr id="70" name="任意多边形: 形状 69">
              <a:extLst>
                <a:ext uri="{FF2B5EF4-FFF2-40B4-BE49-F238E27FC236}">
                  <a16:creationId xmlns:a16="http://schemas.microsoft.com/office/drawing/2014/main" id="{A2378541-D24F-4091-7BD1-54FDC00E8A6F}"/>
                </a:ext>
              </a:extLst>
            </p:cNvPr>
            <p:cNvSpPr/>
            <p:nvPr/>
          </p:nvSpPr>
          <p:spPr>
            <a:xfrm>
              <a:off x="5979795" y="41681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6D10C200-8B5E-62CE-84F0-C3611D3925D3}"/>
                </a:ext>
              </a:extLst>
            </p:cNvPr>
            <p:cNvSpPr/>
            <p:nvPr/>
          </p:nvSpPr>
          <p:spPr>
            <a:xfrm rot="10800000">
              <a:off x="6109335" y="42824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FCFF7E23-164C-06BA-76DD-3D14F43D01DD}"/>
                </a:ext>
              </a:extLst>
            </p:cNvPr>
            <p:cNvSpPr/>
            <p:nvPr/>
          </p:nvSpPr>
          <p:spPr>
            <a:xfrm>
              <a:off x="5981700" y="417576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0713704C-6D06-2B43-A9A3-A26FBE9928BF}"/>
                </a:ext>
              </a:extLst>
            </p:cNvPr>
            <p:cNvSpPr/>
            <p:nvPr/>
          </p:nvSpPr>
          <p:spPr>
            <a:xfrm rot="5400000">
              <a:off x="6297617" y="416963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02347B1A-0403-BCDA-DD77-49F9ADABA39A}"/>
                </a:ext>
              </a:extLst>
            </p:cNvPr>
            <p:cNvSpPr/>
            <p:nvPr/>
          </p:nvSpPr>
          <p:spPr>
            <a:xfrm rot="10800000">
              <a:off x="6299368" y="4518273"/>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C4D5AA62-C04A-E053-BFEF-1977C5E58F60}"/>
                </a:ext>
              </a:extLst>
            </p:cNvPr>
            <p:cNvSpPr/>
            <p:nvPr/>
          </p:nvSpPr>
          <p:spPr>
            <a:xfrm rot="16200000">
              <a:off x="5981700" y="4523822"/>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1" name="图片 80">
            <a:extLst>
              <a:ext uri="{FF2B5EF4-FFF2-40B4-BE49-F238E27FC236}">
                <a16:creationId xmlns:a16="http://schemas.microsoft.com/office/drawing/2014/main" id="{0E439458-92BC-A70C-90E5-0538460BD09D}"/>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2" name="组合 1">
            <a:extLst>
              <a:ext uri="{FF2B5EF4-FFF2-40B4-BE49-F238E27FC236}">
                <a16:creationId xmlns:a16="http://schemas.microsoft.com/office/drawing/2014/main" id="{C5E9549A-C043-B54B-2F6A-169EBB84714B}"/>
              </a:ext>
            </a:extLst>
          </p:cNvPr>
          <p:cNvGrpSpPr/>
          <p:nvPr/>
        </p:nvGrpSpPr>
        <p:grpSpPr>
          <a:xfrm>
            <a:off x="4103588" y="1121803"/>
            <a:ext cx="657475" cy="668495"/>
            <a:chOff x="7071360" y="2141220"/>
            <a:chExt cx="382906" cy="389324"/>
          </a:xfrm>
          <a:solidFill>
            <a:srgbClr val="755F45"/>
          </a:solidFill>
        </p:grpSpPr>
        <p:sp>
          <p:nvSpPr>
            <p:cNvPr id="3" name="矩形 2">
              <a:extLst>
                <a:ext uri="{FF2B5EF4-FFF2-40B4-BE49-F238E27FC236}">
                  <a16:creationId xmlns:a16="http://schemas.microsoft.com/office/drawing/2014/main" id="{2FCA2AC2-CB4A-B6DA-FCDF-E50DC149A20E}"/>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7767FF6-A7CD-8630-3253-BB1D44F058C1}"/>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57AF523-80ED-C0CA-07A3-0957E0C335C8}"/>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0C1DDD7-9EC3-E99A-AB20-4DF8E64053A6}"/>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161AD44-8E8A-E2E9-AEA5-088C7600FD8C}"/>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34491E30-552A-7FBD-907F-C1350012B6C4}"/>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57AA4B8E-6B9E-DA4F-A17F-6207235AD35D}"/>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68C02359-7627-FAAE-166B-F02D4339BE39}"/>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404D5702-94E6-38A0-80F1-C3FE005B7901}"/>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28616C17-FE08-5832-3641-47754F58B353}"/>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95F66672-FFE8-A757-00E6-2C817DB71B5B}"/>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2FE72273-1E83-BD07-16FE-8730C3C6145F}"/>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文本框 82">
            <a:extLst>
              <a:ext uri="{FF2B5EF4-FFF2-40B4-BE49-F238E27FC236}">
                <a16:creationId xmlns:a16="http://schemas.microsoft.com/office/drawing/2014/main" id="{41620C9B-3987-D4C7-FB48-B49AC901D022}"/>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4316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a:extLst>
              <a:ext uri="{FF2B5EF4-FFF2-40B4-BE49-F238E27FC236}">
                <a16:creationId xmlns:a16="http://schemas.microsoft.com/office/drawing/2014/main" id="{4B4F4B86-7AE4-B726-5727-EEA2BC9E3ABD}"/>
              </a:ext>
            </a:extLst>
          </p:cNvPr>
          <p:cNvPicPr>
            <a:picLocks noChangeAspect="1"/>
          </p:cNvPicPr>
          <p:nvPr/>
        </p:nvPicPr>
        <p:blipFill>
          <a:blip r:embed="rId2">
            <a:alphaModFix amt="13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4" name="组合 3">
            <a:extLst>
              <a:ext uri="{FF2B5EF4-FFF2-40B4-BE49-F238E27FC236}">
                <a16:creationId xmlns:a16="http://schemas.microsoft.com/office/drawing/2014/main" id="{1E98D31E-2F24-79CB-B538-C0FE2E5B8A3F}"/>
              </a:ext>
            </a:extLst>
          </p:cNvPr>
          <p:cNvGrpSpPr/>
          <p:nvPr/>
        </p:nvGrpSpPr>
        <p:grpSpPr>
          <a:xfrm>
            <a:off x="5644313" y="724677"/>
            <a:ext cx="903373" cy="1210803"/>
            <a:chOff x="-1783080" y="-1767840"/>
            <a:chExt cx="2910840" cy="3901440"/>
          </a:xfrm>
          <a:gradFill flip="none" rotWithShape="1">
            <a:gsLst>
              <a:gs pos="100000">
                <a:srgbClr val="B9C89D">
                  <a:alpha val="35000"/>
                </a:srgbClr>
              </a:gs>
              <a:gs pos="0">
                <a:srgbClr val="A6BE75"/>
              </a:gs>
            </a:gsLst>
            <a:lin ang="5400000" scaled="1"/>
            <a:tileRect/>
          </a:gradFill>
        </p:grpSpPr>
        <p:sp>
          <p:nvSpPr>
            <p:cNvPr id="5" name="矩形 4">
              <a:extLst>
                <a:ext uri="{FF2B5EF4-FFF2-40B4-BE49-F238E27FC236}">
                  <a16:creationId xmlns:a16="http://schemas.microsoft.com/office/drawing/2014/main" id="{AE03C4BC-F4AB-ACDD-FE10-8D3C5B9021D8}"/>
                </a:ext>
              </a:extLst>
            </p:cNvPr>
            <p:cNvSpPr/>
            <p:nvPr/>
          </p:nvSpPr>
          <p:spPr>
            <a:xfrm>
              <a:off x="-1783080" y="-1752600"/>
              <a:ext cx="472440" cy="1143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0AA0189-AA24-4A3E-CCD5-C874A0154579}"/>
                </a:ext>
              </a:extLst>
            </p:cNvPr>
            <p:cNvSpPr/>
            <p:nvPr/>
          </p:nvSpPr>
          <p:spPr>
            <a:xfrm>
              <a:off x="-1182933" y="340634"/>
              <a:ext cx="436173" cy="177772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id="{C2EEF17A-67CB-C39A-22AD-AE19F633AD3F}"/>
                </a:ext>
              </a:extLst>
            </p:cNvPr>
            <p:cNvSpPr/>
            <p:nvPr/>
          </p:nvSpPr>
          <p:spPr>
            <a:xfrm>
              <a:off x="-1783080" y="-1767840"/>
              <a:ext cx="1021080" cy="3901440"/>
            </a:xfrm>
            <a:custGeom>
              <a:avLst/>
              <a:gdLst>
                <a:gd name="connsiteX0" fmla="*/ 563880 w 1021080"/>
                <a:gd name="connsiteY0" fmla="*/ 0 h 3901440"/>
                <a:gd name="connsiteX1" fmla="*/ 579120 w 1021080"/>
                <a:gd name="connsiteY1" fmla="*/ 1264920 h 3901440"/>
                <a:gd name="connsiteX2" fmla="*/ 0 w 1021080"/>
                <a:gd name="connsiteY2" fmla="*/ 1722120 h 3901440"/>
                <a:gd name="connsiteX3" fmla="*/ 0 w 1021080"/>
                <a:gd name="connsiteY3" fmla="*/ 3901440 h 3901440"/>
                <a:gd name="connsiteX4" fmla="*/ 457200 w 1021080"/>
                <a:gd name="connsiteY4" fmla="*/ 3901440 h 3901440"/>
                <a:gd name="connsiteX5" fmla="*/ 457200 w 1021080"/>
                <a:gd name="connsiteY5" fmla="*/ 1950720 h 3901440"/>
                <a:gd name="connsiteX6" fmla="*/ 1021080 w 1021080"/>
                <a:gd name="connsiteY6" fmla="*/ 1447800 h 3901440"/>
                <a:gd name="connsiteX7" fmla="*/ 1021080 w 1021080"/>
                <a:gd name="connsiteY7" fmla="*/ 15240 h 3901440"/>
                <a:gd name="connsiteX8" fmla="*/ 563880 w 1021080"/>
                <a:gd name="connsiteY8" fmla="*/ 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1080" h="3901440">
                  <a:moveTo>
                    <a:pt x="563880" y="0"/>
                  </a:moveTo>
                  <a:lnTo>
                    <a:pt x="579120" y="1264920"/>
                  </a:lnTo>
                  <a:lnTo>
                    <a:pt x="0" y="1722120"/>
                  </a:lnTo>
                  <a:lnTo>
                    <a:pt x="0" y="3901440"/>
                  </a:lnTo>
                  <a:lnTo>
                    <a:pt x="457200" y="3901440"/>
                  </a:lnTo>
                  <a:lnTo>
                    <a:pt x="457200" y="1950720"/>
                  </a:lnTo>
                  <a:lnTo>
                    <a:pt x="1021080" y="1447800"/>
                  </a:lnTo>
                  <a:lnTo>
                    <a:pt x="1021080" y="15240"/>
                  </a:lnTo>
                  <a:lnTo>
                    <a:pt x="56388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a:extLst>
                <a:ext uri="{FF2B5EF4-FFF2-40B4-BE49-F238E27FC236}">
                  <a16:creationId xmlns:a16="http://schemas.microsoft.com/office/drawing/2014/main" id="{55750EDB-83DD-6AF6-3B7B-764BC0481990}"/>
                </a:ext>
              </a:extLst>
            </p:cNvPr>
            <p:cNvSpPr/>
            <p:nvPr/>
          </p:nvSpPr>
          <p:spPr>
            <a:xfrm>
              <a:off x="-579120" y="-1752600"/>
              <a:ext cx="1706880" cy="3870960"/>
            </a:xfrm>
            <a:custGeom>
              <a:avLst/>
              <a:gdLst>
                <a:gd name="connsiteX0" fmla="*/ 1691640 w 1706880"/>
                <a:gd name="connsiteY0" fmla="*/ 457200 h 3870960"/>
                <a:gd name="connsiteX1" fmla="*/ 457200 w 1706880"/>
                <a:gd name="connsiteY1" fmla="*/ 472440 h 3870960"/>
                <a:gd name="connsiteX2" fmla="*/ 472440 w 1706880"/>
                <a:gd name="connsiteY2" fmla="*/ 2819400 h 3870960"/>
                <a:gd name="connsiteX3" fmla="*/ 640080 w 1706880"/>
                <a:gd name="connsiteY3" fmla="*/ 2804160 h 3870960"/>
                <a:gd name="connsiteX4" fmla="*/ 640080 w 1706880"/>
                <a:gd name="connsiteY4" fmla="*/ 655320 h 3870960"/>
                <a:gd name="connsiteX5" fmla="*/ 1691640 w 1706880"/>
                <a:gd name="connsiteY5" fmla="*/ 655320 h 3870960"/>
                <a:gd name="connsiteX6" fmla="*/ 1691640 w 1706880"/>
                <a:gd name="connsiteY6" fmla="*/ 3870960 h 3870960"/>
                <a:gd name="connsiteX7" fmla="*/ 0 w 1706880"/>
                <a:gd name="connsiteY7" fmla="*/ 3855720 h 3870960"/>
                <a:gd name="connsiteX8" fmla="*/ 0 w 1706880"/>
                <a:gd name="connsiteY8" fmla="*/ 3413760 h 3870960"/>
                <a:gd name="connsiteX9" fmla="*/ 1249680 w 1706880"/>
                <a:gd name="connsiteY9" fmla="*/ 3429000 h 3870960"/>
                <a:gd name="connsiteX10" fmla="*/ 1234440 w 1706880"/>
                <a:gd name="connsiteY10" fmla="*/ 1082040 h 3870960"/>
                <a:gd name="connsiteX11" fmla="*/ 1082040 w 1706880"/>
                <a:gd name="connsiteY11" fmla="*/ 1082040 h 3870960"/>
                <a:gd name="connsiteX12" fmla="*/ 1082040 w 1706880"/>
                <a:gd name="connsiteY12" fmla="*/ 3276600 h 3870960"/>
                <a:gd name="connsiteX13" fmla="*/ 0 w 1706880"/>
                <a:gd name="connsiteY13" fmla="*/ 3276600 h 3870960"/>
                <a:gd name="connsiteX14" fmla="*/ 0 w 1706880"/>
                <a:gd name="connsiteY14" fmla="*/ 0 h 3870960"/>
                <a:gd name="connsiteX15" fmla="*/ 1706880 w 1706880"/>
                <a:gd name="connsiteY15" fmla="*/ 0 h 3870960"/>
                <a:gd name="connsiteX16" fmla="*/ 1691640 w 1706880"/>
                <a:gd name="connsiteY16" fmla="*/ 457200 h 387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06880" h="3870960">
                  <a:moveTo>
                    <a:pt x="1691640" y="457200"/>
                  </a:moveTo>
                  <a:lnTo>
                    <a:pt x="457200" y="472440"/>
                  </a:lnTo>
                  <a:lnTo>
                    <a:pt x="472440" y="2819400"/>
                  </a:lnTo>
                  <a:lnTo>
                    <a:pt x="640080" y="2804160"/>
                  </a:lnTo>
                  <a:lnTo>
                    <a:pt x="640080" y="655320"/>
                  </a:lnTo>
                  <a:lnTo>
                    <a:pt x="1691640" y="655320"/>
                  </a:lnTo>
                  <a:lnTo>
                    <a:pt x="1691640" y="3870960"/>
                  </a:lnTo>
                  <a:lnTo>
                    <a:pt x="0" y="3855720"/>
                  </a:lnTo>
                  <a:lnTo>
                    <a:pt x="0" y="3413760"/>
                  </a:lnTo>
                  <a:lnTo>
                    <a:pt x="1249680" y="3429000"/>
                  </a:lnTo>
                  <a:lnTo>
                    <a:pt x="1234440" y="1082040"/>
                  </a:lnTo>
                  <a:lnTo>
                    <a:pt x="1082040" y="1082040"/>
                  </a:lnTo>
                  <a:lnTo>
                    <a:pt x="1082040" y="3276600"/>
                  </a:lnTo>
                  <a:lnTo>
                    <a:pt x="0" y="3276600"/>
                  </a:lnTo>
                  <a:lnTo>
                    <a:pt x="0" y="0"/>
                  </a:lnTo>
                  <a:lnTo>
                    <a:pt x="1706880" y="0"/>
                  </a:lnTo>
                  <a:lnTo>
                    <a:pt x="1691640" y="4572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11A5A18D-9541-93BB-A9D3-0D59A76D2492}"/>
              </a:ext>
            </a:extLst>
          </p:cNvPr>
          <p:cNvGrpSpPr/>
          <p:nvPr/>
        </p:nvGrpSpPr>
        <p:grpSpPr>
          <a:xfrm>
            <a:off x="2301923" y="1047695"/>
            <a:ext cx="2560320" cy="529160"/>
            <a:chOff x="0" y="3336758"/>
            <a:chExt cx="2799347" cy="529160"/>
          </a:xfrm>
        </p:grpSpPr>
        <p:sp>
          <p:nvSpPr>
            <p:cNvPr id="10" name="矩形 9">
              <a:extLst>
                <a:ext uri="{FF2B5EF4-FFF2-40B4-BE49-F238E27FC236}">
                  <a16:creationId xmlns:a16="http://schemas.microsoft.com/office/drawing/2014/main" id="{E6FEAEE6-2492-2D0D-6E2F-7E9AE8B5FC2A}"/>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5D73123F-1077-C6FD-2FD4-10703D477CAB}"/>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875FFF7-AD3A-88B9-03CC-1ECB5004649E}"/>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FACA1F50-03BD-2ABF-934C-3772ABC554C8}"/>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E06E3CCF-F79B-22E4-ECA2-F12B6C22DDC7}"/>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0523D64-CA54-5CD8-F474-B32284E81437}"/>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70FC9059-2E13-FA4F-5846-6DBC764D5B49}"/>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3A3050BA-FC6E-6096-1DD7-930C878777BD}"/>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29024185-FA1C-BFCD-6206-1249AC548661}"/>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8E2977C2-E005-B746-8A0C-8536C86FC1C9}"/>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id="{25F6E046-433E-BC0D-0615-9373B7447E78}"/>
              </a:ext>
            </a:extLst>
          </p:cNvPr>
          <p:cNvGrpSpPr/>
          <p:nvPr/>
        </p:nvGrpSpPr>
        <p:grpSpPr>
          <a:xfrm rot="10800000">
            <a:off x="7329756" y="1065498"/>
            <a:ext cx="2560320" cy="529160"/>
            <a:chOff x="0" y="3336758"/>
            <a:chExt cx="2799347" cy="529160"/>
          </a:xfrm>
        </p:grpSpPr>
        <p:sp>
          <p:nvSpPr>
            <p:cNvPr id="21" name="矩形 20">
              <a:extLst>
                <a:ext uri="{FF2B5EF4-FFF2-40B4-BE49-F238E27FC236}">
                  <a16:creationId xmlns:a16="http://schemas.microsoft.com/office/drawing/2014/main" id="{1A199E5C-4C7E-1AC7-B914-9F5864F043F8}"/>
                </a:ext>
              </a:extLst>
            </p:cNvPr>
            <p:cNvSpPr/>
            <p:nvPr/>
          </p:nvSpPr>
          <p:spPr>
            <a:xfrm>
              <a:off x="1010653" y="3501190"/>
              <a:ext cx="178869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7949DD4-9968-93F2-D47F-23D18B5C6084}"/>
                </a:ext>
              </a:extLst>
            </p:cNvPr>
            <p:cNvSpPr/>
            <p:nvPr/>
          </p:nvSpPr>
          <p:spPr>
            <a:xfrm>
              <a:off x="0" y="3637778"/>
              <a:ext cx="1010653"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F45335BE-F977-BD7D-839B-FDF464689C8A}"/>
                </a:ext>
              </a:extLst>
            </p:cNvPr>
            <p:cNvSpPr/>
            <p:nvPr/>
          </p:nvSpPr>
          <p:spPr>
            <a:xfrm>
              <a:off x="1147010" y="3637777"/>
              <a:ext cx="1652337"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44FB6109-23C2-5B0A-ACC6-F76895047CD2}"/>
                </a:ext>
              </a:extLst>
            </p:cNvPr>
            <p:cNvSpPr/>
            <p:nvPr/>
          </p:nvSpPr>
          <p:spPr>
            <a:xfrm>
              <a:off x="1" y="3501190"/>
              <a:ext cx="866274" cy="7619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4E052497-8211-0276-B8FA-544541E6FD29}"/>
                </a:ext>
              </a:extLst>
            </p:cNvPr>
            <p:cNvSpPr/>
            <p:nvPr/>
          </p:nvSpPr>
          <p:spPr>
            <a:xfrm>
              <a:off x="1050756" y="3629570"/>
              <a:ext cx="45719" cy="204494"/>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EDE26459-7046-3FDB-A7FC-B3E855D30B45}"/>
                </a:ext>
              </a:extLst>
            </p:cNvPr>
            <p:cNvSpPr/>
            <p:nvPr/>
          </p:nvSpPr>
          <p:spPr>
            <a:xfrm>
              <a:off x="915604" y="3336758"/>
              <a:ext cx="45719" cy="266679"/>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C24CBC26-0CDC-FF5E-49C7-188D68DFA9AD}"/>
                </a:ext>
              </a:extLst>
            </p:cNvPr>
            <p:cNvSpPr/>
            <p:nvPr/>
          </p:nvSpPr>
          <p:spPr>
            <a:xfrm>
              <a:off x="915603" y="3731817"/>
              <a:ext cx="45719" cy="102247"/>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EB2ED4FC-1328-34D5-770B-ACCF4BC6A57D}"/>
                </a:ext>
              </a:extLst>
            </p:cNvPr>
            <p:cNvSpPr/>
            <p:nvPr/>
          </p:nvSpPr>
          <p:spPr>
            <a:xfrm flipH="1">
              <a:off x="1051958" y="3336758"/>
              <a:ext cx="45719" cy="138342"/>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A5B079CF-81B6-491B-DB01-32D09B99E0B3}"/>
                </a:ext>
              </a:extLst>
            </p:cNvPr>
            <p:cNvSpPr/>
            <p:nvPr/>
          </p:nvSpPr>
          <p:spPr>
            <a:xfrm>
              <a:off x="2720735" y="3342241"/>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4A2F0730-6DDA-0289-5A01-3C8F22CE4150}"/>
                </a:ext>
              </a:extLst>
            </p:cNvPr>
            <p:cNvSpPr/>
            <p:nvPr/>
          </p:nvSpPr>
          <p:spPr>
            <a:xfrm>
              <a:off x="2720736" y="3782940"/>
              <a:ext cx="78611" cy="82978"/>
            </a:xfrm>
            <a:prstGeom prst="rect">
              <a:avLst/>
            </a:prstGeom>
            <a:solidFill>
              <a:srgbClr val="9673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a:extLst>
              <a:ext uri="{FF2B5EF4-FFF2-40B4-BE49-F238E27FC236}">
                <a16:creationId xmlns:a16="http://schemas.microsoft.com/office/drawing/2014/main" id="{323957AF-9E31-B281-11E4-ACCAEB3D372C}"/>
              </a:ext>
            </a:extLst>
          </p:cNvPr>
          <p:cNvSpPr txBox="1"/>
          <p:nvPr/>
        </p:nvSpPr>
        <p:spPr>
          <a:xfrm>
            <a:off x="4999187" y="960431"/>
            <a:ext cx="2321600" cy="707886"/>
          </a:xfrm>
          <a:prstGeom prst="rect">
            <a:avLst/>
          </a:prstGeom>
          <a:noFill/>
        </p:spPr>
        <p:txBody>
          <a:bodyPr wrap="square" rtlCol="0">
            <a:spAutoFit/>
          </a:bodyPr>
          <a:lstStyle/>
          <a:p>
            <a:r>
              <a:rPr lang="zh-CN" altLang="en-US" sz="4000" b="1" dirty="0">
                <a:latin typeface="微软雅黑" panose="020B0503020204020204" pitchFamily="34" charset="-122"/>
                <a:ea typeface="微软雅黑" panose="020B0503020204020204" pitchFamily="34" charset="-122"/>
              </a:rPr>
              <a:t>统计图表</a:t>
            </a:r>
          </a:p>
        </p:txBody>
      </p:sp>
      <p:sp>
        <p:nvSpPr>
          <p:cNvPr id="37" name="任意多边形: 形状 36">
            <a:extLst>
              <a:ext uri="{FF2B5EF4-FFF2-40B4-BE49-F238E27FC236}">
                <a16:creationId xmlns:a16="http://schemas.microsoft.com/office/drawing/2014/main" id="{114494F5-4BEE-3151-ADD0-116551E63B67}"/>
              </a:ext>
            </a:extLst>
          </p:cNvPr>
          <p:cNvSpPr/>
          <p:nvPr/>
        </p:nvSpPr>
        <p:spPr>
          <a:xfrm rot="5400000" flipH="1">
            <a:off x="882875" y="238982"/>
            <a:ext cx="354727" cy="2149075"/>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619" h="1210803">
                <a:moveTo>
                  <a:pt x="186254" y="654360"/>
                </a:moveTo>
                <a:lnTo>
                  <a:pt x="321619" y="654360"/>
                </a:lnTo>
                <a:lnTo>
                  <a:pt x="321619" y="1206073"/>
                </a:lnTo>
                <a:lnTo>
                  <a:pt x="186254" y="1206073"/>
                </a:lnTo>
                <a:close/>
                <a:moveTo>
                  <a:pt x="0" y="4730"/>
                </a:moveTo>
                <a:lnTo>
                  <a:pt x="146621" y="4730"/>
                </a:lnTo>
                <a:lnTo>
                  <a:pt x="146621" y="359457"/>
                </a:lnTo>
                <a:lnTo>
                  <a:pt x="0" y="359457"/>
                </a:lnTo>
                <a:close/>
                <a:moveTo>
                  <a:pt x="174999" y="0"/>
                </a:moveTo>
                <a:lnTo>
                  <a:pt x="316890" y="4730"/>
                </a:lnTo>
                <a:lnTo>
                  <a:pt x="316890" y="449322"/>
                </a:lnTo>
                <a:lnTo>
                  <a:pt x="141891" y="605402"/>
                </a:lnTo>
                <a:lnTo>
                  <a:pt x="141891" y="1210803"/>
                </a:lnTo>
                <a:lnTo>
                  <a:pt x="0" y="1210803"/>
                </a:lnTo>
                <a:lnTo>
                  <a:pt x="0" y="534456"/>
                </a:lnTo>
                <a:lnTo>
                  <a:pt x="179729" y="392565"/>
                </a:lnTo>
                <a:close/>
              </a:path>
            </a:pathLst>
          </a:custGeom>
          <a:gradFill flip="none" rotWithShape="1">
            <a:gsLst>
              <a:gs pos="100000">
                <a:srgbClr val="B9C89D">
                  <a:alpha val="35000"/>
                </a:srgbClr>
              </a:gs>
              <a:gs pos="0">
                <a:srgbClr val="A6BE75"/>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任意多边形: 形状 37">
            <a:extLst>
              <a:ext uri="{FF2B5EF4-FFF2-40B4-BE49-F238E27FC236}">
                <a16:creationId xmlns:a16="http://schemas.microsoft.com/office/drawing/2014/main" id="{C39B9B70-9A25-3474-16B4-B530EB196A39}"/>
              </a:ext>
            </a:extLst>
          </p:cNvPr>
          <p:cNvSpPr/>
          <p:nvPr/>
        </p:nvSpPr>
        <p:spPr>
          <a:xfrm rot="16200000">
            <a:off x="10943096" y="242733"/>
            <a:ext cx="348734" cy="2149075"/>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619" h="1210803">
                <a:moveTo>
                  <a:pt x="186254" y="654360"/>
                </a:moveTo>
                <a:lnTo>
                  <a:pt x="321619" y="654360"/>
                </a:lnTo>
                <a:lnTo>
                  <a:pt x="321619" y="1206073"/>
                </a:lnTo>
                <a:lnTo>
                  <a:pt x="186254" y="1206073"/>
                </a:lnTo>
                <a:close/>
                <a:moveTo>
                  <a:pt x="0" y="4730"/>
                </a:moveTo>
                <a:lnTo>
                  <a:pt x="146621" y="4730"/>
                </a:lnTo>
                <a:lnTo>
                  <a:pt x="146621" y="359457"/>
                </a:lnTo>
                <a:lnTo>
                  <a:pt x="0" y="359457"/>
                </a:lnTo>
                <a:close/>
                <a:moveTo>
                  <a:pt x="174999" y="0"/>
                </a:moveTo>
                <a:lnTo>
                  <a:pt x="316890" y="4730"/>
                </a:lnTo>
                <a:lnTo>
                  <a:pt x="316890" y="449322"/>
                </a:lnTo>
                <a:lnTo>
                  <a:pt x="141891" y="605402"/>
                </a:lnTo>
                <a:lnTo>
                  <a:pt x="141891" y="1210803"/>
                </a:lnTo>
                <a:lnTo>
                  <a:pt x="0" y="1210803"/>
                </a:lnTo>
                <a:lnTo>
                  <a:pt x="0" y="534456"/>
                </a:lnTo>
                <a:lnTo>
                  <a:pt x="179729" y="392565"/>
                </a:lnTo>
                <a:close/>
              </a:path>
            </a:pathLst>
          </a:custGeom>
          <a:gradFill flip="none" rotWithShape="1">
            <a:gsLst>
              <a:gs pos="100000">
                <a:srgbClr val="B9C89D">
                  <a:alpha val="35000"/>
                </a:srgbClr>
              </a:gs>
              <a:gs pos="0">
                <a:srgbClr val="A6BE75"/>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9" name="文本框 38">
            <a:extLst>
              <a:ext uri="{FF2B5EF4-FFF2-40B4-BE49-F238E27FC236}">
                <a16:creationId xmlns:a16="http://schemas.microsoft.com/office/drawing/2014/main" id="{391ECF73-3A44-708A-E2CE-C48A7F3DF49F}"/>
              </a:ext>
            </a:extLst>
          </p:cNvPr>
          <p:cNvSpPr txBox="1"/>
          <p:nvPr/>
        </p:nvSpPr>
        <p:spPr>
          <a:xfrm>
            <a:off x="5392385" y="1545001"/>
            <a:ext cx="1407229" cy="338554"/>
          </a:xfrm>
          <a:prstGeom prst="rect">
            <a:avLst/>
          </a:prstGeom>
          <a:noFill/>
        </p:spPr>
        <p:txBody>
          <a:bodyPr wrap="square" rtlCol="0">
            <a:spAutoFit/>
          </a:bodyPr>
          <a:lstStyle/>
          <a:p>
            <a:pPr algn="dist"/>
            <a:r>
              <a:rPr lang="en-US" altLang="zh-CN" sz="1600" b="1" dirty="0">
                <a:latin typeface="微软雅黑" panose="020B0503020204020204" pitchFamily="34" charset="-122"/>
                <a:ea typeface="微软雅黑" panose="020B0503020204020204" pitchFamily="34" charset="-122"/>
              </a:rPr>
              <a:t>FIGURES</a:t>
            </a:r>
            <a:endParaRPr lang="zh-CN" altLang="en-US" sz="1600" b="1" dirty="0">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3B6C0B3B-7DC3-6DD7-596B-F5561DE41539}"/>
              </a:ext>
            </a:extLst>
          </p:cNvPr>
          <p:cNvSpPr/>
          <p:nvPr/>
        </p:nvSpPr>
        <p:spPr>
          <a:xfrm>
            <a:off x="1854687" y="2390929"/>
            <a:ext cx="8610600" cy="3766393"/>
          </a:xfrm>
          <a:prstGeom prst="rect">
            <a:avLst/>
          </a:prstGeom>
          <a:solidFill>
            <a:srgbClr val="1B1B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5406B982-F10A-78FB-E872-C6B07F6AE100}"/>
              </a:ext>
            </a:extLst>
          </p:cNvPr>
          <p:cNvSpPr/>
          <p:nvPr/>
        </p:nvSpPr>
        <p:spPr>
          <a:xfrm>
            <a:off x="1854687" y="2575561"/>
            <a:ext cx="141753" cy="3429000"/>
          </a:xfrm>
          <a:prstGeom prst="rect">
            <a:avLst/>
          </a:prstGeom>
          <a:solidFill>
            <a:srgbClr val="B29A7A"/>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B974C4B7-5E0B-3610-B4E8-4D54E8D3E151}"/>
              </a:ext>
            </a:extLst>
          </p:cNvPr>
          <p:cNvSpPr/>
          <p:nvPr/>
        </p:nvSpPr>
        <p:spPr>
          <a:xfrm rot="10800000">
            <a:off x="10323534" y="2575560"/>
            <a:ext cx="141753" cy="3429000"/>
          </a:xfrm>
          <a:prstGeom prst="rect">
            <a:avLst/>
          </a:prstGeom>
          <a:solidFill>
            <a:srgbClr val="B29A7A"/>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a:extLst>
              <a:ext uri="{FF2B5EF4-FFF2-40B4-BE49-F238E27FC236}">
                <a16:creationId xmlns:a16="http://schemas.microsoft.com/office/drawing/2014/main" id="{0F7B6D07-E7A5-C478-08CB-FE4468C2A7E2}"/>
              </a:ext>
            </a:extLst>
          </p:cNvPr>
          <p:cNvPicPr>
            <a:picLocks noChangeAspect="1"/>
          </p:cNvPicPr>
          <p:nvPr/>
        </p:nvPicPr>
        <p:blipFill>
          <a:blip r:embed="rId3">
            <a:alphaModFix amt="5000"/>
          </a:blip>
          <a:stretch>
            <a:fillRect/>
          </a:stretch>
        </p:blipFill>
        <p:spPr>
          <a:xfrm>
            <a:off x="2284877" y="2877698"/>
            <a:ext cx="7758048" cy="2751887"/>
          </a:xfrm>
          <a:prstGeom prst="rect">
            <a:avLst/>
          </a:prstGeom>
        </p:spPr>
      </p:pic>
      <p:cxnSp>
        <p:nvCxnSpPr>
          <p:cNvPr id="32" name="直接连接符 31">
            <a:extLst>
              <a:ext uri="{FF2B5EF4-FFF2-40B4-BE49-F238E27FC236}">
                <a16:creationId xmlns:a16="http://schemas.microsoft.com/office/drawing/2014/main" id="{A66D32F2-A28B-CE01-7157-5EFFA4F70975}"/>
              </a:ext>
            </a:extLst>
          </p:cNvPr>
          <p:cNvCxnSpPr/>
          <p:nvPr/>
        </p:nvCxnSpPr>
        <p:spPr>
          <a:xfrm>
            <a:off x="2453640" y="5212080"/>
            <a:ext cx="7436435" cy="0"/>
          </a:xfrm>
          <a:prstGeom prst="line">
            <a:avLst/>
          </a:prstGeom>
          <a:ln>
            <a:solidFill>
              <a:srgbClr val="B29A7A"/>
            </a:solidFill>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CF766FDE-A6C4-EFCD-820E-5D65DECDC1E7}"/>
              </a:ext>
            </a:extLst>
          </p:cNvPr>
          <p:cNvSpPr/>
          <p:nvPr/>
        </p:nvSpPr>
        <p:spPr>
          <a:xfrm>
            <a:off x="3520440" y="3429000"/>
            <a:ext cx="548640" cy="1783078"/>
          </a:xfrm>
          <a:prstGeom prst="rect">
            <a:avLst/>
          </a:prstGeom>
          <a:gradFill>
            <a:gsLst>
              <a:gs pos="100000">
                <a:srgbClr val="4D5334"/>
              </a:gs>
              <a:gs pos="0">
                <a:srgbClr val="262720">
                  <a:alpha val="40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644BA694-D577-A0C9-F976-9E73FF42EFC2}"/>
              </a:ext>
            </a:extLst>
          </p:cNvPr>
          <p:cNvSpPr/>
          <p:nvPr/>
        </p:nvSpPr>
        <p:spPr>
          <a:xfrm>
            <a:off x="8122922" y="3429000"/>
            <a:ext cx="548640" cy="1783078"/>
          </a:xfrm>
          <a:prstGeom prst="rect">
            <a:avLst/>
          </a:prstGeom>
          <a:gradFill>
            <a:gsLst>
              <a:gs pos="100000">
                <a:srgbClr val="4D5334"/>
              </a:gs>
              <a:gs pos="0">
                <a:srgbClr val="262720">
                  <a:alpha val="40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5F8F8BC9-4EAC-1BF8-1D3C-E2E73B47DE62}"/>
              </a:ext>
            </a:extLst>
          </p:cNvPr>
          <p:cNvSpPr/>
          <p:nvPr/>
        </p:nvSpPr>
        <p:spPr>
          <a:xfrm>
            <a:off x="5821681" y="3429000"/>
            <a:ext cx="548640" cy="1783078"/>
          </a:xfrm>
          <a:prstGeom prst="rect">
            <a:avLst/>
          </a:prstGeom>
          <a:gradFill>
            <a:gsLst>
              <a:gs pos="100000">
                <a:srgbClr val="4D5334"/>
              </a:gs>
              <a:gs pos="0">
                <a:srgbClr val="262720">
                  <a:alpha val="40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a:extLst>
              <a:ext uri="{FF2B5EF4-FFF2-40B4-BE49-F238E27FC236}">
                <a16:creationId xmlns:a16="http://schemas.microsoft.com/office/drawing/2014/main" id="{EEF20B53-C52F-35C1-C109-D08628E4E47D}"/>
              </a:ext>
            </a:extLst>
          </p:cNvPr>
          <p:cNvSpPr/>
          <p:nvPr/>
        </p:nvSpPr>
        <p:spPr>
          <a:xfrm rot="10800000">
            <a:off x="3609733" y="3109532"/>
            <a:ext cx="370054" cy="212978"/>
          </a:xfrm>
          <a:prstGeom prst="triangle">
            <a:avLst/>
          </a:prstGeom>
          <a:solidFill>
            <a:srgbClr val="B29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a:extLst>
              <a:ext uri="{FF2B5EF4-FFF2-40B4-BE49-F238E27FC236}">
                <a16:creationId xmlns:a16="http://schemas.microsoft.com/office/drawing/2014/main" id="{02791043-E1CD-9875-9D0A-C27F3C66611B}"/>
              </a:ext>
            </a:extLst>
          </p:cNvPr>
          <p:cNvSpPr/>
          <p:nvPr/>
        </p:nvSpPr>
        <p:spPr>
          <a:xfrm rot="10800000">
            <a:off x="5915912" y="3109532"/>
            <a:ext cx="370054" cy="212978"/>
          </a:xfrm>
          <a:prstGeom prst="triangle">
            <a:avLst/>
          </a:prstGeom>
          <a:solidFill>
            <a:srgbClr val="B29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a:extLst>
              <a:ext uri="{FF2B5EF4-FFF2-40B4-BE49-F238E27FC236}">
                <a16:creationId xmlns:a16="http://schemas.microsoft.com/office/drawing/2014/main" id="{00FB44FA-E106-194D-2D5E-85C4E9189AB6}"/>
              </a:ext>
            </a:extLst>
          </p:cNvPr>
          <p:cNvSpPr/>
          <p:nvPr/>
        </p:nvSpPr>
        <p:spPr>
          <a:xfrm rot="10800000">
            <a:off x="8212215" y="3109532"/>
            <a:ext cx="370054" cy="212978"/>
          </a:xfrm>
          <a:prstGeom prst="triangle">
            <a:avLst/>
          </a:prstGeom>
          <a:solidFill>
            <a:srgbClr val="B29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CA6EC6C8-B863-97A7-EFB3-5516A2986696}"/>
              </a:ext>
            </a:extLst>
          </p:cNvPr>
          <p:cNvSpPr txBox="1"/>
          <p:nvPr/>
        </p:nvSpPr>
        <p:spPr>
          <a:xfrm>
            <a:off x="2775397" y="3622708"/>
            <a:ext cx="2056603"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第一阶段</a:t>
            </a:r>
          </a:p>
        </p:txBody>
      </p:sp>
      <p:sp>
        <p:nvSpPr>
          <p:cNvPr id="48" name="文本框 47">
            <a:extLst>
              <a:ext uri="{FF2B5EF4-FFF2-40B4-BE49-F238E27FC236}">
                <a16:creationId xmlns:a16="http://schemas.microsoft.com/office/drawing/2014/main" id="{F3C07BA5-F49C-2A4C-7C57-4CEB31A7234C}"/>
              </a:ext>
            </a:extLst>
          </p:cNvPr>
          <p:cNvSpPr txBox="1"/>
          <p:nvPr/>
        </p:nvSpPr>
        <p:spPr>
          <a:xfrm>
            <a:off x="5112609" y="3622708"/>
            <a:ext cx="2056603"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第二阶段</a:t>
            </a:r>
          </a:p>
        </p:txBody>
      </p:sp>
      <p:sp>
        <p:nvSpPr>
          <p:cNvPr id="50" name="文本框 49">
            <a:extLst>
              <a:ext uri="{FF2B5EF4-FFF2-40B4-BE49-F238E27FC236}">
                <a16:creationId xmlns:a16="http://schemas.microsoft.com/office/drawing/2014/main" id="{957B2DF7-EDA7-BE17-0856-0051C972E564}"/>
              </a:ext>
            </a:extLst>
          </p:cNvPr>
          <p:cNvSpPr txBox="1"/>
          <p:nvPr/>
        </p:nvSpPr>
        <p:spPr>
          <a:xfrm>
            <a:off x="7450804" y="3622708"/>
            <a:ext cx="2056603"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第三阶段</a:t>
            </a:r>
          </a:p>
        </p:txBody>
      </p:sp>
      <p:sp>
        <p:nvSpPr>
          <p:cNvPr id="51" name="文本框 50">
            <a:extLst>
              <a:ext uri="{FF2B5EF4-FFF2-40B4-BE49-F238E27FC236}">
                <a16:creationId xmlns:a16="http://schemas.microsoft.com/office/drawing/2014/main" id="{E3B335D8-6D66-96E9-1146-1DB54AC63EC7}"/>
              </a:ext>
            </a:extLst>
          </p:cNvPr>
          <p:cNvSpPr txBox="1"/>
          <p:nvPr/>
        </p:nvSpPr>
        <p:spPr>
          <a:xfrm>
            <a:off x="2783171" y="4283213"/>
            <a:ext cx="2043121" cy="369332"/>
          </a:xfrm>
          <a:prstGeom prst="rect">
            <a:avLst/>
          </a:prstGeom>
          <a:noFill/>
        </p:spPr>
        <p:txBody>
          <a:bodyPr wrap="square" rtlCol="0">
            <a:spAutoFit/>
          </a:bodyPr>
          <a:lstStyle/>
          <a:p>
            <a:pPr algn="dist"/>
            <a:r>
              <a:rPr lang="en-US" altLang="zh-CN" dirty="0">
                <a:solidFill>
                  <a:srgbClr val="B29A7A"/>
                </a:solidFill>
                <a:latin typeface="微软雅黑 Light" panose="020B0502040204020203" pitchFamily="34" charset="-122"/>
                <a:ea typeface="微软雅黑 Light" panose="020B0502040204020203" pitchFamily="34" charset="-122"/>
              </a:rPr>
              <a:t>2024</a:t>
            </a:r>
            <a:r>
              <a:rPr lang="zh-CN" altLang="en-US" dirty="0">
                <a:solidFill>
                  <a:srgbClr val="B29A7A"/>
                </a:solidFill>
                <a:latin typeface="微软雅黑 Light" panose="020B0502040204020203" pitchFamily="34" charset="-122"/>
                <a:ea typeface="微软雅黑 Light" panose="020B0502040204020203" pitchFamily="34" charset="-122"/>
              </a:rPr>
              <a:t>年</a:t>
            </a:r>
            <a:r>
              <a:rPr lang="en-US" altLang="zh-CN" dirty="0">
                <a:solidFill>
                  <a:srgbClr val="B29A7A"/>
                </a:solidFill>
                <a:latin typeface="微软雅黑 Light" panose="020B0502040204020203" pitchFamily="34" charset="-122"/>
                <a:ea typeface="微软雅黑 Light" panose="020B0502040204020203" pitchFamily="34" charset="-122"/>
              </a:rPr>
              <a:t>X</a:t>
            </a:r>
            <a:r>
              <a:rPr lang="zh-CN" altLang="en-US" dirty="0">
                <a:solidFill>
                  <a:srgbClr val="B29A7A"/>
                </a:solidFill>
                <a:latin typeface="微软雅黑 Light" panose="020B0502040204020203" pitchFamily="34" charset="-122"/>
                <a:ea typeface="微软雅黑 Light" panose="020B0502040204020203" pitchFamily="34" charset="-122"/>
              </a:rPr>
              <a:t>月</a:t>
            </a:r>
            <a:r>
              <a:rPr lang="en-US" altLang="zh-CN" dirty="0">
                <a:solidFill>
                  <a:srgbClr val="B29A7A"/>
                </a:solidFill>
                <a:latin typeface="微软雅黑 Light" panose="020B0502040204020203" pitchFamily="34" charset="-122"/>
                <a:ea typeface="微软雅黑 Light" panose="020B0502040204020203" pitchFamily="34" charset="-122"/>
              </a:rPr>
              <a:t>X</a:t>
            </a:r>
            <a:r>
              <a:rPr lang="zh-CN" altLang="en-US" dirty="0">
                <a:solidFill>
                  <a:srgbClr val="B29A7A"/>
                </a:solidFill>
                <a:latin typeface="微软雅黑 Light" panose="020B0502040204020203" pitchFamily="34" charset="-122"/>
                <a:ea typeface="微软雅黑 Light" panose="020B0502040204020203" pitchFamily="34" charset="-122"/>
              </a:rPr>
              <a:t>日</a:t>
            </a:r>
          </a:p>
        </p:txBody>
      </p:sp>
      <p:sp>
        <p:nvSpPr>
          <p:cNvPr id="52" name="文本框 51">
            <a:extLst>
              <a:ext uri="{FF2B5EF4-FFF2-40B4-BE49-F238E27FC236}">
                <a16:creationId xmlns:a16="http://schemas.microsoft.com/office/drawing/2014/main" id="{E22A0063-24C7-302C-EC28-80CFB98BDC71}"/>
              </a:ext>
            </a:extLst>
          </p:cNvPr>
          <p:cNvSpPr txBox="1"/>
          <p:nvPr/>
        </p:nvSpPr>
        <p:spPr>
          <a:xfrm>
            <a:off x="5114729" y="4283213"/>
            <a:ext cx="2043121" cy="369332"/>
          </a:xfrm>
          <a:prstGeom prst="rect">
            <a:avLst/>
          </a:prstGeom>
          <a:noFill/>
        </p:spPr>
        <p:txBody>
          <a:bodyPr wrap="square" rtlCol="0">
            <a:spAutoFit/>
          </a:bodyPr>
          <a:lstStyle/>
          <a:p>
            <a:pPr algn="dist"/>
            <a:r>
              <a:rPr lang="en-US" altLang="zh-CN" dirty="0">
                <a:solidFill>
                  <a:srgbClr val="B29A7A"/>
                </a:solidFill>
                <a:latin typeface="微软雅黑 Light" panose="020B0502040204020203" pitchFamily="34" charset="-122"/>
                <a:ea typeface="微软雅黑 Light" panose="020B0502040204020203" pitchFamily="34" charset="-122"/>
              </a:rPr>
              <a:t>2024</a:t>
            </a:r>
            <a:r>
              <a:rPr lang="zh-CN" altLang="en-US" dirty="0">
                <a:solidFill>
                  <a:srgbClr val="B29A7A"/>
                </a:solidFill>
                <a:latin typeface="微软雅黑 Light" panose="020B0502040204020203" pitchFamily="34" charset="-122"/>
                <a:ea typeface="微软雅黑 Light" panose="020B0502040204020203" pitchFamily="34" charset="-122"/>
              </a:rPr>
              <a:t>年</a:t>
            </a:r>
            <a:r>
              <a:rPr lang="en-US" altLang="zh-CN" dirty="0">
                <a:solidFill>
                  <a:srgbClr val="B29A7A"/>
                </a:solidFill>
                <a:latin typeface="微软雅黑 Light" panose="020B0502040204020203" pitchFamily="34" charset="-122"/>
                <a:ea typeface="微软雅黑 Light" panose="020B0502040204020203" pitchFamily="34" charset="-122"/>
              </a:rPr>
              <a:t>X</a:t>
            </a:r>
            <a:r>
              <a:rPr lang="zh-CN" altLang="en-US" dirty="0">
                <a:solidFill>
                  <a:srgbClr val="B29A7A"/>
                </a:solidFill>
                <a:latin typeface="微软雅黑 Light" panose="020B0502040204020203" pitchFamily="34" charset="-122"/>
                <a:ea typeface="微软雅黑 Light" panose="020B0502040204020203" pitchFamily="34" charset="-122"/>
              </a:rPr>
              <a:t>月</a:t>
            </a:r>
            <a:r>
              <a:rPr lang="en-US" altLang="zh-CN" dirty="0">
                <a:solidFill>
                  <a:srgbClr val="B29A7A"/>
                </a:solidFill>
                <a:latin typeface="微软雅黑 Light" panose="020B0502040204020203" pitchFamily="34" charset="-122"/>
                <a:ea typeface="微软雅黑 Light" panose="020B0502040204020203" pitchFamily="34" charset="-122"/>
              </a:rPr>
              <a:t>X</a:t>
            </a:r>
            <a:r>
              <a:rPr lang="zh-CN" altLang="en-US" dirty="0">
                <a:solidFill>
                  <a:srgbClr val="B29A7A"/>
                </a:solidFill>
                <a:latin typeface="微软雅黑 Light" panose="020B0502040204020203" pitchFamily="34" charset="-122"/>
                <a:ea typeface="微软雅黑 Light" panose="020B0502040204020203" pitchFamily="34" charset="-122"/>
              </a:rPr>
              <a:t>日</a:t>
            </a:r>
          </a:p>
        </p:txBody>
      </p:sp>
      <p:sp>
        <p:nvSpPr>
          <p:cNvPr id="53" name="文本框 52">
            <a:extLst>
              <a:ext uri="{FF2B5EF4-FFF2-40B4-BE49-F238E27FC236}">
                <a16:creationId xmlns:a16="http://schemas.microsoft.com/office/drawing/2014/main" id="{57635AB9-7A53-0BB0-BFBA-B5F996CDB3D5}"/>
              </a:ext>
            </a:extLst>
          </p:cNvPr>
          <p:cNvSpPr txBox="1"/>
          <p:nvPr/>
        </p:nvSpPr>
        <p:spPr>
          <a:xfrm>
            <a:off x="7446287" y="4296776"/>
            <a:ext cx="2043121" cy="369332"/>
          </a:xfrm>
          <a:prstGeom prst="rect">
            <a:avLst/>
          </a:prstGeom>
          <a:noFill/>
        </p:spPr>
        <p:txBody>
          <a:bodyPr wrap="square" rtlCol="0">
            <a:spAutoFit/>
          </a:bodyPr>
          <a:lstStyle/>
          <a:p>
            <a:pPr algn="dist"/>
            <a:r>
              <a:rPr lang="en-US" altLang="zh-CN" dirty="0">
                <a:solidFill>
                  <a:srgbClr val="B29A7A"/>
                </a:solidFill>
                <a:latin typeface="微软雅黑 Light" panose="020B0502040204020203" pitchFamily="34" charset="-122"/>
                <a:ea typeface="微软雅黑 Light" panose="020B0502040204020203" pitchFamily="34" charset="-122"/>
              </a:rPr>
              <a:t>2024</a:t>
            </a:r>
            <a:r>
              <a:rPr lang="zh-CN" altLang="en-US" dirty="0">
                <a:solidFill>
                  <a:srgbClr val="B29A7A"/>
                </a:solidFill>
                <a:latin typeface="微软雅黑 Light" panose="020B0502040204020203" pitchFamily="34" charset="-122"/>
                <a:ea typeface="微软雅黑 Light" panose="020B0502040204020203" pitchFamily="34" charset="-122"/>
              </a:rPr>
              <a:t>年</a:t>
            </a:r>
            <a:r>
              <a:rPr lang="en-US" altLang="zh-CN" dirty="0">
                <a:solidFill>
                  <a:srgbClr val="B29A7A"/>
                </a:solidFill>
                <a:latin typeface="微软雅黑 Light" panose="020B0502040204020203" pitchFamily="34" charset="-122"/>
                <a:ea typeface="微软雅黑 Light" panose="020B0502040204020203" pitchFamily="34" charset="-122"/>
              </a:rPr>
              <a:t>X</a:t>
            </a:r>
            <a:r>
              <a:rPr lang="zh-CN" altLang="en-US" dirty="0">
                <a:solidFill>
                  <a:srgbClr val="B29A7A"/>
                </a:solidFill>
                <a:latin typeface="微软雅黑 Light" panose="020B0502040204020203" pitchFamily="34" charset="-122"/>
                <a:ea typeface="微软雅黑 Light" panose="020B0502040204020203" pitchFamily="34" charset="-122"/>
              </a:rPr>
              <a:t>月</a:t>
            </a:r>
            <a:r>
              <a:rPr lang="en-US" altLang="zh-CN" dirty="0">
                <a:solidFill>
                  <a:srgbClr val="B29A7A"/>
                </a:solidFill>
                <a:latin typeface="微软雅黑 Light" panose="020B0502040204020203" pitchFamily="34" charset="-122"/>
                <a:ea typeface="微软雅黑 Light" panose="020B0502040204020203" pitchFamily="34" charset="-122"/>
              </a:rPr>
              <a:t>X</a:t>
            </a:r>
            <a:r>
              <a:rPr lang="zh-CN" altLang="en-US" dirty="0">
                <a:solidFill>
                  <a:srgbClr val="B29A7A"/>
                </a:solidFill>
                <a:latin typeface="微软雅黑 Light" panose="020B0502040204020203" pitchFamily="34" charset="-122"/>
                <a:ea typeface="微软雅黑 Light" panose="020B0502040204020203" pitchFamily="34" charset="-122"/>
              </a:rPr>
              <a:t>日</a:t>
            </a:r>
          </a:p>
        </p:txBody>
      </p:sp>
    </p:spTree>
    <p:extLst>
      <p:ext uri="{BB962C8B-B14F-4D97-AF65-F5344CB8AC3E}">
        <p14:creationId xmlns:p14="http://schemas.microsoft.com/office/powerpoint/2010/main" val="886636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中国水墨风纹理设计图__绘画书法_文化艺术_设计图库_昵图网nipic.com">
            <a:extLst>
              <a:ext uri="{FF2B5EF4-FFF2-40B4-BE49-F238E27FC236}">
                <a16:creationId xmlns:a16="http://schemas.microsoft.com/office/drawing/2014/main" id="{6CF2D0E2-99A1-057C-0243-15C93A7E619D}"/>
              </a:ext>
            </a:extLst>
          </p:cNvPr>
          <p:cNvPicPr>
            <a:picLocks noChangeAspect="1" noChangeArrowheads="1"/>
          </p:cNvPicPr>
          <p:nvPr/>
        </p:nvPicPr>
        <p:blipFill rotWithShape="1">
          <a:blip r:embed="rId2">
            <a:lum bright="70000" contrast="-70000"/>
            <a:alphaModFix amt="50000"/>
            <a:extLst>
              <a:ext uri="{28A0092B-C50C-407E-A947-70E740481C1C}">
                <a14:useLocalDpi xmlns:a14="http://schemas.microsoft.com/office/drawing/2010/main" val="0"/>
              </a:ext>
            </a:extLst>
          </a:blip>
          <a:srcRect b="3603"/>
          <a:stretch/>
        </p:blipFill>
        <p:spPr bwMode="auto">
          <a:xfrm rot="16200000">
            <a:off x="2656523" y="-2677480"/>
            <a:ext cx="6855627" cy="12215330"/>
          </a:xfrm>
          <a:prstGeom prst="rect">
            <a:avLst/>
          </a:prstGeom>
          <a:noFill/>
          <a:extLst>
            <a:ext uri="{909E8E84-426E-40DD-AFC4-6F175D3DCCD1}">
              <a14:hiddenFill xmlns:a14="http://schemas.microsoft.com/office/drawing/2010/main">
                <a:solidFill>
                  <a:srgbClr val="FFFFFF"/>
                </a:solidFill>
              </a14:hiddenFill>
            </a:ext>
          </a:extLst>
        </p:spPr>
      </p:pic>
      <p:sp>
        <p:nvSpPr>
          <p:cNvPr id="3" name="任意多边形: 形状 2">
            <a:extLst>
              <a:ext uri="{FF2B5EF4-FFF2-40B4-BE49-F238E27FC236}">
                <a16:creationId xmlns:a16="http://schemas.microsoft.com/office/drawing/2014/main" id="{60B7F38A-3CC6-9EAB-3DA9-8275817FFA77}"/>
              </a:ext>
            </a:extLst>
          </p:cNvPr>
          <p:cNvSpPr/>
          <p:nvPr/>
        </p:nvSpPr>
        <p:spPr>
          <a:xfrm>
            <a:off x="-28138" y="1816250"/>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solidFill>
            <a:schemeClr val="bg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形状 1">
            <a:extLst>
              <a:ext uri="{FF2B5EF4-FFF2-40B4-BE49-F238E27FC236}">
                <a16:creationId xmlns:a16="http://schemas.microsoft.com/office/drawing/2014/main" id="{4080A014-98BC-045F-4B3C-058D03BC8140}"/>
              </a:ext>
            </a:extLst>
          </p:cNvPr>
          <p:cNvSpPr/>
          <p:nvPr/>
        </p:nvSpPr>
        <p:spPr>
          <a:xfrm flipH="1">
            <a:off x="10738701" y="1816249"/>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solidFill>
            <a:schemeClr val="bg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E43A4D33-9850-C510-5E4A-8C3122FFA973}"/>
              </a:ext>
            </a:extLst>
          </p:cNvPr>
          <p:cNvGrpSpPr/>
          <p:nvPr/>
        </p:nvGrpSpPr>
        <p:grpSpPr>
          <a:xfrm rot="10800000">
            <a:off x="2694473" y="319499"/>
            <a:ext cx="5577840" cy="529160"/>
            <a:chOff x="-2778493" y="3336758"/>
            <a:chExt cx="5577840" cy="529160"/>
          </a:xfrm>
          <a:solidFill>
            <a:srgbClr val="ACACAC"/>
          </a:solidFill>
        </p:grpSpPr>
        <p:sp>
          <p:nvSpPr>
            <p:cNvPr id="7" name="矩形 6">
              <a:extLst>
                <a:ext uri="{FF2B5EF4-FFF2-40B4-BE49-F238E27FC236}">
                  <a16:creationId xmlns:a16="http://schemas.microsoft.com/office/drawing/2014/main" id="{06048905-0F97-0D48-B8A7-0829CB374017}"/>
                </a:ext>
              </a:extLst>
            </p:cNvPr>
            <p:cNvSpPr/>
            <p:nvPr/>
          </p:nvSpPr>
          <p:spPr>
            <a:xfrm>
              <a:off x="1010653" y="3501190"/>
              <a:ext cx="178869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01E2ACC-A366-DB17-2CF1-BDC01F109314}"/>
                </a:ext>
              </a:extLst>
            </p:cNvPr>
            <p:cNvSpPr/>
            <p:nvPr/>
          </p:nvSpPr>
          <p:spPr>
            <a:xfrm>
              <a:off x="-2778492" y="3637780"/>
              <a:ext cx="378914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2E5DA1B2-B504-DDFF-F613-61B81E9369F4}"/>
                </a:ext>
              </a:extLst>
            </p:cNvPr>
            <p:cNvSpPr/>
            <p:nvPr/>
          </p:nvSpPr>
          <p:spPr>
            <a:xfrm>
              <a:off x="1147010" y="3637777"/>
              <a:ext cx="165233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0D64031D-D5C0-C1EE-856E-26E54A2D6E43}"/>
                </a:ext>
              </a:extLst>
            </p:cNvPr>
            <p:cNvSpPr/>
            <p:nvPr/>
          </p:nvSpPr>
          <p:spPr>
            <a:xfrm>
              <a:off x="-2778493" y="3501191"/>
              <a:ext cx="3644768"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3F208BCE-5801-8EB0-4C82-A755805C23E7}"/>
                </a:ext>
              </a:extLst>
            </p:cNvPr>
            <p:cNvSpPr/>
            <p:nvPr/>
          </p:nvSpPr>
          <p:spPr>
            <a:xfrm>
              <a:off x="1050756" y="3629570"/>
              <a:ext cx="45719" cy="20449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AF7F75C4-7E8E-4631-8AFA-E2AD0DCEBAFC}"/>
                </a:ext>
              </a:extLst>
            </p:cNvPr>
            <p:cNvSpPr/>
            <p:nvPr/>
          </p:nvSpPr>
          <p:spPr>
            <a:xfrm>
              <a:off x="915604" y="3336758"/>
              <a:ext cx="45719" cy="26667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1349A3B-C9F2-6F4A-0867-3570099188FD}"/>
                </a:ext>
              </a:extLst>
            </p:cNvPr>
            <p:cNvSpPr/>
            <p:nvPr/>
          </p:nvSpPr>
          <p:spPr>
            <a:xfrm>
              <a:off x="915603" y="3731817"/>
              <a:ext cx="45719" cy="10224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EC60B7A-390B-2265-09C5-D9EA6CC727D1}"/>
                </a:ext>
              </a:extLst>
            </p:cNvPr>
            <p:cNvSpPr/>
            <p:nvPr/>
          </p:nvSpPr>
          <p:spPr>
            <a:xfrm flipH="1">
              <a:off x="1051958" y="3336758"/>
              <a:ext cx="45719" cy="1383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6EA6B688-222E-9912-191A-02D18D03DC64}"/>
                </a:ext>
              </a:extLst>
            </p:cNvPr>
            <p:cNvSpPr/>
            <p:nvPr/>
          </p:nvSpPr>
          <p:spPr>
            <a:xfrm>
              <a:off x="2720735" y="3342241"/>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E8EBD88C-9FBF-A8BF-F859-CC727C12D455}"/>
                </a:ext>
              </a:extLst>
            </p:cNvPr>
            <p:cNvSpPr/>
            <p:nvPr/>
          </p:nvSpPr>
          <p:spPr>
            <a:xfrm>
              <a:off x="2720736" y="3782940"/>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a:extLst>
              <a:ext uri="{FF2B5EF4-FFF2-40B4-BE49-F238E27FC236}">
                <a16:creationId xmlns:a16="http://schemas.microsoft.com/office/drawing/2014/main" id="{FAEB2A42-E1DE-E4DA-1751-C6DA7E547D7D}"/>
              </a:ext>
            </a:extLst>
          </p:cNvPr>
          <p:cNvSpPr/>
          <p:nvPr/>
        </p:nvSpPr>
        <p:spPr>
          <a:xfrm>
            <a:off x="9016680" y="259331"/>
            <a:ext cx="2719282" cy="645798"/>
          </a:xfrm>
          <a:prstGeom prst="rect">
            <a:avLst/>
          </a:prstGeom>
          <a:blipFill>
            <a:blip r:embed="rId3">
              <a:alphaModFix amt="9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620D5D50-12AA-F4E4-7DF1-9C406C402A14}"/>
              </a:ext>
            </a:extLst>
          </p:cNvPr>
          <p:cNvSpPr txBox="1"/>
          <p:nvPr/>
        </p:nvSpPr>
        <p:spPr>
          <a:xfrm>
            <a:off x="8269248" y="0"/>
            <a:ext cx="854569" cy="1107996"/>
          </a:xfrm>
          <a:prstGeom prst="rect">
            <a:avLst/>
          </a:prstGeom>
          <a:noFill/>
        </p:spPr>
        <p:txBody>
          <a:bodyPr wrap="square" rtlCol="0">
            <a:spAutoFit/>
          </a:bodyPr>
          <a:lstStyle/>
          <a:p>
            <a:r>
              <a:rPr lang="en-US" altLang="zh-CN" sz="6600" b="1" dirty="0">
                <a:solidFill>
                  <a:srgbClr val="1F3EB0"/>
                </a:solidFill>
                <a:latin typeface="Bahnschrift SemiBold Condensed" panose="020B0502040204020203" pitchFamily="34" charset="0"/>
              </a:rPr>
              <a:t>01</a:t>
            </a:r>
            <a:endParaRPr lang="zh-CN" altLang="en-US" sz="6600" b="1" dirty="0">
              <a:solidFill>
                <a:srgbClr val="1F3EB0"/>
              </a:solidFill>
              <a:latin typeface="Bahnschrift SemiBold Condensed" panose="020B0502040204020203" pitchFamily="34" charset="0"/>
            </a:endParaRPr>
          </a:p>
        </p:txBody>
      </p:sp>
      <p:sp>
        <p:nvSpPr>
          <p:cNvPr id="19" name="矩形 18">
            <a:extLst>
              <a:ext uri="{FF2B5EF4-FFF2-40B4-BE49-F238E27FC236}">
                <a16:creationId xmlns:a16="http://schemas.microsoft.com/office/drawing/2014/main" id="{8ADEF37A-A0B6-81CC-BB15-3342F439C9AB}"/>
              </a:ext>
            </a:extLst>
          </p:cNvPr>
          <p:cNvSpPr/>
          <p:nvPr/>
        </p:nvSpPr>
        <p:spPr>
          <a:xfrm>
            <a:off x="9016680" y="259331"/>
            <a:ext cx="135152" cy="645798"/>
          </a:xfrm>
          <a:prstGeom prst="rect">
            <a:avLst/>
          </a:prstGeom>
          <a:solidFill>
            <a:srgbClr val="1F3E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CA3168CB-042E-64BD-FD55-746251CCF77A}"/>
              </a:ext>
            </a:extLst>
          </p:cNvPr>
          <p:cNvSpPr/>
          <p:nvPr/>
        </p:nvSpPr>
        <p:spPr>
          <a:xfrm>
            <a:off x="9276055" y="352083"/>
            <a:ext cx="221472"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727589C-4F00-71DC-6213-10A876F04DE2}"/>
              </a:ext>
            </a:extLst>
          </p:cNvPr>
          <p:cNvSpPr/>
          <p:nvPr/>
        </p:nvSpPr>
        <p:spPr>
          <a:xfrm>
            <a:off x="9276055" y="770341"/>
            <a:ext cx="221472"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69790287-5ADE-9A92-C851-E8157EBB79EE}"/>
              </a:ext>
            </a:extLst>
          </p:cNvPr>
          <p:cNvSpPr txBox="1"/>
          <p:nvPr/>
        </p:nvSpPr>
        <p:spPr>
          <a:xfrm>
            <a:off x="10376321" y="234083"/>
            <a:ext cx="1252492" cy="677108"/>
          </a:xfrm>
          <a:prstGeom prst="rect">
            <a:avLst/>
          </a:prstGeom>
          <a:noFill/>
        </p:spPr>
        <p:txBody>
          <a:bodyPr wrap="square" rtlCol="0">
            <a:spAutoFit/>
          </a:bodyPr>
          <a:lstStyle/>
          <a:p>
            <a:r>
              <a:rPr lang="zh-CN" altLang="en-US" sz="3800" b="1" dirty="0">
                <a:solidFill>
                  <a:schemeClr val="bg1"/>
                </a:solidFill>
                <a:latin typeface="微软雅黑" panose="020B0503020204020204" pitchFamily="34" charset="-122"/>
                <a:ea typeface="微软雅黑" panose="020B0503020204020204" pitchFamily="34" charset="-122"/>
              </a:rPr>
              <a:t>标题</a:t>
            </a:r>
          </a:p>
        </p:txBody>
      </p:sp>
      <p:grpSp>
        <p:nvGrpSpPr>
          <p:cNvPr id="23" name="组合 22">
            <a:extLst>
              <a:ext uri="{FF2B5EF4-FFF2-40B4-BE49-F238E27FC236}">
                <a16:creationId xmlns:a16="http://schemas.microsoft.com/office/drawing/2014/main" id="{D9BC4344-08AF-C821-5F8B-C48B0C3D6A4C}"/>
              </a:ext>
            </a:extLst>
          </p:cNvPr>
          <p:cNvGrpSpPr/>
          <p:nvPr/>
        </p:nvGrpSpPr>
        <p:grpSpPr>
          <a:xfrm>
            <a:off x="509417" y="974656"/>
            <a:ext cx="262283" cy="266679"/>
            <a:chOff x="7071360" y="2141220"/>
            <a:chExt cx="382906" cy="389324"/>
          </a:xfrm>
          <a:solidFill>
            <a:srgbClr val="1F3EB0"/>
          </a:solidFill>
        </p:grpSpPr>
        <p:sp>
          <p:nvSpPr>
            <p:cNvPr id="24" name="矩形 23">
              <a:extLst>
                <a:ext uri="{FF2B5EF4-FFF2-40B4-BE49-F238E27FC236}">
                  <a16:creationId xmlns:a16="http://schemas.microsoft.com/office/drawing/2014/main" id="{9298C85B-25F5-EB86-94DD-6D677C71832F}"/>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5D09C3E1-B786-1BBE-3F7C-DFE5DC93B710}"/>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EF1F5E12-7513-6471-9ADE-454C87EA3B0A}"/>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B596AC87-7818-0C2A-C6F3-FAC8DFD7F2F0}"/>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E4A0B57D-74E8-D4B6-A8AB-6FBA4A74D6AC}"/>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2BE764F-D7A4-BADD-4E49-5476DA4A9099}"/>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34A6194C-7ABC-FE0E-8FE3-8B51AA9E5D31}"/>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D5167F00-B83F-D600-0F5E-11C24CCB307E}"/>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DE71A8BB-72BE-6F4B-B975-27642F416C17}"/>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007E2C07-CED7-D584-45E0-00578989FADF}"/>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EE8BB516-E8CE-9B89-552F-2D5187368A87}"/>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807177C6-FA51-3232-4A77-4D0DE44D5FF0}"/>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7" name="直接连接符 36">
            <a:extLst>
              <a:ext uri="{FF2B5EF4-FFF2-40B4-BE49-F238E27FC236}">
                <a16:creationId xmlns:a16="http://schemas.microsoft.com/office/drawing/2014/main" id="{DD151A0B-F6CA-21E5-E9CB-F419A069F3EC}"/>
              </a:ext>
            </a:extLst>
          </p:cNvPr>
          <p:cNvCxnSpPr>
            <a:cxnSpLocks/>
          </p:cNvCxnSpPr>
          <p:nvPr/>
        </p:nvCxnSpPr>
        <p:spPr>
          <a:xfrm>
            <a:off x="645126" y="1341047"/>
            <a:ext cx="0" cy="588093"/>
          </a:xfrm>
          <a:prstGeom prst="line">
            <a:avLst/>
          </a:prstGeom>
          <a:ln w="19050">
            <a:solidFill>
              <a:srgbClr val="B9B9BB"/>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CE7E2015-CF45-9D97-8E36-6729A31BD83A}"/>
              </a:ext>
            </a:extLst>
          </p:cNvPr>
          <p:cNvCxnSpPr>
            <a:cxnSpLocks/>
          </p:cNvCxnSpPr>
          <p:nvPr/>
        </p:nvCxnSpPr>
        <p:spPr>
          <a:xfrm>
            <a:off x="645126" y="1929140"/>
            <a:ext cx="0" cy="241238"/>
          </a:xfrm>
          <a:prstGeom prst="line">
            <a:avLst/>
          </a:prstGeom>
          <a:ln w="19050">
            <a:solidFill>
              <a:srgbClr val="1F3EB0"/>
            </a:solidFill>
          </a:ln>
        </p:spPr>
        <p:style>
          <a:lnRef idx="1">
            <a:schemeClr val="accent1"/>
          </a:lnRef>
          <a:fillRef idx="0">
            <a:schemeClr val="accent1"/>
          </a:fillRef>
          <a:effectRef idx="0">
            <a:schemeClr val="accent1"/>
          </a:effectRef>
          <a:fontRef idx="minor">
            <a:schemeClr val="tx1"/>
          </a:fontRef>
        </p:style>
      </p:cxnSp>
      <p:grpSp>
        <p:nvGrpSpPr>
          <p:cNvPr id="72" name="组合 71">
            <a:extLst>
              <a:ext uri="{FF2B5EF4-FFF2-40B4-BE49-F238E27FC236}">
                <a16:creationId xmlns:a16="http://schemas.microsoft.com/office/drawing/2014/main" id="{4B3F0EB0-9383-4F34-28BD-C73184F4ABA1}"/>
              </a:ext>
            </a:extLst>
          </p:cNvPr>
          <p:cNvGrpSpPr/>
          <p:nvPr/>
        </p:nvGrpSpPr>
        <p:grpSpPr>
          <a:xfrm rot="10800000">
            <a:off x="2694473" y="2514388"/>
            <a:ext cx="5577840" cy="529160"/>
            <a:chOff x="-2778493" y="3336758"/>
            <a:chExt cx="5577840" cy="529160"/>
          </a:xfrm>
          <a:solidFill>
            <a:srgbClr val="ACACAC"/>
          </a:solidFill>
        </p:grpSpPr>
        <p:sp>
          <p:nvSpPr>
            <p:cNvPr id="73" name="矩形 72">
              <a:extLst>
                <a:ext uri="{FF2B5EF4-FFF2-40B4-BE49-F238E27FC236}">
                  <a16:creationId xmlns:a16="http://schemas.microsoft.com/office/drawing/2014/main" id="{A8D724C2-F2FF-DCCF-07C1-4F1E7BE01D8D}"/>
                </a:ext>
              </a:extLst>
            </p:cNvPr>
            <p:cNvSpPr/>
            <p:nvPr/>
          </p:nvSpPr>
          <p:spPr>
            <a:xfrm>
              <a:off x="1010653" y="3501190"/>
              <a:ext cx="178869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44B269CD-EC71-5B92-2E4F-CAE1BE5C24DC}"/>
                </a:ext>
              </a:extLst>
            </p:cNvPr>
            <p:cNvSpPr/>
            <p:nvPr/>
          </p:nvSpPr>
          <p:spPr>
            <a:xfrm>
              <a:off x="-2778492" y="3637780"/>
              <a:ext cx="378914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矩形 74">
              <a:extLst>
                <a:ext uri="{FF2B5EF4-FFF2-40B4-BE49-F238E27FC236}">
                  <a16:creationId xmlns:a16="http://schemas.microsoft.com/office/drawing/2014/main" id="{B6C17567-0121-81BD-0512-D974CC4A26EB}"/>
                </a:ext>
              </a:extLst>
            </p:cNvPr>
            <p:cNvSpPr/>
            <p:nvPr/>
          </p:nvSpPr>
          <p:spPr>
            <a:xfrm>
              <a:off x="1147010" y="3637777"/>
              <a:ext cx="165233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矩形 75">
              <a:extLst>
                <a:ext uri="{FF2B5EF4-FFF2-40B4-BE49-F238E27FC236}">
                  <a16:creationId xmlns:a16="http://schemas.microsoft.com/office/drawing/2014/main" id="{88A3862D-402D-C088-E4D1-412566F53EB9}"/>
                </a:ext>
              </a:extLst>
            </p:cNvPr>
            <p:cNvSpPr/>
            <p:nvPr/>
          </p:nvSpPr>
          <p:spPr>
            <a:xfrm>
              <a:off x="-2778493" y="3501191"/>
              <a:ext cx="3644768"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B7B91010-46AE-2416-975B-3D06CBE673AD}"/>
                </a:ext>
              </a:extLst>
            </p:cNvPr>
            <p:cNvSpPr/>
            <p:nvPr/>
          </p:nvSpPr>
          <p:spPr>
            <a:xfrm>
              <a:off x="1050756" y="3629570"/>
              <a:ext cx="45719" cy="20449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6A06AC90-2165-E2D7-B639-207B8D1628F4}"/>
                </a:ext>
              </a:extLst>
            </p:cNvPr>
            <p:cNvSpPr/>
            <p:nvPr/>
          </p:nvSpPr>
          <p:spPr>
            <a:xfrm>
              <a:off x="915604" y="3336758"/>
              <a:ext cx="45719" cy="26667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a:extLst>
                <a:ext uri="{FF2B5EF4-FFF2-40B4-BE49-F238E27FC236}">
                  <a16:creationId xmlns:a16="http://schemas.microsoft.com/office/drawing/2014/main" id="{B6730CED-D7AC-1ACC-3E1A-3B68A9531C26}"/>
                </a:ext>
              </a:extLst>
            </p:cNvPr>
            <p:cNvSpPr/>
            <p:nvPr/>
          </p:nvSpPr>
          <p:spPr>
            <a:xfrm>
              <a:off x="915603" y="3731817"/>
              <a:ext cx="45719" cy="10224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a:extLst>
                <a:ext uri="{FF2B5EF4-FFF2-40B4-BE49-F238E27FC236}">
                  <a16:creationId xmlns:a16="http://schemas.microsoft.com/office/drawing/2014/main" id="{8A9F302E-BCCE-032A-DC89-5F6D36B04466}"/>
                </a:ext>
              </a:extLst>
            </p:cNvPr>
            <p:cNvSpPr/>
            <p:nvPr/>
          </p:nvSpPr>
          <p:spPr>
            <a:xfrm flipH="1">
              <a:off x="1051958" y="3336758"/>
              <a:ext cx="45719" cy="1383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a:extLst>
                <a:ext uri="{FF2B5EF4-FFF2-40B4-BE49-F238E27FC236}">
                  <a16:creationId xmlns:a16="http://schemas.microsoft.com/office/drawing/2014/main" id="{B12C5258-548C-689D-F44B-1402D47D7219}"/>
                </a:ext>
              </a:extLst>
            </p:cNvPr>
            <p:cNvSpPr/>
            <p:nvPr/>
          </p:nvSpPr>
          <p:spPr>
            <a:xfrm>
              <a:off x="2720735" y="3342241"/>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a:extLst>
                <a:ext uri="{FF2B5EF4-FFF2-40B4-BE49-F238E27FC236}">
                  <a16:creationId xmlns:a16="http://schemas.microsoft.com/office/drawing/2014/main" id="{E3A913D4-5232-5984-BCF5-6BB43A8FE6B9}"/>
                </a:ext>
              </a:extLst>
            </p:cNvPr>
            <p:cNvSpPr/>
            <p:nvPr/>
          </p:nvSpPr>
          <p:spPr>
            <a:xfrm>
              <a:off x="2720736" y="3782940"/>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矩形 82">
            <a:extLst>
              <a:ext uri="{FF2B5EF4-FFF2-40B4-BE49-F238E27FC236}">
                <a16:creationId xmlns:a16="http://schemas.microsoft.com/office/drawing/2014/main" id="{6016BD3E-F0C8-58A2-73E6-811914367F85}"/>
              </a:ext>
            </a:extLst>
          </p:cNvPr>
          <p:cNvSpPr/>
          <p:nvPr/>
        </p:nvSpPr>
        <p:spPr>
          <a:xfrm>
            <a:off x="9016680" y="2456069"/>
            <a:ext cx="2719282" cy="645798"/>
          </a:xfrm>
          <a:prstGeom prst="rect">
            <a:avLst/>
          </a:prstGeom>
          <a:blipFill>
            <a:blip r:embed="rId3">
              <a:alphaModFix amt="9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文本框 83">
            <a:extLst>
              <a:ext uri="{FF2B5EF4-FFF2-40B4-BE49-F238E27FC236}">
                <a16:creationId xmlns:a16="http://schemas.microsoft.com/office/drawing/2014/main" id="{2AD2B007-11C1-BBC4-7399-89C07B032FCA}"/>
              </a:ext>
            </a:extLst>
          </p:cNvPr>
          <p:cNvSpPr txBox="1"/>
          <p:nvPr/>
        </p:nvSpPr>
        <p:spPr>
          <a:xfrm>
            <a:off x="8225204" y="2196739"/>
            <a:ext cx="914859" cy="1107996"/>
          </a:xfrm>
          <a:prstGeom prst="rect">
            <a:avLst/>
          </a:prstGeom>
          <a:noFill/>
        </p:spPr>
        <p:txBody>
          <a:bodyPr wrap="square" rtlCol="0">
            <a:spAutoFit/>
          </a:bodyPr>
          <a:lstStyle/>
          <a:p>
            <a:r>
              <a:rPr lang="en-US" altLang="zh-CN" sz="6600" b="1" dirty="0">
                <a:solidFill>
                  <a:srgbClr val="BBC23F"/>
                </a:solidFill>
                <a:latin typeface="Bahnschrift SemiBold Condensed" panose="020B0502040204020203" pitchFamily="34" charset="0"/>
              </a:rPr>
              <a:t>02</a:t>
            </a:r>
            <a:endParaRPr lang="zh-CN" altLang="en-US" sz="6600" b="1" dirty="0">
              <a:solidFill>
                <a:srgbClr val="BBC23F"/>
              </a:solidFill>
              <a:latin typeface="Bahnschrift SemiBold Condensed" panose="020B0502040204020203" pitchFamily="34" charset="0"/>
            </a:endParaRPr>
          </a:p>
        </p:txBody>
      </p:sp>
      <p:sp>
        <p:nvSpPr>
          <p:cNvPr id="85" name="矩形 84">
            <a:extLst>
              <a:ext uri="{FF2B5EF4-FFF2-40B4-BE49-F238E27FC236}">
                <a16:creationId xmlns:a16="http://schemas.microsoft.com/office/drawing/2014/main" id="{2B36B269-26EF-10C8-6FAE-82E20C3C984D}"/>
              </a:ext>
            </a:extLst>
          </p:cNvPr>
          <p:cNvSpPr/>
          <p:nvPr/>
        </p:nvSpPr>
        <p:spPr>
          <a:xfrm>
            <a:off x="9016680" y="2456069"/>
            <a:ext cx="135152" cy="645798"/>
          </a:xfrm>
          <a:prstGeom prst="rect">
            <a:avLst/>
          </a:prstGeom>
          <a:solidFill>
            <a:srgbClr val="BBC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6" name="矩形 85">
            <a:extLst>
              <a:ext uri="{FF2B5EF4-FFF2-40B4-BE49-F238E27FC236}">
                <a16:creationId xmlns:a16="http://schemas.microsoft.com/office/drawing/2014/main" id="{0CC712BA-BF87-2452-802C-354A6915F64D}"/>
              </a:ext>
            </a:extLst>
          </p:cNvPr>
          <p:cNvSpPr/>
          <p:nvPr/>
        </p:nvSpPr>
        <p:spPr>
          <a:xfrm>
            <a:off x="9276055" y="2548821"/>
            <a:ext cx="221472"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a:extLst>
              <a:ext uri="{FF2B5EF4-FFF2-40B4-BE49-F238E27FC236}">
                <a16:creationId xmlns:a16="http://schemas.microsoft.com/office/drawing/2014/main" id="{145D7AEF-E3B4-985E-658F-8B7241B44ECC}"/>
              </a:ext>
            </a:extLst>
          </p:cNvPr>
          <p:cNvSpPr/>
          <p:nvPr/>
        </p:nvSpPr>
        <p:spPr>
          <a:xfrm>
            <a:off x="9276055" y="2967079"/>
            <a:ext cx="221472"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A4EAC0F4-AB7E-AD56-6A63-D877BCF44835}"/>
              </a:ext>
            </a:extLst>
          </p:cNvPr>
          <p:cNvSpPr txBox="1"/>
          <p:nvPr/>
        </p:nvSpPr>
        <p:spPr>
          <a:xfrm>
            <a:off x="10376321" y="2430821"/>
            <a:ext cx="1252492" cy="677108"/>
          </a:xfrm>
          <a:prstGeom prst="rect">
            <a:avLst/>
          </a:prstGeom>
          <a:noFill/>
        </p:spPr>
        <p:txBody>
          <a:bodyPr wrap="square" rtlCol="0">
            <a:spAutoFit/>
          </a:bodyPr>
          <a:lstStyle/>
          <a:p>
            <a:r>
              <a:rPr lang="zh-CN" altLang="en-US" sz="3800" b="1" dirty="0">
                <a:solidFill>
                  <a:schemeClr val="bg1"/>
                </a:solidFill>
                <a:latin typeface="微软雅黑" panose="020B0503020204020204" pitchFamily="34" charset="-122"/>
                <a:ea typeface="微软雅黑" panose="020B0503020204020204" pitchFamily="34" charset="-122"/>
              </a:rPr>
              <a:t>标题</a:t>
            </a:r>
          </a:p>
        </p:txBody>
      </p:sp>
      <p:grpSp>
        <p:nvGrpSpPr>
          <p:cNvPr id="89" name="组合 88">
            <a:extLst>
              <a:ext uri="{FF2B5EF4-FFF2-40B4-BE49-F238E27FC236}">
                <a16:creationId xmlns:a16="http://schemas.microsoft.com/office/drawing/2014/main" id="{CEA267AD-993A-BCF1-88F4-83D42E3EC900}"/>
              </a:ext>
            </a:extLst>
          </p:cNvPr>
          <p:cNvGrpSpPr/>
          <p:nvPr/>
        </p:nvGrpSpPr>
        <p:grpSpPr>
          <a:xfrm>
            <a:off x="509417" y="3171394"/>
            <a:ext cx="262283" cy="266679"/>
            <a:chOff x="7071360" y="2141220"/>
            <a:chExt cx="382906" cy="389324"/>
          </a:xfrm>
          <a:solidFill>
            <a:srgbClr val="BBC23F"/>
          </a:solidFill>
        </p:grpSpPr>
        <p:sp>
          <p:nvSpPr>
            <p:cNvPr id="90" name="矩形 89">
              <a:extLst>
                <a:ext uri="{FF2B5EF4-FFF2-40B4-BE49-F238E27FC236}">
                  <a16:creationId xmlns:a16="http://schemas.microsoft.com/office/drawing/2014/main" id="{C2D5E7EC-0D6C-02AE-2F2A-04BBB4858D1E}"/>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C9375893-1CDA-21AD-A5A9-4942E6D82855}"/>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EC9526E0-5183-09E1-00A7-9C9D9A666361}"/>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a:extLst>
                <a:ext uri="{FF2B5EF4-FFF2-40B4-BE49-F238E27FC236}">
                  <a16:creationId xmlns:a16="http://schemas.microsoft.com/office/drawing/2014/main" id="{935D276D-6076-F79F-44D0-B336A39E5DD4}"/>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a:extLst>
                <a:ext uri="{FF2B5EF4-FFF2-40B4-BE49-F238E27FC236}">
                  <a16:creationId xmlns:a16="http://schemas.microsoft.com/office/drawing/2014/main" id="{F2A66688-BF73-3311-D0E7-1DE4AB856C32}"/>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567963FD-25EF-74CB-8B8D-DEF9D0DCEF37}"/>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4CE5C2D7-DDBA-1C80-EA56-289547EF834B}"/>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EBD0EAF2-8080-CE13-C704-C1BAEB0CC6EF}"/>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a:extLst>
                <a:ext uri="{FF2B5EF4-FFF2-40B4-BE49-F238E27FC236}">
                  <a16:creationId xmlns:a16="http://schemas.microsoft.com/office/drawing/2014/main" id="{D9DD56DB-7FE7-2806-1633-A4D83C1AB782}"/>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DB4332D2-D197-D036-30B8-7104B38B943C}"/>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0CB4FBE8-EF3A-51F7-6885-3B62F41DAA3D}"/>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ADC342C7-9476-3E5F-A0C8-AF666E6B09FE}"/>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2" name="直接连接符 101">
            <a:extLst>
              <a:ext uri="{FF2B5EF4-FFF2-40B4-BE49-F238E27FC236}">
                <a16:creationId xmlns:a16="http://schemas.microsoft.com/office/drawing/2014/main" id="{F858D178-681F-3B7B-BE74-4606A00C4C2D}"/>
              </a:ext>
            </a:extLst>
          </p:cNvPr>
          <p:cNvCxnSpPr>
            <a:cxnSpLocks/>
          </p:cNvCxnSpPr>
          <p:nvPr/>
        </p:nvCxnSpPr>
        <p:spPr>
          <a:xfrm>
            <a:off x="645126" y="3537785"/>
            <a:ext cx="0" cy="588093"/>
          </a:xfrm>
          <a:prstGeom prst="line">
            <a:avLst/>
          </a:prstGeom>
          <a:ln w="19050">
            <a:solidFill>
              <a:srgbClr val="B9B9BB"/>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00C23FA-319C-CDE9-0C8B-60A512AFA2A6}"/>
              </a:ext>
            </a:extLst>
          </p:cNvPr>
          <p:cNvCxnSpPr>
            <a:cxnSpLocks/>
          </p:cNvCxnSpPr>
          <p:nvPr/>
        </p:nvCxnSpPr>
        <p:spPr>
          <a:xfrm>
            <a:off x="645126" y="4125878"/>
            <a:ext cx="0" cy="241238"/>
          </a:xfrm>
          <a:prstGeom prst="line">
            <a:avLst/>
          </a:prstGeom>
          <a:ln w="19050">
            <a:solidFill>
              <a:srgbClr val="BBC23F"/>
            </a:solidFill>
          </a:ln>
        </p:spPr>
        <p:style>
          <a:lnRef idx="1">
            <a:schemeClr val="accent1"/>
          </a:lnRef>
          <a:fillRef idx="0">
            <a:schemeClr val="accent1"/>
          </a:fillRef>
          <a:effectRef idx="0">
            <a:schemeClr val="accent1"/>
          </a:effectRef>
          <a:fontRef idx="minor">
            <a:schemeClr val="tx1"/>
          </a:fontRef>
        </p:style>
      </p:cxnSp>
      <p:grpSp>
        <p:nvGrpSpPr>
          <p:cNvPr id="104" name="组合 103">
            <a:extLst>
              <a:ext uri="{FF2B5EF4-FFF2-40B4-BE49-F238E27FC236}">
                <a16:creationId xmlns:a16="http://schemas.microsoft.com/office/drawing/2014/main" id="{0324E69A-9FAE-B7D5-33E5-D8E368411611}"/>
              </a:ext>
            </a:extLst>
          </p:cNvPr>
          <p:cNvGrpSpPr/>
          <p:nvPr/>
        </p:nvGrpSpPr>
        <p:grpSpPr>
          <a:xfrm rot="10800000">
            <a:off x="2711672" y="4692124"/>
            <a:ext cx="5577840" cy="529160"/>
            <a:chOff x="-2778493" y="3336758"/>
            <a:chExt cx="5577840" cy="529160"/>
          </a:xfrm>
          <a:solidFill>
            <a:srgbClr val="ACACAC"/>
          </a:solidFill>
        </p:grpSpPr>
        <p:sp>
          <p:nvSpPr>
            <p:cNvPr id="105" name="矩形 104">
              <a:extLst>
                <a:ext uri="{FF2B5EF4-FFF2-40B4-BE49-F238E27FC236}">
                  <a16:creationId xmlns:a16="http://schemas.microsoft.com/office/drawing/2014/main" id="{F445A064-5BAA-3BD2-ACD7-7830562E8A07}"/>
                </a:ext>
              </a:extLst>
            </p:cNvPr>
            <p:cNvSpPr/>
            <p:nvPr/>
          </p:nvSpPr>
          <p:spPr>
            <a:xfrm>
              <a:off x="1010653" y="3501190"/>
              <a:ext cx="178869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2DF5492C-F6AE-BEAB-612B-EF259F5F6ED0}"/>
                </a:ext>
              </a:extLst>
            </p:cNvPr>
            <p:cNvSpPr/>
            <p:nvPr/>
          </p:nvSpPr>
          <p:spPr>
            <a:xfrm>
              <a:off x="-2778492" y="3637780"/>
              <a:ext cx="378914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 name="矩形 106">
              <a:extLst>
                <a:ext uri="{FF2B5EF4-FFF2-40B4-BE49-F238E27FC236}">
                  <a16:creationId xmlns:a16="http://schemas.microsoft.com/office/drawing/2014/main" id="{BE574284-EFFC-806F-74FA-D2C3677F40A4}"/>
                </a:ext>
              </a:extLst>
            </p:cNvPr>
            <p:cNvSpPr/>
            <p:nvPr/>
          </p:nvSpPr>
          <p:spPr>
            <a:xfrm>
              <a:off x="1147010" y="3637777"/>
              <a:ext cx="165233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矩形 107">
              <a:extLst>
                <a:ext uri="{FF2B5EF4-FFF2-40B4-BE49-F238E27FC236}">
                  <a16:creationId xmlns:a16="http://schemas.microsoft.com/office/drawing/2014/main" id="{B5FCAE13-FCC3-B8A9-47F9-A9D1FFE225C9}"/>
                </a:ext>
              </a:extLst>
            </p:cNvPr>
            <p:cNvSpPr/>
            <p:nvPr/>
          </p:nvSpPr>
          <p:spPr>
            <a:xfrm>
              <a:off x="-2778493" y="3501191"/>
              <a:ext cx="3644768"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AEC8D688-9F55-A16D-ABF4-6EB46549E332}"/>
                </a:ext>
              </a:extLst>
            </p:cNvPr>
            <p:cNvSpPr/>
            <p:nvPr/>
          </p:nvSpPr>
          <p:spPr>
            <a:xfrm>
              <a:off x="1050756" y="3629570"/>
              <a:ext cx="45719" cy="20449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5FB82FE1-71D3-60C0-BFFF-0D1D828E489F}"/>
                </a:ext>
              </a:extLst>
            </p:cNvPr>
            <p:cNvSpPr/>
            <p:nvPr/>
          </p:nvSpPr>
          <p:spPr>
            <a:xfrm>
              <a:off x="915604" y="3336758"/>
              <a:ext cx="45719" cy="26667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a:extLst>
                <a:ext uri="{FF2B5EF4-FFF2-40B4-BE49-F238E27FC236}">
                  <a16:creationId xmlns:a16="http://schemas.microsoft.com/office/drawing/2014/main" id="{84D85D8C-916F-C886-BF12-53DC69269CCD}"/>
                </a:ext>
              </a:extLst>
            </p:cNvPr>
            <p:cNvSpPr/>
            <p:nvPr/>
          </p:nvSpPr>
          <p:spPr>
            <a:xfrm>
              <a:off x="915603" y="3731817"/>
              <a:ext cx="45719" cy="10224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8265A640-1A0E-CC25-1AA6-25E8DB01F2E3}"/>
                </a:ext>
              </a:extLst>
            </p:cNvPr>
            <p:cNvSpPr/>
            <p:nvPr/>
          </p:nvSpPr>
          <p:spPr>
            <a:xfrm flipH="1">
              <a:off x="1051958" y="3336758"/>
              <a:ext cx="45719" cy="1383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1403101F-1901-2E6E-509B-D1DF9BE5E0DF}"/>
                </a:ext>
              </a:extLst>
            </p:cNvPr>
            <p:cNvSpPr/>
            <p:nvPr/>
          </p:nvSpPr>
          <p:spPr>
            <a:xfrm>
              <a:off x="2720735" y="3342241"/>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8E43C9FB-20DF-C751-0FD1-0297A35A2936}"/>
                </a:ext>
              </a:extLst>
            </p:cNvPr>
            <p:cNvSpPr/>
            <p:nvPr/>
          </p:nvSpPr>
          <p:spPr>
            <a:xfrm>
              <a:off x="2720736" y="3782940"/>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5" name="矩形 114">
            <a:extLst>
              <a:ext uri="{FF2B5EF4-FFF2-40B4-BE49-F238E27FC236}">
                <a16:creationId xmlns:a16="http://schemas.microsoft.com/office/drawing/2014/main" id="{8A608339-8839-2AD9-3EC8-ABA052D51198}"/>
              </a:ext>
            </a:extLst>
          </p:cNvPr>
          <p:cNvSpPr/>
          <p:nvPr/>
        </p:nvSpPr>
        <p:spPr>
          <a:xfrm>
            <a:off x="9013406" y="4633805"/>
            <a:ext cx="2719282" cy="645798"/>
          </a:xfrm>
          <a:prstGeom prst="rect">
            <a:avLst/>
          </a:prstGeom>
          <a:blipFill>
            <a:blip r:embed="rId3">
              <a:alphaModFix amt="9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文本框 115">
            <a:extLst>
              <a:ext uri="{FF2B5EF4-FFF2-40B4-BE49-F238E27FC236}">
                <a16:creationId xmlns:a16="http://schemas.microsoft.com/office/drawing/2014/main" id="{CA719764-2230-9020-F622-C9DF421F9786}"/>
              </a:ext>
            </a:extLst>
          </p:cNvPr>
          <p:cNvSpPr txBox="1"/>
          <p:nvPr/>
        </p:nvSpPr>
        <p:spPr>
          <a:xfrm>
            <a:off x="8243460" y="4366265"/>
            <a:ext cx="1010658" cy="1107996"/>
          </a:xfrm>
          <a:prstGeom prst="rect">
            <a:avLst/>
          </a:prstGeom>
          <a:noFill/>
        </p:spPr>
        <p:txBody>
          <a:bodyPr wrap="square" rtlCol="0">
            <a:spAutoFit/>
          </a:bodyPr>
          <a:lstStyle/>
          <a:p>
            <a:r>
              <a:rPr lang="en-US" altLang="zh-CN" sz="6600" b="1" dirty="0">
                <a:solidFill>
                  <a:srgbClr val="EFD349"/>
                </a:solidFill>
                <a:latin typeface="Bahnschrift SemiBold Condensed" panose="020B0502040204020203" pitchFamily="34" charset="0"/>
              </a:rPr>
              <a:t>03</a:t>
            </a:r>
            <a:endParaRPr lang="zh-CN" altLang="en-US" sz="6600" b="1" dirty="0">
              <a:solidFill>
                <a:srgbClr val="EFD349"/>
              </a:solidFill>
              <a:latin typeface="Bahnschrift SemiBold Condensed" panose="020B0502040204020203" pitchFamily="34" charset="0"/>
            </a:endParaRPr>
          </a:p>
        </p:txBody>
      </p:sp>
      <p:sp>
        <p:nvSpPr>
          <p:cNvPr id="117" name="矩形 116">
            <a:extLst>
              <a:ext uri="{FF2B5EF4-FFF2-40B4-BE49-F238E27FC236}">
                <a16:creationId xmlns:a16="http://schemas.microsoft.com/office/drawing/2014/main" id="{76F116F9-5AEE-CBF0-5625-7673CEB4E431}"/>
              </a:ext>
            </a:extLst>
          </p:cNvPr>
          <p:cNvSpPr/>
          <p:nvPr/>
        </p:nvSpPr>
        <p:spPr>
          <a:xfrm>
            <a:off x="9013406" y="4633805"/>
            <a:ext cx="135152" cy="645798"/>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38AF51BB-F728-D99F-4ED1-EC0B5E37AEE5}"/>
              </a:ext>
            </a:extLst>
          </p:cNvPr>
          <p:cNvSpPr/>
          <p:nvPr/>
        </p:nvSpPr>
        <p:spPr>
          <a:xfrm>
            <a:off x="9272781" y="4726557"/>
            <a:ext cx="221472"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a:extLst>
              <a:ext uri="{FF2B5EF4-FFF2-40B4-BE49-F238E27FC236}">
                <a16:creationId xmlns:a16="http://schemas.microsoft.com/office/drawing/2014/main" id="{A3412095-3F06-0E81-CB3B-7A5F9893CFE9}"/>
              </a:ext>
            </a:extLst>
          </p:cNvPr>
          <p:cNvSpPr/>
          <p:nvPr/>
        </p:nvSpPr>
        <p:spPr>
          <a:xfrm>
            <a:off x="9272781" y="5144815"/>
            <a:ext cx="221472" cy="4571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文本框 119">
            <a:extLst>
              <a:ext uri="{FF2B5EF4-FFF2-40B4-BE49-F238E27FC236}">
                <a16:creationId xmlns:a16="http://schemas.microsoft.com/office/drawing/2014/main" id="{A4AA40BC-D31D-3D03-DB7A-68879256624D}"/>
              </a:ext>
            </a:extLst>
          </p:cNvPr>
          <p:cNvSpPr txBox="1"/>
          <p:nvPr/>
        </p:nvSpPr>
        <p:spPr>
          <a:xfrm>
            <a:off x="10373047" y="4608557"/>
            <a:ext cx="1252492" cy="677108"/>
          </a:xfrm>
          <a:prstGeom prst="rect">
            <a:avLst/>
          </a:prstGeom>
          <a:noFill/>
        </p:spPr>
        <p:txBody>
          <a:bodyPr wrap="square" rtlCol="0">
            <a:spAutoFit/>
          </a:bodyPr>
          <a:lstStyle/>
          <a:p>
            <a:r>
              <a:rPr lang="zh-CN" altLang="en-US" sz="3800" b="1" dirty="0">
                <a:solidFill>
                  <a:schemeClr val="bg1"/>
                </a:solidFill>
                <a:latin typeface="微软雅黑" panose="020B0503020204020204" pitchFamily="34" charset="-122"/>
                <a:ea typeface="微软雅黑" panose="020B0503020204020204" pitchFamily="34" charset="-122"/>
              </a:rPr>
              <a:t>标题</a:t>
            </a:r>
          </a:p>
        </p:txBody>
      </p:sp>
      <p:grpSp>
        <p:nvGrpSpPr>
          <p:cNvPr id="121" name="组合 120">
            <a:extLst>
              <a:ext uri="{FF2B5EF4-FFF2-40B4-BE49-F238E27FC236}">
                <a16:creationId xmlns:a16="http://schemas.microsoft.com/office/drawing/2014/main" id="{669BD508-1FA9-7587-3A09-9E9635AC40F7}"/>
              </a:ext>
            </a:extLst>
          </p:cNvPr>
          <p:cNvGrpSpPr/>
          <p:nvPr/>
        </p:nvGrpSpPr>
        <p:grpSpPr>
          <a:xfrm>
            <a:off x="506143" y="5349130"/>
            <a:ext cx="262283" cy="266679"/>
            <a:chOff x="7071360" y="2141220"/>
            <a:chExt cx="382906" cy="389324"/>
          </a:xfrm>
          <a:solidFill>
            <a:srgbClr val="EFD349"/>
          </a:solidFill>
        </p:grpSpPr>
        <p:sp>
          <p:nvSpPr>
            <p:cNvPr id="122" name="矩形 121">
              <a:extLst>
                <a:ext uri="{FF2B5EF4-FFF2-40B4-BE49-F238E27FC236}">
                  <a16:creationId xmlns:a16="http://schemas.microsoft.com/office/drawing/2014/main" id="{26E807BE-46B2-C266-70C8-489786B21AD9}"/>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a:extLst>
                <a:ext uri="{FF2B5EF4-FFF2-40B4-BE49-F238E27FC236}">
                  <a16:creationId xmlns:a16="http://schemas.microsoft.com/office/drawing/2014/main" id="{8C6FF906-9BAB-E625-FFE9-1CF8A38845E2}"/>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B66D4D8D-4184-BFA0-A787-57CE39179004}"/>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a:extLst>
                <a:ext uri="{FF2B5EF4-FFF2-40B4-BE49-F238E27FC236}">
                  <a16:creationId xmlns:a16="http://schemas.microsoft.com/office/drawing/2014/main" id="{38D4B582-4D09-397D-4CA8-B84AFFF83251}"/>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E04BBD4B-33AB-4F42-6216-6FC4CB81F80A}"/>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a:extLst>
                <a:ext uri="{FF2B5EF4-FFF2-40B4-BE49-F238E27FC236}">
                  <a16:creationId xmlns:a16="http://schemas.microsoft.com/office/drawing/2014/main" id="{6050558E-B305-076D-8019-C2D61CC731CE}"/>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A4523744-8717-F892-B219-4BDC46B1075E}"/>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a:extLst>
                <a:ext uri="{FF2B5EF4-FFF2-40B4-BE49-F238E27FC236}">
                  <a16:creationId xmlns:a16="http://schemas.microsoft.com/office/drawing/2014/main" id="{D25DE1DF-ECCA-59FC-750D-63D92B838148}"/>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5FDD2CF8-40C7-6E9C-AE8F-1E2763C79FE2}"/>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a:extLst>
                <a:ext uri="{FF2B5EF4-FFF2-40B4-BE49-F238E27FC236}">
                  <a16:creationId xmlns:a16="http://schemas.microsoft.com/office/drawing/2014/main" id="{9F4F46C2-048A-2E87-E6CA-B0E6108012BF}"/>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9038C8BF-D995-B56E-A557-3FB13626597E}"/>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a:extLst>
                <a:ext uri="{FF2B5EF4-FFF2-40B4-BE49-F238E27FC236}">
                  <a16:creationId xmlns:a16="http://schemas.microsoft.com/office/drawing/2014/main" id="{FD684369-E3D9-9EE2-1356-87F8C2A3EDAC}"/>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4" name="直接连接符 133">
            <a:extLst>
              <a:ext uri="{FF2B5EF4-FFF2-40B4-BE49-F238E27FC236}">
                <a16:creationId xmlns:a16="http://schemas.microsoft.com/office/drawing/2014/main" id="{8168AFA5-7D97-75D8-5D3C-093E64AEDDDE}"/>
              </a:ext>
            </a:extLst>
          </p:cNvPr>
          <p:cNvCxnSpPr>
            <a:cxnSpLocks/>
          </p:cNvCxnSpPr>
          <p:nvPr/>
        </p:nvCxnSpPr>
        <p:spPr>
          <a:xfrm>
            <a:off x="641852" y="5715521"/>
            <a:ext cx="0" cy="588093"/>
          </a:xfrm>
          <a:prstGeom prst="line">
            <a:avLst/>
          </a:prstGeom>
          <a:ln w="19050">
            <a:solidFill>
              <a:srgbClr val="B9B9BB"/>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31459B5E-713B-C04C-3233-CBAEF25F5B7A}"/>
              </a:ext>
            </a:extLst>
          </p:cNvPr>
          <p:cNvCxnSpPr>
            <a:cxnSpLocks/>
          </p:cNvCxnSpPr>
          <p:nvPr/>
        </p:nvCxnSpPr>
        <p:spPr>
          <a:xfrm>
            <a:off x="641852" y="6303614"/>
            <a:ext cx="0" cy="241238"/>
          </a:xfrm>
          <a:prstGeom prst="line">
            <a:avLst/>
          </a:prstGeom>
          <a:ln w="19050">
            <a:solidFill>
              <a:srgbClr val="EFD349"/>
            </a:solidFill>
          </a:ln>
        </p:spPr>
        <p:style>
          <a:lnRef idx="1">
            <a:schemeClr val="accent1"/>
          </a:lnRef>
          <a:fillRef idx="0">
            <a:schemeClr val="accent1"/>
          </a:fillRef>
          <a:effectRef idx="0">
            <a:schemeClr val="accent1"/>
          </a:effectRef>
          <a:fontRef idx="minor">
            <a:schemeClr val="tx1"/>
          </a:fontRef>
        </p:style>
      </p:cxnSp>
      <p:sp>
        <p:nvSpPr>
          <p:cNvPr id="136" name="文本框 135">
            <a:extLst>
              <a:ext uri="{FF2B5EF4-FFF2-40B4-BE49-F238E27FC236}">
                <a16:creationId xmlns:a16="http://schemas.microsoft.com/office/drawing/2014/main" id="{878B7F7D-96CA-5C0F-0AA2-5215967B8144}"/>
              </a:ext>
            </a:extLst>
          </p:cNvPr>
          <p:cNvSpPr txBox="1"/>
          <p:nvPr/>
        </p:nvSpPr>
        <p:spPr>
          <a:xfrm rot="5400000">
            <a:off x="275906" y="1860730"/>
            <a:ext cx="452822" cy="369332"/>
          </a:xfrm>
          <a:prstGeom prst="rect">
            <a:avLst/>
          </a:prstGeom>
          <a:noFill/>
        </p:spPr>
        <p:txBody>
          <a:bodyPr wrap="square" rtlCol="0">
            <a:spAutoFit/>
          </a:bodyPr>
          <a:lstStyle/>
          <a:p>
            <a:r>
              <a:rPr lang="en-US" altLang="zh-CN" dirty="0"/>
              <a:t>01</a:t>
            </a:r>
            <a:endParaRPr lang="zh-CN" altLang="en-US" dirty="0"/>
          </a:p>
        </p:txBody>
      </p:sp>
      <p:sp>
        <p:nvSpPr>
          <p:cNvPr id="137" name="文本框 136">
            <a:extLst>
              <a:ext uri="{FF2B5EF4-FFF2-40B4-BE49-F238E27FC236}">
                <a16:creationId xmlns:a16="http://schemas.microsoft.com/office/drawing/2014/main" id="{334F5A5A-037B-A007-DFB8-EFD713DBA234}"/>
              </a:ext>
            </a:extLst>
          </p:cNvPr>
          <p:cNvSpPr txBox="1"/>
          <p:nvPr/>
        </p:nvSpPr>
        <p:spPr>
          <a:xfrm rot="5400000">
            <a:off x="283006" y="4022022"/>
            <a:ext cx="452822" cy="369332"/>
          </a:xfrm>
          <a:prstGeom prst="rect">
            <a:avLst/>
          </a:prstGeom>
          <a:noFill/>
        </p:spPr>
        <p:txBody>
          <a:bodyPr wrap="square" rtlCol="0">
            <a:spAutoFit/>
          </a:bodyPr>
          <a:lstStyle/>
          <a:p>
            <a:r>
              <a:rPr lang="en-US" altLang="zh-CN" dirty="0"/>
              <a:t>02</a:t>
            </a:r>
            <a:endParaRPr lang="zh-CN" altLang="en-US" dirty="0"/>
          </a:p>
        </p:txBody>
      </p:sp>
      <p:sp>
        <p:nvSpPr>
          <p:cNvPr id="138" name="文本框 137">
            <a:extLst>
              <a:ext uri="{FF2B5EF4-FFF2-40B4-BE49-F238E27FC236}">
                <a16:creationId xmlns:a16="http://schemas.microsoft.com/office/drawing/2014/main" id="{ED7051E6-A88C-E03A-654B-4EAFAFE3A0F1}"/>
              </a:ext>
            </a:extLst>
          </p:cNvPr>
          <p:cNvSpPr txBox="1"/>
          <p:nvPr/>
        </p:nvSpPr>
        <p:spPr>
          <a:xfrm rot="5400000">
            <a:off x="272632" y="6222790"/>
            <a:ext cx="452822" cy="369332"/>
          </a:xfrm>
          <a:prstGeom prst="rect">
            <a:avLst/>
          </a:prstGeom>
          <a:noFill/>
        </p:spPr>
        <p:txBody>
          <a:bodyPr wrap="square" rtlCol="0">
            <a:spAutoFit/>
          </a:bodyPr>
          <a:lstStyle/>
          <a:p>
            <a:r>
              <a:rPr lang="en-US" altLang="zh-CN" dirty="0"/>
              <a:t>03</a:t>
            </a:r>
            <a:endParaRPr lang="zh-CN" altLang="en-US" dirty="0"/>
          </a:p>
        </p:txBody>
      </p:sp>
      <p:sp>
        <p:nvSpPr>
          <p:cNvPr id="139" name="文本框 138">
            <a:extLst>
              <a:ext uri="{FF2B5EF4-FFF2-40B4-BE49-F238E27FC236}">
                <a16:creationId xmlns:a16="http://schemas.microsoft.com/office/drawing/2014/main" id="{E7DE6326-F549-6476-0773-DDEA933476F2}"/>
              </a:ext>
            </a:extLst>
          </p:cNvPr>
          <p:cNvSpPr txBox="1"/>
          <p:nvPr/>
        </p:nvSpPr>
        <p:spPr>
          <a:xfrm>
            <a:off x="1101131" y="1068687"/>
            <a:ext cx="10773218" cy="1200329"/>
          </a:xfrm>
          <a:prstGeom prst="rect">
            <a:avLst/>
          </a:prstGeom>
          <a:noFill/>
        </p:spPr>
        <p:txBody>
          <a:bodyPr wrap="square" rtlCol="0">
            <a:spAutoFit/>
          </a:bodyPr>
          <a:lstStyle/>
          <a:p>
            <a:r>
              <a:rPr lang="zh-CN" altLang="en-US" dirty="0">
                <a:latin typeface="思源宋体 CN ExtraLight" panose="02020200000000000000" pitchFamily="18" charset="-122"/>
                <a:ea typeface="思源宋体 CN ExtraLight" panose="02020200000000000000" pitchFamily="18" charset="-122"/>
              </a:rPr>
              <a:t>       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a:t>
            </a:r>
          </a:p>
        </p:txBody>
      </p:sp>
      <p:sp>
        <p:nvSpPr>
          <p:cNvPr id="140" name="文本框 139">
            <a:extLst>
              <a:ext uri="{FF2B5EF4-FFF2-40B4-BE49-F238E27FC236}">
                <a16:creationId xmlns:a16="http://schemas.microsoft.com/office/drawing/2014/main" id="{F28976AB-10C5-C49D-28EC-CE853A279B9A}"/>
              </a:ext>
            </a:extLst>
          </p:cNvPr>
          <p:cNvSpPr txBox="1"/>
          <p:nvPr/>
        </p:nvSpPr>
        <p:spPr>
          <a:xfrm>
            <a:off x="1104405" y="3219946"/>
            <a:ext cx="10773218" cy="1200329"/>
          </a:xfrm>
          <a:prstGeom prst="rect">
            <a:avLst/>
          </a:prstGeom>
          <a:noFill/>
        </p:spPr>
        <p:txBody>
          <a:bodyPr wrap="square" rtlCol="0">
            <a:spAutoFit/>
          </a:bodyPr>
          <a:lstStyle/>
          <a:p>
            <a:r>
              <a:rPr lang="zh-CN" altLang="en-US" dirty="0">
                <a:latin typeface="思源宋体 CN ExtraLight" panose="02020200000000000000" pitchFamily="18" charset="-122"/>
                <a:ea typeface="思源宋体 CN ExtraLight" panose="02020200000000000000" pitchFamily="18" charset="-122"/>
              </a:rPr>
              <a:t>       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a:t>
            </a:r>
          </a:p>
        </p:txBody>
      </p:sp>
      <p:sp>
        <p:nvSpPr>
          <p:cNvPr id="141" name="文本框 140">
            <a:extLst>
              <a:ext uri="{FF2B5EF4-FFF2-40B4-BE49-F238E27FC236}">
                <a16:creationId xmlns:a16="http://schemas.microsoft.com/office/drawing/2014/main" id="{591F527C-213E-7ADE-3C7A-A67362520633}"/>
              </a:ext>
            </a:extLst>
          </p:cNvPr>
          <p:cNvSpPr txBox="1"/>
          <p:nvPr/>
        </p:nvSpPr>
        <p:spPr>
          <a:xfrm>
            <a:off x="1048871" y="5398340"/>
            <a:ext cx="10773218" cy="1200329"/>
          </a:xfrm>
          <a:prstGeom prst="rect">
            <a:avLst/>
          </a:prstGeom>
          <a:noFill/>
        </p:spPr>
        <p:txBody>
          <a:bodyPr wrap="square" rtlCol="0">
            <a:spAutoFit/>
          </a:bodyPr>
          <a:lstStyle/>
          <a:p>
            <a:r>
              <a:rPr lang="zh-CN" altLang="en-US" dirty="0">
                <a:latin typeface="思源宋体 CN ExtraLight" panose="02020200000000000000" pitchFamily="18" charset="-122"/>
                <a:ea typeface="思源宋体 CN ExtraLight" panose="02020200000000000000" pitchFamily="18" charset="-122"/>
              </a:rPr>
              <a:t>       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输入文本</a:t>
            </a:r>
          </a:p>
        </p:txBody>
      </p:sp>
    </p:spTree>
    <p:extLst>
      <p:ext uri="{BB962C8B-B14F-4D97-AF65-F5344CB8AC3E}">
        <p14:creationId xmlns:p14="http://schemas.microsoft.com/office/powerpoint/2010/main" val="3498413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rgbClr val="858585"/>
            </a:gs>
            <a:gs pos="100000">
              <a:srgbClr val="606060"/>
            </a:gs>
            <a:gs pos="23000">
              <a:srgbClr val="DCDCDC"/>
            </a:gs>
            <a:gs pos="35000">
              <a:srgbClr val="D4D4D4"/>
            </a:gs>
            <a:gs pos="0">
              <a:srgbClr val="DFDEDE"/>
            </a:gs>
          </a:gsLst>
          <a:path path="circle">
            <a:fillToRect l="50000" t="50000" r="50000" b="50000"/>
          </a:path>
        </a:gradFill>
        <a:effectLst/>
      </p:bgPr>
    </p:bg>
    <p:spTree>
      <p:nvGrpSpPr>
        <p:cNvPr id="1" name="">
          <a:extLst>
            <a:ext uri="{FF2B5EF4-FFF2-40B4-BE49-F238E27FC236}">
              <a16:creationId xmlns:a16="http://schemas.microsoft.com/office/drawing/2014/main" id="{70B48082-759D-2317-4F44-9E267A7A68F5}"/>
            </a:ext>
          </a:extLst>
        </p:cNvPr>
        <p:cNvGrpSpPr/>
        <p:nvPr/>
      </p:nvGrpSpPr>
      <p:grpSpPr>
        <a:xfrm>
          <a:off x="0" y="0"/>
          <a:ext cx="0" cy="0"/>
          <a:chOff x="0" y="0"/>
          <a:chExt cx="0" cy="0"/>
        </a:xfrm>
      </p:grpSpPr>
      <p:sp>
        <p:nvSpPr>
          <p:cNvPr id="92" name="任意多边形: 形状 91">
            <a:extLst>
              <a:ext uri="{FF2B5EF4-FFF2-40B4-BE49-F238E27FC236}">
                <a16:creationId xmlns:a16="http://schemas.microsoft.com/office/drawing/2014/main" id="{EE52DB25-54C9-7195-DFF3-0082DA1C3D28}"/>
              </a:ext>
            </a:extLst>
          </p:cNvPr>
          <p:cNvSpPr/>
          <p:nvPr/>
        </p:nvSpPr>
        <p:spPr>
          <a:xfrm>
            <a:off x="-35892" y="3306115"/>
            <a:ext cx="594360" cy="533400"/>
          </a:xfrm>
          <a:custGeom>
            <a:avLst/>
            <a:gdLst>
              <a:gd name="connsiteX0" fmla="*/ 0 w 594360"/>
              <a:gd name="connsiteY0" fmla="*/ 0 h 533400"/>
              <a:gd name="connsiteX1" fmla="*/ 563880 w 594360"/>
              <a:gd name="connsiteY1" fmla="*/ 289560 h 533400"/>
              <a:gd name="connsiteX2" fmla="*/ 594360 w 594360"/>
              <a:gd name="connsiteY2" fmla="*/ 502920 h 533400"/>
              <a:gd name="connsiteX3" fmla="*/ 30480 w 594360"/>
              <a:gd name="connsiteY3" fmla="*/ 533400 h 533400"/>
              <a:gd name="connsiteX4" fmla="*/ 0 w 594360"/>
              <a:gd name="connsiteY4" fmla="*/ 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533400">
                <a:moveTo>
                  <a:pt x="0" y="0"/>
                </a:moveTo>
                <a:lnTo>
                  <a:pt x="563880" y="289560"/>
                </a:lnTo>
                <a:lnTo>
                  <a:pt x="594360" y="502920"/>
                </a:lnTo>
                <a:lnTo>
                  <a:pt x="30480" y="5334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1FEE2B67-7631-DD2B-4722-2803F6D338AC}"/>
              </a:ext>
            </a:extLst>
          </p:cNvPr>
          <p:cNvSpPr/>
          <p:nvPr/>
        </p:nvSpPr>
        <p:spPr>
          <a:xfrm>
            <a:off x="5773" y="1843900"/>
            <a:ext cx="1645920" cy="2606040"/>
          </a:xfrm>
          <a:custGeom>
            <a:avLst/>
            <a:gdLst>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45720 w 1645920"/>
              <a:gd name="connsiteY9" fmla="*/ 1950720 h 2606040"/>
              <a:gd name="connsiteX10" fmla="*/ 0 w 1645920"/>
              <a:gd name="connsiteY10" fmla="*/ 0 h 2606040"/>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0 w 1645920"/>
              <a:gd name="connsiteY9" fmla="*/ 1965960 h 2606040"/>
              <a:gd name="connsiteX10" fmla="*/ 0 w 1645920"/>
              <a:gd name="connsiteY10" fmla="*/ 0 h 260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5920" h="2606040">
                <a:moveTo>
                  <a:pt x="0" y="0"/>
                </a:moveTo>
                <a:lnTo>
                  <a:pt x="1356360" y="807720"/>
                </a:lnTo>
                <a:lnTo>
                  <a:pt x="1645920" y="1844040"/>
                </a:lnTo>
                <a:lnTo>
                  <a:pt x="1097280" y="1371600"/>
                </a:lnTo>
                <a:lnTo>
                  <a:pt x="960120" y="1356360"/>
                </a:lnTo>
                <a:lnTo>
                  <a:pt x="960120" y="1356360"/>
                </a:lnTo>
                <a:lnTo>
                  <a:pt x="1295400" y="1661160"/>
                </a:lnTo>
                <a:lnTo>
                  <a:pt x="1143000" y="1965960"/>
                </a:lnTo>
                <a:lnTo>
                  <a:pt x="1432560" y="2606040"/>
                </a:lnTo>
                <a:lnTo>
                  <a:pt x="0" y="196596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5921979-DDAA-A6CE-F581-DF703B3C2E10}"/>
              </a:ext>
            </a:extLst>
          </p:cNvPr>
          <p:cNvSpPr/>
          <p:nvPr/>
        </p:nvSpPr>
        <p:spPr>
          <a:xfrm>
            <a:off x="3823310" y="730265"/>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AB855488-4830-73AE-BB47-C5865E6F521C}"/>
              </a:ext>
            </a:extLst>
          </p:cNvPr>
          <p:cNvSpPr/>
          <p:nvPr/>
        </p:nvSpPr>
        <p:spPr>
          <a:xfrm>
            <a:off x="3823311" y="2102348"/>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22FD69E-F758-316D-56F8-8A78EBD8C424}"/>
              </a:ext>
            </a:extLst>
          </p:cNvPr>
          <p:cNvSpPr/>
          <p:nvPr/>
        </p:nvSpPr>
        <p:spPr>
          <a:xfrm>
            <a:off x="3823310" y="3474431"/>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4FB3E09-68C7-AD6E-9173-30C5F4F129C5}"/>
              </a:ext>
            </a:extLst>
          </p:cNvPr>
          <p:cNvSpPr/>
          <p:nvPr/>
        </p:nvSpPr>
        <p:spPr>
          <a:xfrm>
            <a:off x="3823310" y="4846514"/>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A891D96E-80B3-A7D4-2A04-E6E9F78A44FA}"/>
              </a:ext>
            </a:extLst>
          </p:cNvPr>
          <p:cNvGrpSpPr/>
          <p:nvPr/>
        </p:nvGrpSpPr>
        <p:grpSpPr>
          <a:xfrm>
            <a:off x="3969504" y="900349"/>
            <a:ext cx="7678034" cy="863600"/>
            <a:chOff x="3969504" y="900349"/>
            <a:chExt cx="7678034" cy="863600"/>
          </a:xfrm>
        </p:grpSpPr>
        <p:grpSp>
          <p:nvGrpSpPr>
            <p:cNvPr id="14" name="组合 13">
              <a:extLst>
                <a:ext uri="{FF2B5EF4-FFF2-40B4-BE49-F238E27FC236}">
                  <a16:creationId xmlns:a16="http://schemas.microsoft.com/office/drawing/2014/main" id="{A58980C7-E871-4286-6221-90CA4DAEDCE7}"/>
                </a:ext>
              </a:extLst>
            </p:cNvPr>
            <p:cNvGrpSpPr/>
            <p:nvPr/>
          </p:nvGrpSpPr>
          <p:grpSpPr>
            <a:xfrm>
              <a:off x="3969504" y="900349"/>
              <a:ext cx="3802026" cy="863600"/>
              <a:chOff x="4122774" y="900349"/>
              <a:chExt cx="3802026" cy="863600"/>
            </a:xfrm>
          </p:grpSpPr>
          <p:sp>
            <p:nvSpPr>
              <p:cNvPr id="11" name="任意多边形: 形状 10">
                <a:extLst>
                  <a:ext uri="{FF2B5EF4-FFF2-40B4-BE49-F238E27FC236}">
                    <a16:creationId xmlns:a16="http://schemas.microsoft.com/office/drawing/2014/main" id="{0B2089A0-2E86-943D-DD2A-C2BB66A5A68F}"/>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5915D3B8-D6E9-2DB4-9F3E-F9008F0779F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94854807-C857-3E24-3CC2-927945EFC2D3}"/>
                </a:ext>
              </a:extLst>
            </p:cNvPr>
            <p:cNvGrpSpPr/>
            <p:nvPr/>
          </p:nvGrpSpPr>
          <p:grpSpPr>
            <a:xfrm>
              <a:off x="7845512" y="900349"/>
              <a:ext cx="3802026" cy="863600"/>
              <a:chOff x="4122774" y="900349"/>
              <a:chExt cx="3802026" cy="863600"/>
            </a:xfrm>
          </p:grpSpPr>
          <p:sp>
            <p:nvSpPr>
              <p:cNvPr id="16" name="任意多边形: 形状 15">
                <a:extLst>
                  <a:ext uri="{FF2B5EF4-FFF2-40B4-BE49-F238E27FC236}">
                    <a16:creationId xmlns:a16="http://schemas.microsoft.com/office/drawing/2014/main" id="{C1CCA6D0-DC53-6CA0-5612-59DCD061157B}"/>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205C9ED5-BA04-1A50-B607-18E52CAD465E}"/>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0C84126E-BBD3-F364-5187-6A1C9EB5DD4C}"/>
              </a:ext>
            </a:extLst>
          </p:cNvPr>
          <p:cNvGrpSpPr/>
          <p:nvPr/>
        </p:nvGrpSpPr>
        <p:grpSpPr>
          <a:xfrm>
            <a:off x="3969504" y="2272431"/>
            <a:ext cx="7678034" cy="863600"/>
            <a:chOff x="3969504" y="900349"/>
            <a:chExt cx="7678034" cy="863600"/>
          </a:xfrm>
        </p:grpSpPr>
        <p:grpSp>
          <p:nvGrpSpPr>
            <p:cNvPr id="20" name="组合 19">
              <a:extLst>
                <a:ext uri="{FF2B5EF4-FFF2-40B4-BE49-F238E27FC236}">
                  <a16:creationId xmlns:a16="http://schemas.microsoft.com/office/drawing/2014/main" id="{9651F963-2D62-2ED8-EB88-295972233633}"/>
                </a:ext>
              </a:extLst>
            </p:cNvPr>
            <p:cNvGrpSpPr/>
            <p:nvPr/>
          </p:nvGrpSpPr>
          <p:grpSpPr>
            <a:xfrm>
              <a:off x="3969504" y="900349"/>
              <a:ext cx="3802026" cy="863600"/>
              <a:chOff x="4122774" y="900349"/>
              <a:chExt cx="3802026" cy="863600"/>
            </a:xfrm>
          </p:grpSpPr>
          <p:sp>
            <p:nvSpPr>
              <p:cNvPr id="24" name="任意多边形: 形状 23">
                <a:extLst>
                  <a:ext uri="{FF2B5EF4-FFF2-40B4-BE49-F238E27FC236}">
                    <a16:creationId xmlns:a16="http://schemas.microsoft.com/office/drawing/2014/main" id="{895310E5-2519-38C0-8D77-6F5FCC979E60}"/>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D9B907A7-BFA4-885E-B56D-99CE6E48339A}"/>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DE454202-E582-007B-ACAB-6D84C5F0F71B}"/>
                </a:ext>
              </a:extLst>
            </p:cNvPr>
            <p:cNvGrpSpPr/>
            <p:nvPr/>
          </p:nvGrpSpPr>
          <p:grpSpPr>
            <a:xfrm>
              <a:off x="7845512" y="900349"/>
              <a:ext cx="3802026" cy="863600"/>
              <a:chOff x="4122774" y="900349"/>
              <a:chExt cx="3802026" cy="863600"/>
            </a:xfrm>
          </p:grpSpPr>
          <p:sp>
            <p:nvSpPr>
              <p:cNvPr id="22" name="任意多边形: 形状 21">
                <a:extLst>
                  <a:ext uri="{FF2B5EF4-FFF2-40B4-BE49-F238E27FC236}">
                    <a16:creationId xmlns:a16="http://schemas.microsoft.com/office/drawing/2014/main" id="{FD82E81B-5CD6-0F2D-F54A-3E56D3B08959}"/>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FF44279D-FDF1-D836-9AE6-4F32EEC19649}"/>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6" name="组合 25">
            <a:extLst>
              <a:ext uri="{FF2B5EF4-FFF2-40B4-BE49-F238E27FC236}">
                <a16:creationId xmlns:a16="http://schemas.microsoft.com/office/drawing/2014/main" id="{68EBD9E7-97A5-3EBE-37DF-6BEB5657B5AB}"/>
              </a:ext>
            </a:extLst>
          </p:cNvPr>
          <p:cNvGrpSpPr/>
          <p:nvPr/>
        </p:nvGrpSpPr>
        <p:grpSpPr>
          <a:xfrm>
            <a:off x="3969504" y="3644514"/>
            <a:ext cx="7678034" cy="863600"/>
            <a:chOff x="3969504" y="900349"/>
            <a:chExt cx="7678034" cy="863600"/>
          </a:xfrm>
        </p:grpSpPr>
        <p:grpSp>
          <p:nvGrpSpPr>
            <p:cNvPr id="27" name="组合 26">
              <a:extLst>
                <a:ext uri="{FF2B5EF4-FFF2-40B4-BE49-F238E27FC236}">
                  <a16:creationId xmlns:a16="http://schemas.microsoft.com/office/drawing/2014/main" id="{DE8D5939-85C7-717A-9AC9-4CFBF9CB03A2}"/>
                </a:ext>
              </a:extLst>
            </p:cNvPr>
            <p:cNvGrpSpPr/>
            <p:nvPr/>
          </p:nvGrpSpPr>
          <p:grpSpPr>
            <a:xfrm>
              <a:off x="3969504" y="900349"/>
              <a:ext cx="3802026" cy="863600"/>
              <a:chOff x="4122774" y="900349"/>
              <a:chExt cx="3802026" cy="863600"/>
            </a:xfrm>
          </p:grpSpPr>
          <p:sp>
            <p:nvSpPr>
              <p:cNvPr id="31" name="任意多边形: 形状 30">
                <a:extLst>
                  <a:ext uri="{FF2B5EF4-FFF2-40B4-BE49-F238E27FC236}">
                    <a16:creationId xmlns:a16="http://schemas.microsoft.com/office/drawing/2014/main" id="{18B5F59D-9779-6792-127F-D793C05390FC}"/>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id="{147B8F05-D00B-922B-A2EA-03A95455E0C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1A2A3D1C-A587-DE41-E0C0-4DE0C9541F98}"/>
                </a:ext>
              </a:extLst>
            </p:cNvPr>
            <p:cNvGrpSpPr/>
            <p:nvPr/>
          </p:nvGrpSpPr>
          <p:grpSpPr>
            <a:xfrm>
              <a:off x="7845512" y="900349"/>
              <a:ext cx="3802026" cy="863600"/>
              <a:chOff x="4122774" y="900349"/>
              <a:chExt cx="3802026" cy="863600"/>
            </a:xfrm>
          </p:grpSpPr>
          <p:sp>
            <p:nvSpPr>
              <p:cNvPr id="29" name="任意多边形: 形状 28">
                <a:extLst>
                  <a:ext uri="{FF2B5EF4-FFF2-40B4-BE49-F238E27FC236}">
                    <a16:creationId xmlns:a16="http://schemas.microsoft.com/office/drawing/2014/main" id="{8D4E785D-AA28-AFEB-EA06-4A9ACD1AC511}"/>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F2500152-7245-0ED3-9359-2C134F00027D}"/>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3" name="组合 32">
            <a:extLst>
              <a:ext uri="{FF2B5EF4-FFF2-40B4-BE49-F238E27FC236}">
                <a16:creationId xmlns:a16="http://schemas.microsoft.com/office/drawing/2014/main" id="{A1F672C3-4601-86A8-D27C-375081117987}"/>
              </a:ext>
            </a:extLst>
          </p:cNvPr>
          <p:cNvGrpSpPr/>
          <p:nvPr/>
        </p:nvGrpSpPr>
        <p:grpSpPr>
          <a:xfrm>
            <a:off x="3969504" y="5016597"/>
            <a:ext cx="7678034" cy="863600"/>
            <a:chOff x="3969504" y="900349"/>
            <a:chExt cx="7678034" cy="863600"/>
          </a:xfrm>
        </p:grpSpPr>
        <p:grpSp>
          <p:nvGrpSpPr>
            <p:cNvPr id="34" name="组合 33">
              <a:extLst>
                <a:ext uri="{FF2B5EF4-FFF2-40B4-BE49-F238E27FC236}">
                  <a16:creationId xmlns:a16="http://schemas.microsoft.com/office/drawing/2014/main" id="{B167D83D-0783-2E12-8D75-B8AB82E7ECEC}"/>
                </a:ext>
              </a:extLst>
            </p:cNvPr>
            <p:cNvGrpSpPr/>
            <p:nvPr/>
          </p:nvGrpSpPr>
          <p:grpSpPr>
            <a:xfrm>
              <a:off x="3969504" y="900349"/>
              <a:ext cx="3802026" cy="863600"/>
              <a:chOff x="4122774" y="900349"/>
              <a:chExt cx="3802026" cy="863600"/>
            </a:xfrm>
          </p:grpSpPr>
          <p:sp>
            <p:nvSpPr>
              <p:cNvPr id="38" name="任意多边形: 形状 37">
                <a:extLst>
                  <a:ext uri="{FF2B5EF4-FFF2-40B4-BE49-F238E27FC236}">
                    <a16:creationId xmlns:a16="http://schemas.microsoft.com/office/drawing/2014/main" id="{F8C4B283-EFEA-2BE1-198F-C9FBEEB0A243}"/>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05E271FA-6B02-36D9-8D51-4895F850EA3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169E74E9-3A6A-9D6C-E03A-E8EB9F6E6302}"/>
                </a:ext>
              </a:extLst>
            </p:cNvPr>
            <p:cNvGrpSpPr/>
            <p:nvPr/>
          </p:nvGrpSpPr>
          <p:grpSpPr>
            <a:xfrm>
              <a:off x="7845512" y="900349"/>
              <a:ext cx="3802026" cy="863600"/>
              <a:chOff x="4122774" y="900349"/>
              <a:chExt cx="3802026" cy="863600"/>
            </a:xfrm>
          </p:grpSpPr>
          <p:sp>
            <p:nvSpPr>
              <p:cNvPr id="36" name="任意多边形: 形状 35">
                <a:extLst>
                  <a:ext uri="{FF2B5EF4-FFF2-40B4-BE49-F238E27FC236}">
                    <a16:creationId xmlns:a16="http://schemas.microsoft.com/office/drawing/2014/main" id="{9B6953DF-5A88-6EFE-C5B7-F70AA024B1F5}"/>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CCDF252F-8B8C-5318-C751-62A5B8D6A5B2}"/>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0" name="矩形 39">
            <a:extLst>
              <a:ext uri="{FF2B5EF4-FFF2-40B4-BE49-F238E27FC236}">
                <a16:creationId xmlns:a16="http://schemas.microsoft.com/office/drawing/2014/main" id="{F3B2415E-F7B1-556D-8C18-696B0E46BABF}"/>
              </a:ext>
            </a:extLst>
          </p:cNvPr>
          <p:cNvSpPr/>
          <p:nvPr/>
        </p:nvSpPr>
        <p:spPr>
          <a:xfrm>
            <a:off x="11785600" y="730265"/>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9755C25B-2C6B-3668-3FEE-F53831BB516E}"/>
              </a:ext>
            </a:extLst>
          </p:cNvPr>
          <p:cNvSpPr/>
          <p:nvPr/>
        </p:nvSpPr>
        <p:spPr>
          <a:xfrm>
            <a:off x="11785600" y="2102348"/>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AEAAC54F-4CA8-5D8A-D741-BBA16B69BF4B}"/>
              </a:ext>
            </a:extLst>
          </p:cNvPr>
          <p:cNvSpPr/>
          <p:nvPr/>
        </p:nvSpPr>
        <p:spPr>
          <a:xfrm>
            <a:off x="11785600" y="3474431"/>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37AE3281-BA5D-EB6C-0EF5-9DA34830D62F}"/>
              </a:ext>
            </a:extLst>
          </p:cNvPr>
          <p:cNvSpPr/>
          <p:nvPr/>
        </p:nvSpPr>
        <p:spPr>
          <a:xfrm>
            <a:off x="11781534" y="4846514"/>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D509971C-344E-9140-B472-042BF7934784}"/>
              </a:ext>
            </a:extLst>
          </p:cNvPr>
          <p:cNvGrpSpPr/>
          <p:nvPr/>
        </p:nvGrpSpPr>
        <p:grpSpPr>
          <a:xfrm>
            <a:off x="4097338" y="784891"/>
            <a:ext cx="5828180" cy="1117931"/>
            <a:chOff x="4097338" y="784891"/>
            <a:chExt cx="5828180" cy="1117931"/>
          </a:xfrm>
        </p:grpSpPr>
        <p:sp>
          <p:nvSpPr>
            <p:cNvPr id="44" name="矩形 43">
              <a:extLst>
                <a:ext uri="{FF2B5EF4-FFF2-40B4-BE49-F238E27FC236}">
                  <a16:creationId xmlns:a16="http://schemas.microsoft.com/office/drawing/2014/main" id="{BBD0F135-E5E6-E856-4805-8CCF23001EF2}"/>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79E74449-D67A-8AA6-FDE5-631289E3E3AA}"/>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DE631DE5-453D-5F5F-F33F-BDE2B020B2E4}"/>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01</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9FFF627A-F658-89A0-E180-0F17C5C37F03}"/>
                </a:ext>
              </a:extLst>
            </p:cNvPr>
            <p:cNvSpPr txBox="1"/>
            <p:nvPr/>
          </p:nvSpPr>
          <p:spPr>
            <a:xfrm>
              <a:off x="4839564"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49" name="组合 48">
            <a:extLst>
              <a:ext uri="{FF2B5EF4-FFF2-40B4-BE49-F238E27FC236}">
                <a16:creationId xmlns:a16="http://schemas.microsoft.com/office/drawing/2014/main" id="{8113C1B0-BF7A-DEA5-DE30-ACD0A24A93BB}"/>
              </a:ext>
            </a:extLst>
          </p:cNvPr>
          <p:cNvGrpSpPr/>
          <p:nvPr/>
        </p:nvGrpSpPr>
        <p:grpSpPr>
          <a:xfrm>
            <a:off x="4101388" y="2144810"/>
            <a:ext cx="5837510" cy="1118330"/>
            <a:chOff x="4097338" y="784891"/>
            <a:chExt cx="5837510" cy="1118330"/>
          </a:xfrm>
        </p:grpSpPr>
        <p:sp>
          <p:nvSpPr>
            <p:cNvPr id="50" name="矩形 49">
              <a:extLst>
                <a:ext uri="{FF2B5EF4-FFF2-40B4-BE49-F238E27FC236}">
                  <a16:creationId xmlns:a16="http://schemas.microsoft.com/office/drawing/2014/main" id="{14C0D6EB-4030-B6D2-ECFE-A799FFEE9AAD}"/>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0E3F4EC6-B5FE-5FCF-265D-9BDD958D64AA}"/>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1EDB9B28-1C32-C2E9-686A-DF59D579ABBF}"/>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02</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1E597116-C317-5397-DA3C-3FD20D759439}"/>
                </a:ext>
              </a:extLst>
            </p:cNvPr>
            <p:cNvSpPr txBox="1"/>
            <p:nvPr/>
          </p:nvSpPr>
          <p:spPr>
            <a:xfrm>
              <a:off x="4848894" y="887558"/>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4" name="组合 53">
            <a:extLst>
              <a:ext uri="{FF2B5EF4-FFF2-40B4-BE49-F238E27FC236}">
                <a16:creationId xmlns:a16="http://schemas.microsoft.com/office/drawing/2014/main" id="{659BF7A3-27BF-AB42-BD0F-79C2DFA45E62}"/>
              </a:ext>
            </a:extLst>
          </p:cNvPr>
          <p:cNvGrpSpPr/>
          <p:nvPr/>
        </p:nvGrpSpPr>
        <p:grpSpPr>
          <a:xfrm>
            <a:off x="3997337" y="3517349"/>
            <a:ext cx="5085954" cy="1117931"/>
            <a:chOff x="3997337" y="784891"/>
            <a:chExt cx="5085954" cy="1117931"/>
          </a:xfrm>
        </p:grpSpPr>
        <p:sp>
          <p:nvSpPr>
            <p:cNvPr id="55" name="矩形 54">
              <a:extLst>
                <a:ext uri="{FF2B5EF4-FFF2-40B4-BE49-F238E27FC236}">
                  <a16:creationId xmlns:a16="http://schemas.microsoft.com/office/drawing/2014/main" id="{CBB4F571-138F-A061-87C1-54AD3ED796B1}"/>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12D74CBE-5E40-689C-7438-836117305518}"/>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BF99AAEB-B77F-FF86-D143-ABC655800E7D}"/>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03</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DB4A43FA-3471-CECC-28CD-44CDE6692D29}"/>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9" name="组合 58">
            <a:extLst>
              <a:ext uri="{FF2B5EF4-FFF2-40B4-BE49-F238E27FC236}">
                <a16:creationId xmlns:a16="http://schemas.microsoft.com/office/drawing/2014/main" id="{17B536F4-E45A-4392-366A-C112DDA5CD53}"/>
              </a:ext>
            </a:extLst>
          </p:cNvPr>
          <p:cNvGrpSpPr/>
          <p:nvPr/>
        </p:nvGrpSpPr>
        <p:grpSpPr>
          <a:xfrm>
            <a:off x="3996467" y="4889430"/>
            <a:ext cx="5085954" cy="1117931"/>
            <a:chOff x="3997337" y="784891"/>
            <a:chExt cx="5085954" cy="1117931"/>
          </a:xfrm>
        </p:grpSpPr>
        <p:sp>
          <p:nvSpPr>
            <p:cNvPr id="60" name="矩形 59">
              <a:extLst>
                <a:ext uri="{FF2B5EF4-FFF2-40B4-BE49-F238E27FC236}">
                  <a16:creationId xmlns:a16="http://schemas.microsoft.com/office/drawing/2014/main" id="{BDA39025-F2E4-10EF-9809-CDDF3ACBBE8C}"/>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4BFC2578-31B0-3E3E-7CD1-D9A0E6487CD7}"/>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939DEDDE-8EC9-69B4-75FE-E27D6EE730CF}"/>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04</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63" name="文本框 62">
              <a:extLst>
                <a:ext uri="{FF2B5EF4-FFF2-40B4-BE49-F238E27FC236}">
                  <a16:creationId xmlns:a16="http://schemas.microsoft.com/office/drawing/2014/main" id="{8A286F0C-FD44-EB6D-DEA2-3DF950AC4B97}"/>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cxnSp>
        <p:nvCxnSpPr>
          <p:cNvPr id="65" name="直接连接符 64">
            <a:extLst>
              <a:ext uri="{FF2B5EF4-FFF2-40B4-BE49-F238E27FC236}">
                <a16:creationId xmlns:a16="http://schemas.microsoft.com/office/drawing/2014/main" id="{762D9F17-5F06-3A2A-F809-AF274427CC7A}"/>
              </a:ext>
            </a:extLst>
          </p:cNvPr>
          <p:cNvCxnSpPr/>
          <p:nvPr/>
        </p:nvCxnSpPr>
        <p:spPr>
          <a:xfrm flipV="1">
            <a:off x="182880" y="0"/>
            <a:ext cx="3913588" cy="6858000"/>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CE452DA3-622B-8C89-F3E9-A33F1E64FDC0}"/>
              </a:ext>
            </a:extLst>
          </p:cNvPr>
          <p:cNvCxnSpPr>
            <a:cxnSpLocks/>
          </p:cNvCxnSpPr>
          <p:nvPr/>
        </p:nvCxnSpPr>
        <p:spPr>
          <a:xfrm flipH="1" flipV="1">
            <a:off x="1659792" y="0"/>
            <a:ext cx="1764960" cy="6854907"/>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E5E88021-7B5D-25F6-51E7-835DA728D046}"/>
              </a:ext>
            </a:extLst>
          </p:cNvPr>
          <p:cNvSpPr/>
          <p:nvPr/>
        </p:nvSpPr>
        <p:spPr>
          <a:xfrm>
            <a:off x="-4953" y="111352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gradFill flip="none" rotWithShape="1">
            <a:gsLst>
              <a:gs pos="0">
                <a:srgbClr val="471717"/>
              </a:gs>
              <a:gs pos="100000">
                <a:srgbClr val="03010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314D9274-7AE2-D943-D7D6-275EB117DB27}"/>
              </a:ext>
            </a:extLst>
          </p:cNvPr>
          <p:cNvSpPr txBox="1"/>
          <p:nvPr/>
        </p:nvSpPr>
        <p:spPr>
          <a:xfrm rot="5400000">
            <a:off x="2711450" y="1575437"/>
            <a:ext cx="726095" cy="369332"/>
          </a:xfrm>
          <a:prstGeom prst="rect">
            <a:avLst/>
          </a:prstGeom>
          <a:noFill/>
        </p:spPr>
        <p:txBody>
          <a:bodyPr wrap="square" rtlCol="0">
            <a:spAutoFit/>
          </a:bodyPr>
          <a:lstStyle/>
          <a:p>
            <a:r>
              <a:rPr lang="en-US" altLang="zh-CN" b="1" dirty="0">
                <a:latin typeface="微软雅黑 Light" panose="020B0502040204020203" pitchFamily="34" charset="-122"/>
                <a:ea typeface="微软雅黑 Light" panose="020B0502040204020203" pitchFamily="34" charset="-122"/>
              </a:rPr>
              <a:t>235</a:t>
            </a:r>
            <a:endParaRPr lang="zh-CN" altLang="en-US" b="1" dirty="0">
              <a:latin typeface="微软雅黑 Light" panose="020B0502040204020203" pitchFamily="34" charset="-122"/>
              <a:ea typeface="微软雅黑 Light" panose="020B0502040204020203" pitchFamily="34" charset="-122"/>
            </a:endParaRPr>
          </a:p>
        </p:txBody>
      </p:sp>
      <p:pic>
        <p:nvPicPr>
          <p:cNvPr id="105" name="图片 104">
            <a:extLst>
              <a:ext uri="{FF2B5EF4-FFF2-40B4-BE49-F238E27FC236}">
                <a16:creationId xmlns:a16="http://schemas.microsoft.com/office/drawing/2014/main" id="{C2C21984-0F4A-D5DF-5B29-C1CE9F43F6BA}"/>
              </a:ext>
            </a:extLst>
          </p:cNvPr>
          <p:cNvPicPr>
            <a:picLocks noChangeAspect="1"/>
          </p:cNvPicPr>
          <p:nvPr/>
        </p:nvPicPr>
        <p:blipFill>
          <a:blip r:embed="rId2">
            <a:alphaModFix amt="50000"/>
          </a:blip>
          <a:stretch>
            <a:fillRect/>
          </a:stretch>
        </p:blipFill>
        <p:spPr>
          <a:xfrm>
            <a:off x="1722985" y="1385708"/>
            <a:ext cx="749873" cy="3840813"/>
          </a:xfrm>
          <a:prstGeom prst="rect">
            <a:avLst/>
          </a:prstGeom>
        </p:spPr>
      </p:pic>
      <p:pic>
        <p:nvPicPr>
          <p:cNvPr id="104" name="图片 103">
            <a:extLst>
              <a:ext uri="{FF2B5EF4-FFF2-40B4-BE49-F238E27FC236}">
                <a16:creationId xmlns:a16="http://schemas.microsoft.com/office/drawing/2014/main" id="{DB0FEF7D-88DF-2014-C64B-ECE0FE6BC4CC}"/>
              </a:ext>
            </a:extLst>
          </p:cNvPr>
          <p:cNvPicPr>
            <a:picLocks noChangeAspect="1"/>
          </p:cNvPicPr>
          <p:nvPr/>
        </p:nvPicPr>
        <p:blipFill>
          <a:blip r:embed="rId2">
            <a:alphaModFix amt="50000"/>
          </a:blip>
          <a:stretch>
            <a:fillRect/>
          </a:stretch>
        </p:blipFill>
        <p:spPr>
          <a:xfrm>
            <a:off x="2485100" y="1385708"/>
            <a:ext cx="749873" cy="3840813"/>
          </a:xfrm>
          <a:prstGeom prst="rect">
            <a:avLst/>
          </a:prstGeom>
        </p:spPr>
      </p:pic>
      <p:sp>
        <p:nvSpPr>
          <p:cNvPr id="88" name="椭圆 87">
            <a:extLst>
              <a:ext uri="{FF2B5EF4-FFF2-40B4-BE49-F238E27FC236}">
                <a16:creationId xmlns:a16="http://schemas.microsoft.com/office/drawing/2014/main" id="{F34E48FD-AC4A-F046-4FCA-9AD9477B9A0C}"/>
              </a:ext>
            </a:extLst>
          </p:cNvPr>
          <p:cNvSpPr/>
          <p:nvPr/>
        </p:nvSpPr>
        <p:spPr>
          <a:xfrm>
            <a:off x="786718" y="1357815"/>
            <a:ext cx="1932974" cy="1932974"/>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CF63CD5D-8DF6-50C6-9694-09A43AF3874C}"/>
              </a:ext>
            </a:extLst>
          </p:cNvPr>
          <p:cNvSpPr txBox="1"/>
          <p:nvPr/>
        </p:nvSpPr>
        <p:spPr>
          <a:xfrm>
            <a:off x="1168559" y="1913192"/>
            <a:ext cx="183079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内容一览</a:t>
            </a:r>
          </a:p>
        </p:txBody>
      </p:sp>
      <p:sp>
        <p:nvSpPr>
          <p:cNvPr id="90" name="文本框 89">
            <a:extLst>
              <a:ext uri="{FF2B5EF4-FFF2-40B4-BE49-F238E27FC236}">
                <a16:creationId xmlns:a16="http://schemas.microsoft.com/office/drawing/2014/main" id="{9ECC5171-4E6E-7C86-3728-4CB90D3D0624}"/>
              </a:ext>
            </a:extLst>
          </p:cNvPr>
          <p:cNvSpPr txBox="1"/>
          <p:nvPr/>
        </p:nvSpPr>
        <p:spPr>
          <a:xfrm>
            <a:off x="1921865" y="2481617"/>
            <a:ext cx="570802" cy="369332"/>
          </a:xfrm>
          <a:prstGeom prst="rect">
            <a:avLst/>
          </a:prstGeom>
          <a:noFill/>
        </p:spPr>
        <p:txBody>
          <a:bodyPr wrap="square" rtlCol="0">
            <a:spAutoFit/>
          </a:bodyPr>
          <a:lstStyle/>
          <a:p>
            <a:pPr algn="dist"/>
            <a:r>
              <a:rPr lang="en-US" altLang="zh-CN" dirty="0">
                <a:solidFill>
                  <a:srgbClr val="AC8B5F"/>
                </a:solidFill>
                <a:latin typeface="微软雅黑 Light" panose="020B0502040204020203" pitchFamily="34" charset="-122"/>
                <a:ea typeface="微软雅黑 Light" panose="020B0502040204020203" pitchFamily="34" charset="-122"/>
              </a:rPr>
              <a:t>2/4</a:t>
            </a:r>
            <a:endParaRPr lang="zh-CN" altLang="en-US" dirty="0">
              <a:solidFill>
                <a:srgbClr val="AC8B5F"/>
              </a:solidFill>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7AC312FC-0655-8B2C-3929-F76D5083835B}"/>
              </a:ext>
            </a:extLst>
          </p:cNvPr>
          <p:cNvSpPr/>
          <p:nvPr/>
        </p:nvSpPr>
        <p:spPr>
          <a:xfrm>
            <a:off x="1905704" y="3598076"/>
            <a:ext cx="411480" cy="457200"/>
          </a:xfrm>
          <a:custGeom>
            <a:avLst/>
            <a:gdLst>
              <a:gd name="connsiteX0" fmla="*/ 0 w 411480"/>
              <a:gd name="connsiteY0" fmla="*/ 0 h 457200"/>
              <a:gd name="connsiteX1" fmla="*/ 0 w 411480"/>
              <a:gd name="connsiteY1" fmla="*/ 91440 h 457200"/>
              <a:gd name="connsiteX2" fmla="*/ 411480 w 411480"/>
              <a:gd name="connsiteY2" fmla="*/ 457200 h 457200"/>
              <a:gd name="connsiteX3" fmla="*/ 0 w 411480"/>
              <a:gd name="connsiteY3" fmla="*/ 0 h 457200"/>
            </a:gdLst>
            <a:ahLst/>
            <a:cxnLst>
              <a:cxn ang="0">
                <a:pos x="connsiteX0" y="connsiteY0"/>
              </a:cxn>
              <a:cxn ang="0">
                <a:pos x="connsiteX1" y="connsiteY1"/>
              </a:cxn>
              <a:cxn ang="0">
                <a:pos x="connsiteX2" y="connsiteY2"/>
              </a:cxn>
              <a:cxn ang="0">
                <a:pos x="connsiteX3" y="connsiteY3"/>
              </a:cxn>
            </a:cxnLst>
            <a:rect l="l" t="t" r="r" b="b"/>
            <a:pathLst>
              <a:path w="411480" h="457200">
                <a:moveTo>
                  <a:pt x="0" y="0"/>
                </a:moveTo>
                <a:lnTo>
                  <a:pt x="0" y="91440"/>
                </a:lnTo>
                <a:lnTo>
                  <a:pt x="411480" y="4572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8573430D-0435-A7B8-0ABE-B107F6F6A3B1}"/>
              </a:ext>
            </a:extLst>
          </p:cNvPr>
          <p:cNvSpPr/>
          <p:nvPr/>
        </p:nvSpPr>
        <p:spPr>
          <a:xfrm>
            <a:off x="1825100" y="3321440"/>
            <a:ext cx="198120" cy="243840"/>
          </a:xfrm>
          <a:custGeom>
            <a:avLst/>
            <a:gdLst>
              <a:gd name="connsiteX0" fmla="*/ 0 w 198120"/>
              <a:gd name="connsiteY0" fmla="*/ 45720 h 243840"/>
              <a:gd name="connsiteX1" fmla="*/ 137160 w 198120"/>
              <a:gd name="connsiteY1" fmla="*/ 243840 h 243840"/>
              <a:gd name="connsiteX2" fmla="*/ 198120 w 198120"/>
              <a:gd name="connsiteY2" fmla="*/ 0 h 243840"/>
              <a:gd name="connsiteX3" fmla="*/ 0 w 198120"/>
              <a:gd name="connsiteY3" fmla="*/ 45720 h 243840"/>
            </a:gdLst>
            <a:ahLst/>
            <a:cxnLst>
              <a:cxn ang="0">
                <a:pos x="connsiteX0" y="connsiteY0"/>
              </a:cxn>
              <a:cxn ang="0">
                <a:pos x="connsiteX1" y="connsiteY1"/>
              </a:cxn>
              <a:cxn ang="0">
                <a:pos x="connsiteX2" y="connsiteY2"/>
              </a:cxn>
              <a:cxn ang="0">
                <a:pos x="connsiteX3" y="connsiteY3"/>
              </a:cxn>
            </a:cxnLst>
            <a:rect l="l" t="t" r="r" b="b"/>
            <a:pathLst>
              <a:path w="198120" h="243840">
                <a:moveTo>
                  <a:pt x="0" y="45720"/>
                </a:moveTo>
                <a:lnTo>
                  <a:pt x="137160" y="243840"/>
                </a:lnTo>
                <a:lnTo>
                  <a:pt x="198120" y="0"/>
                </a:lnTo>
                <a:lnTo>
                  <a:pt x="0" y="4572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形状 105">
            <a:extLst>
              <a:ext uri="{FF2B5EF4-FFF2-40B4-BE49-F238E27FC236}">
                <a16:creationId xmlns:a16="http://schemas.microsoft.com/office/drawing/2014/main" id="{E6EB5EF5-1C1A-C5B2-3129-E6F1FF6D38DA}"/>
              </a:ext>
            </a:extLst>
          </p:cNvPr>
          <p:cNvSpPr/>
          <p:nvPr/>
        </p:nvSpPr>
        <p:spPr>
          <a:xfrm>
            <a:off x="2175678" y="3337838"/>
            <a:ext cx="213360" cy="243840"/>
          </a:xfrm>
          <a:custGeom>
            <a:avLst/>
            <a:gdLst>
              <a:gd name="connsiteX0" fmla="*/ 0 w 213360"/>
              <a:gd name="connsiteY0" fmla="*/ 0 h 243840"/>
              <a:gd name="connsiteX1" fmla="*/ 30480 w 213360"/>
              <a:gd name="connsiteY1" fmla="*/ 182880 h 243840"/>
              <a:gd name="connsiteX2" fmla="*/ 213360 w 213360"/>
              <a:gd name="connsiteY2" fmla="*/ 243840 h 243840"/>
              <a:gd name="connsiteX3" fmla="*/ 0 w 213360"/>
              <a:gd name="connsiteY3" fmla="*/ 0 h 243840"/>
            </a:gdLst>
            <a:ahLst/>
            <a:cxnLst>
              <a:cxn ang="0">
                <a:pos x="connsiteX0" y="connsiteY0"/>
              </a:cxn>
              <a:cxn ang="0">
                <a:pos x="connsiteX1" y="connsiteY1"/>
              </a:cxn>
              <a:cxn ang="0">
                <a:pos x="connsiteX2" y="connsiteY2"/>
              </a:cxn>
              <a:cxn ang="0">
                <a:pos x="connsiteX3" y="connsiteY3"/>
              </a:cxn>
            </a:cxnLst>
            <a:rect l="l" t="t" r="r" b="b"/>
            <a:pathLst>
              <a:path w="213360" h="243840">
                <a:moveTo>
                  <a:pt x="0" y="0"/>
                </a:moveTo>
                <a:lnTo>
                  <a:pt x="30480" y="182880"/>
                </a:lnTo>
                <a:lnTo>
                  <a:pt x="213360" y="24384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C43B7692-DB70-2066-5660-DEAB4B5563F1}"/>
              </a:ext>
            </a:extLst>
          </p:cNvPr>
          <p:cNvSpPr/>
          <p:nvPr/>
        </p:nvSpPr>
        <p:spPr>
          <a:xfrm>
            <a:off x="2293349" y="3777586"/>
            <a:ext cx="106680" cy="137160"/>
          </a:xfrm>
          <a:custGeom>
            <a:avLst/>
            <a:gdLst>
              <a:gd name="connsiteX0" fmla="*/ 0 w 106680"/>
              <a:gd name="connsiteY0" fmla="*/ 106680 h 137160"/>
              <a:gd name="connsiteX1" fmla="*/ 76200 w 106680"/>
              <a:gd name="connsiteY1" fmla="*/ 137160 h 137160"/>
              <a:gd name="connsiteX2" fmla="*/ 106680 w 106680"/>
              <a:gd name="connsiteY2" fmla="*/ 91440 h 137160"/>
              <a:gd name="connsiteX3" fmla="*/ 106680 w 106680"/>
              <a:gd name="connsiteY3" fmla="*/ 0 h 137160"/>
              <a:gd name="connsiteX4" fmla="*/ 0 w 106680"/>
              <a:gd name="connsiteY4" fmla="*/ 106680 h 137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37160">
                <a:moveTo>
                  <a:pt x="0" y="106680"/>
                </a:moveTo>
                <a:lnTo>
                  <a:pt x="76200" y="137160"/>
                </a:lnTo>
                <a:lnTo>
                  <a:pt x="106680" y="91440"/>
                </a:lnTo>
                <a:lnTo>
                  <a:pt x="106680" y="0"/>
                </a:lnTo>
                <a:lnTo>
                  <a:pt x="0" y="10668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7B14EE1D-4495-7746-79AD-ED534F080A97}"/>
              </a:ext>
            </a:extLst>
          </p:cNvPr>
          <p:cNvGrpSpPr/>
          <p:nvPr/>
        </p:nvGrpSpPr>
        <p:grpSpPr>
          <a:xfrm>
            <a:off x="619980" y="1913192"/>
            <a:ext cx="582030" cy="625839"/>
            <a:chOff x="5979795" y="4168140"/>
            <a:chExt cx="422910" cy="454742"/>
          </a:xfrm>
          <a:solidFill>
            <a:srgbClr val="B59F73"/>
          </a:solidFill>
        </p:grpSpPr>
        <p:sp>
          <p:nvSpPr>
            <p:cNvPr id="70" name="任意多边形: 形状 69">
              <a:extLst>
                <a:ext uri="{FF2B5EF4-FFF2-40B4-BE49-F238E27FC236}">
                  <a16:creationId xmlns:a16="http://schemas.microsoft.com/office/drawing/2014/main" id="{39E66296-89F4-2FEA-7EF6-1B1BCE3B4B70}"/>
                </a:ext>
              </a:extLst>
            </p:cNvPr>
            <p:cNvSpPr/>
            <p:nvPr/>
          </p:nvSpPr>
          <p:spPr>
            <a:xfrm>
              <a:off x="5979795" y="41681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D58D7DB4-DD8C-849B-03A5-B16DA3857D8A}"/>
                </a:ext>
              </a:extLst>
            </p:cNvPr>
            <p:cNvSpPr/>
            <p:nvPr/>
          </p:nvSpPr>
          <p:spPr>
            <a:xfrm rot="10800000">
              <a:off x="6109335" y="42824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3F9BE53D-0DD3-7CF3-ABDE-756E22C5960D}"/>
                </a:ext>
              </a:extLst>
            </p:cNvPr>
            <p:cNvSpPr/>
            <p:nvPr/>
          </p:nvSpPr>
          <p:spPr>
            <a:xfrm>
              <a:off x="5981700" y="417576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DD9F5561-F72F-6282-F588-666EA947CB0C}"/>
                </a:ext>
              </a:extLst>
            </p:cNvPr>
            <p:cNvSpPr/>
            <p:nvPr/>
          </p:nvSpPr>
          <p:spPr>
            <a:xfrm rot="5400000">
              <a:off x="6297617" y="416963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8C041AB3-5518-C9AB-487E-9545F5986892}"/>
                </a:ext>
              </a:extLst>
            </p:cNvPr>
            <p:cNvSpPr/>
            <p:nvPr/>
          </p:nvSpPr>
          <p:spPr>
            <a:xfrm rot="10800000">
              <a:off x="6299368" y="4518273"/>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BB86180A-431D-6AF3-CDC0-F72153C69DA0}"/>
                </a:ext>
              </a:extLst>
            </p:cNvPr>
            <p:cNvSpPr/>
            <p:nvPr/>
          </p:nvSpPr>
          <p:spPr>
            <a:xfrm rot="16200000">
              <a:off x="5981700" y="4523822"/>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a:extLst>
              <a:ext uri="{FF2B5EF4-FFF2-40B4-BE49-F238E27FC236}">
                <a16:creationId xmlns:a16="http://schemas.microsoft.com/office/drawing/2014/main" id="{291C5C31-B3FD-2B1D-B0FC-C69F729B5115}"/>
              </a:ext>
            </a:extLst>
          </p:cNvPr>
          <p:cNvGrpSpPr/>
          <p:nvPr/>
        </p:nvGrpSpPr>
        <p:grpSpPr>
          <a:xfrm>
            <a:off x="3823310" y="2099260"/>
            <a:ext cx="8064031" cy="1231085"/>
            <a:chOff x="3823310" y="730266"/>
            <a:chExt cx="8064031" cy="1231085"/>
          </a:xfrm>
        </p:grpSpPr>
        <p:sp>
          <p:nvSpPr>
            <p:cNvPr id="82" name="矩形 81">
              <a:extLst>
                <a:ext uri="{FF2B5EF4-FFF2-40B4-BE49-F238E27FC236}">
                  <a16:creationId xmlns:a16="http://schemas.microsoft.com/office/drawing/2014/main" id="{CFDA7E5F-50DC-8565-A94F-6697893E5AB5}"/>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 name="图片 80">
              <a:extLst>
                <a:ext uri="{FF2B5EF4-FFF2-40B4-BE49-F238E27FC236}">
                  <a16:creationId xmlns:a16="http://schemas.microsoft.com/office/drawing/2014/main" id="{352AF166-8F64-5D23-2D7F-C0D87C995D1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2" name="组合 1">
              <a:extLst>
                <a:ext uri="{FF2B5EF4-FFF2-40B4-BE49-F238E27FC236}">
                  <a16:creationId xmlns:a16="http://schemas.microsoft.com/office/drawing/2014/main" id="{EEC1D9AD-392A-DCFB-DC03-023446E99DCE}"/>
                </a:ext>
              </a:extLst>
            </p:cNvPr>
            <p:cNvGrpSpPr/>
            <p:nvPr/>
          </p:nvGrpSpPr>
          <p:grpSpPr>
            <a:xfrm>
              <a:off x="4103588" y="1121803"/>
              <a:ext cx="657475" cy="668495"/>
              <a:chOff x="7071360" y="2141220"/>
              <a:chExt cx="382906" cy="389324"/>
            </a:xfrm>
            <a:solidFill>
              <a:srgbClr val="755F45"/>
            </a:solidFill>
          </p:grpSpPr>
          <p:sp>
            <p:nvSpPr>
              <p:cNvPr id="3" name="矩形 2">
                <a:extLst>
                  <a:ext uri="{FF2B5EF4-FFF2-40B4-BE49-F238E27FC236}">
                    <a16:creationId xmlns:a16="http://schemas.microsoft.com/office/drawing/2014/main" id="{0203271E-FCC7-E193-AE86-07EB33F2A7C6}"/>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51C91219-B7C0-B060-D7D2-D18992C086BA}"/>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FFC48DA-3738-4F5D-5B84-74C7FA782B0C}"/>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96CFE3C2-A6F6-DA93-5FCD-AEBC132F1BA8}"/>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42A92C7-F2AD-857C-30F6-A68B8733B04C}"/>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B47B5E60-2E68-288F-4508-71025F34950D}"/>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D0A58247-9CB0-8698-4D53-B4D4D0FC4C2E}"/>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442F006E-3F6D-AF7F-D702-DA1B30A3D9A0}"/>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A5246B17-2057-D8B0-1BE4-CADCD41C97C5}"/>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E50746A6-8AF4-AF83-66F1-F7BBC35ECCDD}"/>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2FECF836-ADDD-47FE-91B6-1BF4DE29A123}"/>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785455D1-B56A-CE34-E833-24B40C09DD7C}"/>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文本框 82">
              <a:extLst>
                <a:ext uri="{FF2B5EF4-FFF2-40B4-BE49-F238E27FC236}">
                  <a16:creationId xmlns:a16="http://schemas.microsoft.com/office/drawing/2014/main" id="{DAA203BF-D537-AF4E-3213-477D74CCC74F}"/>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85" name="组合 84">
            <a:extLst>
              <a:ext uri="{FF2B5EF4-FFF2-40B4-BE49-F238E27FC236}">
                <a16:creationId xmlns:a16="http://schemas.microsoft.com/office/drawing/2014/main" id="{1CD1C6EE-88F8-31B9-4EED-1D3796968DE0}"/>
              </a:ext>
            </a:extLst>
          </p:cNvPr>
          <p:cNvGrpSpPr/>
          <p:nvPr/>
        </p:nvGrpSpPr>
        <p:grpSpPr>
          <a:xfrm>
            <a:off x="3823310" y="730000"/>
            <a:ext cx="8064031" cy="1231085"/>
            <a:chOff x="3823310" y="730266"/>
            <a:chExt cx="8064031" cy="1231085"/>
          </a:xfrm>
        </p:grpSpPr>
        <p:sp>
          <p:nvSpPr>
            <p:cNvPr id="86" name="矩形 85">
              <a:extLst>
                <a:ext uri="{FF2B5EF4-FFF2-40B4-BE49-F238E27FC236}">
                  <a16:creationId xmlns:a16="http://schemas.microsoft.com/office/drawing/2014/main" id="{959B4932-459B-533A-5FC2-5A44A0733915}"/>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5" name="图片 94">
              <a:extLst>
                <a:ext uri="{FF2B5EF4-FFF2-40B4-BE49-F238E27FC236}">
                  <a16:creationId xmlns:a16="http://schemas.microsoft.com/office/drawing/2014/main" id="{576E8E97-A22D-91FE-B4E1-60A6B7254FEE}"/>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96" name="组合 95">
              <a:extLst>
                <a:ext uri="{FF2B5EF4-FFF2-40B4-BE49-F238E27FC236}">
                  <a16:creationId xmlns:a16="http://schemas.microsoft.com/office/drawing/2014/main" id="{A9260E05-8AB8-461C-23B5-13C8C6C9D084}"/>
                </a:ext>
              </a:extLst>
            </p:cNvPr>
            <p:cNvGrpSpPr/>
            <p:nvPr/>
          </p:nvGrpSpPr>
          <p:grpSpPr>
            <a:xfrm>
              <a:off x="4103588" y="1121803"/>
              <a:ext cx="657475" cy="668495"/>
              <a:chOff x="7071360" y="2141220"/>
              <a:chExt cx="382906" cy="389324"/>
            </a:xfrm>
            <a:solidFill>
              <a:srgbClr val="755F45"/>
            </a:solidFill>
          </p:grpSpPr>
          <p:sp>
            <p:nvSpPr>
              <p:cNvPr id="98" name="矩形 97">
                <a:extLst>
                  <a:ext uri="{FF2B5EF4-FFF2-40B4-BE49-F238E27FC236}">
                    <a16:creationId xmlns:a16="http://schemas.microsoft.com/office/drawing/2014/main" id="{7B122447-7691-64B3-1005-58BF78CC93DB}"/>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3C4E6D71-5ACA-1A9A-4DFB-EB5DDA804696}"/>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C4A8B362-CDA0-BDF5-D3DB-CBEA4A157614}"/>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31A51ABA-836E-E7F3-18C5-6E59D79A3C24}"/>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11CCE781-35E5-8036-6413-B13B21F12993}"/>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E05A080A-5FF1-C7C7-F1A9-03977C252E70}"/>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7000229F-6746-7194-FAB7-74BD1D96DB81}"/>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C65A2A87-EEA3-1270-80B8-9335157F603B}"/>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AEFD9657-A3EB-1085-B53F-540F92A7DA94}"/>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a:extLst>
                  <a:ext uri="{FF2B5EF4-FFF2-40B4-BE49-F238E27FC236}">
                    <a16:creationId xmlns:a16="http://schemas.microsoft.com/office/drawing/2014/main" id="{9941852D-1AA4-17E5-66BC-09C302E810FE}"/>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06E8956E-F681-6781-AB7F-61837B43B4C9}"/>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9617A572-5525-853B-DE70-8BD816C12D26}"/>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文本框 96">
              <a:extLst>
                <a:ext uri="{FF2B5EF4-FFF2-40B4-BE49-F238E27FC236}">
                  <a16:creationId xmlns:a16="http://schemas.microsoft.com/office/drawing/2014/main" id="{CD3F56FA-7F1F-181F-DDD9-5D8ADD20EA96}"/>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29357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任意多边形: 形状 37">
            <a:extLst>
              <a:ext uri="{FF2B5EF4-FFF2-40B4-BE49-F238E27FC236}">
                <a16:creationId xmlns:a16="http://schemas.microsoft.com/office/drawing/2014/main" id="{2D41745D-30F0-0D3B-9A8E-45973CD96B16}"/>
              </a:ext>
            </a:extLst>
          </p:cNvPr>
          <p:cNvSpPr/>
          <p:nvPr/>
        </p:nvSpPr>
        <p:spPr>
          <a:xfrm rot="5400000" flipH="1">
            <a:off x="897174" y="-403890"/>
            <a:ext cx="354727" cy="2149075"/>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619" h="1210803">
                <a:moveTo>
                  <a:pt x="186254" y="654360"/>
                </a:moveTo>
                <a:lnTo>
                  <a:pt x="321619" y="654360"/>
                </a:lnTo>
                <a:lnTo>
                  <a:pt x="321619" y="1206073"/>
                </a:lnTo>
                <a:lnTo>
                  <a:pt x="186254" y="1206073"/>
                </a:lnTo>
                <a:close/>
                <a:moveTo>
                  <a:pt x="0" y="4730"/>
                </a:moveTo>
                <a:lnTo>
                  <a:pt x="146621" y="4730"/>
                </a:lnTo>
                <a:lnTo>
                  <a:pt x="146621" y="359457"/>
                </a:lnTo>
                <a:lnTo>
                  <a:pt x="0" y="359457"/>
                </a:lnTo>
                <a:close/>
                <a:moveTo>
                  <a:pt x="174999" y="0"/>
                </a:moveTo>
                <a:lnTo>
                  <a:pt x="316890" y="4730"/>
                </a:lnTo>
                <a:lnTo>
                  <a:pt x="316890" y="449322"/>
                </a:lnTo>
                <a:lnTo>
                  <a:pt x="141891" y="605402"/>
                </a:lnTo>
                <a:lnTo>
                  <a:pt x="141891" y="1210803"/>
                </a:lnTo>
                <a:lnTo>
                  <a:pt x="0" y="1210803"/>
                </a:lnTo>
                <a:lnTo>
                  <a:pt x="0" y="534456"/>
                </a:lnTo>
                <a:lnTo>
                  <a:pt x="179729" y="392565"/>
                </a:lnTo>
                <a:close/>
              </a:path>
            </a:pathLst>
          </a:custGeom>
          <a:gradFill flip="none" rotWithShape="1">
            <a:gsLst>
              <a:gs pos="100000">
                <a:srgbClr val="B9C89D">
                  <a:alpha val="35000"/>
                </a:srgbClr>
              </a:gs>
              <a:gs pos="0">
                <a:srgbClr val="A6BE75"/>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Picture 2" descr="中国水墨风纹理设计图__绘画书法_文化艺术_设计图库_昵图网nipic.com">
            <a:extLst>
              <a:ext uri="{FF2B5EF4-FFF2-40B4-BE49-F238E27FC236}">
                <a16:creationId xmlns:a16="http://schemas.microsoft.com/office/drawing/2014/main" id="{AE2ED42C-29D0-4C32-4A3D-FB4A39B5AEB1}"/>
              </a:ext>
            </a:extLst>
          </p:cNvPr>
          <p:cNvPicPr>
            <a:picLocks noChangeAspect="1" noChangeArrowheads="1"/>
          </p:cNvPicPr>
          <p:nvPr/>
        </p:nvPicPr>
        <p:blipFill rotWithShape="1">
          <a:blip r:embed="rId2">
            <a:lum bright="70000" contrast="-70000"/>
            <a:alphaModFix amt="50000"/>
            <a:extLst>
              <a:ext uri="{28A0092B-C50C-407E-A947-70E740481C1C}">
                <a14:useLocalDpi xmlns:a14="http://schemas.microsoft.com/office/drawing/2010/main" val="0"/>
              </a:ext>
            </a:extLst>
          </a:blip>
          <a:srcRect b="3603"/>
          <a:stretch/>
        </p:blipFill>
        <p:spPr bwMode="auto">
          <a:xfrm rot="16200000">
            <a:off x="2656523" y="-2677480"/>
            <a:ext cx="6855627" cy="12215330"/>
          </a:xfrm>
          <a:prstGeom prst="rect">
            <a:avLst/>
          </a:prstGeom>
          <a:noFill/>
          <a:extLst>
            <a:ext uri="{909E8E84-426E-40DD-AFC4-6F175D3DCCD1}">
              <a14:hiddenFill xmlns:a14="http://schemas.microsoft.com/office/drawing/2010/main">
                <a:solidFill>
                  <a:srgbClr val="FFFFFF"/>
                </a:solidFill>
              </a14:hiddenFill>
            </a:ext>
          </a:extLst>
        </p:spPr>
      </p:pic>
      <p:sp>
        <p:nvSpPr>
          <p:cNvPr id="55" name="任意多边形: 形状 54">
            <a:extLst>
              <a:ext uri="{FF2B5EF4-FFF2-40B4-BE49-F238E27FC236}">
                <a16:creationId xmlns:a16="http://schemas.microsoft.com/office/drawing/2014/main" id="{60E9783A-BFEE-0109-C049-D567E51AB4E5}"/>
              </a:ext>
            </a:extLst>
          </p:cNvPr>
          <p:cNvSpPr/>
          <p:nvPr/>
        </p:nvSpPr>
        <p:spPr>
          <a:xfrm flipH="1">
            <a:off x="10750439" y="210600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solidFill>
            <a:schemeClr val="bg1">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a:extLst>
              <a:ext uri="{FF2B5EF4-FFF2-40B4-BE49-F238E27FC236}">
                <a16:creationId xmlns:a16="http://schemas.microsoft.com/office/drawing/2014/main" id="{7533AC60-C4AE-2810-CA3D-94058C936E27}"/>
              </a:ext>
            </a:extLst>
          </p:cNvPr>
          <p:cNvSpPr/>
          <p:nvPr/>
        </p:nvSpPr>
        <p:spPr>
          <a:xfrm>
            <a:off x="8177" y="210600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solidFill>
            <a:schemeClr val="bg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图形 3">
            <a:extLst>
              <a:ext uri="{FF2B5EF4-FFF2-40B4-BE49-F238E27FC236}">
                <a16:creationId xmlns:a16="http://schemas.microsoft.com/office/drawing/2014/main" id="{60ECBB4E-E003-CFE8-B50F-B179B3CA2CA4}"/>
              </a:ext>
            </a:extLst>
          </p:cNvPr>
          <p:cNvSpPr/>
          <p:nvPr/>
        </p:nvSpPr>
        <p:spPr>
          <a:xfrm>
            <a:off x="875234" y="1627743"/>
            <a:ext cx="3151558" cy="2004165"/>
          </a:xfrm>
          <a:custGeom>
            <a:avLst/>
            <a:gdLst>
              <a:gd name="connsiteX0" fmla="*/ 2114832 w 3644004"/>
              <a:gd name="connsiteY0" fmla="*/ 198129 h 2317325"/>
              <a:gd name="connsiteX1" fmla="*/ 2130543 w 3644004"/>
              <a:gd name="connsiteY1" fmla="*/ 201839 h 2317325"/>
              <a:gd name="connsiteX2" fmla="*/ 2188149 w 3644004"/>
              <a:gd name="connsiteY2" fmla="*/ 179364 h 2317325"/>
              <a:gd name="connsiteX3" fmla="*/ 2198623 w 3644004"/>
              <a:gd name="connsiteY3" fmla="*/ 201839 h 2317325"/>
              <a:gd name="connsiteX4" fmla="*/ 1487278 w 3644004"/>
              <a:gd name="connsiteY4" fmla="*/ 410660 h 2317325"/>
              <a:gd name="connsiteX5" fmla="*/ 1413961 w 3644004"/>
              <a:gd name="connsiteY5" fmla="*/ 414369 h 2317325"/>
              <a:gd name="connsiteX6" fmla="*/ 1361592 w 3644004"/>
              <a:gd name="connsiteY6" fmla="*/ 436844 h 2317325"/>
              <a:gd name="connsiteX7" fmla="*/ 1345882 w 3644004"/>
              <a:gd name="connsiteY7" fmla="*/ 455392 h 2317325"/>
              <a:gd name="connsiteX8" fmla="*/ 1283039 w 3644004"/>
              <a:gd name="connsiteY8" fmla="*/ 481576 h 2317325"/>
              <a:gd name="connsiteX9" fmla="*/ 1225433 w 3644004"/>
              <a:gd name="connsiteY9" fmla="*/ 500123 h 2317325"/>
              <a:gd name="connsiteX10" fmla="*/ 1141861 w 3644004"/>
              <a:gd name="connsiteY10" fmla="*/ 537436 h 2317325"/>
              <a:gd name="connsiteX11" fmla="*/ 1518481 w 3644004"/>
              <a:gd name="connsiteY11" fmla="*/ 421788 h 2317325"/>
              <a:gd name="connsiteX12" fmla="*/ 1712028 w 3644004"/>
              <a:gd name="connsiteY12" fmla="*/ 354581 h 2317325"/>
              <a:gd name="connsiteX13" fmla="*/ 2360530 w 3644004"/>
              <a:gd name="connsiteY13" fmla="*/ 168017 h 2317325"/>
              <a:gd name="connsiteX14" fmla="*/ 2323871 w 3644004"/>
              <a:gd name="connsiteY14" fmla="*/ 145542 h 2317325"/>
              <a:gd name="connsiteX15" fmla="*/ 2480760 w 3644004"/>
              <a:gd name="connsiteY15" fmla="*/ 130704 h 2317325"/>
              <a:gd name="connsiteX16" fmla="*/ 2485997 w 3644004"/>
              <a:gd name="connsiteY16" fmla="*/ 145542 h 2317325"/>
              <a:gd name="connsiteX17" fmla="*/ 2893820 w 3644004"/>
              <a:gd name="connsiteY17" fmla="*/ 37313 h 2317325"/>
              <a:gd name="connsiteX18" fmla="*/ 3061182 w 3644004"/>
              <a:gd name="connsiteY18" fmla="*/ 0 h 2317325"/>
              <a:gd name="connsiteX19" fmla="*/ 3071656 w 3644004"/>
              <a:gd name="connsiteY19" fmla="*/ 7419 h 2317325"/>
              <a:gd name="connsiteX20" fmla="*/ 3181413 w 3644004"/>
              <a:gd name="connsiteY20" fmla="*/ 7419 h 2317325"/>
              <a:gd name="connsiteX21" fmla="*/ 3144755 w 3644004"/>
              <a:gd name="connsiteY21" fmla="*/ 14838 h 2317325"/>
              <a:gd name="connsiteX22" fmla="*/ 2778608 w 3644004"/>
              <a:gd name="connsiteY22" fmla="*/ 104301 h 2317325"/>
              <a:gd name="connsiteX23" fmla="*/ 2172002 w 3644004"/>
              <a:gd name="connsiteY23" fmla="*/ 290866 h 2317325"/>
              <a:gd name="connsiteX24" fmla="*/ 2271284 w 3644004"/>
              <a:gd name="connsiteY24" fmla="*/ 287156 h 2317325"/>
              <a:gd name="connsiteX25" fmla="*/ 2250337 w 3644004"/>
              <a:gd name="connsiteY25" fmla="*/ 276028 h 2317325"/>
              <a:gd name="connsiteX26" fmla="*/ 2281758 w 3644004"/>
              <a:gd name="connsiteY26" fmla="*/ 276028 h 2317325"/>
              <a:gd name="connsiteX27" fmla="*/ 2271284 w 3644004"/>
              <a:gd name="connsiteY27" fmla="*/ 290866 h 2317325"/>
              <a:gd name="connsiteX28" fmla="*/ 2370567 w 3644004"/>
              <a:gd name="connsiteY28" fmla="*/ 279737 h 2317325"/>
              <a:gd name="connsiteX29" fmla="*/ 2365330 w 3644004"/>
              <a:gd name="connsiteY29" fmla="*/ 290866 h 2317325"/>
              <a:gd name="connsiteX30" fmla="*/ 2339146 w 3644004"/>
              <a:gd name="connsiteY30" fmla="*/ 294575 h 2317325"/>
              <a:gd name="connsiteX31" fmla="*/ 2339146 w 3644004"/>
              <a:gd name="connsiteY31" fmla="*/ 301994 h 2317325"/>
              <a:gd name="connsiteX32" fmla="*/ 2422718 w 3644004"/>
              <a:gd name="connsiteY32" fmla="*/ 294575 h 2317325"/>
              <a:gd name="connsiteX33" fmla="*/ 2339146 w 3644004"/>
              <a:gd name="connsiteY33" fmla="*/ 320760 h 2317325"/>
              <a:gd name="connsiteX34" fmla="*/ 2339146 w 3644004"/>
              <a:gd name="connsiteY34" fmla="*/ 335598 h 2317325"/>
              <a:gd name="connsiteX35" fmla="*/ 2668634 w 3644004"/>
              <a:gd name="connsiteY35" fmla="*/ 268391 h 2317325"/>
              <a:gd name="connsiteX36" fmla="*/ 2600554 w 3644004"/>
              <a:gd name="connsiteY36" fmla="*/ 301994 h 2317325"/>
              <a:gd name="connsiteX37" fmla="*/ 2631976 w 3644004"/>
              <a:gd name="connsiteY37" fmla="*/ 316832 h 2317325"/>
              <a:gd name="connsiteX38" fmla="*/ 3086931 w 3644004"/>
              <a:gd name="connsiteY38" fmla="*/ 201184 h 2317325"/>
              <a:gd name="connsiteX39" fmla="*/ 3207161 w 3644004"/>
              <a:gd name="connsiteY39" fmla="*/ 178709 h 2317325"/>
              <a:gd name="connsiteX40" fmla="*/ 3280477 w 3644004"/>
              <a:gd name="connsiteY40" fmla="*/ 189837 h 2317325"/>
              <a:gd name="connsiteX41" fmla="*/ 3343320 w 3644004"/>
              <a:gd name="connsiteY41" fmla="*/ 216022 h 2317325"/>
              <a:gd name="connsiteX42" fmla="*/ 3311899 w 3644004"/>
              <a:gd name="connsiteY42" fmla="*/ 238497 h 2317325"/>
              <a:gd name="connsiteX43" fmla="*/ 3285714 w 3644004"/>
              <a:gd name="connsiteY43" fmla="*/ 208603 h 2317325"/>
              <a:gd name="connsiteX44" fmla="*/ 3243819 w 3644004"/>
              <a:gd name="connsiteY44" fmla="*/ 219731 h 2317325"/>
              <a:gd name="connsiteX45" fmla="*/ 3123589 w 3644004"/>
              <a:gd name="connsiteY45" fmla="*/ 227150 h 2317325"/>
              <a:gd name="connsiteX46" fmla="*/ 3196905 w 3644004"/>
              <a:gd name="connsiteY46" fmla="*/ 230860 h 2317325"/>
              <a:gd name="connsiteX47" fmla="*/ 3071438 w 3644004"/>
              <a:gd name="connsiteY47" fmla="*/ 253335 h 2317325"/>
              <a:gd name="connsiteX48" fmla="*/ 3055727 w 3644004"/>
              <a:gd name="connsiteY48" fmla="*/ 264463 h 2317325"/>
              <a:gd name="connsiteX49" fmla="*/ 2543166 w 3644004"/>
              <a:gd name="connsiteY49" fmla="*/ 398659 h 2317325"/>
              <a:gd name="connsiteX50" fmla="*/ 2485561 w 3644004"/>
              <a:gd name="connsiteY50" fmla="*/ 409787 h 2317325"/>
              <a:gd name="connsiteX51" fmla="*/ 2208442 w 3644004"/>
              <a:gd name="connsiteY51" fmla="*/ 476994 h 2317325"/>
              <a:gd name="connsiteX52" fmla="*/ 2208442 w 3644004"/>
              <a:gd name="connsiteY52" fmla="*/ 491832 h 2317325"/>
              <a:gd name="connsiteX53" fmla="*/ 2422936 w 3644004"/>
              <a:gd name="connsiteY53" fmla="*/ 454519 h 2317325"/>
              <a:gd name="connsiteX54" fmla="*/ 2412462 w 3644004"/>
              <a:gd name="connsiteY54" fmla="*/ 469357 h 2317325"/>
              <a:gd name="connsiteX55" fmla="*/ 2506508 w 3644004"/>
              <a:gd name="connsiteY55" fmla="*/ 458228 h 2317325"/>
              <a:gd name="connsiteX56" fmla="*/ 2501271 w 3644004"/>
              <a:gd name="connsiteY56" fmla="*/ 450809 h 2317325"/>
              <a:gd name="connsiteX57" fmla="*/ 2841233 w 3644004"/>
              <a:gd name="connsiteY57" fmla="*/ 406078 h 2317325"/>
              <a:gd name="connsiteX58" fmla="*/ 3186432 w 3644004"/>
              <a:gd name="connsiteY58" fmla="*/ 305267 h 2317325"/>
              <a:gd name="connsiteX59" fmla="*/ 2700055 w 3644004"/>
              <a:gd name="connsiteY59" fmla="*/ 454519 h 2317325"/>
              <a:gd name="connsiteX60" fmla="*/ 2862181 w 3644004"/>
              <a:gd name="connsiteY60" fmla="*/ 428334 h 2317325"/>
              <a:gd name="connsiteX61" fmla="*/ 3165484 w 3644004"/>
              <a:gd name="connsiteY61" fmla="*/ 342580 h 2317325"/>
              <a:gd name="connsiteX62" fmla="*/ 3149773 w 3644004"/>
              <a:gd name="connsiteY62" fmla="*/ 365055 h 2317325"/>
              <a:gd name="connsiteX63" fmla="*/ 2982411 w 3644004"/>
              <a:gd name="connsiteY63" fmla="*/ 428553 h 2317325"/>
              <a:gd name="connsiteX64" fmla="*/ 2877891 w 3644004"/>
              <a:gd name="connsiteY64" fmla="*/ 454737 h 2317325"/>
              <a:gd name="connsiteX65" fmla="*/ 2982411 w 3644004"/>
              <a:gd name="connsiteY65" fmla="*/ 458447 h 2317325"/>
              <a:gd name="connsiteX66" fmla="*/ 2652923 w 3644004"/>
              <a:gd name="connsiteY66" fmla="*/ 551620 h 2317325"/>
              <a:gd name="connsiteX67" fmla="*/ 2783627 w 3644004"/>
              <a:gd name="connsiteY67" fmla="*/ 555329 h 2317325"/>
              <a:gd name="connsiteX68" fmla="*/ 2788864 w 3644004"/>
              <a:gd name="connsiteY68" fmla="*/ 570167 h 2317325"/>
              <a:gd name="connsiteX69" fmla="*/ 3275240 w 3644004"/>
              <a:gd name="connsiteY69" fmla="*/ 447100 h 2317325"/>
              <a:gd name="connsiteX70" fmla="*/ 3384997 w 3644004"/>
              <a:gd name="connsiteY70" fmla="*/ 465647 h 2317325"/>
              <a:gd name="connsiteX71" fmla="*/ 3113115 w 3644004"/>
              <a:gd name="connsiteY71" fmla="*/ 547692 h 2317325"/>
              <a:gd name="connsiteX72" fmla="*/ 3113115 w 3644004"/>
              <a:gd name="connsiteY72" fmla="*/ 566239 h 2317325"/>
              <a:gd name="connsiteX73" fmla="*/ 2825522 w 3644004"/>
              <a:gd name="connsiteY73" fmla="*/ 637156 h 2317325"/>
              <a:gd name="connsiteX74" fmla="*/ 2856944 w 3644004"/>
              <a:gd name="connsiteY74" fmla="*/ 640865 h 2317325"/>
              <a:gd name="connsiteX75" fmla="*/ 2773372 w 3644004"/>
              <a:gd name="connsiteY75" fmla="*/ 667050 h 2317325"/>
              <a:gd name="connsiteX76" fmla="*/ 2778608 w 3644004"/>
              <a:gd name="connsiteY76" fmla="*/ 681887 h 2317325"/>
              <a:gd name="connsiteX77" fmla="*/ 2684563 w 3644004"/>
              <a:gd name="connsiteY77" fmla="*/ 708072 h 2317325"/>
              <a:gd name="connsiteX78" fmla="*/ 2715984 w 3644004"/>
              <a:gd name="connsiteY78" fmla="*/ 700653 h 2317325"/>
              <a:gd name="connsiteX79" fmla="*/ 2663615 w 3644004"/>
              <a:gd name="connsiteY79" fmla="*/ 730547 h 2317325"/>
              <a:gd name="connsiteX80" fmla="*/ 2836214 w 3644004"/>
              <a:gd name="connsiteY80" fmla="*/ 693234 h 2317325"/>
              <a:gd name="connsiteX81" fmla="*/ 2810030 w 3644004"/>
              <a:gd name="connsiteY81" fmla="*/ 674687 h 2317325"/>
              <a:gd name="connsiteX82" fmla="*/ 2841451 w 3644004"/>
              <a:gd name="connsiteY82" fmla="*/ 689524 h 2317325"/>
              <a:gd name="connsiteX83" fmla="*/ 3055946 w 3644004"/>
              <a:gd name="connsiteY83" fmla="*/ 600061 h 2317325"/>
              <a:gd name="connsiteX84" fmla="*/ 3045472 w 3644004"/>
              <a:gd name="connsiteY84" fmla="*/ 596351 h 2317325"/>
              <a:gd name="connsiteX85" fmla="*/ 3197124 w 3644004"/>
              <a:gd name="connsiteY85" fmla="*/ 551620 h 2317325"/>
              <a:gd name="connsiteX86" fmla="*/ 3003577 w 3644004"/>
              <a:gd name="connsiteY86" fmla="*/ 637374 h 2317325"/>
              <a:gd name="connsiteX87" fmla="*/ 3003577 w 3644004"/>
              <a:gd name="connsiteY87" fmla="*/ 652212 h 2317325"/>
              <a:gd name="connsiteX88" fmla="*/ 2715984 w 3644004"/>
              <a:gd name="connsiteY88" fmla="*/ 782698 h 2317325"/>
              <a:gd name="connsiteX89" fmla="*/ 2830977 w 3644004"/>
              <a:gd name="connsiteY89" fmla="*/ 778988 h 2317325"/>
              <a:gd name="connsiteX90" fmla="*/ 2569569 w 3644004"/>
              <a:gd name="connsiteY90" fmla="*/ 834848 h 2317325"/>
              <a:gd name="connsiteX91" fmla="*/ 2616701 w 3644004"/>
              <a:gd name="connsiteY91" fmla="*/ 845977 h 2317325"/>
              <a:gd name="connsiteX92" fmla="*/ 2695255 w 3644004"/>
              <a:gd name="connsiteY92" fmla="*/ 831139 h 2317325"/>
              <a:gd name="connsiteX93" fmla="*/ 2726676 w 3644004"/>
              <a:gd name="connsiteY93" fmla="*/ 812592 h 2317325"/>
              <a:gd name="connsiteX94" fmla="*/ 2700491 w 3644004"/>
              <a:gd name="connsiteY94" fmla="*/ 849904 h 2317325"/>
              <a:gd name="connsiteX95" fmla="*/ 2705728 w 3644004"/>
              <a:gd name="connsiteY95" fmla="*/ 857323 h 2317325"/>
              <a:gd name="connsiteX96" fmla="*/ 2789301 w 3644004"/>
              <a:gd name="connsiteY96" fmla="*/ 831139 h 2317325"/>
              <a:gd name="connsiteX97" fmla="*/ 2621938 w 3644004"/>
              <a:gd name="connsiteY97" fmla="*/ 886999 h 2317325"/>
              <a:gd name="connsiteX98" fmla="*/ 2606227 w 3644004"/>
              <a:gd name="connsiteY98" fmla="*/ 909474 h 2317325"/>
              <a:gd name="connsiteX99" fmla="*/ 2574806 w 3644004"/>
              <a:gd name="connsiteY99" fmla="*/ 905765 h 2317325"/>
              <a:gd name="connsiteX100" fmla="*/ 2402207 w 3644004"/>
              <a:gd name="connsiteY100" fmla="*/ 984100 h 2317325"/>
              <a:gd name="connsiteX101" fmla="*/ 2543385 w 3644004"/>
              <a:gd name="connsiteY101" fmla="*/ 950496 h 2317325"/>
              <a:gd name="connsiteX102" fmla="*/ 2632194 w 3644004"/>
              <a:gd name="connsiteY102" fmla="*/ 913184 h 2317325"/>
              <a:gd name="connsiteX103" fmla="*/ 2632194 w 3644004"/>
              <a:gd name="connsiteY103" fmla="*/ 902055 h 2317325"/>
              <a:gd name="connsiteX104" fmla="*/ 2741950 w 3644004"/>
              <a:gd name="connsiteY104" fmla="*/ 868452 h 2317325"/>
              <a:gd name="connsiteX105" fmla="*/ 2731476 w 3644004"/>
              <a:gd name="connsiteY105" fmla="*/ 902055 h 2317325"/>
              <a:gd name="connsiteX106" fmla="*/ 2762898 w 3644004"/>
              <a:gd name="connsiteY106" fmla="*/ 898346 h 2317325"/>
              <a:gd name="connsiteX107" fmla="*/ 2726240 w 3644004"/>
              <a:gd name="connsiteY107" fmla="*/ 916893 h 2317325"/>
              <a:gd name="connsiteX108" fmla="*/ 2726240 w 3644004"/>
              <a:gd name="connsiteY108" fmla="*/ 902055 h 2317325"/>
              <a:gd name="connsiteX109" fmla="*/ 2694818 w 3644004"/>
              <a:gd name="connsiteY109" fmla="*/ 924530 h 2317325"/>
              <a:gd name="connsiteX110" fmla="*/ 2689581 w 3644004"/>
              <a:gd name="connsiteY110" fmla="*/ 913402 h 2317325"/>
              <a:gd name="connsiteX111" fmla="*/ 2642449 w 3644004"/>
              <a:gd name="connsiteY111" fmla="*/ 935877 h 2317325"/>
              <a:gd name="connsiteX112" fmla="*/ 2668634 w 3644004"/>
              <a:gd name="connsiteY112" fmla="*/ 943296 h 2317325"/>
              <a:gd name="connsiteX113" fmla="*/ 2658160 w 3644004"/>
              <a:gd name="connsiteY113" fmla="*/ 958134 h 2317325"/>
              <a:gd name="connsiteX114" fmla="*/ 2804575 w 3644004"/>
              <a:gd name="connsiteY114" fmla="*/ 920821 h 2317325"/>
              <a:gd name="connsiteX115" fmla="*/ 2762679 w 3644004"/>
              <a:gd name="connsiteY115" fmla="*/ 950715 h 2317325"/>
              <a:gd name="connsiteX116" fmla="*/ 3071220 w 3644004"/>
              <a:gd name="connsiteY116" fmla="*/ 857542 h 2317325"/>
              <a:gd name="connsiteX117" fmla="*/ 2914331 w 3644004"/>
              <a:gd name="connsiteY117" fmla="*/ 939586 h 2317325"/>
              <a:gd name="connsiteX118" fmla="*/ 2997903 w 3644004"/>
              <a:gd name="connsiteY118" fmla="*/ 943296 h 2317325"/>
              <a:gd name="connsiteX119" fmla="*/ 2841015 w 3644004"/>
              <a:gd name="connsiteY119" fmla="*/ 969480 h 2317325"/>
              <a:gd name="connsiteX120" fmla="*/ 2914331 w 3644004"/>
              <a:gd name="connsiteY120" fmla="*/ 965771 h 2317325"/>
              <a:gd name="connsiteX121" fmla="*/ 2815048 w 3644004"/>
              <a:gd name="connsiteY121" fmla="*/ 995665 h 2317325"/>
              <a:gd name="connsiteX122" fmla="*/ 2830759 w 3644004"/>
              <a:gd name="connsiteY122" fmla="*/ 1010503 h 2317325"/>
              <a:gd name="connsiteX123" fmla="*/ 2762679 w 3644004"/>
              <a:gd name="connsiteY123" fmla="*/ 1021631 h 2317325"/>
              <a:gd name="connsiteX124" fmla="*/ 2752206 w 3644004"/>
              <a:gd name="connsiteY124" fmla="*/ 1044106 h 2317325"/>
              <a:gd name="connsiteX125" fmla="*/ 2731258 w 3644004"/>
              <a:gd name="connsiteY125" fmla="*/ 1036687 h 2317325"/>
              <a:gd name="connsiteX126" fmla="*/ 2684126 w 3644004"/>
              <a:gd name="connsiteY126" fmla="*/ 1070290 h 2317325"/>
              <a:gd name="connsiteX127" fmla="*/ 2616047 w 3644004"/>
              <a:gd name="connsiteY127" fmla="*/ 1103894 h 2317325"/>
              <a:gd name="connsiteX128" fmla="*/ 2652705 w 3644004"/>
              <a:gd name="connsiteY128" fmla="*/ 1089056 h 2317325"/>
              <a:gd name="connsiteX129" fmla="*/ 2652705 w 3644004"/>
              <a:gd name="connsiteY129" fmla="*/ 1100184 h 2317325"/>
              <a:gd name="connsiteX130" fmla="*/ 2678889 w 3644004"/>
              <a:gd name="connsiteY130" fmla="*/ 1081637 h 2317325"/>
              <a:gd name="connsiteX131" fmla="*/ 2772935 w 3644004"/>
              <a:gd name="connsiteY131" fmla="*/ 1081637 h 2317325"/>
              <a:gd name="connsiteX132" fmla="*/ 2762461 w 3644004"/>
              <a:gd name="connsiteY132" fmla="*/ 1066799 h 2317325"/>
              <a:gd name="connsiteX133" fmla="*/ 2997903 w 3644004"/>
              <a:gd name="connsiteY133" fmla="*/ 1018358 h 2317325"/>
              <a:gd name="connsiteX134" fmla="*/ 2825304 w 3644004"/>
              <a:gd name="connsiteY134" fmla="*/ 1096693 h 2317325"/>
              <a:gd name="connsiteX135" fmla="*/ 3013614 w 3644004"/>
              <a:gd name="connsiteY135" fmla="*/ 1044542 h 2317325"/>
              <a:gd name="connsiteX136" fmla="*/ 3008377 w 3644004"/>
              <a:gd name="connsiteY136" fmla="*/ 1055671 h 2317325"/>
              <a:gd name="connsiteX137" fmla="*/ 2835778 w 3644004"/>
              <a:gd name="connsiteY137" fmla="*/ 1107822 h 2317325"/>
              <a:gd name="connsiteX138" fmla="*/ 2835778 w 3644004"/>
              <a:gd name="connsiteY138" fmla="*/ 1122659 h 2317325"/>
              <a:gd name="connsiteX139" fmla="*/ 2793883 w 3644004"/>
              <a:gd name="connsiteY139" fmla="*/ 1130078 h 2317325"/>
              <a:gd name="connsiteX140" fmla="*/ 2799120 w 3644004"/>
              <a:gd name="connsiteY140" fmla="*/ 1152553 h 2317325"/>
              <a:gd name="connsiteX141" fmla="*/ 2757224 w 3644004"/>
              <a:gd name="connsiteY141" fmla="*/ 1156263 h 2317325"/>
              <a:gd name="connsiteX142" fmla="*/ 2908876 w 3644004"/>
              <a:gd name="connsiteY142" fmla="*/ 1145134 h 2317325"/>
              <a:gd name="connsiteX143" fmla="*/ 2914113 w 3644004"/>
              <a:gd name="connsiteY143" fmla="*/ 1152553 h 2317325"/>
              <a:gd name="connsiteX144" fmla="*/ 2866981 w 3644004"/>
              <a:gd name="connsiteY144" fmla="*/ 1163682 h 2317325"/>
              <a:gd name="connsiteX145" fmla="*/ 2882692 w 3644004"/>
              <a:gd name="connsiteY145" fmla="*/ 1178520 h 2317325"/>
              <a:gd name="connsiteX146" fmla="*/ 2976738 w 3644004"/>
              <a:gd name="connsiteY146" fmla="*/ 1148626 h 2317325"/>
              <a:gd name="connsiteX147" fmla="*/ 2955790 w 3644004"/>
              <a:gd name="connsiteY147" fmla="*/ 1171101 h 2317325"/>
              <a:gd name="connsiteX148" fmla="*/ 2846034 w 3644004"/>
              <a:gd name="connsiteY148" fmla="*/ 1219542 h 2317325"/>
              <a:gd name="connsiteX149" fmla="*/ 2971501 w 3644004"/>
              <a:gd name="connsiteY149" fmla="*/ 1171101 h 2317325"/>
              <a:gd name="connsiteX150" fmla="*/ 3149337 w 3644004"/>
              <a:gd name="connsiteY150" fmla="*/ 1130078 h 2317325"/>
              <a:gd name="connsiteX151" fmla="*/ 3154574 w 3644004"/>
              <a:gd name="connsiteY151" fmla="*/ 1115240 h 2317325"/>
              <a:gd name="connsiteX152" fmla="*/ 3185995 w 3644004"/>
              <a:gd name="connsiteY152" fmla="*/ 1115240 h 2317325"/>
              <a:gd name="connsiteX153" fmla="*/ 3191232 w 3644004"/>
              <a:gd name="connsiteY153" fmla="*/ 1130078 h 2317325"/>
              <a:gd name="connsiteX154" fmla="*/ 3311462 w 3644004"/>
              <a:gd name="connsiteY154" fmla="*/ 1092765 h 2317325"/>
              <a:gd name="connsiteX155" fmla="*/ 3311462 w 3644004"/>
              <a:gd name="connsiteY155" fmla="*/ 1103894 h 2317325"/>
              <a:gd name="connsiteX156" fmla="*/ 3332410 w 3644004"/>
              <a:gd name="connsiteY156" fmla="*/ 1103894 h 2317325"/>
              <a:gd name="connsiteX157" fmla="*/ 3353358 w 3644004"/>
              <a:gd name="connsiteY157" fmla="*/ 1081419 h 2317325"/>
              <a:gd name="connsiteX158" fmla="*/ 3515483 w 3644004"/>
              <a:gd name="connsiteY158" fmla="*/ 1017921 h 2317325"/>
              <a:gd name="connsiteX159" fmla="*/ 3348121 w 3644004"/>
              <a:gd name="connsiteY159" fmla="*/ 1107385 h 2317325"/>
              <a:gd name="connsiteX160" fmla="*/ 3217416 w 3644004"/>
              <a:gd name="connsiteY160" fmla="*/ 1174592 h 2317325"/>
              <a:gd name="connsiteX161" fmla="*/ 2976956 w 3644004"/>
              <a:gd name="connsiteY161" fmla="*/ 1305078 h 2317325"/>
              <a:gd name="connsiteX162" fmla="*/ 2919350 w 3644004"/>
              <a:gd name="connsiteY162" fmla="*/ 1331262 h 2317325"/>
              <a:gd name="connsiteX163" fmla="*/ 2924587 w 3644004"/>
              <a:gd name="connsiteY163" fmla="*/ 1349810 h 2317325"/>
              <a:gd name="connsiteX164" fmla="*/ 2861744 w 3644004"/>
              <a:gd name="connsiteY164" fmla="*/ 1349810 h 2317325"/>
              <a:gd name="connsiteX165" fmla="*/ 3018633 w 3644004"/>
              <a:gd name="connsiteY165" fmla="*/ 1360938 h 2317325"/>
              <a:gd name="connsiteX166" fmla="*/ 3138863 w 3644004"/>
              <a:gd name="connsiteY166" fmla="*/ 1349810 h 2317325"/>
              <a:gd name="connsiteX167" fmla="*/ 3117916 w 3644004"/>
              <a:gd name="connsiteY167" fmla="*/ 1360938 h 2317325"/>
              <a:gd name="connsiteX168" fmla="*/ 3227672 w 3644004"/>
              <a:gd name="connsiteY168" fmla="*/ 1349810 h 2317325"/>
              <a:gd name="connsiteX169" fmla="*/ 3055073 w 3644004"/>
              <a:gd name="connsiteY169" fmla="*/ 1428145 h 2317325"/>
              <a:gd name="connsiteX170" fmla="*/ 3243383 w 3644004"/>
              <a:gd name="connsiteY170" fmla="*/ 1360938 h 2317325"/>
              <a:gd name="connsiteX171" fmla="*/ 3520502 w 3644004"/>
              <a:gd name="connsiteY171" fmla="*/ 1286312 h 2317325"/>
              <a:gd name="connsiteX172" fmla="*/ 3253857 w 3644004"/>
              <a:gd name="connsiteY172" fmla="*/ 1387123 h 2317325"/>
              <a:gd name="connsiteX173" fmla="*/ 3400271 w 3644004"/>
              <a:gd name="connsiteY173" fmla="*/ 1357229 h 2317325"/>
              <a:gd name="connsiteX174" fmla="*/ 3400271 w 3644004"/>
              <a:gd name="connsiteY174" fmla="*/ 1379704 h 2317325"/>
              <a:gd name="connsiteX175" fmla="*/ 3138863 w 3644004"/>
              <a:gd name="connsiteY175" fmla="*/ 1484223 h 2317325"/>
              <a:gd name="connsiteX176" fmla="*/ 3144100 w 3644004"/>
              <a:gd name="connsiteY176" fmla="*/ 1499061 h 2317325"/>
              <a:gd name="connsiteX177" fmla="*/ 2976738 w 3644004"/>
              <a:gd name="connsiteY177" fmla="*/ 1540083 h 2317325"/>
              <a:gd name="connsiteX178" fmla="*/ 3008159 w 3644004"/>
              <a:gd name="connsiteY178" fmla="*/ 1536374 h 2317325"/>
              <a:gd name="connsiteX179" fmla="*/ 2992448 w 3644004"/>
              <a:gd name="connsiteY179" fmla="*/ 1558849 h 2317325"/>
              <a:gd name="connsiteX180" fmla="*/ 3050054 w 3644004"/>
              <a:gd name="connsiteY180" fmla="*/ 1566268 h 2317325"/>
              <a:gd name="connsiteX181" fmla="*/ 2940297 w 3644004"/>
              <a:gd name="connsiteY181" fmla="*/ 1592452 h 2317325"/>
              <a:gd name="connsiteX182" fmla="*/ 2935061 w 3644004"/>
              <a:gd name="connsiteY182" fmla="*/ 1581324 h 2317325"/>
              <a:gd name="connsiteX183" fmla="*/ 2772935 w 3644004"/>
              <a:gd name="connsiteY183" fmla="*/ 1641112 h 2317325"/>
              <a:gd name="connsiteX184" fmla="*/ 2929824 w 3644004"/>
              <a:gd name="connsiteY184" fmla="*/ 1629984 h 2317325"/>
              <a:gd name="connsiteX185" fmla="*/ 3050054 w 3644004"/>
              <a:gd name="connsiteY185" fmla="*/ 1581542 h 2317325"/>
              <a:gd name="connsiteX186" fmla="*/ 3013396 w 3644004"/>
              <a:gd name="connsiteY186" fmla="*/ 1607727 h 2317325"/>
              <a:gd name="connsiteX187" fmla="*/ 3060528 w 3644004"/>
              <a:gd name="connsiteY187" fmla="*/ 1600308 h 2317325"/>
              <a:gd name="connsiteX188" fmla="*/ 3050054 w 3644004"/>
              <a:gd name="connsiteY188" fmla="*/ 1611436 h 2317325"/>
              <a:gd name="connsiteX189" fmla="*/ 3091949 w 3644004"/>
              <a:gd name="connsiteY189" fmla="*/ 1596598 h 2317325"/>
              <a:gd name="connsiteX190" fmla="*/ 3081476 w 3644004"/>
              <a:gd name="connsiteY190" fmla="*/ 1585470 h 2317325"/>
              <a:gd name="connsiteX191" fmla="*/ 3128608 w 3644004"/>
              <a:gd name="connsiteY191" fmla="*/ 1574342 h 2317325"/>
              <a:gd name="connsiteX192" fmla="*/ 3118134 w 3644004"/>
              <a:gd name="connsiteY192" fmla="*/ 1585470 h 2317325"/>
              <a:gd name="connsiteX193" fmla="*/ 3285496 w 3644004"/>
              <a:gd name="connsiteY193" fmla="*/ 1529610 h 2317325"/>
              <a:gd name="connsiteX194" fmla="*/ 3227890 w 3644004"/>
              <a:gd name="connsiteY194" fmla="*/ 1585470 h 2317325"/>
              <a:gd name="connsiteX195" fmla="*/ 3374305 w 3644004"/>
              <a:gd name="connsiteY195" fmla="*/ 1529610 h 2317325"/>
              <a:gd name="connsiteX196" fmla="*/ 3050054 w 3644004"/>
              <a:gd name="connsiteY196" fmla="*/ 1648967 h 2317325"/>
              <a:gd name="connsiteX197" fmla="*/ 3018633 w 3644004"/>
              <a:gd name="connsiteY197" fmla="*/ 1678861 h 2317325"/>
              <a:gd name="connsiteX198" fmla="*/ 2861744 w 3644004"/>
              <a:gd name="connsiteY198" fmla="*/ 1716174 h 2317325"/>
              <a:gd name="connsiteX199" fmla="*/ 2961027 w 3644004"/>
              <a:gd name="connsiteY199" fmla="*/ 1705046 h 2317325"/>
              <a:gd name="connsiteX200" fmla="*/ 2757006 w 3644004"/>
              <a:gd name="connsiteY200" fmla="*/ 1746068 h 2317325"/>
              <a:gd name="connsiteX201" fmla="*/ 2720348 w 3644004"/>
              <a:gd name="connsiteY201" fmla="*/ 1764615 h 2317325"/>
              <a:gd name="connsiteX202" fmla="*/ 2725585 w 3644004"/>
              <a:gd name="connsiteY202" fmla="*/ 1801928 h 2317325"/>
              <a:gd name="connsiteX203" fmla="*/ 2798902 w 3644004"/>
              <a:gd name="connsiteY203" fmla="*/ 1787090 h 2317325"/>
              <a:gd name="connsiteX204" fmla="*/ 2809375 w 3644004"/>
              <a:gd name="connsiteY204" fmla="*/ 1764615 h 2317325"/>
              <a:gd name="connsiteX205" fmla="*/ 2908658 w 3644004"/>
              <a:gd name="connsiteY205" fmla="*/ 1734721 h 2317325"/>
              <a:gd name="connsiteX206" fmla="*/ 2835341 w 3644004"/>
              <a:gd name="connsiteY206" fmla="*/ 1779453 h 2317325"/>
              <a:gd name="connsiteX207" fmla="*/ 2913895 w 3644004"/>
              <a:gd name="connsiteY207" fmla="*/ 1756978 h 2317325"/>
              <a:gd name="connsiteX208" fmla="*/ 2913895 w 3644004"/>
              <a:gd name="connsiteY208" fmla="*/ 1775526 h 2317325"/>
              <a:gd name="connsiteX209" fmla="*/ 3013178 w 3644004"/>
              <a:gd name="connsiteY209" fmla="*/ 1741922 h 2317325"/>
              <a:gd name="connsiteX210" fmla="*/ 3002704 w 3644004"/>
              <a:gd name="connsiteY210" fmla="*/ 1730794 h 2317325"/>
              <a:gd name="connsiteX211" fmla="*/ 3086276 w 3644004"/>
              <a:gd name="connsiteY211" fmla="*/ 1704609 h 2317325"/>
              <a:gd name="connsiteX212" fmla="*/ 3049618 w 3644004"/>
              <a:gd name="connsiteY212" fmla="*/ 1700900 h 2317325"/>
              <a:gd name="connsiteX213" fmla="*/ 3086276 w 3644004"/>
              <a:gd name="connsiteY213" fmla="*/ 1686062 h 2317325"/>
              <a:gd name="connsiteX214" fmla="*/ 3128171 w 3644004"/>
              <a:gd name="connsiteY214" fmla="*/ 1693481 h 2317325"/>
              <a:gd name="connsiteX215" fmla="*/ 3107223 w 3644004"/>
              <a:gd name="connsiteY215" fmla="*/ 1704609 h 2317325"/>
              <a:gd name="connsiteX216" fmla="*/ 3112460 w 3644004"/>
              <a:gd name="connsiteY216" fmla="*/ 1734503 h 2317325"/>
              <a:gd name="connsiteX217" fmla="*/ 3468133 w 3644004"/>
              <a:gd name="connsiteY217" fmla="*/ 1633693 h 2317325"/>
              <a:gd name="connsiteX218" fmla="*/ 3478607 w 3644004"/>
              <a:gd name="connsiteY218" fmla="*/ 1648531 h 2317325"/>
              <a:gd name="connsiteX219" fmla="*/ 3645969 w 3644004"/>
              <a:gd name="connsiteY219" fmla="*/ 1614928 h 2317325"/>
              <a:gd name="connsiteX220" fmla="*/ 3379324 w 3644004"/>
              <a:gd name="connsiteY220" fmla="*/ 1730576 h 2317325"/>
              <a:gd name="connsiteX221" fmla="*/ 3154355 w 3644004"/>
              <a:gd name="connsiteY221" fmla="*/ 1797782 h 2317325"/>
              <a:gd name="connsiteX222" fmla="*/ 2610373 w 3644004"/>
              <a:gd name="connsiteY222" fmla="*/ 1939615 h 2317325"/>
              <a:gd name="connsiteX223" fmla="*/ 2772499 w 3644004"/>
              <a:gd name="connsiteY223" fmla="*/ 1913431 h 2317325"/>
              <a:gd name="connsiteX224" fmla="*/ 2939861 w 3644004"/>
              <a:gd name="connsiteY224" fmla="*/ 1872408 h 2317325"/>
              <a:gd name="connsiteX225" fmla="*/ 3180322 w 3644004"/>
              <a:gd name="connsiteY225" fmla="*/ 1805201 h 2317325"/>
              <a:gd name="connsiteX226" fmla="*/ 3311026 w 3644004"/>
              <a:gd name="connsiteY226" fmla="*/ 1775307 h 2317325"/>
              <a:gd name="connsiteX227" fmla="*/ 2631103 w 3644004"/>
              <a:gd name="connsiteY227" fmla="*/ 1973000 h 2317325"/>
              <a:gd name="connsiteX228" fmla="*/ 2672998 w 3644004"/>
              <a:gd name="connsiteY228" fmla="*/ 1954453 h 2317325"/>
              <a:gd name="connsiteX229" fmla="*/ 2604918 w 3644004"/>
              <a:gd name="connsiteY229" fmla="*/ 1961872 h 2317325"/>
              <a:gd name="connsiteX230" fmla="*/ 2620629 w 3644004"/>
              <a:gd name="connsiteY230" fmla="*/ 1973000 h 2317325"/>
              <a:gd name="connsiteX231" fmla="*/ 2343510 w 3644004"/>
              <a:gd name="connsiteY231" fmla="*/ 2055045 h 2317325"/>
              <a:gd name="connsiteX232" fmla="*/ 2050680 w 3644004"/>
              <a:gd name="connsiteY232" fmla="*/ 2144509 h 2317325"/>
              <a:gd name="connsiteX233" fmla="*/ 1972127 w 3644004"/>
              <a:gd name="connsiteY233" fmla="*/ 2163056 h 2317325"/>
              <a:gd name="connsiteX234" fmla="*/ 1668823 w 3644004"/>
              <a:gd name="connsiteY234" fmla="*/ 2278704 h 2317325"/>
              <a:gd name="connsiteX235" fmla="*/ 1747377 w 3644004"/>
              <a:gd name="connsiteY235" fmla="*/ 2230263 h 2317325"/>
              <a:gd name="connsiteX236" fmla="*/ 1773561 w 3644004"/>
              <a:gd name="connsiteY236" fmla="*/ 2230263 h 2317325"/>
              <a:gd name="connsiteX237" fmla="*/ 1883318 w 3644004"/>
              <a:gd name="connsiteY237" fmla="*/ 2166765 h 2317325"/>
              <a:gd name="connsiteX238" fmla="*/ 1684534 w 3644004"/>
              <a:gd name="connsiteY238" fmla="*/ 2241391 h 2317325"/>
              <a:gd name="connsiteX239" fmla="*/ 1679297 w 3644004"/>
              <a:gd name="connsiteY239" fmla="*/ 2248810 h 2317325"/>
              <a:gd name="connsiteX240" fmla="*/ 1506698 w 3644004"/>
              <a:gd name="connsiteY240" fmla="*/ 2316017 h 2317325"/>
              <a:gd name="connsiteX241" fmla="*/ 1553830 w 3644004"/>
              <a:gd name="connsiteY241" fmla="*/ 2256229 h 2317325"/>
              <a:gd name="connsiteX242" fmla="*/ 1517172 w 3644004"/>
              <a:gd name="connsiteY242" fmla="*/ 2259938 h 2317325"/>
              <a:gd name="connsiteX243" fmla="*/ 1522409 w 3644004"/>
              <a:gd name="connsiteY243" fmla="*/ 2245100 h 2317325"/>
              <a:gd name="connsiteX244" fmla="*/ 1475277 w 3644004"/>
              <a:gd name="connsiteY244" fmla="*/ 2274995 h 2317325"/>
              <a:gd name="connsiteX245" fmla="*/ 1443855 w 3644004"/>
              <a:gd name="connsiteY245" fmla="*/ 2271285 h 2317325"/>
              <a:gd name="connsiteX246" fmla="*/ 1454329 w 3644004"/>
              <a:gd name="connsiteY246" fmla="*/ 2245100 h 2317325"/>
              <a:gd name="connsiteX247" fmla="*/ 1344572 w 3644004"/>
              <a:gd name="connsiteY247" fmla="*/ 2282414 h 2317325"/>
              <a:gd name="connsiteX248" fmla="*/ 1234816 w 3644004"/>
              <a:gd name="connsiteY248" fmla="*/ 2316017 h 2317325"/>
              <a:gd name="connsiteX249" fmla="*/ 1349809 w 3644004"/>
              <a:gd name="connsiteY249" fmla="*/ 2237682 h 2317325"/>
              <a:gd name="connsiteX250" fmla="*/ 1266237 w 3644004"/>
              <a:gd name="connsiteY250" fmla="*/ 2271285 h 2317325"/>
              <a:gd name="connsiteX251" fmla="*/ 1177428 w 3644004"/>
              <a:gd name="connsiteY251" fmla="*/ 2304888 h 2317325"/>
              <a:gd name="connsiteX252" fmla="*/ 1261000 w 3644004"/>
              <a:gd name="connsiteY252" fmla="*/ 2241391 h 2317325"/>
              <a:gd name="connsiteX253" fmla="*/ 1146007 w 3644004"/>
              <a:gd name="connsiteY253" fmla="*/ 2256229 h 2317325"/>
              <a:gd name="connsiteX254" fmla="*/ 1140770 w 3644004"/>
              <a:gd name="connsiteY254" fmla="*/ 2241391 h 2317325"/>
              <a:gd name="connsiteX255" fmla="*/ 1093638 w 3644004"/>
              <a:gd name="connsiteY255" fmla="*/ 2245100 h 2317325"/>
              <a:gd name="connsiteX256" fmla="*/ 1203394 w 3644004"/>
              <a:gd name="connsiteY256" fmla="*/ 2196659 h 2317325"/>
              <a:gd name="connsiteX257" fmla="*/ 1203394 w 3644004"/>
              <a:gd name="connsiteY257" fmla="*/ 2159346 h 2317325"/>
              <a:gd name="connsiteX258" fmla="*/ 1208631 w 3644004"/>
              <a:gd name="connsiteY258" fmla="*/ 2177894 h 2317325"/>
              <a:gd name="connsiteX259" fmla="*/ 1313151 w 3644004"/>
              <a:gd name="connsiteY259" fmla="*/ 2099559 h 2317325"/>
              <a:gd name="connsiteX260" fmla="*/ 1109130 w 3644004"/>
              <a:gd name="connsiteY260" fmla="*/ 2174184 h 2317325"/>
              <a:gd name="connsiteX261" fmla="*/ 1151026 w 3644004"/>
              <a:gd name="connsiteY261" fmla="*/ 2140581 h 2317325"/>
              <a:gd name="connsiteX262" fmla="*/ 758695 w 3644004"/>
              <a:gd name="connsiteY262" fmla="*/ 2312089 h 2317325"/>
              <a:gd name="connsiteX263" fmla="*/ 1035814 w 3644004"/>
              <a:gd name="connsiteY263" fmla="*/ 2155419 h 2317325"/>
              <a:gd name="connsiteX264" fmla="*/ 1051525 w 3644004"/>
              <a:gd name="connsiteY264" fmla="*/ 2159128 h 2317325"/>
              <a:gd name="connsiteX265" fmla="*/ 1150807 w 3644004"/>
              <a:gd name="connsiteY265" fmla="*/ 2099340 h 2317325"/>
              <a:gd name="connsiteX266" fmla="*/ 1145570 w 3644004"/>
              <a:gd name="connsiteY266" fmla="*/ 2091921 h 2317325"/>
              <a:gd name="connsiteX267" fmla="*/ 1041051 w 3644004"/>
              <a:gd name="connsiteY267" fmla="*/ 2136653 h 2317325"/>
              <a:gd name="connsiteX268" fmla="*/ 1051525 w 3644004"/>
              <a:gd name="connsiteY268" fmla="*/ 2118106 h 2317325"/>
              <a:gd name="connsiteX269" fmla="*/ 1014866 w 3644004"/>
              <a:gd name="connsiteY269" fmla="*/ 2129234 h 2317325"/>
              <a:gd name="connsiteX270" fmla="*/ 1014866 w 3644004"/>
              <a:gd name="connsiteY270" fmla="*/ 2147782 h 2317325"/>
              <a:gd name="connsiteX271" fmla="*/ 972971 w 3644004"/>
              <a:gd name="connsiteY271" fmla="*/ 2121597 h 2317325"/>
              <a:gd name="connsiteX272" fmla="*/ 962497 w 3644004"/>
              <a:gd name="connsiteY272" fmla="*/ 2147782 h 2317325"/>
              <a:gd name="connsiteX273" fmla="*/ 925839 w 3644004"/>
              <a:gd name="connsiteY273" fmla="*/ 2136653 h 2317325"/>
              <a:gd name="connsiteX274" fmla="*/ 664431 w 3644004"/>
              <a:gd name="connsiteY274" fmla="*/ 2229826 h 2317325"/>
              <a:gd name="connsiteX275" fmla="*/ 706326 w 3644004"/>
              <a:gd name="connsiteY275" fmla="*/ 2207351 h 2317325"/>
              <a:gd name="connsiteX276" fmla="*/ 701089 w 3644004"/>
              <a:gd name="connsiteY276" fmla="*/ 2196223 h 2317325"/>
              <a:gd name="connsiteX277" fmla="*/ 507542 w 3644004"/>
              <a:gd name="connsiteY277" fmla="*/ 2274558 h 2317325"/>
              <a:gd name="connsiteX278" fmla="*/ 784661 w 3644004"/>
              <a:gd name="connsiteY278" fmla="*/ 2121597 h 2317325"/>
              <a:gd name="connsiteX279" fmla="*/ 816083 w 3644004"/>
              <a:gd name="connsiteY279" fmla="*/ 2117888 h 2317325"/>
              <a:gd name="connsiteX280" fmla="*/ 800372 w 3644004"/>
              <a:gd name="connsiteY280" fmla="*/ 2114178 h 2317325"/>
              <a:gd name="connsiteX281" fmla="*/ 889181 w 3644004"/>
              <a:gd name="connsiteY281" fmla="*/ 2065737 h 2317325"/>
              <a:gd name="connsiteX282" fmla="*/ 988464 w 3644004"/>
              <a:gd name="connsiteY282" fmla="*/ 2021005 h 2317325"/>
              <a:gd name="connsiteX283" fmla="*/ 957042 w 3644004"/>
              <a:gd name="connsiteY283" fmla="*/ 2017296 h 2317325"/>
              <a:gd name="connsiteX284" fmla="*/ 936095 w 3644004"/>
              <a:gd name="connsiteY284" fmla="*/ 2050899 h 2317325"/>
              <a:gd name="connsiteX285" fmla="*/ 915147 w 3644004"/>
              <a:gd name="connsiteY285" fmla="*/ 2058318 h 2317325"/>
              <a:gd name="connsiteX286" fmla="*/ 904673 w 3644004"/>
              <a:gd name="connsiteY286" fmla="*/ 2050899 h 2317325"/>
              <a:gd name="connsiteX287" fmla="*/ 909910 w 3644004"/>
              <a:gd name="connsiteY287" fmla="*/ 2036061 h 2317325"/>
              <a:gd name="connsiteX288" fmla="*/ 862778 w 3644004"/>
              <a:gd name="connsiteY288" fmla="*/ 2043480 h 2317325"/>
              <a:gd name="connsiteX289" fmla="*/ 873252 w 3644004"/>
              <a:gd name="connsiteY289" fmla="*/ 2062027 h 2317325"/>
              <a:gd name="connsiteX290" fmla="*/ 847068 w 3644004"/>
              <a:gd name="connsiteY290" fmla="*/ 2084502 h 2317325"/>
              <a:gd name="connsiteX291" fmla="*/ 826120 w 3644004"/>
              <a:gd name="connsiteY291" fmla="*/ 2077083 h 2317325"/>
              <a:gd name="connsiteX292" fmla="*/ 847068 w 3644004"/>
              <a:gd name="connsiteY292" fmla="*/ 2058536 h 2317325"/>
              <a:gd name="connsiteX293" fmla="*/ 611626 w 3644004"/>
              <a:gd name="connsiteY293" fmla="*/ 2110687 h 2317325"/>
              <a:gd name="connsiteX294" fmla="*/ 574967 w 3644004"/>
              <a:gd name="connsiteY294" fmla="*/ 2103268 h 2317325"/>
              <a:gd name="connsiteX295" fmla="*/ 967298 w 3644004"/>
              <a:gd name="connsiteY295" fmla="*/ 1969073 h 2317325"/>
              <a:gd name="connsiteX296" fmla="*/ 967298 w 3644004"/>
              <a:gd name="connsiteY296" fmla="*/ 1928050 h 2317325"/>
              <a:gd name="connsiteX297" fmla="*/ 904455 w 3644004"/>
              <a:gd name="connsiteY297" fmla="*/ 1950525 h 2317325"/>
              <a:gd name="connsiteX298" fmla="*/ 789462 w 3644004"/>
              <a:gd name="connsiteY298" fmla="*/ 1980419 h 2317325"/>
              <a:gd name="connsiteX299" fmla="*/ 627336 w 3644004"/>
              <a:gd name="connsiteY299" fmla="*/ 2006604 h 2317325"/>
              <a:gd name="connsiteX300" fmla="*/ 778988 w 3644004"/>
              <a:gd name="connsiteY300" fmla="*/ 1920849 h 2317325"/>
              <a:gd name="connsiteX301" fmla="*/ 632573 w 3644004"/>
              <a:gd name="connsiteY301" fmla="*/ 1969291 h 2317325"/>
              <a:gd name="connsiteX302" fmla="*/ 763277 w 3644004"/>
              <a:gd name="connsiteY302" fmla="*/ 1890956 h 2317325"/>
              <a:gd name="connsiteX303" fmla="*/ 737093 w 3644004"/>
              <a:gd name="connsiteY303" fmla="*/ 1887246 h 2317325"/>
              <a:gd name="connsiteX304" fmla="*/ 883508 w 3644004"/>
              <a:gd name="connsiteY304" fmla="*/ 1808911 h 2317325"/>
              <a:gd name="connsiteX305" fmla="*/ 867797 w 3644004"/>
              <a:gd name="connsiteY305" fmla="*/ 1794073 h 2317325"/>
              <a:gd name="connsiteX306" fmla="*/ 852086 w 3644004"/>
              <a:gd name="connsiteY306" fmla="*/ 1827676 h 2317325"/>
              <a:gd name="connsiteX307" fmla="*/ 763277 w 3644004"/>
              <a:gd name="connsiteY307" fmla="*/ 1853861 h 2317325"/>
              <a:gd name="connsiteX308" fmla="*/ 841831 w 3644004"/>
              <a:gd name="connsiteY308" fmla="*/ 1805420 h 2317325"/>
              <a:gd name="connsiteX309" fmla="*/ 836594 w 3644004"/>
              <a:gd name="connsiteY309" fmla="*/ 1786872 h 2317325"/>
              <a:gd name="connsiteX310" fmla="*/ 768514 w 3644004"/>
              <a:gd name="connsiteY310" fmla="*/ 1809347 h 2317325"/>
              <a:gd name="connsiteX311" fmla="*/ 763277 w 3644004"/>
              <a:gd name="connsiteY311" fmla="*/ 1798219 h 2317325"/>
              <a:gd name="connsiteX312" fmla="*/ 684724 w 3644004"/>
              <a:gd name="connsiteY312" fmla="*/ 1813057 h 2317325"/>
              <a:gd name="connsiteX313" fmla="*/ 674250 w 3644004"/>
              <a:gd name="connsiteY313" fmla="*/ 1764615 h 2317325"/>
              <a:gd name="connsiteX314" fmla="*/ 726619 w 3644004"/>
              <a:gd name="connsiteY314" fmla="*/ 1746068 h 2317325"/>
              <a:gd name="connsiteX315" fmla="*/ 920166 w 3644004"/>
              <a:gd name="connsiteY315" fmla="*/ 1664023 h 2317325"/>
              <a:gd name="connsiteX316" fmla="*/ 920166 w 3644004"/>
              <a:gd name="connsiteY316" fmla="*/ 1645476 h 2317325"/>
              <a:gd name="connsiteX317" fmla="*/ 893981 w 3644004"/>
              <a:gd name="connsiteY317" fmla="*/ 1652895 h 2317325"/>
              <a:gd name="connsiteX318" fmla="*/ 951587 w 3644004"/>
              <a:gd name="connsiteY318" fmla="*/ 1619292 h 2317325"/>
              <a:gd name="connsiteX319" fmla="*/ 962061 w 3644004"/>
              <a:gd name="connsiteY319" fmla="*/ 1626710 h 2317325"/>
              <a:gd name="connsiteX320" fmla="*/ 1035378 w 3644004"/>
              <a:gd name="connsiteY320" fmla="*/ 1537247 h 2317325"/>
              <a:gd name="connsiteX321" fmla="*/ 684942 w 3644004"/>
              <a:gd name="connsiteY321" fmla="*/ 1641767 h 2317325"/>
              <a:gd name="connsiteX322" fmla="*/ 663994 w 3644004"/>
              <a:gd name="connsiteY322" fmla="*/ 1645476 h 2317325"/>
              <a:gd name="connsiteX323" fmla="*/ 737311 w 3644004"/>
              <a:gd name="connsiteY323" fmla="*/ 1604454 h 2317325"/>
              <a:gd name="connsiteX324" fmla="*/ 747785 w 3644004"/>
              <a:gd name="connsiteY324" fmla="*/ 1593325 h 2317325"/>
              <a:gd name="connsiteX325" fmla="*/ 711127 w 3644004"/>
              <a:gd name="connsiteY325" fmla="*/ 1585906 h 2317325"/>
              <a:gd name="connsiteX326" fmla="*/ 622317 w 3644004"/>
              <a:gd name="connsiteY326" fmla="*/ 1638057 h 2317325"/>
              <a:gd name="connsiteX327" fmla="*/ 617081 w 3644004"/>
              <a:gd name="connsiteY327" fmla="*/ 1597035 h 2317325"/>
              <a:gd name="connsiteX328" fmla="*/ 590896 w 3644004"/>
              <a:gd name="connsiteY328" fmla="*/ 1611873 h 2317325"/>
              <a:gd name="connsiteX329" fmla="*/ 575186 w 3644004"/>
              <a:gd name="connsiteY329" fmla="*/ 1597035 h 2317325"/>
              <a:gd name="connsiteX330" fmla="*/ 564712 w 3644004"/>
              <a:gd name="connsiteY330" fmla="*/ 1619510 h 2317325"/>
              <a:gd name="connsiteX331" fmla="*/ 538527 w 3644004"/>
              <a:gd name="connsiteY331" fmla="*/ 1612091 h 2317325"/>
              <a:gd name="connsiteX332" fmla="*/ 575186 w 3644004"/>
              <a:gd name="connsiteY332" fmla="*/ 1578487 h 2317325"/>
              <a:gd name="connsiteX333" fmla="*/ 549001 w 3644004"/>
              <a:gd name="connsiteY333" fmla="*/ 1574778 h 2317325"/>
              <a:gd name="connsiteX334" fmla="*/ 596133 w 3644004"/>
              <a:gd name="connsiteY334" fmla="*/ 1548594 h 2317325"/>
              <a:gd name="connsiteX335" fmla="*/ 590896 w 3644004"/>
              <a:gd name="connsiteY335" fmla="*/ 1530046 h 2317325"/>
              <a:gd name="connsiteX336" fmla="*/ 700653 w 3644004"/>
              <a:gd name="connsiteY336" fmla="*/ 1459130 h 2317325"/>
              <a:gd name="connsiteX337" fmla="*/ 758259 w 3644004"/>
              <a:gd name="connsiteY337" fmla="*/ 1429236 h 2317325"/>
              <a:gd name="connsiteX338" fmla="*/ 753022 w 3644004"/>
              <a:gd name="connsiteY338" fmla="*/ 1440364 h 2317325"/>
              <a:gd name="connsiteX339" fmla="*/ 773969 w 3644004"/>
              <a:gd name="connsiteY339" fmla="*/ 1436655 h 2317325"/>
              <a:gd name="connsiteX340" fmla="*/ 763495 w 3644004"/>
              <a:gd name="connsiteY340" fmla="*/ 1410470 h 2317325"/>
              <a:gd name="connsiteX341" fmla="*/ 700653 w 3644004"/>
              <a:gd name="connsiteY341" fmla="*/ 1432945 h 2317325"/>
              <a:gd name="connsiteX342" fmla="*/ 684942 w 3644004"/>
              <a:gd name="connsiteY342" fmla="*/ 1421817 h 2317325"/>
              <a:gd name="connsiteX343" fmla="*/ 350217 w 3644004"/>
              <a:gd name="connsiteY343" fmla="*/ 1544884 h 2317325"/>
              <a:gd name="connsiteX344" fmla="*/ 371165 w 3644004"/>
              <a:gd name="connsiteY344" fmla="*/ 1496443 h 2317325"/>
              <a:gd name="connsiteX345" fmla="*/ 324033 w 3644004"/>
              <a:gd name="connsiteY345" fmla="*/ 1496443 h 2317325"/>
              <a:gd name="connsiteX346" fmla="*/ 423316 w 3644004"/>
              <a:gd name="connsiteY346" fmla="*/ 1451711 h 2317325"/>
              <a:gd name="connsiteX347" fmla="*/ 653521 w 3644004"/>
              <a:gd name="connsiteY347" fmla="*/ 1302459 h 2317325"/>
              <a:gd name="connsiteX348" fmla="*/ 658758 w 3644004"/>
              <a:gd name="connsiteY348" fmla="*/ 1265147 h 2317325"/>
              <a:gd name="connsiteX349" fmla="*/ 590678 w 3644004"/>
              <a:gd name="connsiteY349" fmla="*/ 1309878 h 2317325"/>
              <a:gd name="connsiteX350" fmla="*/ 601152 w 3644004"/>
              <a:gd name="connsiteY350" fmla="*/ 1291331 h 2317325"/>
              <a:gd name="connsiteX351" fmla="*/ 324033 w 3644004"/>
              <a:gd name="connsiteY351" fmla="*/ 1369666 h 2317325"/>
              <a:gd name="connsiteX352" fmla="*/ 219513 w 3644004"/>
              <a:gd name="connsiteY352" fmla="*/ 1421817 h 2317325"/>
              <a:gd name="connsiteX353" fmla="*/ 198566 w 3644004"/>
              <a:gd name="connsiteY353" fmla="*/ 1421817 h 2317325"/>
              <a:gd name="connsiteX354" fmla="*/ 67861 w 3644004"/>
              <a:gd name="connsiteY354" fmla="*/ 1492733 h 2317325"/>
              <a:gd name="connsiteX355" fmla="*/ 146415 w 3644004"/>
              <a:gd name="connsiteY355" fmla="*/ 1432945 h 2317325"/>
              <a:gd name="connsiteX356" fmla="*/ 67861 w 3644004"/>
              <a:gd name="connsiteY356" fmla="*/ 1455420 h 2317325"/>
              <a:gd name="connsiteX357" fmla="*/ 235224 w 3644004"/>
              <a:gd name="connsiteY357" fmla="*/ 1362247 h 2317325"/>
              <a:gd name="connsiteX358" fmla="*/ 261408 w 3644004"/>
              <a:gd name="connsiteY358" fmla="*/ 1339772 h 2317325"/>
              <a:gd name="connsiteX359" fmla="*/ 250934 w 3644004"/>
              <a:gd name="connsiteY359" fmla="*/ 1354610 h 2317325"/>
              <a:gd name="connsiteX360" fmla="*/ 434008 w 3644004"/>
              <a:gd name="connsiteY360" fmla="*/ 1272566 h 2317325"/>
              <a:gd name="connsiteX361" fmla="*/ 428771 w 3644004"/>
              <a:gd name="connsiteY361" fmla="*/ 1283694 h 2317325"/>
              <a:gd name="connsiteX362" fmla="*/ 460192 w 3644004"/>
              <a:gd name="connsiteY362" fmla="*/ 1279984 h 2317325"/>
              <a:gd name="connsiteX363" fmla="*/ 460192 w 3644004"/>
              <a:gd name="connsiteY363" fmla="*/ 1246381 h 2317325"/>
              <a:gd name="connsiteX364" fmla="*/ 397349 w 3644004"/>
              <a:gd name="connsiteY364" fmla="*/ 1264928 h 2317325"/>
              <a:gd name="connsiteX365" fmla="*/ 397349 w 3644004"/>
              <a:gd name="connsiteY365" fmla="*/ 1287403 h 2317325"/>
              <a:gd name="connsiteX366" fmla="*/ 371165 w 3644004"/>
              <a:gd name="connsiteY366" fmla="*/ 1276275 h 2317325"/>
              <a:gd name="connsiteX367" fmla="*/ 282356 w 3644004"/>
              <a:gd name="connsiteY367" fmla="*/ 1317297 h 2317325"/>
              <a:gd name="connsiteX368" fmla="*/ 423534 w 3644004"/>
              <a:gd name="connsiteY368" fmla="*/ 1246381 h 2317325"/>
              <a:gd name="connsiteX369" fmla="*/ 486376 w 3644004"/>
              <a:gd name="connsiteY369" fmla="*/ 1190521 h 2317325"/>
              <a:gd name="connsiteX370" fmla="*/ 460192 w 3644004"/>
              <a:gd name="connsiteY370" fmla="*/ 1190521 h 2317325"/>
              <a:gd name="connsiteX371" fmla="*/ 0 w 3644004"/>
              <a:gd name="connsiteY371" fmla="*/ 1339772 h 2317325"/>
              <a:gd name="connsiteX372" fmla="*/ 313777 w 3644004"/>
              <a:gd name="connsiteY372" fmla="*/ 1197940 h 2317325"/>
              <a:gd name="connsiteX373" fmla="*/ 549219 w 3644004"/>
              <a:gd name="connsiteY373" fmla="*/ 1119605 h 2317325"/>
              <a:gd name="connsiteX374" fmla="*/ 564930 w 3644004"/>
              <a:gd name="connsiteY374" fmla="*/ 1123314 h 2317325"/>
              <a:gd name="connsiteX375" fmla="*/ 585877 w 3644004"/>
              <a:gd name="connsiteY375" fmla="*/ 1082292 h 2317325"/>
              <a:gd name="connsiteX376" fmla="*/ 633010 w 3644004"/>
              <a:gd name="connsiteY376" fmla="*/ 1071163 h 2317325"/>
              <a:gd name="connsiteX377" fmla="*/ 617299 w 3644004"/>
              <a:gd name="connsiteY377" fmla="*/ 1071163 h 2317325"/>
              <a:gd name="connsiteX378" fmla="*/ 633010 w 3644004"/>
              <a:gd name="connsiteY378" fmla="*/ 1052616 h 2317325"/>
              <a:gd name="connsiteX379" fmla="*/ 596351 w 3644004"/>
              <a:gd name="connsiteY379" fmla="*/ 1056325 h 2317325"/>
              <a:gd name="connsiteX380" fmla="*/ 591114 w 3644004"/>
              <a:gd name="connsiteY380" fmla="*/ 1041488 h 2317325"/>
              <a:gd name="connsiteX381" fmla="*/ 486595 w 3644004"/>
              <a:gd name="connsiteY381" fmla="*/ 1063963 h 2317325"/>
              <a:gd name="connsiteX382" fmla="*/ 544201 w 3644004"/>
              <a:gd name="connsiteY382" fmla="*/ 1045415 h 2317325"/>
              <a:gd name="connsiteX383" fmla="*/ 554674 w 3644004"/>
              <a:gd name="connsiteY383" fmla="*/ 1015521 h 2317325"/>
              <a:gd name="connsiteX384" fmla="*/ 538964 w 3644004"/>
              <a:gd name="connsiteY384" fmla="*/ 1015521 h 2317325"/>
              <a:gd name="connsiteX385" fmla="*/ 559911 w 3644004"/>
              <a:gd name="connsiteY385" fmla="*/ 996974 h 2317325"/>
              <a:gd name="connsiteX386" fmla="*/ 607043 w 3644004"/>
              <a:gd name="connsiteY386" fmla="*/ 996974 h 2317325"/>
              <a:gd name="connsiteX387" fmla="*/ 559911 w 3644004"/>
              <a:gd name="connsiteY387" fmla="*/ 974499 h 2317325"/>
              <a:gd name="connsiteX388" fmla="*/ 497068 w 3644004"/>
              <a:gd name="connsiteY388" fmla="*/ 985627 h 2317325"/>
              <a:gd name="connsiteX389" fmla="*/ 538964 w 3644004"/>
              <a:gd name="connsiteY389" fmla="*/ 952024 h 2317325"/>
              <a:gd name="connsiteX390" fmla="*/ 601806 w 3644004"/>
              <a:gd name="connsiteY390" fmla="*/ 925839 h 2317325"/>
              <a:gd name="connsiteX391" fmla="*/ 648938 w 3644004"/>
              <a:gd name="connsiteY391" fmla="*/ 903364 h 2317325"/>
              <a:gd name="connsiteX392" fmla="*/ 675123 w 3644004"/>
              <a:gd name="connsiteY392" fmla="*/ 892236 h 2317325"/>
              <a:gd name="connsiteX393" fmla="*/ 643702 w 3644004"/>
              <a:gd name="connsiteY393" fmla="*/ 903364 h 2317325"/>
              <a:gd name="connsiteX394" fmla="*/ 690834 w 3644004"/>
              <a:gd name="connsiteY394" fmla="*/ 869761 h 2317325"/>
              <a:gd name="connsiteX395" fmla="*/ 617517 w 3644004"/>
              <a:gd name="connsiteY395" fmla="*/ 877180 h 2317325"/>
              <a:gd name="connsiteX396" fmla="*/ 633228 w 3644004"/>
              <a:gd name="connsiteY396" fmla="*/ 907074 h 2317325"/>
              <a:gd name="connsiteX397" fmla="*/ 617517 w 3644004"/>
              <a:gd name="connsiteY397" fmla="*/ 903364 h 2317325"/>
              <a:gd name="connsiteX398" fmla="*/ 586096 w 3644004"/>
              <a:gd name="connsiteY398" fmla="*/ 910783 h 2317325"/>
              <a:gd name="connsiteX399" fmla="*/ 575622 w 3644004"/>
              <a:gd name="connsiteY399" fmla="*/ 903364 h 2317325"/>
              <a:gd name="connsiteX400" fmla="*/ 512779 w 3644004"/>
              <a:gd name="connsiteY400" fmla="*/ 933258 h 2317325"/>
              <a:gd name="connsiteX401" fmla="*/ 361127 w 3644004"/>
              <a:gd name="connsiteY401" fmla="*/ 970571 h 2317325"/>
              <a:gd name="connsiteX402" fmla="*/ 392549 w 3644004"/>
              <a:gd name="connsiteY402" fmla="*/ 944387 h 2317325"/>
              <a:gd name="connsiteX403" fmla="*/ 298503 w 3644004"/>
              <a:gd name="connsiteY403" fmla="*/ 966862 h 2317325"/>
              <a:gd name="connsiteX404" fmla="*/ 261845 w 3644004"/>
              <a:gd name="connsiteY404" fmla="*/ 966862 h 2317325"/>
              <a:gd name="connsiteX405" fmla="*/ 350654 w 3644004"/>
              <a:gd name="connsiteY405" fmla="*/ 925839 h 2317325"/>
              <a:gd name="connsiteX406" fmla="*/ 334943 w 3644004"/>
              <a:gd name="connsiteY406" fmla="*/ 918420 h 2317325"/>
              <a:gd name="connsiteX407" fmla="*/ 523253 w 3644004"/>
              <a:gd name="connsiteY407" fmla="*/ 862560 h 2317325"/>
              <a:gd name="connsiteX408" fmla="*/ 606825 w 3644004"/>
              <a:gd name="connsiteY408" fmla="*/ 814119 h 2317325"/>
              <a:gd name="connsiteX409" fmla="*/ 617299 w 3644004"/>
              <a:gd name="connsiteY409" fmla="*/ 799281 h 2317325"/>
              <a:gd name="connsiteX410" fmla="*/ 606825 w 3644004"/>
              <a:gd name="connsiteY410" fmla="*/ 829175 h 2317325"/>
              <a:gd name="connsiteX411" fmla="*/ 549219 w 3644004"/>
              <a:gd name="connsiteY411" fmla="*/ 844013 h 2317325"/>
              <a:gd name="connsiteX412" fmla="*/ 549219 w 3644004"/>
              <a:gd name="connsiteY412" fmla="*/ 858851 h 2317325"/>
              <a:gd name="connsiteX413" fmla="*/ 596351 w 3644004"/>
              <a:gd name="connsiteY413" fmla="*/ 836376 h 2317325"/>
              <a:gd name="connsiteX414" fmla="*/ 653957 w 3644004"/>
              <a:gd name="connsiteY414" fmla="*/ 825247 h 2317325"/>
              <a:gd name="connsiteX415" fmla="*/ 1030577 w 3644004"/>
              <a:gd name="connsiteY415" fmla="*/ 724437 h 2317325"/>
              <a:gd name="connsiteX416" fmla="*/ 1051525 w 3644004"/>
              <a:gd name="connsiteY416" fmla="*/ 713309 h 2317325"/>
              <a:gd name="connsiteX417" fmla="*/ 1088183 w 3644004"/>
              <a:gd name="connsiteY417" fmla="*/ 687124 h 2317325"/>
              <a:gd name="connsiteX418" fmla="*/ 1124841 w 3644004"/>
              <a:gd name="connsiteY418" fmla="*/ 657230 h 2317325"/>
              <a:gd name="connsiteX419" fmla="*/ 1135315 w 3644004"/>
              <a:gd name="connsiteY419" fmla="*/ 646102 h 2317325"/>
              <a:gd name="connsiteX420" fmla="*/ 1161499 w 3644004"/>
              <a:gd name="connsiteY420" fmla="*/ 646102 h 2317325"/>
              <a:gd name="connsiteX421" fmla="*/ 1177210 w 3644004"/>
              <a:gd name="connsiteY421" fmla="*/ 619917 h 2317325"/>
              <a:gd name="connsiteX422" fmla="*/ 1177210 w 3644004"/>
              <a:gd name="connsiteY422" fmla="*/ 631046 h 2317325"/>
              <a:gd name="connsiteX423" fmla="*/ 1198158 w 3644004"/>
              <a:gd name="connsiteY423" fmla="*/ 631046 h 2317325"/>
              <a:gd name="connsiteX424" fmla="*/ 1219105 w 3644004"/>
              <a:gd name="connsiteY424" fmla="*/ 601152 h 2317325"/>
              <a:gd name="connsiteX425" fmla="*/ 1151026 w 3644004"/>
              <a:gd name="connsiteY425" fmla="*/ 634755 h 2317325"/>
              <a:gd name="connsiteX426" fmla="*/ 1124841 w 3644004"/>
              <a:gd name="connsiteY426" fmla="*/ 631046 h 2317325"/>
              <a:gd name="connsiteX427" fmla="*/ 1250308 w 3644004"/>
              <a:gd name="connsiteY427" fmla="*/ 567548 h 2317325"/>
              <a:gd name="connsiteX428" fmla="*/ 1333880 w 3644004"/>
              <a:gd name="connsiteY428" fmla="*/ 545074 h 2317325"/>
              <a:gd name="connsiteX429" fmla="*/ 1156044 w 3644004"/>
              <a:gd name="connsiteY429" fmla="*/ 600934 h 2317325"/>
              <a:gd name="connsiteX430" fmla="*/ 727274 w 3644004"/>
              <a:gd name="connsiteY430" fmla="*/ 739057 h 2317325"/>
              <a:gd name="connsiteX431" fmla="*/ 711563 w 3644004"/>
              <a:gd name="connsiteY431" fmla="*/ 765241 h 2317325"/>
              <a:gd name="connsiteX432" fmla="*/ 643483 w 3644004"/>
              <a:gd name="connsiteY432" fmla="*/ 787716 h 2317325"/>
              <a:gd name="connsiteX433" fmla="*/ 685378 w 3644004"/>
              <a:gd name="connsiteY433" fmla="*/ 739275 h 2317325"/>
              <a:gd name="connsiteX434" fmla="*/ 549437 w 3644004"/>
              <a:gd name="connsiteY434" fmla="*/ 769169 h 2317325"/>
              <a:gd name="connsiteX435" fmla="*/ 586096 w 3644004"/>
              <a:gd name="connsiteY435" fmla="*/ 728147 h 2317325"/>
              <a:gd name="connsiteX436" fmla="*/ 638465 w 3644004"/>
              <a:gd name="connsiteY436" fmla="*/ 701962 h 2317325"/>
              <a:gd name="connsiteX437" fmla="*/ 648938 w 3644004"/>
              <a:gd name="connsiteY437" fmla="*/ 716800 h 2317325"/>
              <a:gd name="connsiteX438" fmla="*/ 680360 w 3644004"/>
              <a:gd name="connsiteY438" fmla="*/ 701962 h 2317325"/>
              <a:gd name="connsiteX439" fmla="*/ 706544 w 3644004"/>
              <a:gd name="connsiteY439" fmla="*/ 701962 h 2317325"/>
              <a:gd name="connsiteX440" fmla="*/ 863433 w 3644004"/>
              <a:gd name="connsiteY440" fmla="*/ 627336 h 2317325"/>
              <a:gd name="connsiteX441" fmla="*/ 915802 w 3644004"/>
              <a:gd name="connsiteY441" fmla="*/ 612499 h 2317325"/>
              <a:gd name="connsiteX442" fmla="*/ 905328 w 3644004"/>
              <a:gd name="connsiteY442" fmla="*/ 601370 h 2317325"/>
              <a:gd name="connsiteX443" fmla="*/ 926276 w 3644004"/>
              <a:gd name="connsiteY443" fmla="*/ 593951 h 2317325"/>
              <a:gd name="connsiteX444" fmla="*/ 926276 w 3644004"/>
              <a:gd name="connsiteY444" fmla="*/ 608789 h 2317325"/>
              <a:gd name="connsiteX445" fmla="*/ 968171 w 3644004"/>
              <a:gd name="connsiteY445" fmla="*/ 590242 h 2317325"/>
              <a:gd name="connsiteX446" fmla="*/ 957697 w 3644004"/>
              <a:gd name="connsiteY446" fmla="*/ 575404 h 2317325"/>
              <a:gd name="connsiteX447" fmla="*/ 1041269 w 3644004"/>
              <a:gd name="connsiteY447" fmla="*/ 538091 h 2317325"/>
              <a:gd name="connsiteX448" fmla="*/ 1025558 w 3644004"/>
              <a:gd name="connsiteY448" fmla="*/ 552929 h 2317325"/>
              <a:gd name="connsiteX449" fmla="*/ 1051743 w 3644004"/>
              <a:gd name="connsiteY449" fmla="*/ 556638 h 2317325"/>
              <a:gd name="connsiteX450" fmla="*/ 1077927 w 3644004"/>
              <a:gd name="connsiteY450" fmla="*/ 530454 h 2317325"/>
              <a:gd name="connsiteX451" fmla="*/ 1287185 w 3644004"/>
              <a:gd name="connsiteY451" fmla="*/ 444700 h 2317325"/>
              <a:gd name="connsiteX452" fmla="*/ 1271474 w 3644004"/>
              <a:gd name="connsiteY452" fmla="*/ 426152 h 2317325"/>
              <a:gd name="connsiteX453" fmla="*/ 1187902 w 3644004"/>
              <a:gd name="connsiteY453" fmla="*/ 470884 h 2317325"/>
              <a:gd name="connsiteX454" fmla="*/ 1140770 w 3644004"/>
              <a:gd name="connsiteY454" fmla="*/ 470884 h 2317325"/>
              <a:gd name="connsiteX455" fmla="*/ 1156481 w 3644004"/>
              <a:gd name="connsiteY455" fmla="*/ 456046 h 2317325"/>
              <a:gd name="connsiteX456" fmla="*/ 1172191 w 3644004"/>
              <a:gd name="connsiteY456" fmla="*/ 456046 h 2317325"/>
              <a:gd name="connsiteX457" fmla="*/ 1318606 w 3644004"/>
              <a:gd name="connsiteY457" fmla="*/ 385130 h 2317325"/>
              <a:gd name="connsiteX458" fmla="*/ 1454547 w 3644004"/>
              <a:gd name="connsiteY458" fmla="*/ 332979 h 2317325"/>
              <a:gd name="connsiteX459" fmla="*/ 1679515 w 3644004"/>
              <a:gd name="connsiteY459" fmla="*/ 262063 h 2317325"/>
              <a:gd name="connsiteX460" fmla="*/ 1695226 w 3644004"/>
              <a:gd name="connsiteY460" fmla="*/ 250935 h 2317325"/>
              <a:gd name="connsiteX461" fmla="*/ 1993293 w 3644004"/>
              <a:gd name="connsiteY461" fmla="*/ 135286 h 2317325"/>
              <a:gd name="connsiteX462" fmla="*/ 1988056 w 3644004"/>
              <a:gd name="connsiteY462" fmla="*/ 153834 h 2317325"/>
              <a:gd name="connsiteX463" fmla="*/ 1914739 w 3644004"/>
              <a:gd name="connsiteY463" fmla="*/ 180018 h 2317325"/>
              <a:gd name="connsiteX464" fmla="*/ 1810220 w 3644004"/>
              <a:gd name="connsiteY464" fmla="*/ 239806 h 2317325"/>
              <a:gd name="connsiteX465" fmla="*/ 1810220 w 3644004"/>
              <a:gd name="connsiteY465" fmla="*/ 247225 h 2317325"/>
              <a:gd name="connsiteX466" fmla="*/ 1831167 w 3644004"/>
              <a:gd name="connsiteY466" fmla="*/ 250935 h 2317325"/>
              <a:gd name="connsiteX467" fmla="*/ 1883536 w 3644004"/>
              <a:gd name="connsiteY467" fmla="*/ 221041 h 2317325"/>
              <a:gd name="connsiteX468" fmla="*/ 1873062 w 3644004"/>
              <a:gd name="connsiteY468" fmla="*/ 239588 h 2317325"/>
              <a:gd name="connsiteX469" fmla="*/ 2009003 w 3644004"/>
              <a:gd name="connsiteY469" fmla="*/ 202275 h 2317325"/>
              <a:gd name="connsiteX470" fmla="*/ 2029951 w 3644004"/>
              <a:gd name="connsiteY470" fmla="*/ 217113 h 2317325"/>
              <a:gd name="connsiteX471" fmla="*/ 2003766 w 3644004"/>
              <a:gd name="connsiteY471" fmla="*/ 224532 h 2317325"/>
              <a:gd name="connsiteX472" fmla="*/ 2040425 w 3644004"/>
              <a:gd name="connsiteY472" fmla="*/ 228241 h 2317325"/>
              <a:gd name="connsiteX473" fmla="*/ 2056135 w 3644004"/>
              <a:gd name="connsiteY473" fmla="*/ 209694 h 2317325"/>
              <a:gd name="connsiteX474" fmla="*/ 2103267 w 3644004"/>
              <a:gd name="connsiteY474" fmla="*/ 217113 h 2317325"/>
              <a:gd name="connsiteX475" fmla="*/ 2114832 w 3644004"/>
              <a:gd name="connsiteY475" fmla="*/ 198129 h 2317325"/>
              <a:gd name="connsiteX476" fmla="*/ 2114832 w 3644004"/>
              <a:gd name="connsiteY476" fmla="*/ 198129 h 2317325"/>
              <a:gd name="connsiteX477" fmla="*/ 2658596 w 3644004"/>
              <a:gd name="connsiteY477" fmla="*/ 869543 h 2317325"/>
              <a:gd name="connsiteX478" fmla="*/ 2642886 w 3644004"/>
              <a:gd name="connsiteY478" fmla="*/ 869543 h 2317325"/>
              <a:gd name="connsiteX479" fmla="*/ 2642886 w 3644004"/>
              <a:gd name="connsiteY479" fmla="*/ 876962 h 2317325"/>
              <a:gd name="connsiteX480" fmla="*/ 2658596 w 3644004"/>
              <a:gd name="connsiteY480" fmla="*/ 869543 h 2317325"/>
              <a:gd name="connsiteX481" fmla="*/ 2658596 w 3644004"/>
              <a:gd name="connsiteY481" fmla="*/ 869543 h 2317325"/>
              <a:gd name="connsiteX482" fmla="*/ 2595972 w 3644004"/>
              <a:gd name="connsiteY482" fmla="*/ 903146 h 2317325"/>
              <a:gd name="connsiteX483" fmla="*/ 2601209 w 3644004"/>
              <a:gd name="connsiteY483" fmla="*/ 892018 h 2317325"/>
              <a:gd name="connsiteX484" fmla="*/ 2585498 w 3644004"/>
              <a:gd name="connsiteY484" fmla="*/ 892018 h 2317325"/>
              <a:gd name="connsiteX485" fmla="*/ 2585498 w 3644004"/>
              <a:gd name="connsiteY485" fmla="*/ 903146 h 2317325"/>
              <a:gd name="connsiteX486" fmla="*/ 2595972 w 3644004"/>
              <a:gd name="connsiteY486" fmla="*/ 903146 h 2317325"/>
              <a:gd name="connsiteX487" fmla="*/ 2595972 w 3644004"/>
              <a:gd name="connsiteY487" fmla="*/ 903146 h 2317325"/>
              <a:gd name="connsiteX488" fmla="*/ 592860 w 3644004"/>
              <a:gd name="connsiteY488" fmla="*/ 1100839 h 2317325"/>
              <a:gd name="connsiteX489" fmla="*/ 613808 w 3644004"/>
              <a:gd name="connsiteY489" fmla="*/ 1086001 h 2317325"/>
              <a:gd name="connsiteX490" fmla="*/ 592860 w 3644004"/>
              <a:gd name="connsiteY490" fmla="*/ 1100839 h 2317325"/>
              <a:gd name="connsiteX491" fmla="*/ 592860 w 3644004"/>
              <a:gd name="connsiteY491" fmla="*/ 1100839 h 2317325"/>
              <a:gd name="connsiteX492" fmla="*/ 561439 w 3644004"/>
              <a:gd name="connsiteY492" fmla="*/ 962934 h 2317325"/>
              <a:gd name="connsiteX493" fmla="*/ 598097 w 3644004"/>
              <a:gd name="connsiteY493" fmla="*/ 955515 h 2317325"/>
              <a:gd name="connsiteX494" fmla="*/ 603334 w 3644004"/>
              <a:gd name="connsiteY494" fmla="*/ 944387 h 2317325"/>
              <a:gd name="connsiteX495" fmla="*/ 561439 w 3644004"/>
              <a:gd name="connsiteY495" fmla="*/ 962934 h 2317325"/>
              <a:gd name="connsiteX496" fmla="*/ 561439 w 3644004"/>
              <a:gd name="connsiteY496" fmla="*/ 962934 h 2317325"/>
              <a:gd name="connsiteX497" fmla="*/ 2083411 w 3644004"/>
              <a:gd name="connsiteY497" fmla="*/ 310068 h 2317325"/>
              <a:gd name="connsiteX498" fmla="*/ 2093885 w 3644004"/>
              <a:gd name="connsiteY498" fmla="*/ 321196 h 2317325"/>
              <a:gd name="connsiteX499" fmla="*/ 2135780 w 3644004"/>
              <a:gd name="connsiteY499" fmla="*/ 295012 h 2317325"/>
              <a:gd name="connsiteX500" fmla="*/ 2083411 w 3644004"/>
              <a:gd name="connsiteY500" fmla="*/ 310068 h 2317325"/>
              <a:gd name="connsiteX501" fmla="*/ 2083411 w 3644004"/>
              <a:gd name="connsiteY501" fmla="*/ 310068 h 2317325"/>
              <a:gd name="connsiteX502" fmla="*/ 2297905 w 3644004"/>
              <a:gd name="connsiteY502" fmla="*/ 321196 h 2317325"/>
              <a:gd name="connsiteX503" fmla="*/ 2313616 w 3644004"/>
              <a:gd name="connsiteY503" fmla="*/ 324906 h 2317325"/>
              <a:gd name="connsiteX504" fmla="*/ 2334564 w 3644004"/>
              <a:gd name="connsiteY504" fmla="*/ 306358 h 2317325"/>
              <a:gd name="connsiteX505" fmla="*/ 2297905 w 3644004"/>
              <a:gd name="connsiteY505" fmla="*/ 321196 h 2317325"/>
              <a:gd name="connsiteX506" fmla="*/ 2297905 w 3644004"/>
              <a:gd name="connsiteY506" fmla="*/ 321196 h 2317325"/>
              <a:gd name="connsiteX507" fmla="*/ 2454794 w 3644004"/>
              <a:gd name="connsiteY507" fmla="*/ 343671 h 2317325"/>
              <a:gd name="connsiteX508" fmla="*/ 2590735 w 3644004"/>
              <a:gd name="connsiteY508" fmla="*/ 328833 h 2317325"/>
              <a:gd name="connsiteX509" fmla="*/ 2595972 w 3644004"/>
              <a:gd name="connsiteY509" fmla="*/ 306358 h 2317325"/>
              <a:gd name="connsiteX510" fmla="*/ 2454794 w 3644004"/>
              <a:gd name="connsiteY510" fmla="*/ 343671 h 2317325"/>
              <a:gd name="connsiteX511" fmla="*/ 2454794 w 3644004"/>
              <a:gd name="connsiteY511" fmla="*/ 343671 h 2317325"/>
              <a:gd name="connsiteX512" fmla="*/ 1827239 w 3644004"/>
              <a:gd name="connsiteY512" fmla="*/ 388403 h 2317325"/>
              <a:gd name="connsiteX513" fmla="*/ 1822002 w 3644004"/>
              <a:gd name="connsiteY513" fmla="*/ 410878 h 2317325"/>
              <a:gd name="connsiteX514" fmla="*/ 1858661 w 3644004"/>
              <a:gd name="connsiteY514" fmla="*/ 392331 h 2317325"/>
              <a:gd name="connsiteX515" fmla="*/ 1827239 w 3644004"/>
              <a:gd name="connsiteY515" fmla="*/ 388403 h 2317325"/>
              <a:gd name="connsiteX516" fmla="*/ 1827239 w 3644004"/>
              <a:gd name="connsiteY516" fmla="*/ 388403 h 2317325"/>
              <a:gd name="connsiteX517" fmla="*/ 1957944 w 3644004"/>
              <a:gd name="connsiteY517" fmla="*/ 358509 h 2317325"/>
              <a:gd name="connsiteX518" fmla="*/ 1968417 w 3644004"/>
              <a:gd name="connsiteY518" fmla="*/ 365928 h 2317325"/>
              <a:gd name="connsiteX519" fmla="*/ 1989365 w 3644004"/>
              <a:gd name="connsiteY519" fmla="*/ 347381 h 2317325"/>
              <a:gd name="connsiteX520" fmla="*/ 2062681 w 3644004"/>
              <a:gd name="connsiteY520" fmla="*/ 321196 h 2317325"/>
              <a:gd name="connsiteX521" fmla="*/ 1863898 w 3644004"/>
              <a:gd name="connsiteY521" fmla="*/ 377056 h 2317325"/>
              <a:gd name="connsiteX522" fmla="*/ 1858661 w 3644004"/>
              <a:gd name="connsiteY522" fmla="*/ 391894 h 2317325"/>
              <a:gd name="connsiteX523" fmla="*/ 1957944 w 3644004"/>
              <a:gd name="connsiteY523" fmla="*/ 358509 h 2317325"/>
              <a:gd name="connsiteX524" fmla="*/ 1957944 w 3644004"/>
              <a:gd name="connsiteY524" fmla="*/ 358509 h 2317325"/>
              <a:gd name="connsiteX525" fmla="*/ 2276958 w 3644004"/>
              <a:gd name="connsiteY525" fmla="*/ 392113 h 2317325"/>
              <a:gd name="connsiteX526" fmla="*/ 2329327 w 3644004"/>
              <a:gd name="connsiteY526" fmla="*/ 377275 h 2317325"/>
              <a:gd name="connsiteX527" fmla="*/ 2324090 w 3644004"/>
              <a:gd name="connsiteY527" fmla="*/ 373565 h 2317325"/>
              <a:gd name="connsiteX528" fmla="*/ 2313616 w 3644004"/>
              <a:gd name="connsiteY528" fmla="*/ 373565 h 2317325"/>
              <a:gd name="connsiteX529" fmla="*/ 2276958 w 3644004"/>
              <a:gd name="connsiteY529" fmla="*/ 392113 h 2317325"/>
              <a:gd name="connsiteX530" fmla="*/ 2276958 w 3644004"/>
              <a:gd name="connsiteY530" fmla="*/ 392113 h 2317325"/>
              <a:gd name="connsiteX531" fmla="*/ 1351337 w 3644004"/>
              <a:gd name="connsiteY531" fmla="*/ 410878 h 2317325"/>
              <a:gd name="connsiteX532" fmla="*/ 1377521 w 3644004"/>
              <a:gd name="connsiteY532" fmla="*/ 399750 h 2317325"/>
              <a:gd name="connsiteX533" fmla="*/ 1351337 w 3644004"/>
              <a:gd name="connsiteY533" fmla="*/ 410878 h 2317325"/>
              <a:gd name="connsiteX534" fmla="*/ 1351337 w 3644004"/>
              <a:gd name="connsiteY534" fmla="*/ 410878 h 2317325"/>
              <a:gd name="connsiteX535" fmla="*/ 1675588 w 3644004"/>
              <a:gd name="connsiteY535" fmla="*/ 448191 h 2317325"/>
              <a:gd name="connsiteX536" fmla="*/ 1795818 w 3644004"/>
              <a:gd name="connsiteY536" fmla="*/ 410878 h 2317325"/>
              <a:gd name="connsiteX537" fmla="*/ 1675588 w 3644004"/>
              <a:gd name="connsiteY537" fmla="*/ 448191 h 2317325"/>
              <a:gd name="connsiteX538" fmla="*/ 1675588 w 3644004"/>
              <a:gd name="connsiteY538" fmla="*/ 448191 h 2317325"/>
              <a:gd name="connsiteX539" fmla="*/ 2114832 w 3644004"/>
              <a:gd name="connsiteY539" fmla="*/ 444263 h 2317325"/>
              <a:gd name="connsiteX540" fmla="*/ 2161964 w 3644004"/>
              <a:gd name="connsiteY540" fmla="*/ 425716 h 2317325"/>
              <a:gd name="connsiteX541" fmla="*/ 2114832 w 3644004"/>
              <a:gd name="connsiteY541" fmla="*/ 444263 h 2317325"/>
              <a:gd name="connsiteX542" fmla="*/ 2114832 w 3644004"/>
              <a:gd name="connsiteY542" fmla="*/ 444263 h 2317325"/>
              <a:gd name="connsiteX543" fmla="*/ 1581324 w 3644004"/>
              <a:gd name="connsiteY543" fmla="*/ 470448 h 2317325"/>
              <a:gd name="connsiteX544" fmla="*/ 1659877 w 3644004"/>
              <a:gd name="connsiteY544" fmla="*/ 451900 h 2317325"/>
              <a:gd name="connsiteX545" fmla="*/ 1581324 w 3644004"/>
              <a:gd name="connsiteY545" fmla="*/ 470448 h 2317325"/>
              <a:gd name="connsiteX546" fmla="*/ 1581324 w 3644004"/>
              <a:gd name="connsiteY546" fmla="*/ 470448 h 2317325"/>
              <a:gd name="connsiteX547" fmla="*/ 1989365 w 3644004"/>
              <a:gd name="connsiteY547" fmla="*/ 477867 h 2317325"/>
              <a:gd name="connsiteX548" fmla="*/ 2078174 w 3644004"/>
              <a:gd name="connsiteY548" fmla="*/ 455392 h 2317325"/>
              <a:gd name="connsiteX549" fmla="*/ 1989365 w 3644004"/>
              <a:gd name="connsiteY549" fmla="*/ 477867 h 2317325"/>
              <a:gd name="connsiteX550" fmla="*/ 1989365 w 3644004"/>
              <a:gd name="connsiteY550" fmla="*/ 477867 h 2317325"/>
              <a:gd name="connsiteX551" fmla="*/ 1544665 w 3644004"/>
              <a:gd name="connsiteY551" fmla="*/ 481576 h 2317325"/>
              <a:gd name="connsiteX552" fmla="*/ 1570850 w 3644004"/>
              <a:gd name="connsiteY552" fmla="*/ 477867 h 2317325"/>
              <a:gd name="connsiteX553" fmla="*/ 1565613 w 3644004"/>
              <a:gd name="connsiteY553" fmla="*/ 466738 h 2317325"/>
              <a:gd name="connsiteX554" fmla="*/ 1544665 w 3644004"/>
              <a:gd name="connsiteY554" fmla="*/ 481576 h 2317325"/>
              <a:gd name="connsiteX555" fmla="*/ 1544665 w 3644004"/>
              <a:gd name="connsiteY555" fmla="*/ 481576 h 2317325"/>
              <a:gd name="connsiteX556" fmla="*/ 2637649 w 3644004"/>
              <a:gd name="connsiteY556" fmla="*/ 489213 h 2317325"/>
              <a:gd name="connsiteX557" fmla="*/ 2700491 w 3644004"/>
              <a:gd name="connsiteY557" fmla="*/ 466738 h 2317325"/>
              <a:gd name="connsiteX558" fmla="*/ 2637649 w 3644004"/>
              <a:gd name="connsiteY558" fmla="*/ 489213 h 2317325"/>
              <a:gd name="connsiteX559" fmla="*/ 2637649 w 3644004"/>
              <a:gd name="connsiteY559" fmla="*/ 489213 h 2317325"/>
              <a:gd name="connsiteX560" fmla="*/ 1440146 w 3644004"/>
              <a:gd name="connsiteY560" fmla="*/ 518889 h 2317325"/>
              <a:gd name="connsiteX561" fmla="*/ 1539428 w 3644004"/>
              <a:gd name="connsiteY561" fmla="*/ 481576 h 2317325"/>
              <a:gd name="connsiteX562" fmla="*/ 1440146 w 3644004"/>
              <a:gd name="connsiteY562" fmla="*/ 518889 h 2317325"/>
              <a:gd name="connsiteX563" fmla="*/ 1440146 w 3644004"/>
              <a:gd name="connsiteY563" fmla="*/ 518889 h 2317325"/>
              <a:gd name="connsiteX564" fmla="*/ 1717265 w 3644004"/>
              <a:gd name="connsiteY564" fmla="*/ 559911 h 2317325"/>
              <a:gd name="connsiteX565" fmla="*/ 1973436 w 3644004"/>
              <a:gd name="connsiteY565" fmla="*/ 485286 h 2317325"/>
              <a:gd name="connsiteX566" fmla="*/ 1717265 w 3644004"/>
              <a:gd name="connsiteY566" fmla="*/ 559911 h 2317325"/>
              <a:gd name="connsiteX567" fmla="*/ 1717265 w 3644004"/>
              <a:gd name="connsiteY567" fmla="*/ 559911 h 2317325"/>
              <a:gd name="connsiteX568" fmla="*/ 1361592 w 3644004"/>
              <a:gd name="connsiteY568" fmla="*/ 545074 h 2317325"/>
              <a:gd name="connsiteX569" fmla="*/ 1429672 w 3644004"/>
              <a:gd name="connsiteY569" fmla="*/ 518889 h 2317325"/>
              <a:gd name="connsiteX570" fmla="*/ 1361592 w 3644004"/>
              <a:gd name="connsiteY570" fmla="*/ 545074 h 2317325"/>
              <a:gd name="connsiteX571" fmla="*/ 1361592 w 3644004"/>
              <a:gd name="connsiteY571" fmla="*/ 545074 h 2317325"/>
              <a:gd name="connsiteX572" fmla="*/ 1633693 w 3644004"/>
              <a:gd name="connsiteY572" fmla="*/ 593515 h 2317325"/>
              <a:gd name="connsiteX573" fmla="*/ 1717265 w 3644004"/>
              <a:gd name="connsiteY573" fmla="*/ 563621 h 2317325"/>
              <a:gd name="connsiteX574" fmla="*/ 1633693 w 3644004"/>
              <a:gd name="connsiteY574" fmla="*/ 593515 h 2317325"/>
              <a:gd name="connsiteX575" fmla="*/ 1633693 w 3644004"/>
              <a:gd name="connsiteY575" fmla="*/ 593515 h 2317325"/>
              <a:gd name="connsiteX576" fmla="*/ 979954 w 3644004"/>
              <a:gd name="connsiteY576" fmla="*/ 582386 h 2317325"/>
              <a:gd name="connsiteX577" fmla="*/ 1006138 w 3644004"/>
              <a:gd name="connsiteY577" fmla="*/ 567548 h 2317325"/>
              <a:gd name="connsiteX578" fmla="*/ 979954 w 3644004"/>
              <a:gd name="connsiteY578" fmla="*/ 582386 h 2317325"/>
              <a:gd name="connsiteX579" fmla="*/ 979954 w 3644004"/>
              <a:gd name="connsiteY579" fmla="*/ 582386 h 2317325"/>
              <a:gd name="connsiteX580" fmla="*/ 1555139 w 3644004"/>
              <a:gd name="connsiteY580" fmla="*/ 623409 h 2317325"/>
              <a:gd name="connsiteX581" fmla="*/ 1628456 w 3644004"/>
              <a:gd name="connsiteY581" fmla="*/ 589805 h 2317325"/>
              <a:gd name="connsiteX582" fmla="*/ 1555139 w 3644004"/>
              <a:gd name="connsiteY582" fmla="*/ 623409 h 2317325"/>
              <a:gd name="connsiteX583" fmla="*/ 1555139 w 3644004"/>
              <a:gd name="connsiteY583" fmla="*/ 623409 h 2317325"/>
              <a:gd name="connsiteX584" fmla="*/ 2611682 w 3644004"/>
              <a:gd name="connsiteY584" fmla="*/ 597224 h 2317325"/>
              <a:gd name="connsiteX585" fmla="*/ 2611682 w 3644004"/>
              <a:gd name="connsiteY585" fmla="*/ 604643 h 2317325"/>
              <a:gd name="connsiteX586" fmla="*/ 2658814 w 3644004"/>
              <a:gd name="connsiteY586" fmla="*/ 589805 h 2317325"/>
              <a:gd name="connsiteX587" fmla="*/ 2611682 w 3644004"/>
              <a:gd name="connsiteY587" fmla="*/ 597224 h 2317325"/>
              <a:gd name="connsiteX588" fmla="*/ 2611682 w 3644004"/>
              <a:gd name="connsiteY588" fmla="*/ 597224 h 2317325"/>
              <a:gd name="connsiteX589" fmla="*/ 2496471 w 3644004"/>
              <a:gd name="connsiteY589" fmla="*/ 608571 h 2317325"/>
              <a:gd name="connsiteX590" fmla="*/ 2527892 w 3644004"/>
              <a:gd name="connsiteY590" fmla="*/ 601152 h 2317325"/>
              <a:gd name="connsiteX591" fmla="*/ 2496471 w 3644004"/>
              <a:gd name="connsiteY591" fmla="*/ 608571 h 2317325"/>
              <a:gd name="connsiteX592" fmla="*/ 2496471 w 3644004"/>
              <a:gd name="connsiteY592" fmla="*/ 608571 h 2317325"/>
              <a:gd name="connsiteX593" fmla="*/ 1319915 w 3644004"/>
              <a:gd name="connsiteY593" fmla="*/ 757822 h 2317325"/>
              <a:gd name="connsiteX594" fmla="*/ 1382758 w 3644004"/>
              <a:gd name="connsiteY594" fmla="*/ 731638 h 2317325"/>
              <a:gd name="connsiteX595" fmla="*/ 1319915 w 3644004"/>
              <a:gd name="connsiteY595" fmla="*/ 757822 h 2317325"/>
              <a:gd name="connsiteX596" fmla="*/ 1319915 w 3644004"/>
              <a:gd name="connsiteY596" fmla="*/ 757822 h 2317325"/>
              <a:gd name="connsiteX597" fmla="*/ 1110658 w 3644004"/>
              <a:gd name="connsiteY597" fmla="*/ 828520 h 2317325"/>
              <a:gd name="connsiteX598" fmla="*/ 1304205 w 3644004"/>
              <a:gd name="connsiteY598" fmla="*/ 757604 h 2317325"/>
              <a:gd name="connsiteX599" fmla="*/ 1110658 w 3644004"/>
              <a:gd name="connsiteY599" fmla="*/ 828520 h 2317325"/>
              <a:gd name="connsiteX600" fmla="*/ 1110658 w 3644004"/>
              <a:gd name="connsiteY600" fmla="*/ 828520 h 2317325"/>
              <a:gd name="connsiteX601" fmla="*/ 770696 w 3644004"/>
              <a:gd name="connsiteY601" fmla="*/ 832230 h 2317325"/>
              <a:gd name="connsiteX602" fmla="*/ 812591 w 3644004"/>
              <a:gd name="connsiteY602" fmla="*/ 813683 h 2317325"/>
              <a:gd name="connsiteX603" fmla="*/ 770696 w 3644004"/>
              <a:gd name="connsiteY603" fmla="*/ 832230 h 2317325"/>
              <a:gd name="connsiteX604" fmla="*/ 770696 w 3644004"/>
              <a:gd name="connsiteY604" fmla="*/ 832230 h 2317325"/>
              <a:gd name="connsiteX605" fmla="*/ 1058289 w 3644004"/>
              <a:gd name="connsiteY605" fmla="*/ 847286 h 2317325"/>
              <a:gd name="connsiteX606" fmla="*/ 1084473 w 3644004"/>
              <a:gd name="connsiteY606" fmla="*/ 832448 h 2317325"/>
              <a:gd name="connsiteX607" fmla="*/ 1058289 w 3644004"/>
              <a:gd name="connsiteY607" fmla="*/ 847286 h 2317325"/>
              <a:gd name="connsiteX608" fmla="*/ 1058289 w 3644004"/>
              <a:gd name="connsiteY608" fmla="*/ 847286 h 2317325"/>
              <a:gd name="connsiteX609" fmla="*/ 2543603 w 3644004"/>
              <a:gd name="connsiteY609" fmla="*/ 858414 h 2317325"/>
              <a:gd name="connsiteX610" fmla="*/ 2548840 w 3644004"/>
              <a:gd name="connsiteY610" fmla="*/ 869543 h 2317325"/>
              <a:gd name="connsiteX611" fmla="*/ 2595972 w 3644004"/>
              <a:gd name="connsiteY611" fmla="*/ 862124 h 2317325"/>
              <a:gd name="connsiteX612" fmla="*/ 2611682 w 3644004"/>
              <a:gd name="connsiteY612" fmla="*/ 847286 h 2317325"/>
              <a:gd name="connsiteX613" fmla="*/ 2543603 w 3644004"/>
              <a:gd name="connsiteY613" fmla="*/ 858414 h 2317325"/>
              <a:gd name="connsiteX614" fmla="*/ 2543603 w 3644004"/>
              <a:gd name="connsiteY614" fmla="*/ 858414 h 2317325"/>
              <a:gd name="connsiteX615" fmla="*/ 713309 w 3644004"/>
              <a:gd name="connsiteY615" fmla="*/ 903146 h 2317325"/>
              <a:gd name="connsiteX616" fmla="*/ 734256 w 3644004"/>
              <a:gd name="connsiteY616" fmla="*/ 892018 h 2317325"/>
              <a:gd name="connsiteX617" fmla="*/ 713309 w 3644004"/>
              <a:gd name="connsiteY617" fmla="*/ 903146 h 2317325"/>
              <a:gd name="connsiteX618" fmla="*/ 713309 w 3644004"/>
              <a:gd name="connsiteY618" fmla="*/ 903146 h 2317325"/>
              <a:gd name="connsiteX619" fmla="*/ 770696 w 3644004"/>
              <a:gd name="connsiteY619" fmla="*/ 996537 h 2317325"/>
              <a:gd name="connsiteX620" fmla="*/ 807354 w 3644004"/>
              <a:gd name="connsiteY620" fmla="*/ 992828 h 2317325"/>
              <a:gd name="connsiteX621" fmla="*/ 864960 w 3644004"/>
              <a:gd name="connsiteY621" fmla="*/ 970353 h 2317325"/>
              <a:gd name="connsiteX622" fmla="*/ 964243 w 3644004"/>
              <a:gd name="connsiteY622" fmla="*/ 903146 h 2317325"/>
              <a:gd name="connsiteX623" fmla="*/ 770696 w 3644004"/>
              <a:gd name="connsiteY623" fmla="*/ 996537 h 2317325"/>
              <a:gd name="connsiteX624" fmla="*/ 770696 w 3644004"/>
              <a:gd name="connsiteY624" fmla="*/ 996537 h 2317325"/>
              <a:gd name="connsiteX625" fmla="*/ 634755 w 3644004"/>
              <a:gd name="connsiteY625" fmla="*/ 936750 h 2317325"/>
              <a:gd name="connsiteX626" fmla="*/ 676650 w 3644004"/>
              <a:gd name="connsiteY626" fmla="*/ 906856 h 2317325"/>
              <a:gd name="connsiteX627" fmla="*/ 634755 w 3644004"/>
              <a:gd name="connsiteY627" fmla="*/ 936750 h 2317325"/>
              <a:gd name="connsiteX628" fmla="*/ 634755 w 3644004"/>
              <a:gd name="connsiteY628" fmla="*/ 936750 h 2317325"/>
              <a:gd name="connsiteX629" fmla="*/ 2601209 w 3644004"/>
              <a:gd name="connsiteY629" fmla="*/ 974062 h 2317325"/>
              <a:gd name="connsiteX630" fmla="*/ 2653578 w 3644004"/>
              <a:gd name="connsiteY630" fmla="*/ 962934 h 2317325"/>
              <a:gd name="connsiteX631" fmla="*/ 2637867 w 3644004"/>
              <a:gd name="connsiteY631" fmla="*/ 948096 h 2317325"/>
              <a:gd name="connsiteX632" fmla="*/ 2601209 w 3644004"/>
              <a:gd name="connsiteY632" fmla="*/ 974062 h 2317325"/>
              <a:gd name="connsiteX633" fmla="*/ 2601209 w 3644004"/>
              <a:gd name="connsiteY633" fmla="*/ 974062 h 2317325"/>
              <a:gd name="connsiteX634" fmla="*/ 676650 w 3644004"/>
              <a:gd name="connsiteY634" fmla="*/ 970353 h 2317325"/>
              <a:gd name="connsiteX635" fmla="*/ 713309 w 3644004"/>
              <a:gd name="connsiteY635" fmla="*/ 955515 h 2317325"/>
              <a:gd name="connsiteX636" fmla="*/ 676650 w 3644004"/>
              <a:gd name="connsiteY636" fmla="*/ 970353 h 2317325"/>
              <a:gd name="connsiteX637" fmla="*/ 676650 w 3644004"/>
              <a:gd name="connsiteY637" fmla="*/ 970353 h 2317325"/>
              <a:gd name="connsiteX638" fmla="*/ 660940 w 3644004"/>
              <a:gd name="connsiteY638" fmla="*/ 985191 h 2317325"/>
              <a:gd name="connsiteX639" fmla="*/ 671413 w 3644004"/>
              <a:gd name="connsiteY639" fmla="*/ 966644 h 2317325"/>
              <a:gd name="connsiteX640" fmla="*/ 660940 w 3644004"/>
              <a:gd name="connsiteY640" fmla="*/ 985191 h 2317325"/>
              <a:gd name="connsiteX641" fmla="*/ 660940 w 3644004"/>
              <a:gd name="connsiteY641" fmla="*/ 985191 h 2317325"/>
              <a:gd name="connsiteX642" fmla="*/ 619044 w 3644004"/>
              <a:gd name="connsiteY642" fmla="*/ 981481 h 2317325"/>
              <a:gd name="connsiteX643" fmla="*/ 613808 w 3644004"/>
              <a:gd name="connsiteY643" fmla="*/ 992610 h 2317325"/>
              <a:gd name="connsiteX644" fmla="*/ 650466 w 3644004"/>
              <a:gd name="connsiteY644" fmla="*/ 988900 h 2317325"/>
              <a:gd name="connsiteX645" fmla="*/ 619044 w 3644004"/>
              <a:gd name="connsiteY645" fmla="*/ 981481 h 2317325"/>
              <a:gd name="connsiteX646" fmla="*/ 619044 w 3644004"/>
              <a:gd name="connsiteY646" fmla="*/ 981481 h 2317325"/>
              <a:gd name="connsiteX647" fmla="*/ 2580261 w 3644004"/>
              <a:gd name="connsiteY647" fmla="*/ 989119 h 2317325"/>
              <a:gd name="connsiteX648" fmla="*/ 2580261 w 3644004"/>
              <a:gd name="connsiteY648" fmla="*/ 1000247 h 2317325"/>
              <a:gd name="connsiteX649" fmla="*/ 2632630 w 3644004"/>
              <a:gd name="connsiteY649" fmla="*/ 981700 h 2317325"/>
              <a:gd name="connsiteX650" fmla="*/ 2580261 w 3644004"/>
              <a:gd name="connsiteY650" fmla="*/ 989119 h 2317325"/>
              <a:gd name="connsiteX651" fmla="*/ 2580261 w 3644004"/>
              <a:gd name="connsiteY651" fmla="*/ 989119 h 2317325"/>
              <a:gd name="connsiteX652" fmla="*/ 807354 w 3644004"/>
              <a:gd name="connsiteY652" fmla="*/ 1007666 h 2317325"/>
              <a:gd name="connsiteX653" fmla="*/ 828302 w 3644004"/>
              <a:gd name="connsiteY653" fmla="*/ 996537 h 2317325"/>
              <a:gd name="connsiteX654" fmla="*/ 807354 w 3644004"/>
              <a:gd name="connsiteY654" fmla="*/ 1007666 h 2317325"/>
              <a:gd name="connsiteX655" fmla="*/ 807354 w 3644004"/>
              <a:gd name="connsiteY655" fmla="*/ 1007666 h 2317325"/>
              <a:gd name="connsiteX656" fmla="*/ 671413 w 3644004"/>
              <a:gd name="connsiteY656" fmla="*/ 1030141 h 2317325"/>
              <a:gd name="connsiteX657" fmla="*/ 681887 w 3644004"/>
              <a:gd name="connsiteY657" fmla="*/ 1030141 h 2317325"/>
              <a:gd name="connsiteX658" fmla="*/ 676650 w 3644004"/>
              <a:gd name="connsiteY658" fmla="*/ 1015303 h 2317325"/>
              <a:gd name="connsiteX659" fmla="*/ 671413 w 3644004"/>
              <a:gd name="connsiteY659" fmla="*/ 1030141 h 2317325"/>
              <a:gd name="connsiteX660" fmla="*/ 671413 w 3644004"/>
              <a:gd name="connsiteY660" fmla="*/ 1030141 h 2317325"/>
              <a:gd name="connsiteX661" fmla="*/ 2601209 w 3644004"/>
              <a:gd name="connsiteY661" fmla="*/ 1112186 h 2317325"/>
              <a:gd name="connsiteX662" fmla="*/ 2585498 w 3644004"/>
              <a:gd name="connsiteY662" fmla="*/ 1101057 h 2317325"/>
              <a:gd name="connsiteX663" fmla="*/ 2601209 w 3644004"/>
              <a:gd name="connsiteY663" fmla="*/ 1112186 h 2317325"/>
              <a:gd name="connsiteX664" fmla="*/ 2601209 w 3644004"/>
              <a:gd name="connsiteY664" fmla="*/ 1112186 h 2317325"/>
              <a:gd name="connsiteX665" fmla="*/ 2742387 w 3644004"/>
              <a:gd name="connsiteY665" fmla="*/ 1130733 h 2317325"/>
              <a:gd name="connsiteX666" fmla="*/ 2820940 w 3644004"/>
              <a:gd name="connsiteY666" fmla="*/ 1100839 h 2317325"/>
              <a:gd name="connsiteX667" fmla="*/ 2742387 w 3644004"/>
              <a:gd name="connsiteY667" fmla="*/ 1130733 h 2317325"/>
              <a:gd name="connsiteX668" fmla="*/ 2742387 w 3644004"/>
              <a:gd name="connsiteY668" fmla="*/ 1130733 h 2317325"/>
              <a:gd name="connsiteX669" fmla="*/ 2564550 w 3644004"/>
              <a:gd name="connsiteY669" fmla="*/ 1115895 h 2317325"/>
              <a:gd name="connsiteX670" fmla="*/ 2580261 w 3644004"/>
              <a:gd name="connsiteY670" fmla="*/ 1115895 h 2317325"/>
              <a:gd name="connsiteX671" fmla="*/ 2569787 w 3644004"/>
              <a:gd name="connsiteY671" fmla="*/ 1104767 h 2317325"/>
              <a:gd name="connsiteX672" fmla="*/ 2564550 w 3644004"/>
              <a:gd name="connsiteY672" fmla="*/ 1115895 h 2317325"/>
              <a:gd name="connsiteX673" fmla="*/ 2564550 w 3644004"/>
              <a:gd name="connsiteY673" fmla="*/ 1115895 h 2317325"/>
              <a:gd name="connsiteX674" fmla="*/ 650466 w 3644004"/>
              <a:gd name="connsiteY674" fmla="*/ 1168046 h 2317325"/>
              <a:gd name="connsiteX675" fmla="*/ 671413 w 3644004"/>
              <a:gd name="connsiteY675" fmla="*/ 1138152 h 2317325"/>
              <a:gd name="connsiteX676" fmla="*/ 619044 w 3644004"/>
              <a:gd name="connsiteY676" fmla="*/ 1160627 h 2317325"/>
              <a:gd name="connsiteX677" fmla="*/ 629518 w 3644004"/>
              <a:gd name="connsiteY677" fmla="*/ 1145789 h 2317325"/>
              <a:gd name="connsiteX678" fmla="*/ 545946 w 3644004"/>
              <a:gd name="connsiteY678" fmla="*/ 1168264 h 2317325"/>
              <a:gd name="connsiteX679" fmla="*/ 535472 w 3644004"/>
              <a:gd name="connsiteY679" fmla="*/ 1205577 h 2317325"/>
              <a:gd name="connsiteX680" fmla="*/ 566894 w 3644004"/>
              <a:gd name="connsiteY680" fmla="*/ 1190739 h 2317325"/>
              <a:gd name="connsiteX681" fmla="*/ 545946 w 3644004"/>
              <a:gd name="connsiteY681" fmla="*/ 1190739 h 2317325"/>
              <a:gd name="connsiteX682" fmla="*/ 577368 w 3644004"/>
              <a:gd name="connsiteY682" fmla="*/ 1172192 h 2317325"/>
              <a:gd name="connsiteX683" fmla="*/ 650466 w 3644004"/>
              <a:gd name="connsiteY683" fmla="*/ 1168046 h 2317325"/>
              <a:gd name="connsiteX684" fmla="*/ 650466 w 3644004"/>
              <a:gd name="connsiteY684" fmla="*/ 1168046 h 2317325"/>
              <a:gd name="connsiteX685" fmla="*/ 598097 w 3644004"/>
              <a:gd name="connsiteY685" fmla="*/ 1186811 h 2317325"/>
              <a:gd name="connsiteX686" fmla="*/ 619044 w 3644004"/>
              <a:gd name="connsiteY686" fmla="*/ 1179392 h 2317325"/>
              <a:gd name="connsiteX687" fmla="*/ 598097 w 3644004"/>
              <a:gd name="connsiteY687" fmla="*/ 1186811 h 2317325"/>
              <a:gd name="connsiteX688" fmla="*/ 598097 w 3644004"/>
              <a:gd name="connsiteY688" fmla="*/ 1186811 h 2317325"/>
              <a:gd name="connsiteX689" fmla="*/ 2700491 w 3644004"/>
              <a:gd name="connsiteY689" fmla="*/ 1175465 h 2317325"/>
              <a:gd name="connsiteX690" fmla="*/ 2690018 w 3644004"/>
              <a:gd name="connsiteY690" fmla="*/ 1197940 h 2317325"/>
              <a:gd name="connsiteX691" fmla="*/ 2747624 w 3644004"/>
              <a:gd name="connsiteY691" fmla="*/ 1179392 h 2317325"/>
              <a:gd name="connsiteX692" fmla="*/ 2747624 w 3644004"/>
              <a:gd name="connsiteY692" fmla="*/ 1171974 h 2317325"/>
              <a:gd name="connsiteX693" fmla="*/ 2737150 w 3644004"/>
              <a:gd name="connsiteY693" fmla="*/ 1171974 h 2317325"/>
              <a:gd name="connsiteX694" fmla="*/ 2700491 w 3644004"/>
              <a:gd name="connsiteY694" fmla="*/ 1175465 h 2317325"/>
              <a:gd name="connsiteX695" fmla="*/ 2700491 w 3644004"/>
              <a:gd name="connsiteY695" fmla="*/ 1175465 h 2317325"/>
              <a:gd name="connsiteX696" fmla="*/ 2810248 w 3644004"/>
              <a:gd name="connsiteY696" fmla="*/ 1220197 h 2317325"/>
              <a:gd name="connsiteX697" fmla="*/ 2836432 w 3644004"/>
              <a:gd name="connsiteY697" fmla="*/ 1216487 h 2317325"/>
              <a:gd name="connsiteX698" fmla="*/ 2888801 w 3644004"/>
              <a:gd name="connsiteY698" fmla="*/ 1182884 h 2317325"/>
              <a:gd name="connsiteX699" fmla="*/ 2841669 w 3644004"/>
              <a:gd name="connsiteY699" fmla="*/ 1182884 h 2317325"/>
              <a:gd name="connsiteX700" fmla="*/ 2810248 w 3644004"/>
              <a:gd name="connsiteY700" fmla="*/ 1220197 h 2317325"/>
              <a:gd name="connsiteX701" fmla="*/ 2810248 w 3644004"/>
              <a:gd name="connsiteY701" fmla="*/ 1220197 h 2317325"/>
              <a:gd name="connsiteX702" fmla="*/ 2595972 w 3644004"/>
              <a:gd name="connsiteY702" fmla="*/ 1209068 h 2317325"/>
              <a:gd name="connsiteX703" fmla="*/ 2637867 w 3644004"/>
              <a:gd name="connsiteY703" fmla="*/ 1194230 h 2317325"/>
              <a:gd name="connsiteX704" fmla="*/ 2595972 w 3644004"/>
              <a:gd name="connsiteY704" fmla="*/ 1209068 h 2317325"/>
              <a:gd name="connsiteX705" fmla="*/ 2595972 w 3644004"/>
              <a:gd name="connsiteY705" fmla="*/ 1209068 h 2317325"/>
              <a:gd name="connsiteX706" fmla="*/ 2684781 w 3644004"/>
              <a:gd name="connsiteY706" fmla="*/ 1231543 h 2317325"/>
              <a:gd name="connsiteX707" fmla="*/ 2684781 w 3644004"/>
              <a:gd name="connsiteY707" fmla="*/ 1197940 h 2317325"/>
              <a:gd name="connsiteX708" fmla="*/ 2595972 w 3644004"/>
              <a:gd name="connsiteY708" fmla="*/ 1235253 h 2317325"/>
              <a:gd name="connsiteX709" fmla="*/ 2684781 w 3644004"/>
              <a:gd name="connsiteY709" fmla="*/ 1231543 h 2317325"/>
              <a:gd name="connsiteX710" fmla="*/ 2684781 w 3644004"/>
              <a:gd name="connsiteY710" fmla="*/ 1231543 h 2317325"/>
              <a:gd name="connsiteX711" fmla="*/ 493577 w 3644004"/>
              <a:gd name="connsiteY711" fmla="*/ 1246381 h 2317325"/>
              <a:gd name="connsiteX712" fmla="*/ 556420 w 3644004"/>
              <a:gd name="connsiteY712" fmla="*/ 1220197 h 2317325"/>
              <a:gd name="connsiteX713" fmla="*/ 483103 w 3644004"/>
              <a:gd name="connsiteY713" fmla="*/ 1235034 h 2317325"/>
              <a:gd name="connsiteX714" fmla="*/ 467393 w 3644004"/>
              <a:gd name="connsiteY714" fmla="*/ 1272347 h 2317325"/>
              <a:gd name="connsiteX715" fmla="*/ 650466 w 3644004"/>
              <a:gd name="connsiteY715" fmla="*/ 1216487 h 2317325"/>
              <a:gd name="connsiteX716" fmla="*/ 493577 w 3644004"/>
              <a:gd name="connsiteY716" fmla="*/ 1246381 h 2317325"/>
              <a:gd name="connsiteX717" fmla="*/ 493577 w 3644004"/>
              <a:gd name="connsiteY717" fmla="*/ 1246381 h 2317325"/>
              <a:gd name="connsiteX718" fmla="*/ 2527892 w 3644004"/>
              <a:gd name="connsiteY718" fmla="*/ 1253800 h 2317325"/>
              <a:gd name="connsiteX719" fmla="*/ 2538366 w 3644004"/>
              <a:gd name="connsiteY719" fmla="*/ 1227616 h 2317325"/>
              <a:gd name="connsiteX720" fmla="*/ 2527892 w 3644004"/>
              <a:gd name="connsiteY720" fmla="*/ 1253800 h 2317325"/>
              <a:gd name="connsiteX721" fmla="*/ 2527892 w 3644004"/>
              <a:gd name="connsiteY721" fmla="*/ 1253800 h 2317325"/>
              <a:gd name="connsiteX722" fmla="*/ 708072 w 3644004"/>
              <a:gd name="connsiteY722" fmla="*/ 1324716 h 2317325"/>
              <a:gd name="connsiteX723" fmla="*/ 729019 w 3644004"/>
              <a:gd name="connsiteY723" fmla="*/ 1306169 h 2317325"/>
              <a:gd name="connsiteX724" fmla="*/ 713309 w 3644004"/>
              <a:gd name="connsiteY724" fmla="*/ 1302459 h 2317325"/>
              <a:gd name="connsiteX725" fmla="*/ 650466 w 3644004"/>
              <a:gd name="connsiteY725" fmla="*/ 1328644 h 2317325"/>
              <a:gd name="connsiteX726" fmla="*/ 676650 w 3644004"/>
              <a:gd name="connsiteY726" fmla="*/ 1339772 h 2317325"/>
              <a:gd name="connsiteX727" fmla="*/ 708072 w 3644004"/>
              <a:gd name="connsiteY727" fmla="*/ 1324716 h 2317325"/>
              <a:gd name="connsiteX728" fmla="*/ 708072 w 3644004"/>
              <a:gd name="connsiteY728" fmla="*/ 1324716 h 2317325"/>
              <a:gd name="connsiteX729" fmla="*/ 603334 w 3644004"/>
              <a:gd name="connsiteY729" fmla="*/ 1354610 h 2317325"/>
              <a:gd name="connsiteX730" fmla="*/ 639992 w 3644004"/>
              <a:gd name="connsiteY730" fmla="*/ 1332135 h 2317325"/>
              <a:gd name="connsiteX731" fmla="*/ 603334 w 3644004"/>
              <a:gd name="connsiteY731" fmla="*/ 1354610 h 2317325"/>
              <a:gd name="connsiteX732" fmla="*/ 603334 w 3644004"/>
              <a:gd name="connsiteY732" fmla="*/ 1354610 h 2317325"/>
              <a:gd name="connsiteX733" fmla="*/ 551183 w 3644004"/>
              <a:gd name="connsiteY733" fmla="*/ 1388214 h 2317325"/>
              <a:gd name="connsiteX734" fmla="*/ 598315 w 3644004"/>
              <a:gd name="connsiteY734" fmla="*/ 1373376 h 2317325"/>
              <a:gd name="connsiteX735" fmla="*/ 598315 w 3644004"/>
              <a:gd name="connsiteY735" fmla="*/ 1350901 h 2317325"/>
              <a:gd name="connsiteX736" fmla="*/ 551183 w 3644004"/>
              <a:gd name="connsiteY736" fmla="*/ 1388214 h 2317325"/>
              <a:gd name="connsiteX737" fmla="*/ 551183 w 3644004"/>
              <a:gd name="connsiteY737" fmla="*/ 1388214 h 2317325"/>
              <a:gd name="connsiteX738" fmla="*/ 964243 w 3644004"/>
              <a:gd name="connsiteY738" fmla="*/ 1369448 h 2317325"/>
              <a:gd name="connsiteX739" fmla="*/ 964243 w 3644004"/>
              <a:gd name="connsiteY739" fmla="*/ 1354610 h 2317325"/>
              <a:gd name="connsiteX740" fmla="*/ 932822 w 3644004"/>
              <a:gd name="connsiteY740" fmla="*/ 1354610 h 2317325"/>
              <a:gd name="connsiteX741" fmla="*/ 917111 w 3644004"/>
              <a:gd name="connsiteY741" fmla="*/ 1373157 h 2317325"/>
              <a:gd name="connsiteX742" fmla="*/ 917111 w 3644004"/>
              <a:gd name="connsiteY742" fmla="*/ 1387995 h 2317325"/>
              <a:gd name="connsiteX743" fmla="*/ 964243 w 3644004"/>
              <a:gd name="connsiteY743" fmla="*/ 1369448 h 2317325"/>
              <a:gd name="connsiteX744" fmla="*/ 964243 w 3644004"/>
              <a:gd name="connsiteY744" fmla="*/ 1369448 h 2317325"/>
              <a:gd name="connsiteX745" fmla="*/ 828302 w 3644004"/>
              <a:gd name="connsiteY745" fmla="*/ 1451493 h 2317325"/>
              <a:gd name="connsiteX746" fmla="*/ 854486 w 3644004"/>
              <a:gd name="connsiteY746" fmla="*/ 1458912 h 2317325"/>
              <a:gd name="connsiteX747" fmla="*/ 1006138 w 3644004"/>
              <a:gd name="connsiteY747" fmla="*/ 1380576 h 2317325"/>
              <a:gd name="connsiteX748" fmla="*/ 828302 w 3644004"/>
              <a:gd name="connsiteY748" fmla="*/ 1451493 h 2317325"/>
              <a:gd name="connsiteX749" fmla="*/ 828302 w 3644004"/>
              <a:gd name="connsiteY749" fmla="*/ 1451493 h 2317325"/>
              <a:gd name="connsiteX750" fmla="*/ 2920223 w 3644004"/>
              <a:gd name="connsiteY750" fmla="*/ 1414398 h 2317325"/>
              <a:gd name="connsiteX751" fmla="*/ 2894038 w 3644004"/>
              <a:gd name="connsiteY751" fmla="*/ 1440583 h 2317325"/>
              <a:gd name="connsiteX752" fmla="*/ 2951644 w 3644004"/>
              <a:gd name="connsiteY752" fmla="*/ 1440583 h 2317325"/>
              <a:gd name="connsiteX753" fmla="*/ 2956881 w 3644004"/>
              <a:gd name="connsiteY753" fmla="*/ 1422035 h 2317325"/>
              <a:gd name="connsiteX754" fmla="*/ 3009250 w 3644004"/>
              <a:gd name="connsiteY754" fmla="*/ 1388432 h 2317325"/>
              <a:gd name="connsiteX755" fmla="*/ 2967355 w 3644004"/>
              <a:gd name="connsiteY755" fmla="*/ 1384722 h 2317325"/>
              <a:gd name="connsiteX756" fmla="*/ 2920223 w 3644004"/>
              <a:gd name="connsiteY756" fmla="*/ 1414398 h 2317325"/>
              <a:gd name="connsiteX757" fmla="*/ 2920223 w 3644004"/>
              <a:gd name="connsiteY757" fmla="*/ 1414398 h 2317325"/>
              <a:gd name="connsiteX758" fmla="*/ 2899275 w 3644004"/>
              <a:gd name="connsiteY758" fmla="*/ 1391923 h 2317325"/>
              <a:gd name="connsiteX759" fmla="*/ 2951644 w 3644004"/>
              <a:gd name="connsiteY759" fmla="*/ 1388214 h 2317325"/>
              <a:gd name="connsiteX760" fmla="*/ 2899275 w 3644004"/>
              <a:gd name="connsiteY760" fmla="*/ 1391923 h 2317325"/>
              <a:gd name="connsiteX761" fmla="*/ 2899275 w 3644004"/>
              <a:gd name="connsiteY761" fmla="*/ 1391923 h 2317325"/>
              <a:gd name="connsiteX762" fmla="*/ 2758097 w 3644004"/>
              <a:gd name="connsiteY762" fmla="*/ 1418108 h 2317325"/>
              <a:gd name="connsiteX763" fmla="*/ 2773808 w 3644004"/>
              <a:gd name="connsiteY763" fmla="*/ 1429236 h 2317325"/>
              <a:gd name="connsiteX764" fmla="*/ 2773808 w 3644004"/>
              <a:gd name="connsiteY764" fmla="*/ 1440364 h 2317325"/>
              <a:gd name="connsiteX765" fmla="*/ 2669288 w 3644004"/>
              <a:gd name="connsiteY765" fmla="*/ 1473968 h 2317325"/>
              <a:gd name="connsiteX766" fmla="*/ 2705946 w 3644004"/>
              <a:gd name="connsiteY766" fmla="*/ 1496443 h 2317325"/>
              <a:gd name="connsiteX767" fmla="*/ 2726894 w 3644004"/>
              <a:gd name="connsiteY767" fmla="*/ 1481605 h 2317325"/>
              <a:gd name="connsiteX768" fmla="*/ 2758315 w 3644004"/>
              <a:gd name="connsiteY768" fmla="*/ 1481605 h 2317325"/>
              <a:gd name="connsiteX769" fmla="*/ 2815921 w 3644004"/>
              <a:gd name="connsiteY769" fmla="*/ 1459130 h 2317325"/>
              <a:gd name="connsiteX770" fmla="*/ 2810684 w 3644004"/>
              <a:gd name="connsiteY770" fmla="*/ 1470258 h 2317325"/>
              <a:gd name="connsiteX771" fmla="*/ 2836869 w 3644004"/>
              <a:gd name="connsiteY771" fmla="*/ 1466549 h 2317325"/>
              <a:gd name="connsiteX772" fmla="*/ 2878764 w 3644004"/>
              <a:gd name="connsiteY772" fmla="*/ 1425526 h 2317325"/>
              <a:gd name="connsiteX773" fmla="*/ 2784718 w 3644004"/>
              <a:gd name="connsiteY773" fmla="*/ 1418108 h 2317325"/>
              <a:gd name="connsiteX774" fmla="*/ 2805666 w 3644004"/>
              <a:gd name="connsiteY774" fmla="*/ 1391923 h 2317325"/>
              <a:gd name="connsiteX775" fmla="*/ 2565205 w 3644004"/>
              <a:gd name="connsiteY775" fmla="*/ 1455420 h 2317325"/>
              <a:gd name="connsiteX776" fmla="*/ 2758097 w 3644004"/>
              <a:gd name="connsiteY776" fmla="*/ 1418108 h 2317325"/>
              <a:gd name="connsiteX777" fmla="*/ 2758097 w 3644004"/>
              <a:gd name="connsiteY777" fmla="*/ 1418108 h 2317325"/>
              <a:gd name="connsiteX778" fmla="*/ 2841669 w 3644004"/>
              <a:gd name="connsiteY778" fmla="*/ 1406761 h 2317325"/>
              <a:gd name="connsiteX779" fmla="*/ 2873091 w 3644004"/>
              <a:gd name="connsiteY779" fmla="*/ 1399342 h 2317325"/>
              <a:gd name="connsiteX780" fmla="*/ 2841669 w 3644004"/>
              <a:gd name="connsiteY780" fmla="*/ 1406761 h 2317325"/>
              <a:gd name="connsiteX781" fmla="*/ 2841669 w 3644004"/>
              <a:gd name="connsiteY781" fmla="*/ 1406761 h 2317325"/>
              <a:gd name="connsiteX782" fmla="*/ 456919 w 3644004"/>
              <a:gd name="connsiteY782" fmla="*/ 1436655 h 2317325"/>
              <a:gd name="connsiteX783" fmla="*/ 477867 w 3644004"/>
              <a:gd name="connsiteY783" fmla="*/ 1410470 h 2317325"/>
              <a:gd name="connsiteX784" fmla="*/ 456919 w 3644004"/>
              <a:gd name="connsiteY784" fmla="*/ 1436655 h 2317325"/>
              <a:gd name="connsiteX785" fmla="*/ 456919 w 3644004"/>
              <a:gd name="connsiteY785" fmla="*/ 1436655 h 2317325"/>
              <a:gd name="connsiteX786" fmla="*/ 3003795 w 3644004"/>
              <a:gd name="connsiteY786" fmla="*/ 1447783 h 2317325"/>
              <a:gd name="connsiteX787" fmla="*/ 3029979 w 3644004"/>
              <a:gd name="connsiteY787" fmla="*/ 1447783 h 2317325"/>
              <a:gd name="connsiteX788" fmla="*/ 3024743 w 3644004"/>
              <a:gd name="connsiteY788" fmla="*/ 1440364 h 2317325"/>
              <a:gd name="connsiteX789" fmla="*/ 3003795 w 3644004"/>
              <a:gd name="connsiteY789" fmla="*/ 1447783 h 2317325"/>
              <a:gd name="connsiteX790" fmla="*/ 3003795 w 3644004"/>
              <a:gd name="connsiteY790" fmla="*/ 1447783 h 2317325"/>
              <a:gd name="connsiteX791" fmla="*/ 2904512 w 3644004"/>
              <a:gd name="connsiteY791" fmla="*/ 1485096 h 2317325"/>
              <a:gd name="connsiteX792" fmla="*/ 2925460 w 3644004"/>
              <a:gd name="connsiteY792" fmla="*/ 1470258 h 2317325"/>
              <a:gd name="connsiteX793" fmla="*/ 2883564 w 3644004"/>
              <a:gd name="connsiteY793" fmla="*/ 1481387 h 2317325"/>
              <a:gd name="connsiteX794" fmla="*/ 2888801 w 3644004"/>
              <a:gd name="connsiteY794" fmla="*/ 1496225 h 2317325"/>
              <a:gd name="connsiteX795" fmla="*/ 3050927 w 3644004"/>
              <a:gd name="connsiteY795" fmla="*/ 1455202 h 2317325"/>
              <a:gd name="connsiteX796" fmla="*/ 2904512 w 3644004"/>
              <a:gd name="connsiteY796" fmla="*/ 1485096 h 2317325"/>
              <a:gd name="connsiteX797" fmla="*/ 2904512 w 3644004"/>
              <a:gd name="connsiteY797" fmla="*/ 1485096 h 2317325"/>
              <a:gd name="connsiteX798" fmla="*/ 2606446 w 3644004"/>
              <a:gd name="connsiteY798" fmla="*/ 1500152 h 2317325"/>
              <a:gd name="connsiteX799" fmla="*/ 2637867 w 3644004"/>
              <a:gd name="connsiteY799" fmla="*/ 1485314 h 2317325"/>
              <a:gd name="connsiteX800" fmla="*/ 2606446 w 3644004"/>
              <a:gd name="connsiteY800" fmla="*/ 1500152 h 2317325"/>
              <a:gd name="connsiteX801" fmla="*/ 2606446 w 3644004"/>
              <a:gd name="connsiteY801" fmla="*/ 1500152 h 2317325"/>
              <a:gd name="connsiteX802" fmla="*/ 2506945 w 3644004"/>
              <a:gd name="connsiteY802" fmla="*/ 1522409 h 2317325"/>
              <a:gd name="connsiteX803" fmla="*/ 2527892 w 3644004"/>
              <a:gd name="connsiteY803" fmla="*/ 1511281 h 2317325"/>
              <a:gd name="connsiteX804" fmla="*/ 2506945 w 3644004"/>
              <a:gd name="connsiteY804" fmla="*/ 1511281 h 2317325"/>
              <a:gd name="connsiteX805" fmla="*/ 2506945 w 3644004"/>
              <a:gd name="connsiteY805" fmla="*/ 1522409 h 2317325"/>
              <a:gd name="connsiteX806" fmla="*/ 2506945 w 3644004"/>
              <a:gd name="connsiteY806" fmla="*/ 1522409 h 2317325"/>
              <a:gd name="connsiteX807" fmla="*/ 603334 w 3644004"/>
              <a:gd name="connsiteY807" fmla="*/ 1544884 h 2317325"/>
              <a:gd name="connsiteX808" fmla="*/ 613808 w 3644004"/>
              <a:gd name="connsiteY808" fmla="*/ 1544884 h 2317325"/>
              <a:gd name="connsiteX809" fmla="*/ 619044 w 3644004"/>
              <a:gd name="connsiteY809" fmla="*/ 1533756 h 2317325"/>
              <a:gd name="connsiteX810" fmla="*/ 608571 w 3644004"/>
              <a:gd name="connsiteY810" fmla="*/ 1533756 h 2317325"/>
              <a:gd name="connsiteX811" fmla="*/ 603334 w 3644004"/>
              <a:gd name="connsiteY811" fmla="*/ 1544884 h 2317325"/>
              <a:gd name="connsiteX812" fmla="*/ 603334 w 3644004"/>
              <a:gd name="connsiteY812" fmla="*/ 1544884 h 2317325"/>
              <a:gd name="connsiteX813" fmla="*/ 786407 w 3644004"/>
              <a:gd name="connsiteY813" fmla="*/ 1578487 h 2317325"/>
              <a:gd name="connsiteX814" fmla="*/ 859723 w 3644004"/>
              <a:gd name="connsiteY814" fmla="*/ 1552303 h 2317325"/>
              <a:gd name="connsiteX815" fmla="*/ 786407 w 3644004"/>
              <a:gd name="connsiteY815" fmla="*/ 1578487 h 2317325"/>
              <a:gd name="connsiteX816" fmla="*/ 786407 w 3644004"/>
              <a:gd name="connsiteY816" fmla="*/ 1578487 h 2317325"/>
              <a:gd name="connsiteX817" fmla="*/ 1115895 w 3644004"/>
              <a:gd name="connsiteY817" fmla="*/ 1582197 h 2317325"/>
              <a:gd name="connsiteX818" fmla="*/ 1183974 w 3644004"/>
              <a:gd name="connsiteY818" fmla="*/ 1552303 h 2317325"/>
              <a:gd name="connsiteX819" fmla="*/ 1115895 w 3644004"/>
              <a:gd name="connsiteY819" fmla="*/ 1582197 h 2317325"/>
              <a:gd name="connsiteX820" fmla="*/ 1115895 w 3644004"/>
              <a:gd name="connsiteY820" fmla="*/ 1582197 h 2317325"/>
              <a:gd name="connsiteX821" fmla="*/ 2763334 w 3644004"/>
              <a:gd name="connsiteY821" fmla="*/ 1608381 h 2317325"/>
              <a:gd name="connsiteX822" fmla="*/ 2669288 w 3644004"/>
              <a:gd name="connsiteY822" fmla="*/ 1626929 h 2317325"/>
              <a:gd name="connsiteX823" fmla="*/ 2554295 w 3644004"/>
              <a:gd name="connsiteY823" fmla="*/ 1667951 h 2317325"/>
              <a:gd name="connsiteX824" fmla="*/ 2779263 w 3644004"/>
              <a:gd name="connsiteY824" fmla="*/ 1619510 h 2317325"/>
              <a:gd name="connsiteX825" fmla="*/ 2784500 w 3644004"/>
              <a:gd name="connsiteY825" fmla="*/ 1604672 h 2317325"/>
              <a:gd name="connsiteX826" fmla="*/ 2878546 w 3644004"/>
              <a:gd name="connsiteY826" fmla="*/ 1582197 h 2317325"/>
              <a:gd name="connsiteX827" fmla="*/ 2763334 w 3644004"/>
              <a:gd name="connsiteY827" fmla="*/ 1608381 h 2317325"/>
              <a:gd name="connsiteX828" fmla="*/ 2763334 w 3644004"/>
              <a:gd name="connsiteY828" fmla="*/ 1608381 h 2317325"/>
              <a:gd name="connsiteX829" fmla="*/ 922348 w 3644004"/>
              <a:gd name="connsiteY829" fmla="*/ 1641767 h 2317325"/>
              <a:gd name="connsiteX830" fmla="*/ 943295 w 3644004"/>
              <a:gd name="connsiteY830" fmla="*/ 1630638 h 2317325"/>
              <a:gd name="connsiteX831" fmla="*/ 922348 w 3644004"/>
              <a:gd name="connsiteY831" fmla="*/ 1641767 h 2317325"/>
              <a:gd name="connsiteX832" fmla="*/ 922348 w 3644004"/>
              <a:gd name="connsiteY832" fmla="*/ 1641767 h 2317325"/>
              <a:gd name="connsiteX833" fmla="*/ 885690 w 3644004"/>
              <a:gd name="connsiteY833" fmla="*/ 1768761 h 2317325"/>
              <a:gd name="connsiteX834" fmla="*/ 880453 w 3644004"/>
              <a:gd name="connsiteY834" fmla="*/ 1794946 h 2317325"/>
              <a:gd name="connsiteX835" fmla="*/ 948532 w 3644004"/>
              <a:gd name="connsiteY835" fmla="*/ 1761342 h 2317325"/>
              <a:gd name="connsiteX836" fmla="*/ 885690 w 3644004"/>
              <a:gd name="connsiteY836" fmla="*/ 1768761 h 2317325"/>
              <a:gd name="connsiteX837" fmla="*/ 885690 w 3644004"/>
              <a:gd name="connsiteY837" fmla="*/ 1768761 h 2317325"/>
              <a:gd name="connsiteX838" fmla="*/ 849250 w 3644004"/>
              <a:gd name="connsiteY838" fmla="*/ 1798437 h 2317325"/>
              <a:gd name="connsiteX839" fmla="*/ 859723 w 3644004"/>
              <a:gd name="connsiteY839" fmla="*/ 1779890 h 2317325"/>
              <a:gd name="connsiteX840" fmla="*/ 849250 w 3644004"/>
              <a:gd name="connsiteY840" fmla="*/ 1798437 h 2317325"/>
              <a:gd name="connsiteX841" fmla="*/ 849250 w 3644004"/>
              <a:gd name="connsiteY841" fmla="*/ 1798437 h 2317325"/>
              <a:gd name="connsiteX842" fmla="*/ 2611682 w 3644004"/>
              <a:gd name="connsiteY842" fmla="*/ 1824622 h 2317325"/>
              <a:gd name="connsiteX843" fmla="*/ 2643104 w 3644004"/>
              <a:gd name="connsiteY843" fmla="*/ 1828331 h 2317325"/>
              <a:gd name="connsiteX844" fmla="*/ 2648341 w 3644004"/>
              <a:gd name="connsiteY844" fmla="*/ 1813493 h 2317325"/>
              <a:gd name="connsiteX845" fmla="*/ 2664051 w 3644004"/>
              <a:gd name="connsiteY845" fmla="*/ 1813493 h 2317325"/>
              <a:gd name="connsiteX846" fmla="*/ 2669288 w 3644004"/>
              <a:gd name="connsiteY846" fmla="*/ 1820912 h 2317325"/>
              <a:gd name="connsiteX847" fmla="*/ 2679762 w 3644004"/>
              <a:gd name="connsiteY847" fmla="*/ 1820912 h 2317325"/>
              <a:gd name="connsiteX848" fmla="*/ 2705946 w 3644004"/>
              <a:gd name="connsiteY848" fmla="*/ 1787309 h 2317325"/>
              <a:gd name="connsiteX849" fmla="*/ 2611682 w 3644004"/>
              <a:gd name="connsiteY849" fmla="*/ 1824622 h 2317325"/>
              <a:gd name="connsiteX850" fmla="*/ 2611682 w 3644004"/>
              <a:gd name="connsiteY850" fmla="*/ 1824622 h 2317325"/>
              <a:gd name="connsiteX851" fmla="*/ 2580261 w 3644004"/>
              <a:gd name="connsiteY851" fmla="*/ 1843387 h 2317325"/>
              <a:gd name="connsiteX852" fmla="*/ 2601209 w 3644004"/>
              <a:gd name="connsiteY852" fmla="*/ 1847096 h 2317325"/>
              <a:gd name="connsiteX853" fmla="*/ 2622156 w 3644004"/>
              <a:gd name="connsiteY853" fmla="*/ 1835968 h 2317325"/>
              <a:gd name="connsiteX854" fmla="*/ 2580261 w 3644004"/>
              <a:gd name="connsiteY854" fmla="*/ 1843387 h 2317325"/>
              <a:gd name="connsiteX855" fmla="*/ 2580261 w 3644004"/>
              <a:gd name="connsiteY855" fmla="*/ 1843387 h 2317325"/>
              <a:gd name="connsiteX856" fmla="*/ 791644 w 3644004"/>
              <a:gd name="connsiteY856" fmla="*/ 1918013 h 2317325"/>
              <a:gd name="connsiteX857" fmla="*/ 828302 w 3644004"/>
              <a:gd name="connsiteY857" fmla="*/ 1895538 h 2317325"/>
              <a:gd name="connsiteX858" fmla="*/ 791644 w 3644004"/>
              <a:gd name="connsiteY858" fmla="*/ 1918013 h 2317325"/>
              <a:gd name="connsiteX859" fmla="*/ 791644 w 3644004"/>
              <a:gd name="connsiteY859" fmla="*/ 1918013 h 2317325"/>
              <a:gd name="connsiteX860" fmla="*/ 985191 w 3644004"/>
              <a:gd name="connsiteY860" fmla="*/ 1955107 h 2317325"/>
              <a:gd name="connsiteX861" fmla="*/ 1011375 w 3644004"/>
              <a:gd name="connsiteY861" fmla="*/ 1932632 h 2317325"/>
              <a:gd name="connsiteX862" fmla="*/ 1053270 w 3644004"/>
              <a:gd name="connsiteY862" fmla="*/ 1910157 h 2317325"/>
              <a:gd name="connsiteX863" fmla="*/ 985191 w 3644004"/>
              <a:gd name="connsiteY863" fmla="*/ 1955107 h 2317325"/>
              <a:gd name="connsiteX864" fmla="*/ 985191 w 3644004"/>
              <a:gd name="connsiteY864" fmla="*/ 1955107 h 2317325"/>
              <a:gd name="connsiteX865" fmla="*/ 2371003 w 3644004"/>
              <a:gd name="connsiteY865" fmla="*/ 2007476 h 2317325"/>
              <a:gd name="connsiteX866" fmla="*/ 2308161 w 3644004"/>
              <a:gd name="connsiteY866" fmla="*/ 2041080 h 2317325"/>
              <a:gd name="connsiteX867" fmla="*/ 2276740 w 3644004"/>
              <a:gd name="connsiteY867" fmla="*/ 2059627 h 2317325"/>
              <a:gd name="connsiteX868" fmla="*/ 2548622 w 3644004"/>
              <a:gd name="connsiteY868" fmla="*/ 1988711 h 2317325"/>
              <a:gd name="connsiteX869" fmla="*/ 2569569 w 3644004"/>
              <a:gd name="connsiteY869" fmla="*/ 1977582 h 2317325"/>
              <a:gd name="connsiteX870" fmla="*/ 2580043 w 3644004"/>
              <a:gd name="connsiteY870" fmla="*/ 1951398 h 2317325"/>
              <a:gd name="connsiteX871" fmla="*/ 2564332 w 3644004"/>
              <a:gd name="connsiteY871" fmla="*/ 1966236 h 2317325"/>
              <a:gd name="connsiteX872" fmla="*/ 2511963 w 3644004"/>
              <a:gd name="connsiteY872" fmla="*/ 1969945 h 2317325"/>
              <a:gd name="connsiteX873" fmla="*/ 2506726 w 3644004"/>
              <a:gd name="connsiteY873" fmla="*/ 1981074 h 2317325"/>
              <a:gd name="connsiteX874" fmla="*/ 2371003 w 3644004"/>
              <a:gd name="connsiteY874" fmla="*/ 2007476 h 2317325"/>
              <a:gd name="connsiteX875" fmla="*/ 2371003 w 3644004"/>
              <a:gd name="connsiteY875" fmla="*/ 2007476 h 2317325"/>
              <a:gd name="connsiteX876" fmla="*/ 2203641 w 3644004"/>
              <a:gd name="connsiteY876" fmla="*/ 2078393 h 2317325"/>
              <a:gd name="connsiteX877" fmla="*/ 2271721 w 3644004"/>
              <a:gd name="connsiteY877" fmla="*/ 2048499 h 2317325"/>
              <a:gd name="connsiteX878" fmla="*/ 2203641 w 3644004"/>
              <a:gd name="connsiteY878" fmla="*/ 2078393 h 2317325"/>
              <a:gd name="connsiteX879" fmla="*/ 2203641 w 3644004"/>
              <a:gd name="connsiteY879" fmla="*/ 2078393 h 2317325"/>
              <a:gd name="connsiteX880" fmla="*/ 948532 w 3644004"/>
              <a:gd name="connsiteY880" fmla="*/ 2108069 h 2317325"/>
              <a:gd name="connsiteX881" fmla="*/ 995664 w 3644004"/>
              <a:gd name="connsiteY881" fmla="*/ 2096940 h 2317325"/>
              <a:gd name="connsiteX882" fmla="*/ 985191 w 3644004"/>
              <a:gd name="connsiteY882" fmla="*/ 2082102 h 2317325"/>
              <a:gd name="connsiteX883" fmla="*/ 948532 w 3644004"/>
              <a:gd name="connsiteY883" fmla="*/ 2108069 h 2317325"/>
              <a:gd name="connsiteX884" fmla="*/ 948532 w 3644004"/>
              <a:gd name="connsiteY884" fmla="*/ 2108069 h 2317325"/>
              <a:gd name="connsiteX885" fmla="*/ 2109595 w 3644004"/>
              <a:gd name="connsiteY885" fmla="*/ 2108069 h 2317325"/>
              <a:gd name="connsiteX886" fmla="*/ 2161964 w 3644004"/>
              <a:gd name="connsiteY886" fmla="*/ 2089521 h 2317325"/>
              <a:gd name="connsiteX887" fmla="*/ 2109595 w 3644004"/>
              <a:gd name="connsiteY887" fmla="*/ 2108069 h 2317325"/>
              <a:gd name="connsiteX888" fmla="*/ 2109595 w 3644004"/>
              <a:gd name="connsiteY888" fmla="*/ 2108069 h 2317325"/>
              <a:gd name="connsiteX889" fmla="*/ 854486 w 3644004"/>
              <a:gd name="connsiteY889" fmla="*/ 2145381 h 2317325"/>
              <a:gd name="connsiteX890" fmla="*/ 917329 w 3644004"/>
              <a:gd name="connsiteY890" fmla="*/ 2115487 h 2317325"/>
              <a:gd name="connsiteX891" fmla="*/ 854486 w 3644004"/>
              <a:gd name="connsiteY891" fmla="*/ 2145381 h 2317325"/>
              <a:gd name="connsiteX892" fmla="*/ 854486 w 3644004"/>
              <a:gd name="connsiteY892" fmla="*/ 2145381 h 2317325"/>
              <a:gd name="connsiteX893" fmla="*/ 734038 w 3644004"/>
              <a:gd name="connsiteY893" fmla="*/ 2190331 h 2317325"/>
              <a:gd name="connsiteX894" fmla="*/ 775933 w 3644004"/>
              <a:gd name="connsiteY894" fmla="*/ 2167856 h 2317325"/>
              <a:gd name="connsiteX895" fmla="*/ 734038 w 3644004"/>
              <a:gd name="connsiteY895" fmla="*/ 2190331 h 2317325"/>
              <a:gd name="connsiteX896" fmla="*/ 734038 w 3644004"/>
              <a:gd name="connsiteY896" fmla="*/ 2190331 h 231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Lst>
            <a:rect l="l" t="t" r="r" b="b"/>
            <a:pathLst>
              <a:path w="3644004" h="2317325">
                <a:moveTo>
                  <a:pt x="2114832" y="198129"/>
                </a:moveTo>
                <a:cubicBezTo>
                  <a:pt x="2120069" y="190710"/>
                  <a:pt x="2125306" y="205548"/>
                  <a:pt x="2130543" y="201839"/>
                </a:cubicBezTo>
                <a:cubicBezTo>
                  <a:pt x="2130543" y="190710"/>
                  <a:pt x="2167201" y="183291"/>
                  <a:pt x="2188149" y="179364"/>
                </a:cubicBezTo>
                <a:cubicBezTo>
                  <a:pt x="2198623" y="183073"/>
                  <a:pt x="2198623" y="194202"/>
                  <a:pt x="2198623" y="201839"/>
                </a:cubicBezTo>
                <a:cubicBezTo>
                  <a:pt x="1942451" y="253989"/>
                  <a:pt x="1701772" y="321196"/>
                  <a:pt x="1487278" y="410660"/>
                </a:cubicBezTo>
                <a:cubicBezTo>
                  <a:pt x="1461093" y="403241"/>
                  <a:pt x="1434909" y="410660"/>
                  <a:pt x="1413961" y="414369"/>
                </a:cubicBezTo>
                <a:cubicBezTo>
                  <a:pt x="1403487" y="425498"/>
                  <a:pt x="1387777" y="436844"/>
                  <a:pt x="1361592" y="436844"/>
                </a:cubicBezTo>
                <a:cubicBezTo>
                  <a:pt x="1351119" y="440554"/>
                  <a:pt x="1345882" y="440554"/>
                  <a:pt x="1345882" y="455392"/>
                </a:cubicBezTo>
                <a:cubicBezTo>
                  <a:pt x="1309223" y="451682"/>
                  <a:pt x="1303987" y="470230"/>
                  <a:pt x="1283039" y="481576"/>
                </a:cubicBezTo>
                <a:cubicBezTo>
                  <a:pt x="1256854" y="474157"/>
                  <a:pt x="1230670" y="485286"/>
                  <a:pt x="1225433" y="500123"/>
                </a:cubicBezTo>
                <a:cubicBezTo>
                  <a:pt x="1178301" y="488995"/>
                  <a:pt x="1167827" y="522598"/>
                  <a:pt x="1141861" y="537436"/>
                </a:cubicBezTo>
                <a:cubicBezTo>
                  <a:pt x="1256854" y="500123"/>
                  <a:pt x="1392796" y="459101"/>
                  <a:pt x="1518481" y="421788"/>
                </a:cubicBezTo>
                <a:cubicBezTo>
                  <a:pt x="1586561" y="399313"/>
                  <a:pt x="1654422" y="380766"/>
                  <a:pt x="1712028" y="354581"/>
                </a:cubicBezTo>
                <a:cubicBezTo>
                  <a:pt x="1942233" y="302431"/>
                  <a:pt x="2140799" y="216458"/>
                  <a:pt x="2360530" y="168017"/>
                </a:cubicBezTo>
                <a:cubicBezTo>
                  <a:pt x="2360530" y="153179"/>
                  <a:pt x="2334345" y="156889"/>
                  <a:pt x="2323871" y="145542"/>
                </a:cubicBezTo>
                <a:cubicBezTo>
                  <a:pt x="2376240" y="123067"/>
                  <a:pt x="2433628" y="152961"/>
                  <a:pt x="2480760" y="130704"/>
                </a:cubicBezTo>
                <a:cubicBezTo>
                  <a:pt x="2485997" y="134414"/>
                  <a:pt x="2485997" y="138123"/>
                  <a:pt x="2485997" y="145542"/>
                </a:cubicBezTo>
                <a:cubicBezTo>
                  <a:pt x="2637649" y="119358"/>
                  <a:pt x="2778827" y="89682"/>
                  <a:pt x="2893820" y="37313"/>
                </a:cubicBezTo>
                <a:cubicBezTo>
                  <a:pt x="2961900" y="33603"/>
                  <a:pt x="2998340" y="3709"/>
                  <a:pt x="3061182" y="0"/>
                </a:cubicBezTo>
                <a:cubicBezTo>
                  <a:pt x="3071656" y="0"/>
                  <a:pt x="3071656" y="3709"/>
                  <a:pt x="3071656" y="7419"/>
                </a:cubicBezTo>
                <a:cubicBezTo>
                  <a:pt x="3103078" y="7419"/>
                  <a:pt x="3150210" y="0"/>
                  <a:pt x="3181413" y="7419"/>
                </a:cubicBezTo>
                <a:cubicBezTo>
                  <a:pt x="3170939" y="14838"/>
                  <a:pt x="3144755" y="3709"/>
                  <a:pt x="3144755" y="14838"/>
                </a:cubicBezTo>
                <a:cubicBezTo>
                  <a:pt x="2998340" y="29676"/>
                  <a:pt x="2914550" y="85754"/>
                  <a:pt x="2778608" y="104301"/>
                </a:cubicBezTo>
                <a:cubicBezTo>
                  <a:pt x="2569351" y="164089"/>
                  <a:pt x="2349838" y="212531"/>
                  <a:pt x="2172002" y="290866"/>
                </a:cubicBezTo>
                <a:cubicBezTo>
                  <a:pt x="2192949" y="317050"/>
                  <a:pt x="2229608" y="294575"/>
                  <a:pt x="2271284" y="287156"/>
                </a:cubicBezTo>
                <a:cubicBezTo>
                  <a:pt x="2271284" y="279737"/>
                  <a:pt x="2260811" y="279737"/>
                  <a:pt x="2250337" y="276028"/>
                </a:cubicBezTo>
                <a:cubicBezTo>
                  <a:pt x="2255574" y="272319"/>
                  <a:pt x="2271284" y="268609"/>
                  <a:pt x="2281758" y="276028"/>
                </a:cubicBezTo>
                <a:cubicBezTo>
                  <a:pt x="2281758" y="283447"/>
                  <a:pt x="2271284" y="283447"/>
                  <a:pt x="2271284" y="290866"/>
                </a:cubicBezTo>
                <a:cubicBezTo>
                  <a:pt x="2302706" y="317050"/>
                  <a:pt x="2328890" y="287156"/>
                  <a:pt x="2370567" y="279737"/>
                </a:cubicBezTo>
                <a:cubicBezTo>
                  <a:pt x="2370567" y="287156"/>
                  <a:pt x="2349620" y="290866"/>
                  <a:pt x="2365330" y="290866"/>
                </a:cubicBezTo>
                <a:cubicBezTo>
                  <a:pt x="2365330" y="301994"/>
                  <a:pt x="2344383" y="301994"/>
                  <a:pt x="2339146" y="294575"/>
                </a:cubicBezTo>
                <a:cubicBezTo>
                  <a:pt x="2344383" y="298285"/>
                  <a:pt x="2344383" y="301994"/>
                  <a:pt x="2339146" y="301994"/>
                </a:cubicBezTo>
                <a:cubicBezTo>
                  <a:pt x="2360093" y="309413"/>
                  <a:pt x="2391515" y="294575"/>
                  <a:pt x="2422718" y="294575"/>
                </a:cubicBezTo>
                <a:cubicBezTo>
                  <a:pt x="2407007" y="313123"/>
                  <a:pt x="2365112" y="309413"/>
                  <a:pt x="2339146" y="320760"/>
                </a:cubicBezTo>
                <a:cubicBezTo>
                  <a:pt x="2339146" y="331888"/>
                  <a:pt x="2349620" y="328179"/>
                  <a:pt x="2339146" y="335598"/>
                </a:cubicBezTo>
                <a:cubicBezTo>
                  <a:pt x="2433192" y="328179"/>
                  <a:pt x="2564114" y="290866"/>
                  <a:pt x="2668634" y="268391"/>
                </a:cubicBezTo>
                <a:cubicBezTo>
                  <a:pt x="2668634" y="294575"/>
                  <a:pt x="2616265" y="286938"/>
                  <a:pt x="2600554" y="301994"/>
                </a:cubicBezTo>
                <a:cubicBezTo>
                  <a:pt x="2616265" y="309413"/>
                  <a:pt x="2637212" y="301994"/>
                  <a:pt x="2631976" y="316832"/>
                </a:cubicBezTo>
                <a:cubicBezTo>
                  <a:pt x="2778390" y="283229"/>
                  <a:pt x="2945753" y="245916"/>
                  <a:pt x="3086931" y="201184"/>
                </a:cubicBezTo>
                <a:cubicBezTo>
                  <a:pt x="3123589" y="190056"/>
                  <a:pt x="3155010" y="175000"/>
                  <a:pt x="3207161" y="178709"/>
                </a:cubicBezTo>
                <a:cubicBezTo>
                  <a:pt x="3233345" y="178709"/>
                  <a:pt x="3254293" y="193547"/>
                  <a:pt x="3280477" y="189837"/>
                </a:cubicBezTo>
                <a:cubicBezTo>
                  <a:pt x="3290951" y="208385"/>
                  <a:pt x="3322372" y="208385"/>
                  <a:pt x="3343320" y="216022"/>
                </a:cubicBezTo>
                <a:cubicBezTo>
                  <a:pt x="3343320" y="230860"/>
                  <a:pt x="3317136" y="227150"/>
                  <a:pt x="3311899" y="238497"/>
                </a:cubicBezTo>
                <a:cubicBezTo>
                  <a:pt x="3296188" y="234787"/>
                  <a:pt x="3290951" y="223659"/>
                  <a:pt x="3285714" y="208603"/>
                </a:cubicBezTo>
                <a:cubicBezTo>
                  <a:pt x="3264767" y="208603"/>
                  <a:pt x="3243819" y="208603"/>
                  <a:pt x="3243819" y="219731"/>
                </a:cubicBezTo>
                <a:cubicBezTo>
                  <a:pt x="3217635" y="201184"/>
                  <a:pt x="3155010" y="216022"/>
                  <a:pt x="3123589" y="227150"/>
                </a:cubicBezTo>
                <a:cubicBezTo>
                  <a:pt x="3149773" y="234569"/>
                  <a:pt x="3170721" y="230860"/>
                  <a:pt x="3196905" y="230860"/>
                </a:cubicBezTo>
                <a:cubicBezTo>
                  <a:pt x="3165484" y="245698"/>
                  <a:pt x="3113333" y="241988"/>
                  <a:pt x="3071438" y="253335"/>
                </a:cubicBezTo>
                <a:cubicBezTo>
                  <a:pt x="3066201" y="253335"/>
                  <a:pt x="3060964" y="260754"/>
                  <a:pt x="3055727" y="264463"/>
                </a:cubicBezTo>
                <a:cubicBezTo>
                  <a:pt x="2883128" y="309195"/>
                  <a:pt x="2726240" y="357636"/>
                  <a:pt x="2543166" y="398659"/>
                </a:cubicBezTo>
                <a:cubicBezTo>
                  <a:pt x="2579825" y="413497"/>
                  <a:pt x="2516982" y="406078"/>
                  <a:pt x="2485561" y="409787"/>
                </a:cubicBezTo>
                <a:cubicBezTo>
                  <a:pt x="2396752" y="420915"/>
                  <a:pt x="2292014" y="465647"/>
                  <a:pt x="2208442" y="476994"/>
                </a:cubicBezTo>
                <a:cubicBezTo>
                  <a:pt x="2213679" y="484413"/>
                  <a:pt x="2213679" y="488122"/>
                  <a:pt x="2208442" y="491832"/>
                </a:cubicBezTo>
                <a:cubicBezTo>
                  <a:pt x="2260811" y="469357"/>
                  <a:pt x="2349620" y="473284"/>
                  <a:pt x="2422936" y="454519"/>
                </a:cubicBezTo>
                <a:cubicBezTo>
                  <a:pt x="2417699" y="461938"/>
                  <a:pt x="2412462" y="465647"/>
                  <a:pt x="2412462" y="469357"/>
                </a:cubicBezTo>
                <a:cubicBezTo>
                  <a:pt x="2443884" y="480485"/>
                  <a:pt x="2475305" y="461938"/>
                  <a:pt x="2506508" y="458228"/>
                </a:cubicBezTo>
                <a:cubicBezTo>
                  <a:pt x="2506508" y="454519"/>
                  <a:pt x="2485561" y="450809"/>
                  <a:pt x="2501271" y="450809"/>
                </a:cubicBezTo>
                <a:cubicBezTo>
                  <a:pt x="2600554" y="461938"/>
                  <a:pt x="2752206" y="424625"/>
                  <a:pt x="2841233" y="406078"/>
                </a:cubicBezTo>
                <a:cubicBezTo>
                  <a:pt x="2966700" y="379893"/>
                  <a:pt x="3060964" y="320323"/>
                  <a:pt x="3186432" y="305267"/>
                </a:cubicBezTo>
                <a:cubicBezTo>
                  <a:pt x="3034780" y="361128"/>
                  <a:pt x="2862181" y="402368"/>
                  <a:pt x="2700055" y="454519"/>
                </a:cubicBezTo>
                <a:cubicBezTo>
                  <a:pt x="2757661" y="473066"/>
                  <a:pt x="2815048" y="443390"/>
                  <a:pt x="2862181" y="428334"/>
                </a:cubicBezTo>
                <a:cubicBezTo>
                  <a:pt x="2982411" y="413497"/>
                  <a:pt x="3066201" y="368546"/>
                  <a:pt x="3165484" y="342580"/>
                </a:cubicBezTo>
                <a:cubicBezTo>
                  <a:pt x="3155010" y="346290"/>
                  <a:pt x="3155010" y="353709"/>
                  <a:pt x="3149773" y="365055"/>
                </a:cubicBezTo>
                <a:cubicBezTo>
                  <a:pt x="3097404" y="387530"/>
                  <a:pt x="3019069" y="391240"/>
                  <a:pt x="2982411" y="428553"/>
                </a:cubicBezTo>
                <a:cubicBezTo>
                  <a:pt x="2935279" y="428553"/>
                  <a:pt x="2903858" y="443390"/>
                  <a:pt x="2877891" y="454737"/>
                </a:cubicBezTo>
                <a:cubicBezTo>
                  <a:pt x="2904076" y="462156"/>
                  <a:pt x="2956445" y="443609"/>
                  <a:pt x="2982411" y="458447"/>
                </a:cubicBezTo>
                <a:cubicBezTo>
                  <a:pt x="2883128" y="503178"/>
                  <a:pt x="2752206" y="518234"/>
                  <a:pt x="2652923" y="551620"/>
                </a:cubicBezTo>
                <a:cubicBezTo>
                  <a:pt x="2694818" y="559039"/>
                  <a:pt x="2736495" y="559039"/>
                  <a:pt x="2783627" y="555329"/>
                </a:cubicBezTo>
                <a:cubicBezTo>
                  <a:pt x="2778390" y="562748"/>
                  <a:pt x="2783627" y="566457"/>
                  <a:pt x="2788864" y="570167"/>
                </a:cubicBezTo>
                <a:cubicBezTo>
                  <a:pt x="2971937" y="543982"/>
                  <a:pt x="3128826" y="499251"/>
                  <a:pt x="3275240" y="447100"/>
                </a:cubicBezTo>
                <a:cubicBezTo>
                  <a:pt x="3290951" y="473284"/>
                  <a:pt x="3374523" y="432262"/>
                  <a:pt x="3384997" y="465647"/>
                </a:cubicBezTo>
                <a:cubicBezTo>
                  <a:pt x="3290951" y="491832"/>
                  <a:pt x="3201924" y="521507"/>
                  <a:pt x="3113115" y="547692"/>
                </a:cubicBezTo>
                <a:cubicBezTo>
                  <a:pt x="3113115" y="555111"/>
                  <a:pt x="3113115" y="562530"/>
                  <a:pt x="3113115" y="566239"/>
                </a:cubicBezTo>
                <a:cubicBezTo>
                  <a:pt x="3019069" y="592424"/>
                  <a:pt x="2924805" y="614681"/>
                  <a:pt x="2825522" y="637156"/>
                </a:cubicBezTo>
                <a:cubicBezTo>
                  <a:pt x="2825522" y="648284"/>
                  <a:pt x="2846470" y="640865"/>
                  <a:pt x="2856944" y="640865"/>
                </a:cubicBezTo>
                <a:cubicBezTo>
                  <a:pt x="2841233" y="659412"/>
                  <a:pt x="2799338" y="659412"/>
                  <a:pt x="2773372" y="667050"/>
                </a:cubicBezTo>
                <a:cubicBezTo>
                  <a:pt x="2773372" y="674468"/>
                  <a:pt x="2778608" y="674468"/>
                  <a:pt x="2778608" y="681887"/>
                </a:cubicBezTo>
                <a:cubicBezTo>
                  <a:pt x="2741950" y="689306"/>
                  <a:pt x="2695036" y="681887"/>
                  <a:pt x="2684563" y="708072"/>
                </a:cubicBezTo>
                <a:cubicBezTo>
                  <a:pt x="2684563" y="711781"/>
                  <a:pt x="2715984" y="708072"/>
                  <a:pt x="2715984" y="700653"/>
                </a:cubicBezTo>
                <a:cubicBezTo>
                  <a:pt x="2736932" y="719200"/>
                  <a:pt x="2663615" y="711781"/>
                  <a:pt x="2663615" y="730547"/>
                </a:cubicBezTo>
                <a:cubicBezTo>
                  <a:pt x="2715984" y="723128"/>
                  <a:pt x="2794319" y="715709"/>
                  <a:pt x="2836214" y="693234"/>
                </a:cubicBezTo>
                <a:cubicBezTo>
                  <a:pt x="2825740" y="689524"/>
                  <a:pt x="2810030" y="693234"/>
                  <a:pt x="2810030" y="674687"/>
                </a:cubicBezTo>
                <a:cubicBezTo>
                  <a:pt x="2825740" y="674687"/>
                  <a:pt x="2830977" y="685815"/>
                  <a:pt x="2841451" y="689524"/>
                </a:cubicBezTo>
                <a:cubicBezTo>
                  <a:pt x="2914768" y="663340"/>
                  <a:pt x="2987866" y="633664"/>
                  <a:pt x="3055946" y="600061"/>
                </a:cubicBezTo>
                <a:cubicBezTo>
                  <a:pt x="3050709" y="592642"/>
                  <a:pt x="3045472" y="603770"/>
                  <a:pt x="3045472" y="596351"/>
                </a:cubicBezTo>
                <a:cubicBezTo>
                  <a:pt x="3092604" y="585223"/>
                  <a:pt x="3155228" y="544201"/>
                  <a:pt x="3197124" y="551620"/>
                </a:cubicBezTo>
                <a:cubicBezTo>
                  <a:pt x="3129044" y="577804"/>
                  <a:pt x="3066419" y="607480"/>
                  <a:pt x="3003577" y="637374"/>
                </a:cubicBezTo>
                <a:cubicBezTo>
                  <a:pt x="3003577" y="648502"/>
                  <a:pt x="3014051" y="644793"/>
                  <a:pt x="3003577" y="652212"/>
                </a:cubicBezTo>
                <a:cubicBezTo>
                  <a:pt x="2920005" y="696943"/>
                  <a:pt x="2841451" y="756731"/>
                  <a:pt x="2715984" y="782698"/>
                </a:cubicBezTo>
                <a:cubicBezTo>
                  <a:pt x="2752642" y="793826"/>
                  <a:pt x="2794537" y="771569"/>
                  <a:pt x="2830977" y="778988"/>
                </a:cubicBezTo>
                <a:cubicBezTo>
                  <a:pt x="2773372" y="801463"/>
                  <a:pt x="2637431" y="793826"/>
                  <a:pt x="2569569" y="834848"/>
                </a:cubicBezTo>
                <a:cubicBezTo>
                  <a:pt x="2595753" y="827429"/>
                  <a:pt x="2606227" y="834848"/>
                  <a:pt x="2616701" y="845977"/>
                </a:cubicBezTo>
                <a:cubicBezTo>
                  <a:pt x="2648122" y="842267"/>
                  <a:pt x="2669070" y="834848"/>
                  <a:pt x="2695255" y="831139"/>
                </a:cubicBezTo>
                <a:cubicBezTo>
                  <a:pt x="2695255" y="823720"/>
                  <a:pt x="2710965" y="816301"/>
                  <a:pt x="2726676" y="812592"/>
                </a:cubicBezTo>
                <a:cubicBezTo>
                  <a:pt x="2726676" y="816301"/>
                  <a:pt x="2705728" y="835067"/>
                  <a:pt x="2700491" y="849904"/>
                </a:cubicBezTo>
                <a:cubicBezTo>
                  <a:pt x="2705728" y="853614"/>
                  <a:pt x="2705728" y="853614"/>
                  <a:pt x="2705728" y="857323"/>
                </a:cubicBezTo>
                <a:cubicBezTo>
                  <a:pt x="2731913" y="849904"/>
                  <a:pt x="2768571" y="846195"/>
                  <a:pt x="2789301" y="831139"/>
                </a:cubicBezTo>
                <a:cubicBezTo>
                  <a:pt x="2757879" y="861033"/>
                  <a:pt x="2679544" y="879580"/>
                  <a:pt x="2621938" y="886999"/>
                </a:cubicBezTo>
                <a:cubicBezTo>
                  <a:pt x="2611464" y="886999"/>
                  <a:pt x="2616701" y="905546"/>
                  <a:pt x="2606227" y="909474"/>
                </a:cubicBezTo>
                <a:cubicBezTo>
                  <a:pt x="2595753" y="905765"/>
                  <a:pt x="2590517" y="902055"/>
                  <a:pt x="2574806" y="905765"/>
                </a:cubicBezTo>
                <a:cubicBezTo>
                  <a:pt x="2522437" y="935659"/>
                  <a:pt x="2454576" y="954206"/>
                  <a:pt x="2402207" y="984100"/>
                </a:cubicBezTo>
                <a:cubicBezTo>
                  <a:pt x="2449339" y="998938"/>
                  <a:pt x="2501490" y="939368"/>
                  <a:pt x="2543385" y="950496"/>
                </a:cubicBezTo>
                <a:cubicBezTo>
                  <a:pt x="2564332" y="931949"/>
                  <a:pt x="2590517" y="916893"/>
                  <a:pt x="2632194" y="913184"/>
                </a:cubicBezTo>
                <a:cubicBezTo>
                  <a:pt x="2637431" y="913184"/>
                  <a:pt x="2632194" y="909474"/>
                  <a:pt x="2632194" y="902055"/>
                </a:cubicBezTo>
                <a:cubicBezTo>
                  <a:pt x="2684563" y="909474"/>
                  <a:pt x="2689800" y="875871"/>
                  <a:pt x="2741950" y="868452"/>
                </a:cubicBezTo>
                <a:cubicBezTo>
                  <a:pt x="2731476" y="883290"/>
                  <a:pt x="2726240" y="883290"/>
                  <a:pt x="2731476" y="902055"/>
                </a:cubicBezTo>
                <a:cubicBezTo>
                  <a:pt x="2736713" y="887217"/>
                  <a:pt x="2752424" y="913184"/>
                  <a:pt x="2762898" y="898346"/>
                </a:cubicBezTo>
                <a:cubicBezTo>
                  <a:pt x="2768135" y="902055"/>
                  <a:pt x="2752424" y="920821"/>
                  <a:pt x="2726240" y="916893"/>
                </a:cubicBezTo>
                <a:cubicBezTo>
                  <a:pt x="2726240" y="913184"/>
                  <a:pt x="2726240" y="905765"/>
                  <a:pt x="2726240" y="902055"/>
                </a:cubicBezTo>
                <a:cubicBezTo>
                  <a:pt x="2689581" y="898346"/>
                  <a:pt x="2705292" y="913184"/>
                  <a:pt x="2694818" y="924530"/>
                </a:cubicBezTo>
                <a:cubicBezTo>
                  <a:pt x="2679108" y="928240"/>
                  <a:pt x="2689581" y="917111"/>
                  <a:pt x="2689581" y="913402"/>
                </a:cubicBezTo>
                <a:cubicBezTo>
                  <a:pt x="2658160" y="909692"/>
                  <a:pt x="2658160" y="928240"/>
                  <a:pt x="2642449" y="935877"/>
                </a:cubicBezTo>
                <a:cubicBezTo>
                  <a:pt x="2642449" y="943296"/>
                  <a:pt x="2652923" y="943296"/>
                  <a:pt x="2668634" y="943296"/>
                </a:cubicBezTo>
                <a:cubicBezTo>
                  <a:pt x="2668634" y="954424"/>
                  <a:pt x="2658160" y="950715"/>
                  <a:pt x="2658160" y="958134"/>
                </a:cubicBezTo>
                <a:cubicBezTo>
                  <a:pt x="2705292" y="976681"/>
                  <a:pt x="2762679" y="935659"/>
                  <a:pt x="2804575" y="920821"/>
                </a:cubicBezTo>
                <a:cubicBezTo>
                  <a:pt x="2809812" y="931949"/>
                  <a:pt x="2773153" y="939368"/>
                  <a:pt x="2762679" y="950715"/>
                </a:cubicBezTo>
                <a:cubicBezTo>
                  <a:pt x="2882910" y="947005"/>
                  <a:pt x="2966700" y="868670"/>
                  <a:pt x="3071220" y="857542"/>
                </a:cubicBezTo>
                <a:cubicBezTo>
                  <a:pt x="3039798" y="898564"/>
                  <a:pt x="2966700" y="913402"/>
                  <a:pt x="2914331" y="939586"/>
                </a:cubicBezTo>
                <a:cubicBezTo>
                  <a:pt x="2930042" y="947005"/>
                  <a:pt x="2971937" y="939586"/>
                  <a:pt x="2997903" y="943296"/>
                </a:cubicBezTo>
                <a:cubicBezTo>
                  <a:pt x="2945534" y="958134"/>
                  <a:pt x="2882910" y="943296"/>
                  <a:pt x="2841015" y="969480"/>
                </a:cubicBezTo>
                <a:cubicBezTo>
                  <a:pt x="2851489" y="973190"/>
                  <a:pt x="2888147" y="965771"/>
                  <a:pt x="2914331" y="965771"/>
                </a:cubicBezTo>
                <a:cubicBezTo>
                  <a:pt x="2903858" y="995665"/>
                  <a:pt x="2841015" y="984318"/>
                  <a:pt x="2815048" y="995665"/>
                </a:cubicBezTo>
                <a:cubicBezTo>
                  <a:pt x="2820285" y="1003084"/>
                  <a:pt x="2835996" y="999374"/>
                  <a:pt x="2830759" y="1010503"/>
                </a:cubicBezTo>
                <a:cubicBezTo>
                  <a:pt x="2804575" y="1014212"/>
                  <a:pt x="2788864" y="1029050"/>
                  <a:pt x="2762679" y="1021631"/>
                </a:cubicBezTo>
                <a:cubicBezTo>
                  <a:pt x="2746969" y="1025340"/>
                  <a:pt x="2762679" y="1032759"/>
                  <a:pt x="2752206" y="1044106"/>
                </a:cubicBezTo>
                <a:cubicBezTo>
                  <a:pt x="2736495" y="1047815"/>
                  <a:pt x="2741732" y="1036687"/>
                  <a:pt x="2731258" y="1036687"/>
                </a:cubicBezTo>
                <a:cubicBezTo>
                  <a:pt x="2726021" y="1055234"/>
                  <a:pt x="2684126" y="1044106"/>
                  <a:pt x="2684126" y="1070290"/>
                </a:cubicBezTo>
                <a:cubicBezTo>
                  <a:pt x="2652705" y="1059162"/>
                  <a:pt x="2626520" y="1081419"/>
                  <a:pt x="2616047" y="1103894"/>
                </a:cubicBezTo>
                <a:cubicBezTo>
                  <a:pt x="2642231" y="1111313"/>
                  <a:pt x="2631757" y="1089056"/>
                  <a:pt x="2652705" y="1089056"/>
                </a:cubicBezTo>
                <a:cubicBezTo>
                  <a:pt x="2652705" y="1092765"/>
                  <a:pt x="2652705" y="1096475"/>
                  <a:pt x="2652705" y="1100184"/>
                </a:cubicBezTo>
                <a:cubicBezTo>
                  <a:pt x="2668415" y="1096475"/>
                  <a:pt x="2689363" y="1096475"/>
                  <a:pt x="2678889" y="1081637"/>
                </a:cubicBezTo>
                <a:cubicBezTo>
                  <a:pt x="2699837" y="1089056"/>
                  <a:pt x="2741732" y="1089056"/>
                  <a:pt x="2772935" y="1081637"/>
                </a:cubicBezTo>
                <a:cubicBezTo>
                  <a:pt x="2767698" y="1077928"/>
                  <a:pt x="2757224" y="1077928"/>
                  <a:pt x="2762461" y="1066799"/>
                </a:cubicBezTo>
                <a:cubicBezTo>
                  <a:pt x="2846034" y="1089274"/>
                  <a:pt x="2919350" y="1014648"/>
                  <a:pt x="2997903" y="1018358"/>
                </a:cubicBezTo>
                <a:cubicBezTo>
                  <a:pt x="2961245" y="1059380"/>
                  <a:pt x="2861962" y="1055671"/>
                  <a:pt x="2825304" y="1096693"/>
                </a:cubicBezTo>
                <a:cubicBezTo>
                  <a:pt x="2893384" y="1096693"/>
                  <a:pt x="2950771" y="1059380"/>
                  <a:pt x="3013614" y="1044542"/>
                </a:cubicBezTo>
                <a:cubicBezTo>
                  <a:pt x="3013614" y="1048252"/>
                  <a:pt x="2992666" y="1051961"/>
                  <a:pt x="3008377" y="1055671"/>
                </a:cubicBezTo>
                <a:cubicBezTo>
                  <a:pt x="2940297" y="1070509"/>
                  <a:pt x="2903858" y="1104112"/>
                  <a:pt x="2835778" y="1107822"/>
                </a:cubicBezTo>
                <a:cubicBezTo>
                  <a:pt x="2830541" y="1115240"/>
                  <a:pt x="2851489" y="1118950"/>
                  <a:pt x="2835778" y="1122659"/>
                </a:cubicBezTo>
                <a:cubicBezTo>
                  <a:pt x="2820067" y="1115240"/>
                  <a:pt x="2809593" y="1133788"/>
                  <a:pt x="2793883" y="1130078"/>
                </a:cubicBezTo>
                <a:cubicBezTo>
                  <a:pt x="2788646" y="1141207"/>
                  <a:pt x="2799120" y="1141207"/>
                  <a:pt x="2799120" y="1152553"/>
                </a:cubicBezTo>
                <a:cubicBezTo>
                  <a:pt x="2778172" y="1148844"/>
                  <a:pt x="2772935" y="1156263"/>
                  <a:pt x="2757224" y="1156263"/>
                </a:cubicBezTo>
                <a:cubicBezTo>
                  <a:pt x="2762461" y="1212123"/>
                  <a:pt x="2872218" y="1156263"/>
                  <a:pt x="2908876" y="1145134"/>
                </a:cubicBezTo>
                <a:cubicBezTo>
                  <a:pt x="2903639" y="1148844"/>
                  <a:pt x="2903639" y="1152553"/>
                  <a:pt x="2914113" y="1152553"/>
                </a:cubicBezTo>
                <a:cubicBezTo>
                  <a:pt x="2903639" y="1159972"/>
                  <a:pt x="2887929" y="1156263"/>
                  <a:pt x="2866981" y="1163682"/>
                </a:cubicBezTo>
                <a:cubicBezTo>
                  <a:pt x="2866981" y="1174810"/>
                  <a:pt x="2872218" y="1178520"/>
                  <a:pt x="2882692" y="1178520"/>
                </a:cubicBezTo>
                <a:cubicBezTo>
                  <a:pt x="2919350" y="1171101"/>
                  <a:pt x="2956008" y="1152335"/>
                  <a:pt x="2976738" y="1148626"/>
                </a:cubicBezTo>
                <a:cubicBezTo>
                  <a:pt x="2992448" y="1156045"/>
                  <a:pt x="2945316" y="1167173"/>
                  <a:pt x="2955790" y="1171101"/>
                </a:cubicBezTo>
                <a:cubicBezTo>
                  <a:pt x="2913895" y="1189648"/>
                  <a:pt x="2872218" y="1197285"/>
                  <a:pt x="2846034" y="1219542"/>
                </a:cubicBezTo>
                <a:cubicBezTo>
                  <a:pt x="2882692" y="1215832"/>
                  <a:pt x="2976738" y="1200995"/>
                  <a:pt x="2971501" y="1171101"/>
                </a:cubicBezTo>
                <a:cubicBezTo>
                  <a:pt x="3039580" y="1167391"/>
                  <a:pt x="3091731" y="1144916"/>
                  <a:pt x="3149337" y="1130078"/>
                </a:cubicBezTo>
                <a:cubicBezTo>
                  <a:pt x="3128389" y="1130078"/>
                  <a:pt x="3138863" y="1122659"/>
                  <a:pt x="3154574" y="1115240"/>
                </a:cubicBezTo>
                <a:cubicBezTo>
                  <a:pt x="3170284" y="1115240"/>
                  <a:pt x="3175521" y="1126369"/>
                  <a:pt x="3185995" y="1115240"/>
                </a:cubicBezTo>
                <a:cubicBezTo>
                  <a:pt x="3201706" y="1115240"/>
                  <a:pt x="3201706" y="1126369"/>
                  <a:pt x="3191232" y="1130078"/>
                </a:cubicBezTo>
                <a:cubicBezTo>
                  <a:pt x="3238364" y="1115240"/>
                  <a:pt x="3274804" y="1100184"/>
                  <a:pt x="3311462" y="1092765"/>
                </a:cubicBezTo>
                <a:cubicBezTo>
                  <a:pt x="3316699" y="1096475"/>
                  <a:pt x="3306226" y="1100184"/>
                  <a:pt x="3311462" y="1103894"/>
                </a:cubicBezTo>
                <a:cubicBezTo>
                  <a:pt x="3327173" y="1107603"/>
                  <a:pt x="3321936" y="1096475"/>
                  <a:pt x="3332410" y="1103894"/>
                </a:cubicBezTo>
                <a:cubicBezTo>
                  <a:pt x="3342884" y="1100184"/>
                  <a:pt x="3348121" y="1092765"/>
                  <a:pt x="3353358" y="1081419"/>
                </a:cubicBezTo>
                <a:cubicBezTo>
                  <a:pt x="3431911" y="1077709"/>
                  <a:pt x="3452640" y="1032978"/>
                  <a:pt x="3515483" y="1017921"/>
                </a:cubicBezTo>
                <a:cubicBezTo>
                  <a:pt x="3494535" y="1066363"/>
                  <a:pt x="3410963" y="1081419"/>
                  <a:pt x="3348121" y="1107385"/>
                </a:cubicBezTo>
                <a:cubicBezTo>
                  <a:pt x="3300989" y="1129860"/>
                  <a:pt x="3264548" y="1159536"/>
                  <a:pt x="3217416" y="1174592"/>
                </a:cubicBezTo>
                <a:cubicBezTo>
                  <a:pt x="3154574" y="1230452"/>
                  <a:pt x="3039580" y="1249218"/>
                  <a:pt x="2976956" y="1305078"/>
                </a:cubicBezTo>
                <a:cubicBezTo>
                  <a:pt x="2940297" y="1301368"/>
                  <a:pt x="2945534" y="1327553"/>
                  <a:pt x="2919350" y="1331262"/>
                </a:cubicBezTo>
                <a:cubicBezTo>
                  <a:pt x="2914113" y="1338681"/>
                  <a:pt x="2924587" y="1338681"/>
                  <a:pt x="2924587" y="1349810"/>
                </a:cubicBezTo>
                <a:cubicBezTo>
                  <a:pt x="2903639" y="1338681"/>
                  <a:pt x="2887929" y="1353519"/>
                  <a:pt x="2861744" y="1349810"/>
                </a:cubicBezTo>
                <a:cubicBezTo>
                  <a:pt x="2893166" y="1372285"/>
                  <a:pt x="2992448" y="1327335"/>
                  <a:pt x="3018633" y="1360938"/>
                </a:cubicBezTo>
                <a:cubicBezTo>
                  <a:pt x="3071002" y="1372066"/>
                  <a:pt x="3091949" y="1338463"/>
                  <a:pt x="3138863" y="1349810"/>
                </a:cubicBezTo>
                <a:cubicBezTo>
                  <a:pt x="3144100" y="1364648"/>
                  <a:pt x="3123152" y="1357229"/>
                  <a:pt x="3117916" y="1360938"/>
                </a:cubicBezTo>
                <a:cubicBezTo>
                  <a:pt x="3165047" y="1379485"/>
                  <a:pt x="3180758" y="1342391"/>
                  <a:pt x="3227672" y="1349810"/>
                </a:cubicBezTo>
                <a:cubicBezTo>
                  <a:pt x="3180540" y="1379704"/>
                  <a:pt x="3107442" y="1398251"/>
                  <a:pt x="3055073" y="1428145"/>
                </a:cubicBezTo>
                <a:cubicBezTo>
                  <a:pt x="3123152" y="1424435"/>
                  <a:pt x="3191014" y="1390832"/>
                  <a:pt x="3243383" y="1360938"/>
                </a:cubicBezTo>
                <a:cubicBezTo>
                  <a:pt x="3342666" y="1342391"/>
                  <a:pt x="3410745" y="1301150"/>
                  <a:pt x="3520502" y="1286312"/>
                </a:cubicBezTo>
                <a:cubicBezTo>
                  <a:pt x="3452422" y="1316206"/>
                  <a:pt x="3347902" y="1357229"/>
                  <a:pt x="3253857" y="1387123"/>
                </a:cubicBezTo>
                <a:cubicBezTo>
                  <a:pt x="3306226" y="1394542"/>
                  <a:pt x="3353139" y="1368575"/>
                  <a:pt x="3400271" y="1357229"/>
                </a:cubicBezTo>
                <a:cubicBezTo>
                  <a:pt x="3400271" y="1364648"/>
                  <a:pt x="3400271" y="1372066"/>
                  <a:pt x="3400271" y="1379704"/>
                </a:cubicBezTo>
                <a:cubicBezTo>
                  <a:pt x="3300989" y="1405888"/>
                  <a:pt x="3232909" y="1454329"/>
                  <a:pt x="3138863" y="1484223"/>
                </a:cubicBezTo>
                <a:cubicBezTo>
                  <a:pt x="3144100" y="1487933"/>
                  <a:pt x="3144100" y="1491642"/>
                  <a:pt x="3144100" y="1499061"/>
                </a:cubicBezTo>
                <a:cubicBezTo>
                  <a:pt x="3091731" y="1487933"/>
                  <a:pt x="3039580" y="1532665"/>
                  <a:pt x="2976738" y="1540083"/>
                </a:cubicBezTo>
                <a:cubicBezTo>
                  <a:pt x="2987211" y="1554921"/>
                  <a:pt x="2997685" y="1536374"/>
                  <a:pt x="3008159" y="1536374"/>
                </a:cubicBezTo>
                <a:cubicBezTo>
                  <a:pt x="3002922" y="1543793"/>
                  <a:pt x="2997685" y="1554921"/>
                  <a:pt x="2992448" y="1558849"/>
                </a:cubicBezTo>
                <a:cubicBezTo>
                  <a:pt x="3008159" y="1566268"/>
                  <a:pt x="3023870" y="1566268"/>
                  <a:pt x="3050054" y="1566268"/>
                </a:cubicBezTo>
                <a:cubicBezTo>
                  <a:pt x="3018633" y="1588743"/>
                  <a:pt x="2961245" y="1566268"/>
                  <a:pt x="2940297" y="1592452"/>
                </a:cubicBezTo>
                <a:cubicBezTo>
                  <a:pt x="2940297" y="1588743"/>
                  <a:pt x="2935061" y="1585034"/>
                  <a:pt x="2935061" y="1581324"/>
                </a:cubicBezTo>
                <a:cubicBezTo>
                  <a:pt x="2877455" y="1599871"/>
                  <a:pt x="2814830" y="1614928"/>
                  <a:pt x="2772935" y="1641112"/>
                </a:cubicBezTo>
                <a:cubicBezTo>
                  <a:pt x="2830541" y="1633693"/>
                  <a:pt x="2882692" y="1641112"/>
                  <a:pt x="2929824" y="1629984"/>
                </a:cubicBezTo>
                <a:cubicBezTo>
                  <a:pt x="2976956" y="1622565"/>
                  <a:pt x="2997903" y="1585252"/>
                  <a:pt x="3050054" y="1581542"/>
                </a:cubicBezTo>
                <a:cubicBezTo>
                  <a:pt x="3039580" y="1592671"/>
                  <a:pt x="3018633" y="1592671"/>
                  <a:pt x="3013396" y="1607727"/>
                </a:cubicBezTo>
                <a:cubicBezTo>
                  <a:pt x="3029107" y="1604017"/>
                  <a:pt x="3039580" y="1600308"/>
                  <a:pt x="3060528" y="1600308"/>
                </a:cubicBezTo>
                <a:cubicBezTo>
                  <a:pt x="3055291" y="1604017"/>
                  <a:pt x="3050054" y="1604017"/>
                  <a:pt x="3050054" y="1611436"/>
                </a:cubicBezTo>
                <a:cubicBezTo>
                  <a:pt x="3071002" y="1611436"/>
                  <a:pt x="3071002" y="1596598"/>
                  <a:pt x="3091949" y="1596598"/>
                </a:cubicBezTo>
                <a:cubicBezTo>
                  <a:pt x="3091949" y="1592889"/>
                  <a:pt x="3081476" y="1592889"/>
                  <a:pt x="3081476" y="1585470"/>
                </a:cubicBezTo>
                <a:cubicBezTo>
                  <a:pt x="3107660" y="1585470"/>
                  <a:pt x="3107660" y="1574342"/>
                  <a:pt x="3128608" y="1574342"/>
                </a:cubicBezTo>
                <a:cubicBezTo>
                  <a:pt x="3128608" y="1581761"/>
                  <a:pt x="3118134" y="1578051"/>
                  <a:pt x="3118134" y="1585470"/>
                </a:cubicBezTo>
                <a:cubicBezTo>
                  <a:pt x="3186213" y="1574342"/>
                  <a:pt x="3222653" y="1544448"/>
                  <a:pt x="3285496" y="1529610"/>
                </a:cubicBezTo>
                <a:cubicBezTo>
                  <a:pt x="3280259" y="1559504"/>
                  <a:pt x="3248838" y="1570632"/>
                  <a:pt x="3227890" y="1585470"/>
                </a:cubicBezTo>
                <a:cubicBezTo>
                  <a:pt x="3290733" y="1578051"/>
                  <a:pt x="3316699" y="1544448"/>
                  <a:pt x="3374305" y="1529610"/>
                </a:cubicBezTo>
                <a:cubicBezTo>
                  <a:pt x="3300989" y="1593107"/>
                  <a:pt x="3159811" y="1611654"/>
                  <a:pt x="3050054" y="1648967"/>
                </a:cubicBezTo>
                <a:cubicBezTo>
                  <a:pt x="3039580" y="1660096"/>
                  <a:pt x="3018633" y="1663805"/>
                  <a:pt x="3018633" y="1678861"/>
                </a:cubicBezTo>
                <a:cubicBezTo>
                  <a:pt x="2971501" y="1678861"/>
                  <a:pt x="2903639" y="1682571"/>
                  <a:pt x="2861744" y="1716174"/>
                </a:cubicBezTo>
                <a:cubicBezTo>
                  <a:pt x="2898402" y="1712465"/>
                  <a:pt x="2924587" y="1705046"/>
                  <a:pt x="2961027" y="1705046"/>
                </a:cubicBezTo>
                <a:cubicBezTo>
                  <a:pt x="2898184" y="1719884"/>
                  <a:pt x="2830323" y="1749778"/>
                  <a:pt x="2757006" y="1746068"/>
                </a:cubicBezTo>
                <a:cubicBezTo>
                  <a:pt x="2777954" y="1753487"/>
                  <a:pt x="2741296" y="1760906"/>
                  <a:pt x="2720348" y="1764615"/>
                </a:cubicBezTo>
                <a:cubicBezTo>
                  <a:pt x="2720348" y="1779453"/>
                  <a:pt x="2730822" y="1787090"/>
                  <a:pt x="2725585" y="1801928"/>
                </a:cubicBezTo>
                <a:cubicBezTo>
                  <a:pt x="2751769" y="1798219"/>
                  <a:pt x="2767480" y="1787090"/>
                  <a:pt x="2798902" y="1787090"/>
                </a:cubicBezTo>
                <a:cubicBezTo>
                  <a:pt x="2783191" y="1768543"/>
                  <a:pt x="2809375" y="1783381"/>
                  <a:pt x="2809375" y="1764615"/>
                </a:cubicBezTo>
                <a:cubicBezTo>
                  <a:pt x="2846034" y="1772034"/>
                  <a:pt x="2866981" y="1738431"/>
                  <a:pt x="2908658" y="1734721"/>
                </a:cubicBezTo>
                <a:cubicBezTo>
                  <a:pt x="2892947" y="1757196"/>
                  <a:pt x="2851052" y="1757196"/>
                  <a:pt x="2835341" y="1779453"/>
                </a:cubicBezTo>
                <a:cubicBezTo>
                  <a:pt x="2872000" y="1779453"/>
                  <a:pt x="2877237" y="1756978"/>
                  <a:pt x="2913895" y="1756978"/>
                </a:cubicBezTo>
                <a:cubicBezTo>
                  <a:pt x="2934842" y="1756978"/>
                  <a:pt x="2903421" y="1764397"/>
                  <a:pt x="2913895" y="1775526"/>
                </a:cubicBezTo>
                <a:cubicBezTo>
                  <a:pt x="2929605" y="1753051"/>
                  <a:pt x="2997467" y="1768107"/>
                  <a:pt x="3013178" y="1741922"/>
                </a:cubicBezTo>
                <a:cubicBezTo>
                  <a:pt x="3013178" y="1734503"/>
                  <a:pt x="3013178" y="1730794"/>
                  <a:pt x="3002704" y="1730794"/>
                </a:cubicBezTo>
                <a:cubicBezTo>
                  <a:pt x="3028888" y="1719665"/>
                  <a:pt x="3060310" y="1712246"/>
                  <a:pt x="3086276" y="1704609"/>
                </a:cubicBezTo>
                <a:cubicBezTo>
                  <a:pt x="3086276" y="1693481"/>
                  <a:pt x="3060091" y="1700900"/>
                  <a:pt x="3049618" y="1700900"/>
                </a:cubicBezTo>
                <a:cubicBezTo>
                  <a:pt x="3054855" y="1689771"/>
                  <a:pt x="3075802" y="1689771"/>
                  <a:pt x="3086276" y="1686062"/>
                </a:cubicBezTo>
                <a:cubicBezTo>
                  <a:pt x="3086276" y="1704609"/>
                  <a:pt x="3107223" y="1689771"/>
                  <a:pt x="3128171" y="1693481"/>
                </a:cubicBezTo>
                <a:cubicBezTo>
                  <a:pt x="3122934" y="1697190"/>
                  <a:pt x="3112460" y="1697190"/>
                  <a:pt x="3107223" y="1704609"/>
                </a:cubicBezTo>
                <a:cubicBezTo>
                  <a:pt x="3122934" y="1715738"/>
                  <a:pt x="3122934" y="1715738"/>
                  <a:pt x="3112460" y="1734503"/>
                </a:cubicBezTo>
                <a:cubicBezTo>
                  <a:pt x="3243165" y="1697190"/>
                  <a:pt x="3337429" y="1641330"/>
                  <a:pt x="3468133" y="1633693"/>
                </a:cubicBezTo>
                <a:cubicBezTo>
                  <a:pt x="3468133" y="1644821"/>
                  <a:pt x="3468133" y="1648531"/>
                  <a:pt x="3478607" y="1648531"/>
                </a:cubicBezTo>
                <a:cubicBezTo>
                  <a:pt x="3525739" y="1622346"/>
                  <a:pt x="3577889" y="1614928"/>
                  <a:pt x="3645969" y="1614928"/>
                </a:cubicBezTo>
                <a:cubicBezTo>
                  <a:pt x="3567416" y="1659659"/>
                  <a:pt x="3457659" y="1685844"/>
                  <a:pt x="3379324" y="1730576"/>
                </a:cubicBezTo>
                <a:cubicBezTo>
                  <a:pt x="3306007" y="1756760"/>
                  <a:pt x="3217198" y="1767888"/>
                  <a:pt x="3154355" y="1797782"/>
                </a:cubicBezTo>
                <a:cubicBezTo>
                  <a:pt x="2955572" y="1835095"/>
                  <a:pt x="2803920" y="1902302"/>
                  <a:pt x="2610373" y="1939615"/>
                </a:cubicBezTo>
                <a:cubicBezTo>
                  <a:pt x="2662742" y="1947034"/>
                  <a:pt x="2725367" y="1935906"/>
                  <a:pt x="2772499" y="1913431"/>
                </a:cubicBezTo>
                <a:cubicBezTo>
                  <a:pt x="2840578" y="1924559"/>
                  <a:pt x="2871781" y="1876118"/>
                  <a:pt x="2939861" y="1872408"/>
                </a:cubicBezTo>
                <a:cubicBezTo>
                  <a:pt x="3013178" y="1842514"/>
                  <a:pt x="3096750" y="1823967"/>
                  <a:pt x="3180322" y="1805201"/>
                </a:cubicBezTo>
                <a:cubicBezTo>
                  <a:pt x="3216980" y="1786654"/>
                  <a:pt x="3274368" y="1782726"/>
                  <a:pt x="3311026" y="1775307"/>
                </a:cubicBezTo>
                <a:cubicBezTo>
                  <a:pt x="3086058" y="1838805"/>
                  <a:pt x="2866545" y="1909503"/>
                  <a:pt x="2631103" y="1973000"/>
                </a:cubicBezTo>
                <a:cubicBezTo>
                  <a:pt x="2631103" y="1954453"/>
                  <a:pt x="2657287" y="1961872"/>
                  <a:pt x="2672998" y="1954453"/>
                </a:cubicBezTo>
                <a:cubicBezTo>
                  <a:pt x="2657287" y="1947034"/>
                  <a:pt x="2620629" y="1958162"/>
                  <a:pt x="2604918" y="1961872"/>
                </a:cubicBezTo>
                <a:cubicBezTo>
                  <a:pt x="2604918" y="1976710"/>
                  <a:pt x="2620629" y="1965581"/>
                  <a:pt x="2620629" y="1973000"/>
                </a:cubicBezTo>
                <a:cubicBezTo>
                  <a:pt x="2542075" y="2010313"/>
                  <a:pt x="2437556" y="2025151"/>
                  <a:pt x="2343510" y="2055045"/>
                </a:cubicBezTo>
                <a:cubicBezTo>
                  <a:pt x="2254701" y="2088648"/>
                  <a:pt x="2144726" y="2110905"/>
                  <a:pt x="2050680" y="2144509"/>
                </a:cubicBezTo>
                <a:cubicBezTo>
                  <a:pt x="2014022" y="2133380"/>
                  <a:pt x="1987837" y="2137090"/>
                  <a:pt x="1972127" y="2163056"/>
                </a:cubicBezTo>
                <a:cubicBezTo>
                  <a:pt x="1867607" y="2204078"/>
                  <a:pt x="1762869" y="2230263"/>
                  <a:pt x="1668823" y="2278704"/>
                </a:cubicBezTo>
                <a:cubicBezTo>
                  <a:pt x="1658350" y="2252519"/>
                  <a:pt x="1731666" y="2252519"/>
                  <a:pt x="1747377" y="2230263"/>
                </a:cubicBezTo>
                <a:cubicBezTo>
                  <a:pt x="1757851" y="2230263"/>
                  <a:pt x="1763087" y="2230263"/>
                  <a:pt x="1773561" y="2230263"/>
                </a:cubicBezTo>
                <a:cubicBezTo>
                  <a:pt x="1799746" y="2204078"/>
                  <a:pt x="1852115" y="2192950"/>
                  <a:pt x="1883318" y="2166765"/>
                </a:cubicBezTo>
                <a:cubicBezTo>
                  <a:pt x="1804764" y="2166765"/>
                  <a:pt x="1752614" y="2233972"/>
                  <a:pt x="1684534" y="2241391"/>
                </a:cubicBezTo>
                <a:cubicBezTo>
                  <a:pt x="1679297" y="2241391"/>
                  <a:pt x="1684534" y="2245100"/>
                  <a:pt x="1679297" y="2248810"/>
                </a:cubicBezTo>
                <a:cubicBezTo>
                  <a:pt x="1605981" y="2259938"/>
                  <a:pt x="1564304" y="2293542"/>
                  <a:pt x="1506698" y="2316017"/>
                </a:cubicBezTo>
                <a:cubicBezTo>
                  <a:pt x="1522409" y="2297469"/>
                  <a:pt x="1553830" y="2282414"/>
                  <a:pt x="1553830" y="2256229"/>
                </a:cubicBezTo>
                <a:cubicBezTo>
                  <a:pt x="1532882" y="2256229"/>
                  <a:pt x="1532882" y="2263648"/>
                  <a:pt x="1517172" y="2259938"/>
                </a:cubicBezTo>
                <a:cubicBezTo>
                  <a:pt x="1511935" y="2252519"/>
                  <a:pt x="1517172" y="2248810"/>
                  <a:pt x="1522409" y="2245100"/>
                </a:cubicBezTo>
                <a:cubicBezTo>
                  <a:pt x="1480513" y="2241391"/>
                  <a:pt x="1480513" y="2259938"/>
                  <a:pt x="1475277" y="2274995"/>
                </a:cubicBezTo>
                <a:cubicBezTo>
                  <a:pt x="1464803" y="2286123"/>
                  <a:pt x="1464803" y="2267576"/>
                  <a:pt x="1443855" y="2271285"/>
                </a:cubicBezTo>
                <a:cubicBezTo>
                  <a:pt x="1438618" y="2256447"/>
                  <a:pt x="1454329" y="2256447"/>
                  <a:pt x="1454329" y="2245100"/>
                </a:cubicBezTo>
                <a:cubicBezTo>
                  <a:pt x="1417671" y="2245100"/>
                  <a:pt x="1365520" y="2263648"/>
                  <a:pt x="1344572" y="2282414"/>
                </a:cubicBezTo>
                <a:cubicBezTo>
                  <a:pt x="1297440" y="2282414"/>
                  <a:pt x="1271256" y="2330855"/>
                  <a:pt x="1234816" y="2316017"/>
                </a:cubicBezTo>
                <a:cubicBezTo>
                  <a:pt x="1261000" y="2278704"/>
                  <a:pt x="1318388" y="2267576"/>
                  <a:pt x="1349809" y="2237682"/>
                </a:cubicBezTo>
                <a:cubicBezTo>
                  <a:pt x="1334099" y="2241391"/>
                  <a:pt x="1266237" y="2245100"/>
                  <a:pt x="1266237" y="2271285"/>
                </a:cubicBezTo>
                <a:cubicBezTo>
                  <a:pt x="1229579" y="2267576"/>
                  <a:pt x="1208631" y="2293760"/>
                  <a:pt x="1177428" y="2304888"/>
                </a:cubicBezTo>
                <a:cubicBezTo>
                  <a:pt x="1182665" y="2282414"/>
                  <a:pt x="1245508" y="2267576"/>
                  <a:pt x="1261000" y="2241391"/>
                </a:cubicBezTo>
                <a:cubicBezTo>
                  <a:pt x="1213868" y="2241391"/>
                  <a:pt x="1187684" y="2256229"/>
                  <a:pt x="1146007" y="2256229"/>
                </a:cubicBezTo>
                <a:cubicBezTo>
                  <a:pt x="1140770" y="2252519"/>
                  <a:pt x="1130296" y="2248810"/>
                  <a:pt x="1140770" y="2241391"/>
                </a:cubicBezTo>
                <a:cubicBezTo>
                  <a:pt x="1114586" y="2237682"/>
                  <a:pt x="1114586" y="2248810"/>
                  <a:pt x="1093638" y="2245100"/>
                </a:cubicBezTo>
                <a:cubicBezTo>
                  <a:pt x="1130296" y="2230263"/>
                  <a:pt x="1172191" y="2218916"/>
                  <a:pt x="1203394" y="2196659"/>
                </a:cubicBezTo>
                <a:cubicBezTo>
                  <a:pt x="1187684" y="2189240"/>
                  <a:pt x="1177210" y="2163056"/>
                  <a:pt x="1203394" y="2159346"/>
                </a:cubicBezTo>
                <a:cubicBezTo>
                  <a:pt x="1213868" y="2166765"/>
                  <a:pt x="1198158" y="2174184"/>
                  <a:pt x="1208631" y="2177894"/>
                </a:cubicBezTo>
                <a:cubicBezTo>
                  <a:pt x="1255763" y="2159346"/>
                  <a:pt x="1302677" y="2133162"/>
                  <a:pt x="1313151" y="2099559"/>
                </a:cubicBezTo>
                <a:cubicBezTo>
                  <a:pt x="1245071" y="2110687"/>
                  <a:pt x="1182447" y="2155419"/>
                  <a:pt x="1109130" y="2174184"/>
                </a:cubicBezTo>
                <a:cubicBezTo>
                  <a:pt x="1124841" y="2163056"/>
                  <a:pt x="1135315" y="2151709"/>
                  <a:pt x="1151026" y="2140581"/>
                </a:cubicBezTo>
                <a:cubicBezTo>
                  <a:pt x="1009848" y="2189022"/>
                  <a:pt x="905328" y="2263648"/>
                  <a:pt x="758695" y="2312089"/>
                </a:cubicBezTo>
                <a:cubicBezTo>
                  <a:pt x="847504" y="2259938"/>
                  <a:pt x="952242" y="2218916"/>
                  <a:pt x="1035814" y="2155419"/>
                </a:cubicBezTo>
                <a:cubicBezTo>
                  <a:pt x="1041051" y="2155419"/>
                  <a:pt x="1046288" y="2162838"/>
                  <a:pt x="1051525" y="2159128"/>
                </a:cubicBezTo>
                <a:cubicBezTo>
                  <a:pt x="1077709" y="2136653"/>
                  <a:pt x="1135097" y="2132944"/>
                  <a:pt x="1150807" y="2099340"/>
                </a:cubicBezTo>
                <a:cubicBezTo>
                  <a:pt x="1150807" y="2095631"/>
                  <a:pt x="1145570" y="2095631"/>
                  <a:pt x="1145570" y="2091921"/>
                </a:cubicBezTo>
                <a:cubicBezTo>
                  <a:pt x="1103675" y="2103050"/>
                  <a:pt x="1072254" y="2121815"/>
                  <a:pt x="1041051" y="2136653"/>
                </a:cubicBezTo>
                <a:cubicBezTo>
                  <a:pt x="1025340" y="2132944"/>
                  <a:pt x="1051525" y="2125525"/>
                  <a:pt x="1051525" y="2118106"/>
                </a:cubicBezTo>
                <a:cubicBezTo>
                  <a:pt x="1035814" y="2118106"/>
                  <a:pt x="1025340" y="2125525"/>
                  <a:pt x="1014866" y="2129234"/>
                </a:cubicBezTo>
                <a:cubicBezTo>
                  <a:pt x="1020103" y="2140363"/>
                  <a:pt x="1025340" y="2136653"/>
                  <a:pt x="1014866" y="2147782"/>
                </a:cubicBezTo>
                <a:cubicBezTo>
                  <a:pt x="1004393" y="2140363"/>
                  <a:pt x="999156" y="2125307"/>
                  <a:pt x="972971" y="2121597"/>
                </a:cubicBezTo>
                <a:cubicBezTo>
                  <a:pt x="952024" y="2125307"/>
                  <a:pt x="972971" y="2140144"/>
                  <a:pt x="962497" y="2147782"/>
                </a:cubicBezTo>
                <a:cubicBezTo>
                  <a:pt x="941550" y="2140363"/>
                  <a:pt x="920602" y="2144072"/>
                  <a:pt x="925839" y="2136653"/>
                </a:cubicBezTo>
                <a:cubicBezTo>
                  <a:pt x="821319" y="2151491"/>
                  <a:pt x="753240" y="2200151"/>
                  <a:pt x="664431" y="2229826"/>
                </a:cubicBezTo>
                <a:cubicBezTo>
                  <a:pt x="674905" y="2211279"/>
                  <a:pt x="690615" y="2218698"/>
                  <a:pt x="706326" y="2207351"/>
                </a:cubicBezTo>
                <a:cubicBezTo>
                  <a:pt x="706326" y="2203642"/>
                  <a:pt x="701089" y="2199932"/>
                  <a:pt x="701089" y="2196223"/>
                </a:cubicBezTo>
                <a:cubicBezTo>
                  <a:pt x="633010" y="2222407"/>
                  <a:pt x="580859" y="2256011"/>
                  <a:pt x="507542" y="2274558"/>
                </a:cubicBezTo>
                <a:cubicBezTo>
                  <a:pt x="606825" y="2214770"/>
                  <a:pt x="706326" y="2192513"/>
                  <a:pt x="784661" y="2121597"/>
                </a:cubicBezTo>
                <a:cubicBezTo>
                  <a:pt x="789898" y="2136435"/>
                  <a:pt x="805609" y="2125307"/>
                  <a:pt x="816083" y="2117888"/>
                </a:cubicBezTo>
                <a:cubicBezTo>
                  <a:pt x="821319" y="2106759"/>
                  <a:pt x="805609" y="2125307"/>
                  <a:pt x="800372" y="2114178"/>
                </a:cubicBezTo>
                <a:cubicBezTo>
                  <a:pt x="821319" y="2091703"/>
                  <a:pt x="899655" y="2091703"/>
                  <a:pt x="889181" y="2065737"/>
                </a:cubicBezTo>
                <a:cubicBezTo>
                  <a:pt x="915365" y="2069446"/>
                  <a:pt x="967734" y="2043262"/>
                  <a:pt x="988464" y="2021005"/>
                </a:cubicBezTo>
                <a:cubicBezTo>
                  <a:pt x="983227" y="2009877"/>
                  <a:pt x="962279" y="2024715"/>
                  <a:pt x="957042" y="2017296"/>
                </a:cubicBezTo>
                <a:cubicBezTo>
                  <a:pt x="951805" y="2028424"/>
                  <a:pt x="936095" y="2032133"/>
                  <a:pt x="936095" y="2050899"/>
                </a:cubicBezTo>
                <a:cubicBezTo>
                  <a:pt x="925621" y="2047190"/>
                  <a:pt x="909910" y="2039771"/>
                  <a:pt x="915147" y="2058318"/>
                </a:cubicBezTo>
                <a:cubicBezTo>
                  <a:pt x="904673" y="2058318"/>
                  <a:pt x="909910" y="2035843"/>
                  <a:pt x="904673" y="2050899"/>
                </a:cubicBezTo>
                <a:cubicBezTo>
                  <a:pt x="878489" y="2050899"/>
                  <a:pt x="909910" y="2039771"/>
                  <a:pt x="909910" y="2036061"/>
                </a:cubicBezTo>
                <a:cubicBezTo>
                  <a:pt x="883726" y="2032352"/>
                  <a:pt x="878489" y="2039771"/>
                  <a:pt x="862778" y="2043480"/>
                </a:cubicBezTo>
                <a:cubicBezTo>
                  <a:pt x="862778" y="2054609"/>
                  <a:pt x="852304" y="2058318"/>
                  <a:pt x="873252" y="2062027"/>
                </a:cubicBezTo>
                <a:cubicBezTo>
                  <a:pt x="862778" y="2069446"/>
                  <a:pt x="852304" y="2073156"/>
                  <a:pt x="847068" y="2084502"/>
                </a:cubicBezTo>
                <a:cubicBezTo>
                  <a:pt x="841831" y="2084502"/>
                  <a:pt x="841831" y="2073374"/>
                  <a:pt x="826120" y="2077083"/>
                </a:cubicBezTo>
                <a:cubicBezTo>
                  <a:pt x="831357" y="2069665"/>
                  <a:pt x="841831" y="2065955"/>
                  <a:pt x="847068" y="2058536"/>
                </a:cubicBezTo>
                <a:cubicBezTo>
                  <a:pt x="758259" y="2054827"/>
                  <a:pt x="679705" y="2088430"/>
                  <a:pt x="611626" y="2110687"/>
                </a:cubicBezTo>
                <a:cubicBezTo>
                  <a:pt x="590678" y="2114396"/>
                  <a:pt x="590678" y="2103268"/>
                  <a:pt x="574967" y="2103268"/>
                </a:cubicBezTo>
                <a:cubicBezTo>
                  <a:pt x="726619" y="2065955"/>
                  <a:pt x="825902" y="2002458"/>
                  <a:pt x="967298" y="1969073"/>
                </a:cubicBezTo>
                <a:cubicBezTo>
                  <a:pt x="962061" y="1950525"/>
                  <a:pt x="967298" y="1946598"/>
                  <a:pt x="967298" y="1928050"/>
                </a:cubicBezTo>
                <a:cubicBezTo>
                  <a:pt x="946350" y="1935469"/>
                  <a:pt x="899218" y="1939179"/>
                  <a:pt x="904455" y="1950525"/>
                </a:cubicBezTo>
                <a:cubicBezTo>
                  <a:pt x="873034" y="1943106"/>
                  <a:pt x="815646" y="1965363"/>
                  <a:pt x="789462" y="1980419"/>
                </a:cubicBezTo>
                <a:cubicBezTo>
                  <a:pt x="737093" y="1965581"/>
                  <a:pt x="679705" y="2014023"/>
                  <a:pt x="627336" y="2006604"/>
                </a:cubicBezTo>
                <a:cubicBezTo>
                  <a:pt x="663994" y="1973000"/>
                  <a:pt x="747567" y="1973000"/>
                  <a:pt x="778988" y="1920849"/>
                </a:cubicBezTo>
                <a:cubicBezTo>
                  <a:pt x="742330" y="1931978"/>
                  <a:pt x="690179" y="1954453"/>
                  <a:pt x="632573" y="1969291"/>
                </a:cubicBezTo>
                <a:cubicBezTo>
                  <a:pt x="658758" y="1931978"/>
                  <a:pt x="716145" y="1913431"/>
                  <a:pt x="763277" y="1890956"/>
                </a:cubicBezTo>
                <a:cubicBezTo>
                  <a:pt x="768514" y="1879827"/>
                  <a:pt x="747567" y="1887246"/>
                  <a:pt x="737093" y="1887246"/>
                </a:cubicBezTo>
                <a:cubicBezTo>
                  <a:pt x="784225" y="1868699"/>
                  <a:pt x="867797" y="1849933"/>
                  <a:pt x="883508" y="1808911"/>
                </a:cubicBezTo>
                <a:cubicBezTo>
                  <a:pt x="873034" y="1805201"/>
                  <a:pt x="857323" y="1805201"/>
                  <a:pt x="867797" y="1794073"/>
                </a:cubicBezTo>
                <a:cubicBezTo>
                  <a:pt x="846849" y="1790363"/>
                  <a:pt x="841612" y="1820257"/>
                  <a:pt x="852086" y="1827676"/>
                </a:cubicBezTo>
                <a:cubicBezTo>
                  <a:pt x="825902" y="1820257"/>
                  <a:pt x="784007" y="1838805"/>
                  <a:pt x="763277" y="1853861"/>
                </a:cubicBezTo>
                <a:cubicBezTo>
                  <a:pt x="763277" y="1831386"/>
                  <a:pt x="831357" y="1831386"/>
                  <a:pt x="841831" y="1805420"/>
                </a:cubicBezTo>
                <a:cubicBezTo>
                  <a:pt x="841831" y="1798001"/>
                  <a:pt x="831357" y="1798001"/>
                  <a:pt x="836594" y="1786872"/>
                </a:cubicBezTo>
                <a:cubicBezTo>
                  <a:pt x="810409" y="1790582"/>
                  <a:pt x="778988" y="1794291"/>
                  <a:pt x="768514" y="1809347"/>
                </a:cubicBezTo>
                <a:cubicBezTo>
                  <a:pt x="758040" y="1809347"/>
                  <a:pt x="773751" y="1805638"/>
                  <a:pt x="763277" y="1798219"/>
                </a:cubicBezTo>
                <a:cubicBezTo>
                  <a:pt x="731856" y="1801928"/>
                  <a:pt x="721382" y="1816766"/>
                  <a:pt x="684724" y="1813057"/>
                </a:cubicBezTo>
                <a:cubicBezTo>
                  <a:pt x="705671" y="1798219"/>
                  <a:pt x="679487" y="1783163"/>
                  <a:pt x="674250" y="1764615"/>
                </a:cubicBezTo>
                <a:cubicBezTo>
                  <a:pt x="689961" y="1753487"/>
                  <a:pt x="731856" y="1764615"/>
                  <a:pt x="726619" y="1746068"/>
                </a:cubicBezTo>
                <a:cubicBezTo>
                  <a:pt x="810191" y="1734940"/>
                  <a:pt x="831139" y="1675152"/>
                  <a:pt x="920166" y="1664023"/>
                </a:cubicBezTo>
                <a:cubicBezTo>
                  <a:pt x="920166" y="1656604"/>
                  <a:pt x="920166" y="1652895"/>
                  <a:pt x="920166" y="1645476"/>
                </a:cubicBezTo>
                <a:cubicBezTo>
                  <a:pt x="899218" y="1641767"/>
                  <a:pt x="909692" y="1656604"/>
                  <a:pt x="893981" y="1652895"/>
                </a:cubicBezTo>
                <a:cubicBezTo>
                  <a:pt x="899218" y="1623001"/>
                  <a:pt x="925403" y="1630420"/>
                  <a:pt x="951587" y="1619292"/>
                </a:cubicBezTo>
                <a:cubicBezTo>
                  <a:pt x="951587" y="1626710"/>
                  <a:pt x="941113" y="1630420"/>
                  <a:pt x="962061" y="1626710"/>
                </a:cubicBezTo>
                <a:cubicBezTo>
                  <a:pt x="967298" y="1596817"/>
                  <a:pt x="1003956" y="1563213"/>
                  <a:pt x="1035378" y="1537247"/>
                </a:cubicBezTo>
                <a:cubicBezTo>
                  <a:pt x="915147" y="1559722"/>
                  <a:pt x="789680" y="1600744"/>
                  <a:pt x="684942" y="1641767"/>
                </a:cubicBezTo>
                <a:cubicBezTo>
                  <a:pt x="690179" y="1630638"/>
                  <a:pt x="658758" y="1638057"/>
                  <a:pt x="663994" y="1645476"/>
                </a:cubicBezTo>
                <a:cubicBezTo>
                  <a:pt x="648284" y="1619292"/>
                  <a:pt x="716363" y="1604454"/>
                  <a:pt x="737311" y="1604454"/>
                </a:cubicBezTo>
                <a:cubicBezTo>
                  <a:pt x="747785" y="1600744"/>
                  <a:pt x="732074" y="1593325"/>
                  <a:pt x="747785" y="1593325"/>
                </a:cubicBezTo>
                <a:cubicBezTo>
                  <a:pt x="742548" y="1585906"/>
                  <a:pt x="716363" y="1593325"/>
                  <a:pt x="711127" y="1585906"/>
                </a:cubicBezTo>
                <a:cubicBezTo>
                  <a:pt x="684942" y="1604454"/>
                  <a:pt x="653521" y="1623219"/>
                  <a:pt x="622317" y="1638057"/>
                </a:cubicBezTo>
                <a:cubicBezTo>
                  <a:pt x="611844" y="1623219"/>
                  <a:pt x="632791" y="1615582"/>
                  <a:pt x="617081" y="1597035"/>
                </a:cubicBezTo>
                <a:cubicBezTo>
                  <a:pt x="590896" y="1593325"/>
                  <a:pt x="617081" y="1611873"/>
                  <a:pt x="590896" y="1611873"/>
                </a:cubicBezTo>
                <a:cubicBezTo>
                  <a:pt x="564712" y="1611873"/>
                  <a:pt x="590896" y="1600744"/>
                  <a:pt x="575186" y="1597035"/>
                </a:cubicBezTo>
                <a:cubicBezTo>
                  <a:pt x="564712" y="1604454"/>
                  <a:pt x="575186" y="1611873"/>
                  <a:pt x="564712" y="1619510"/>
                </a:cubicBezTo>
                <a:cubicBezTo>
                  <a:pt x="549001" y="1615800"/>
                  <a:pt x="549001" y="1619510"/>
                  <a:pt x="538527" y="1612091"/>
                </a:cubicBezTo>
                <a:cubicBezTo>
                  <a:pt x="538527" y="1593543"/>
                  <a:pt x="559475" y="1585906"/>
                  <a:pt x="575186" y="1578487"/>
                </a:cubicBezTo>
                <a:cubicBezTo>
                  <a:pt x="575186" y="1571068"/>
                  <a:pt x="559475" y="1578487"/>
                  <a:pt x="549001" y="1574778"/>
                </a:cubicBezTo>
                <a:cubicBezTo>
                  <a:pt x="564712" y="1567359"/>
                  <a:pt x="575186" y="1556231"/>
                  <a:pt x="596133" y="1548594"/>
                </a:cubicBezTo>
                <a:cubicBezTo>
                  <a:pt x="596133" y="1541175"/>
                  <a:pt x="585659" y="1541175"/>
                  <a:pt x="590896" y="1530046"/>
                </a:cubicBezTo>
                <a:cubicBezTo>
                  <a:pt x="622317" y="1515208"/>
                  <a:pt x="721600" y="1515208"/>
                  <a:pt x="700653" y="1459130"/>
                </a:cubicBezTo>
                <a:cubicBezTo>
                  <a:pt x="737311" y="1459130"/>
                  <a:pt x="726837" y="1429236"/>
                  <a:pt x="758259" y="1429236"/>
                </a:cubicBezTo>
                <a:cubicBezTo>
                  <a:pt x="753022" y="1429236"/>
                  <a:pt x="753022" y="1432945"/>
                  <a:pt x="753022" y="1440364"/>
                </a:cubicBezTo>
                <a:cubicBezTo>
                  <a:pt x="763495" y="1440364"/>
                  <a:pt x="763495" y="1432945"/>
                  <a:pt x="773969" y="1436655"/>
                </a:cubicBezTo>
                <a:cubicBezTo>
                  <a:pt x="773969" y="1425526"/>
                  <a:pt x="768732" y="1418108"/>
                  <a:pt x="763495" y="1410470"/>
                </a:cubicBezTo>
                <a:cubicBezTo>
                  <a:pt x="732074" y="1410470"/>
                  <a:pt x="721600" y="1425308"/>
                  <a:pt x="700653" y="1432945"/>
                </a:cubicBezTo>
                <a:cubicBezTo>
                  <a:pt x="690179" y="1432945"/>
                  <a:pt x="695416" y="1421817"/>
                  <a:pt x="684942" y="1421817"/>
                </a:cubicBezTo>
                <a:cubicBezTo>
                  <a:pt x="554238" y="1451711"/>
                  <a:pt x="454737" y="1492733"/>
                  <a:pt x="350217" y="1544884"/>
                </a:cubicBezTo>
                <a:cubicBezTo>
                  <a:pt x="350217" y="1530046"/>
                  <a:pt x="350217" y="1507571"/>
                  <a:pt x="371165" y="1496443"/>
                </a:cubicBezTo>
                <a:cubicBezTo>
                  <a:pt x="360691" y="1485314"/>
                  <a:pt x="334507" y="1492733"/>
                  <a:pt x="324033" y="1496443"/>
                </a:cubicBezTo>
                <a:cubicBezTo>
                  <a:pt x="355454" y="1466549"/>
                  <a:pt x="386875" y="1462839"/>
                  <a:pt x="423316" y="1451711"/>
                </a:cubicBezTo>
                <a:cubicBezTo>
                  <a:pt x="454737" y="1384504"/>
                  <a:pt x="548783" y="1336063"/>
                  <a:pt x="653521" y="1302459"/>
                </a:cubicBezTo>
                <a:cubicBezTo>
                  <a:pt x="648284" y="1287622"/>
                  <a:pt x="663994" y="1276275"/>
                  <a:pt x="658758" y="1265147"/>
                </a:cubicBezTo>
                <a:cubicBezTo>
                  <a:pt x="627336" y="1276275"/>
                  <a:pt x="616862" y="1298750"/>
                  <a:pt x="590678" y="1309878"/>
                </a:cubicBezTo>
                <a:cubicBezTo>
                  <a:pt x="580204" y="1306169"/>
                  <a:pt x="601152" y="1298750"/>
                  <a:pt x="601152" y="1291331"/>
                </a:cubicBezTo>
                <a:cubicBezTo>
                  <a:pt x="517580" y="1295040"/>
                  <a:pt x="428552" y="1339772"/>
                  <a:pt x="324033" y="1369666"/>
                </a:cubicBezTo>
                <a:cubicBezTo>
                  <a:pt x="297848" y="1380795"/>
                  <a:pt x="250716" y="1410689"/>
                  <a:pt x="219513" y="1421817"/>
                </a:cubicBezTo>
                <a:cubicBezTo>
                  <a:pt x="214276" y="1421817"/>
                  <a:pt x="203802" y="1418108"/>
                  <a:pt x="198566" y="1421817"/>
                </a:cubicBezTo>
                <a:cubicBezTo>
                  <a:pt x="146197" y="1440364"/>
                  <a:pt x="104520" y="1466549"/>
                  <a:pt x="67861" y="1492733"/>
                </a:cubicBezTo>
                <a:cubicBezTo>
                  <a:pt x="67861" y="1470258"/>
                  <a:pt x="120230" y="1451711"/>
                  <a:pt x="146415" y="1432945"/>
                </a:cubicBezTo>
                <a:cubicBezTo>
                  <a:pt x="114993" y="1436655"/>
                  <a:pt x="94046" y="1447783"/>
                  <a:pt x="67861" y="1455420"/>
                </a:cubicBezTo>
                <a:cubicBezTo>
                  <a:pt x="109757" y="1414398"/>
                  <a:pt x="182855" y="1395633"/>
                  <a:pt x="235224" y="1362247"/>
                </a:cubicBezTo>
                <a:cubicBezTo>
                  <a:pt x="235224" y="1351119"/>
                  <a:pt x="240461" y="1339772"/>
                  <a:pt x="261408" y="1339772"/>
                </a:cubicBezTo>
                <a:cubicBezTo>
                  <a:pt x="266645" y="1350901"/>
                  <a:pt x="245698" y="1343482"/>
                  <a:pt x="250934" y="1354610"/>
                </a:cubicBezTo>
                <a:cubicBezTo>
                  <a:pt x="313777" y="1336063"/>
                  <a:pt x="381639" y="1313588"/>
                  <a:pt x="434008" y="1272566"/>
                </a:cubicBezTo>
                <a:cubicBezTo>
                  <a:pt x="449718" y="1276275"/>
                  <a:pt x="428771" y="1279984"/>
                  <a:pt x="428771" y="1283694"/>
                </a:cubicBezTo>
                <a:cubicBezTo>
                  <a:pt x="434008" y="1291113"/>
                  <a:pt x="449718" y="1279984"/>
                  <a:pt x="460192" y="1279984"/>
                </a:cubicBezTo>
                <a:cubicBezTo>
                  <a:pt x="454955" y="1265147"/>
                  <a:pt x="444481" y="1261437"/>
                  <a:pt x="460192" y="1246381"/>
                </a:cubicBezTo>
                <a:cubicBezTo>
                  <a:pt x="434008" y="1246381"/>
                  <a:pt x="418297" y="1261219"/>
                  <a:pt x="397349" y="1264928"/>
                </a:cubicBezTo>
                <a:cubicBezTo>
                  <a:pt x="418297" y="1264928"/>
                  <a:pt x="407823" y="1276057"/>
                  <a:pt x="397349" y="1287403"/>
                </a:cubicBezTo>
                <a:cubicBezTo>
                  <a:pt x="392112" y="1264928"/>
                  <a:pt x="376402" y="1294822"/>
                  <a:pt x="371165" y="1276275"/>
                </a:cubicBezTo>
                <a:cubicBezTo>
                  <a:pt x="339743" y="1287403"/>
                  <a:pt x="313559" y="1306169"/>
                  <a:pt x="282356" y="1317297"/>
                </a:cubicBezTo>
                <a:cubicBezTo>
                  <a:pt x="319014" y="1287403"/>
                  <a:pt x="371165" y="1250091"/>
                  <a:pt x="423534" y="1246381"/>
                </a:cubicBezTo>
                <a:cubicBezTo>
                  <a:pt x="449718" y="1231543"/>
                  <a:pt x="475903" y="1216487"/>
                  <a:pt x="486376" y="1190521"/>
                </a:cubicBezTo>
                <a:cubicBezTo>
                  <a:pt x="481140" y="1186811"/>
                  <a:pt x="449718" y="1190521"/>
                  <a:pt x="460192" y="1190521"/>
                </a:cubicBezTo>
                <a:cubicBezTo>
                  <a:pt x="287593" y="1227834"/>
                  <a:pt x="156889" y="1291331"/>
                  <a:pt x="0" y="1339772"/>
                </a:cubicBezTo>
                <a:cubicBezTo>
                  <a:pt x="94046" y="1283912"/>
                  <a:pt x="219731" y="1254018"/>
                  <a:pt x="313777" y="1197940"/>
                </a:cubicBezTo>
                <a:cubicBezTo>
                  <a:pt x="418297" y="1183102"/>
                  <a:pt x="475903" y="1156917"/>
                  <a:pt x="549219" y="1119605"/>
                </a:cubicBezTo>
                <a:cubicBezTo>
                  <a:pt x="554456" y="1123314"/>
                  <a:pt x="554456" y="1130733"/>
                  <a:pt x="564930" y="1123314"/>
                </a:cubicBezTo>
                <a:cubicBezTo>
                  <a:pt x="591114" y="1115895"/>
                  <a:pt x="570167" y="1097130"/>
                  <a:pt x="585877" y="1082292"/>
                </a:cubicBezTo>
                <a:cubicBezTo>
                  <a:pt x="596351" y="1086001"/>
                  <a:pt x="638246" y="1089711"/>
                  <a:pt x="633010" y="1071163"/>
                </a:cubicBezTo>
                <a:cubicBezTo>
                  <a:pt x="627773" y="1063744"/>
                  <a:pt x="627773" y="1071163"/>
                  <a:pt x="617299" y="1071163"/>
                </a:cubicBezTo>
                <a:cubicBezTo>
                  <a:pt x="627773" y="1063744"/>
                  <a:pt x="606825" y="1052616"/>
                  <a:pt x="633010" y="1052616"/>
                </a:cubicBezTo>
                <a:cubicBezTo>
                  <a:pt x="622536" y="1041488"/>
                  <a:pt x="606825" y="1056325"/>
                  <a:pt x="596351" y="1056325"/>
                </a:cubicBezTo>
                <a:cubicBezTo>
                  <a:pt x="606825" y="1048906"/>
                  <a:pt x="596351" y="1048906"/>
                  <a:pt x="591114" y="1041488"/>
                </a:cubicBezTo>
                <a:cubicBezTo>
                  <a:pt x="559693" y="1056325"/>
                  <a:pt x="523035" y="1060035"/>
                  <a:pt x="486595" y="1063963"/>
                </a:cubicBezTo>
                <a:cubicBezTo>
                  <a:pt x="491832" y="1049125"/>
                  <a:pt x="523253" y="1052834"/>
                  <a:pt x="544201" y="1045415"/>
                </a:cubicBezTo>
                <a:cubicBezTo>
                  <a:pt x="533727" y="1026868"/>
                  <a:pt x="554674" y="1030577"/>
                  <a:pt x="554674" y="1015521"/>
                </a:cubicBezTo>
                <a:cubicBezTo>
                  <a:pt x="554674" y="1008102"/>
                  <a:pt x="549437" y="1022940"/>
                  <a:pt x="538964" y="1015521"/>
                </a:cubicBezTo>
                <a:cubicBezTo>
                  <a:pt x="549437" y="1011812"/>
                  <a:pt x="549437" y="1000683"/>
                  <a:pt x="559911" y="996974"/>
                </a:cubicBezTo>
                <a:cubicBezTo>
                  <a:pt x="586096" y="1004393"/>
                  <a:pt x="575622" y="1000683"/>
                  <a:pt x="607043" y="996974"/>
                </a:cubicBezTo>
                <a:cubicBezTo>
                  <a:pt x="601806" y="982136"/>
                  <a:pt x="570385" y="989555"/>
                  <a:pt x="559911" y="974499"/>
                </a:cubicBezTo>
                <a:cubicBezTo>
                  <a:pt x="528490" y="978208"/>
                  <a:pt x="523253" y="985627"/>
                  <a:pt x="497068" y="985627"/>
                </a:cubicBezTo>
                <a:cubicBezTo>
                  <a:pt x="507542" y="963152"/>
                  <a:pt x="549437" y="974499"/>
                  <a:pt x="538964" y="952024"/>
                </a:cubicBezTo>
                <a:cubicBezTo>
                  <a:pt x="559911" y="955733"/>
                  <a:pt x="596569" y="944605"/>
                  <a:pt x="601806" y="925839"/>
                </a:cubicBezTo>
                <a:cubicBezTo>
                  <a:pt x="622754" y="925839"/>
                  <a:pt x="643702" y="922130"/>
                  <a:pt x="648938" y="903364"/>
                </a:cubicBezTo>
                <a:cubicBezTo>
                  <a:pt x="654175" y="914493"/>
                  <a:pt x="680360" y="903364"/>
                  <a:pt x="675123" y="892236"/>
                </a:cubicBezTo>
                <a:cubicBezTo>
                  <a:pt x="675123" y="884817"/>
                  <a:pt x="648938" y="895945"/>
                  <a:pt x="643702" y="903364"/>
                </a:cubicBezTo>
                <a:cubicBezTo>
                  <a:pt x="643702" y="888527"/>
                  <a:pt x="675123" y="869761"/>
                  <a:pt x="690834" y="869761"/>
                </a:cubicBezTo>
                <a:cubicBezTo>
                  <a:pt x="680360" y="854923"/>
                  <a:pt x="633228" y="869761"/>
                  <a:pt x="617517" y="877180"/>
                </a:cubicBezTo>
                <a:cubicBezTo>
                  <a:pt x="612280" y="892018"/>
                  <a:pt x="622754" y="899655"/>
                  <a:pt x="633228" y="907074"/>
                </a:cubicBezTo>
                <a:cubicBezTo>
                  <a:pt x="627991" y="910783"/>
                  <a:pt x="612280" y="914493"/>
                  <a:pt x="617517" y="903364"/>
                </a:cubicBezTo>
                <a:cubicBezTo>
                  <a:pt x="607043" y="903364"/>
                  <a:pt x="591333" y="903364"/>
                  <a:pt x="586096" y="910783"/>
                </a:cubicBezTo>
                <a:cubicBezTo>
                  <a:pt x="580859" y="910783"/>
                  <a:pt x="586096" y="903364"/>
                  <a:pt x="575622" y="903364"/>
                </a:cubicBezTo>
                <a:cubicBezTo>
                  <a:pt x="549437" y="907074"/>
                  <a:pt x="523253" y="914493"/>
                  <a:pt x="512779" y="933258"/>
                </a:cubicBezTo>
                <a:cubicBezTo>
                  <a:pt x="449936" y="925839"/>
                  <a:pt x="418733" y="966862"/>
                  <a:pt x="361127" y="970571"/>
                </a:cubicBezTo>
                <a:cubicBezTo>
                  <a:pt x="366364" y="959443"/>
                  <a:pt x="382075" y="955733"/>
                  <a:pt x="392549" y="944387"/>
                </a:cubicBezTo>
                <a:cubicBezTo>
                  <a:pt x="376838" y="933258"/>
                  <a:pt x="308977" y="944387"/>
                  <a:pt x="298503" y="966862"/>
                </a:cubicBezTo>
                <a:cubicBezTo>
                  <a:pt x="288029" y="966862"/>
                  <a:pt x="272318" y="966862"/>
                  <a:pt x="261845" y="966862"/>
                </a:cubicBezTo>
                <a:cubicBezTo>
                  <a:pt x="288029" y="948314"/>
                  <a:pt x="319451" y="936968"/>
                  <a:pt x="350654" y="925839"/>
                </a:cubicBezTo>
                <a:cubicBezTo>
                  <a:pt x="350654" y="918420"/>
                  <a:pt x="329706" y="936968"/>
                  <a:pt x="334943" y="918420"/>
                </a:cubicBezTo>
                <a:cubicBezTo>
                  <a:pt x="403023" y="907292"/>
                  <a:pt x="449936" y="881108"/>
                  <a:pt x="523253" y="862560"/>
                </a:cubicBezTo>
                <a:cubicBezTo>
                  <a:pt x="544201" y="844013"/>
                  <a:pt x="575622" y="814119"/>
                  <a:pt x="606825" y="814119"/>
                </a:cubicBezTo>
                <a:cubicBezTo>
                  <a:pt x="622536" y="814119"/>
                  <a:pt x="601588" y="795572"/>
                  <a:pt x="617299" y="799281"/>
                </a:cubicBezTo>
                <a:cubicBezTo>
                  <a:pt x="638246" y="799281"/>
                  <a:pt x="601588" y="814119"/>
                  <a:pt x="606825" y="829175"/>
                </a:cubicBezTo>
                <a:cubicBezTo>
                  <a:pt x="585877" y="821756"/>
                  <a:pt x="580641" y="851650"/>
                  <a:pt x="549219" y="844013"/>
                </a:cubicBezTo>
                <a:cubicBezTo>
                  <a:pt x="549219" y="847722"/>
                  <a:pt x="549219" y="855141"/>
                  <a:pt x="549219" y="858851"/>
                </a:cubicBezTo>
                <a:cubicBezTo>
                  <a:pt x="575404" y="858851"/>
                  <a:pt x="585877" y="844013"/>
                  <a:pt x="596351" y="836376"/>
                </a:cubicBezTo>
                <a:cubicBezTo>
                  <a:pt x="612062" y="843795"/>
                  <a:pt x="648720" y="840085"/>
                  <a:pt x="653957" y="825247"/>
                </a:cubicBezTo>
                <a:cubicBezTo>
                  <a:pt x="779424" y="795353"/>
                  <a:pt x="910128" y="769387"/>
                  <a:pt x="1030577" y="724437"/>
                </a:cubicBezTo>
                <a:cubicBezTo>
                  <a:pt x="1035814" y="728147"/>
                  <a:pt x="1056761" y="724437"/>
                  <a:pt x="1051525" y="713309"/>
                </a:cubicBezTo>
                <a:cubicBezTo>
                  <a:pt x="1077709" y="720728"/>
                  <a:pt x="1088183" y="705890"/>
                  <a:pt x="1088183" y="687124"/>
                </a:cubicBezTo>
                <a:cubicBezTo>
                  <a:pt x="1109130" y="683415"/>
                  <a:pt x="1130078" y="679705"/>
                  <a:pt x="1124841" y="657230"/>
                </a:cubicBezTo>
                <a:cubicBezTo>
                  <a:pt x="1140552" y="664649"/>
                  <a:pt x="1135315" y="660940"/>
                  <a:pt x="1135315" y="646102"/>
                </a:cubicBezTo>
                <a:cubicBezTo>
                  <a:pt x="1140552" y="642392"/>
                  <a:pt x="1151026" y="642392"/>
                  <a:pt x="1161499" y="646102"/>
                </a:cubicBezTo>
                <a:cubicBezTo>
                  <a:pt x="1171973" y="642392"/>
                  <a:pt x="1166736" y="623627"/>
                  <a:pt x="1177210" y="619917"/>
                </a:cubicBezTo>
                <a:cubicBezTo>
                  <a:pt x="1198158" y="623627"/>
                  <a:pt x="1171973" y="627336"/>
                  <a:pt x="1177210" y="631046"/>
                </a:cubicBezTo>
                <a:cubicBezTo>
                  <a:pt x="1177210" y="638465"/>
                  <a:pt x="1187684" y="623627"/>
                  <a:pt x="1198158" y="631046"/>
                </a:cubicBezTo>
                <a:cubicBezTo>
                  <a:pt x="1208631" y="616208"/>
                  <a:pt x="1198158" y="608571"/>
                  <a:pt x="1219105" y="601152"/>
                </a:cubicBezTo>
                <a:cubicBezTo>
                  <a:pt x="1198158" y="608571"/>
                  <a:pt x="1156262" y="608571"/>
                  <a:pt x="1151026" y="634755"/>
                </a:cubicBezTo>
                <a:cubicBezTo>
                  <a:pt x="1135315" y="638465"/>
                  <a:pt x="1135315" y="616208"/>
                  <a:pt x="1124841" y="631046"/>
                </a:cubicBezTo>
                <a:cubicBezTo>
                  <a:pt x="1140552" y="601152"/>
                  <a:pt x="1224124" y="593733"/>
                  <a:pt x="1250308" y="567548"/>
                </a:cubicBezTo>
                <a:cubicBezTo>
                  <a:pt x="1286967" y="567548"/>
                  <a:pt x="1313151" y="560130"/>
                  <a:pt x="1333880" y="545074"/>
                </a:cubicBezTo>
                <a:cubicBezTo>
                  <a:pt x="1271038" y="548783"/>
                  <a:pt x="1218887" y="578677"/>
                  <a:pt x="1156044" y="600934"/>
                </a:cubicBezTo>
                <a:cubicBezTo>
                  <a:pt x="1014866" y="649375"/>
                  <a:pt x="852741" y="682978"/>
                  <a:pt x="727274" y="739057"/>
                </a:cubicBezTo>
                <a:cubicBezTo>
                  <a:pt x="727274" y="750185"/>
                  <a:pt x="722037" y="757604"/>
                  <a:pt x="711563" y="765241"/>
                </a:cubicBezTo>
                <a:cubicBezTo>
                  <a:pt x="674905" y="761532"/>
                  <a:pt x="674905" y="783789"/>
                  <a:pt x="643483" y="787716"/>
                </a:cubicBezTo>
                <a:cubicBezTo>
                  <a:pt x="648720" y="765241"/>
                  <a:pt x="685378" y="765241"/>
                  <a:pt x="685378" y="739275"/>
                </a:cubicBezTo>
                <a:cubicBezTo>
                  <a:pt x="638246" y="746694"/>
                  <a:pt x="601806" y="772878"/>
                  <a:pt x="549437" y="769169"/>
                </a:cubicBezTo>
                <a:cubicBezTo>
                  <a:pt x="565148" y="758041"/>
                  <a:pt x="580859" y="746694"/>
                  <a:pt x="586096" y="728147"/>
                </a:cubicBezTo>
                <a:cubicBezTo>
                  <a:pt x="601806" y="735566"/>
                  <a:pt x="617517" y="713309"/>
                  <a:pt x="638465" y="701962"/>
                </a:cubicBezTo>
                <a:cubicBezTo>
                  <a:pt x="643702" y="701962"/>
                  <a:pt x="648938" y="705672"/>
                  <a:pt x="648938" y="716800"/>
                </a:cubicBezTo>
                <a:cubicBezTo>
                  <a:pt x="659412" y="713091"/>
                  <a:pt x="690834" y="705672"/>
                  <a:pt x="680360" y="701962"/>
                </a:cubicBezTo>
                <a:cubicBezTo>
                  <a:pt x="690834" y="694543"/>
                  <a:pt x="690834" y="709381"/>
                  <a:pt x="706544" y="701962"/>
                </a:cubicBezTo>
                <a:cubicBezTo>
                  <a:pt x="737966" y="660940"/>
                  <a:pt x="837248" y="657230"/>
                  <a:pt x="863433" y="627336"/>
                </a:cubicBezTo>
                <a:cubicBezTo>
                  <a:pt x="879144" y="627336"/>
                  <a:pt x="905328" y="631046"/>
                  <a:pt x="915802" y="612499"/>
                </a:cubicBezTo>
                <a:cubicBezTo>
                  <a:pt x="910565" y="608789"/>
                  <a:pt x="900091" y="608789"/>
                  <a:pt x="905328" y="601370"/>
                </a:cubicBezTo>
                <a:cubicBezTo>
                  <a:pt x="921039" y="590242"/>
                  <a:pt x="921039" y="616208"/>
                  <a:pt x="926276" y="593951"/>
                </a:cubicBezTo>
                <a:cubicBezTo>
                  <a:pt x="941986" y="593951"/>
                  <a:pt x="926276" y="601370"/>
                  <a:pt x="926276" y="608789"/>
                </a:cubicBezTo>
                <a:cubicBezTo>
                  <a:pt x="947223" y="605080"/>
                  <a:pt x="952460" y="593951"/>
                  <a:pt x="968171" y="590242"/>
                </a:cubicBezTo>
                <a:cubicBezTo>
                  <a:pt x="973408" y="579113"/>
                  <a:pt x="952460" y="586532"/>
                  <a:pt x="957697" y="575404"/>
                </a:cubicBezTo>
                <a:cubicBezTo>
                  <a:pt x="989118" y="564275"/>
                  <a:pt x="1004829" y="545510"/>
                  <a:pt x="1041269" y="538091"/>
                </a:cubicBezTo>
                <a:cubicBezTo>
                  <a:pt x="1041269" y="549219"/>
                  <a:pt x="1025558" y="545510"/>
                  <a:pt x="1025558" y="552929"/>
                </a:cubicBezTo>
                <a:cubicBezTo>
                  <a:pt x="1025558" y="560348"/>
                  <a:pt x="1041269" y="541800"/>
                  <a:pt x="1051743" y="556638"/>
                </a:cubicBezTo>
                <a:cubicBezTo>
                  <a:pt x="1056980" y="545510"/>
                  <a:pt x="1083164" y="549219"/>
                  <a:pt x="1077927" y="530454"/>
                </a:cubicBezTo>
                <a:cubicBezTo>
                  <a:pt x="1166736" y="515616"/>
                  <a:pt x="1208631" y="466956"/>
                  <a:pt x="1287185" y="444700"/>
                </a:cubicBezTo>
                <a:cubicBezTo>
                  <a:pt x="1281948" y="433571"/>
                  <a:pt x="1281948" y="426152"/>
                  <a:pt x="1271474" y="426152"/>
                </a:cubicBezTo>
                <a:cubicBezTo>
                  <a:pt x="1255763" y="448627"/>
                  <a:pt x="1203394" y="444700"/>
                  <a:pt x="1187902" y="470884"/>
                </a:cubicBezTo>
                <a:cubicBezTo>
                  <a:pt x="1166955" y="470884"/>
                  <a:pt x="1166955" y="470884"/>
                  <a:pt x="1140770" y="470884"/>
                </a:cubicBezTo>
                <a:cubicBezTo>
                  <a:pt x="1140770" y="463465"/>
                  <a:pt x="1156481" y="467175"/>
                  <a:pt x="1156481" y="456046"/>
                </a:cubicBezTo>
                <a:cubicBezTo>
                  <a:pt x="1161718" y="452337"/>
                  <a:pt x="1161718" y="456046"/>
                  <a:pt x="1172191" y="456046"/>
                </a:cubicBezTo>
                <a:cubicBezTo>
                  <a:pt x="1208850" y="426152"/>
                  <a:pt x="1287185" y="422443"/>
                  <a:pt x="1318606" y="385130"/>
                </a:cubicBezTo>
                <a:cubicBezTo>
                  <a:pt x="1381449" y="385130"/>
                  <a:pt x="1407415" y="355236"/>
                  <a:pt x="1454547" y="332979"/>
                </a:cubicBezTo>
                <a:cubicBezTo>
                  <a:pt x="1522627" y="303085"/>
                  <a:pt x="1616673" y="284538"/>
                  <a:pt x="1679515" y="262063"/>
                </a:cubicBezTo>
                <a:cubicBezTo>
                  <a:pt x="1684752" y="258353"/>
                  <a:pt x="1705700" y="265772"/>
                  <a:pt x="1695226" y="250935"/>
                </a:cubicBezTo>
                <a:cubicBezTo>
                  <a:pt x="1799746" y="228460"/>
                  <a:pt x="1888773" y="168890"/>
                  <a:pt x="1993293" y="135286"/>
                </a:cubicBezTo>
                <a:cubicBezTo>
                  <a:pt x="1998529" y="146415"/>
                  <a:pt x="1988056" y="146415"/>
                  <a:pt x="1988056" y="153834"/>
                </a:cubicBezTo>
                <a:cubicBezTo>
                  <a:pt x="1946161" y="142705"/>
                  <a:pt x="1956634" y="180018"/>
                  <a:pt x="1914739" y="180018"/>
                </a:cubicBezTo>
                <a:cubicBezTo>
                  <a:pt x="1899029" y="213622"/>
                  <a:pt x="1851896" y="224750"/>
                  <a:pt x="1810220" y="239806"/>
                </a:cubicBezTo>
                <a:cubicBezTo>
                  <a:pt x="1810220" y="243516"/>
                  <a:pt x="1810220" y="243516"/>
                  <a:pt x="1810220" y="247225"/>
                </a:cubicBezTo>
                <a:cubicBezTo>
                  <a:pt x="1815456" y="250935"/>
                  <a:pt x="1825930" y="250935"/>
                  <a:pt x="1831167" y="250935"/>
                </a:cubicBezTo>
                <a:cubicBezTo>
                  <a:pt x="1825930" y="232387"/>
                  <a:pt x="1867825" y="236097"/>
                  <a:pt x="1883536" y="221041"/>
                </a:cubicBezTo>
                <a:cubicBezTo>
                  <a:pt x="1899247" y="228460"/>
                  <a:pt x="1873062" y="232169"/>
                  <a:pt x="1873062" y="239588"/>
                </a:cubicBezTo>
                <a:cubicBezTo>
                  <a:pt x="1925431" y="239588"/>
                  <a:pt x="1951616" y="209694"/>
                  <a:pt x="2009003" y="202275"/>
                </a:cubicBezTo>
                <a:cubicBezTo>
                  <a:pt x="2009003" y="213403"/>
                  <a:pt x="2024714" y="213403"/>
                  <a:pt x="2029951" y="217113"/>
                </a:cubicBezTo>
                <a:cubicBezTo>
                  <a:pt x="2024714" y="224532"/>
                  <a:pt x="2003766" y="217113"/>
                  <a:pt x="2003766" y="224532"/>
                </a:cubicBezTo>
                <a:cubicBezTo>
                  <a:pt x="2003766" y="231951"/>
                  <a:pt x="2029951" y="224532"/>
                  <a:pt x="2040425" y="228241"/>
                </a:cubicBezTo>
                <a:cubicBezTo>
                  <a:pt x="2045661" y="224532"/>
                  <a:pt x="2056135" y="220822"/>
                  <a:pt x="2056135" y="209694"/>
                </a:cubicBezTo>
                <a:cubicBezTo>
                  <a:pt x="2077083" y="209694"/>
                  <a:pt x="2092794" y="213403"/>
                  <a:pt x="2103267" y="217113"/>
                </a:cubicBezTo>
                <a:cubicBezTo>
                  <a:pt x="2109595" y="212967"/>
                  <a:pt x="2130543" y="201839"/>
                  <a:pt x="2114832" y="198129"/>
                </a:cubicBezTo>
                <a:lnTo>
                  <a:pt x="2114832" y="198129"/>
                </a:lnTo>
                <a:close/>
                <a:moveTo>
                  <a:pt x="2658596" y="869543"/>
                </a:moveTo>
                <a:cubicBezTo>
                  <a:pt x="2653359" y="869543"/>
                  <a:pt x="2648122" y="869543"/>
                  <a:pt x="2642886" y="869543"/>
                </a:cubicBezTo>
                <a:cubicBezTo>
                  <a:pt x="2642886" y="873252"/>
                  <a:pt x="2642886" y="873252"/>
                  <a:pt x="2642886" y="876962"/>
                </a:cubicBezTo>
                <a:cubicBezTo>
                  <a:pt x="2648122" y="877180"/>
                  <a:pt x="2658596" y="877180"/>
                  <a:pt x="2658596" y="869543"/>
                </a:cubicBezTo>
                <a:lnTo>
                  <a:pt x="2658596" y="869543"/>
                </a:lnTo>
                <a:close/>
                <a:moveTo>
                  <a:pt x="2595972" y="903146"/>
                </a:moveTo>
                <a:cubicBezTo>
                  <a:pt x="2595972" y="899437"/>
                  <a:pt x="2606446" y="899437"/>
                  <a:pt x="2601209" y="892018"/>
                </a:cubicBezTo>
                <a:cubicBezTo>
                  <a:pt x="2595972" y="892018"/>
                  <a:pt x="2590735" y="892018"/>
                  <a:pt x="2585498" y="892018"/>
                </a:cubicBezTo>
                <a:cubicBezTo>
                  <a:pt x="2595972" y="899437"/>
                  <a:pt x="2575024" y="903146"/>
                  <a:pt x="2585498" y="903146"/>
                </a:cubicBezTo>
                <a:cubicBezTo>
                  <a:pt x="2585498" y="899437"/>
                  <a:pt x="2590735" y="903146"/>
                  <a:pt x="2595972" y="903146"/>
                </a:cubicBezTo>
                <a:lnTo>
                  <a:pt x="2595972" y="903146"/>
                </a:lnTo>
                <a:close/>
                <a:moveTo>
                  <a:pt x="592860" y="1100839"/>
                </a:moveTo>
                <a:cubicBezTo>
                  <a:pt x="592860" y="1089711"/>
                  <a:pt x="619044" y="1100839"/>
                  <a:pt x="613808" y="1086001"/>
                </a:cubicBezTo>
                <a:cubicBezTo>
                  <a:pt x="598097" y="1093420"/>
                  <a:pt x="582386" y="1089711"/>
                  <a:pt x="592860" y="1100839"/>
                </a:cubicBezTo>
                <a:lnTo>
                  <a:pt x="592860" y="1100839"/>
                </a:lnTo>
                <a:close/>
                <a:moveTo>
                  <a:pt x="561439" y="962934"/>
                </a:moveTo>
                <a:cubicBezTo>
                  <a:pt x="577149" y="962934"/>
                  <a:pt x="577149" y="951806"/>
                  <a:pt x="598097" y="955515"/>
                </a:cubicBezTo>
                <a:cubicBezTo>
                  <a:pt x="598097" y="951806"/>
                  <a:pt x="603334" y="948096"/>
                  <a:pt x="603334" y="944387"/>
                </a:cubicBezTo>
                <a:cubicBezTo>
                  <a:pt x="587623" y="947878"/>
                  <a:pt x="571912" y="951806"/>
                  <a:pt x="561439" y="962934"/>
                </a:cubicBezTo>
                <a:lnTo>
                  <a:pt x="561439" y="962934"/>
                </a:lnTo>
                <a:close/>
                <a:moveTo>
                  <a:pt x="2083411" y="310068"/>
                </a:moveTo>
                <a:cubicBezTo>
                  <a:pt x="2093885" y="310068"/>
                  <a:pt x="2088648" y="317487"/>
                  <a:pt x="2093885" y="321196"/>
                </a:cubicBezTo>
                <a:cubicBezTo>
                  <a:pt x="2120069" y="321196"/>
                  <a:pt x="2130543" y="310068"/>
                  <a:pt x="2135780" y="295012"/>
                </a:cubicBezTo>
                <a:cubicBezTo>
                  <a:pt x="2109595" y="295230"/>
                  <a:pt x="2099121" y="302649"/>
                  <a:pt x="2083411" y="310068"/>
                </a:cubicBezTo>
                <a:lnTo>
                  <a:pt x="2083411" y="310068"/>
                </a:lnTo>
                <a:close/>
                <a:moveTo>
                  <a:pt x="2297905" y="321196"/>
                </a:moveTo>
                <a:cubicBezTo>
                  <a:pt x="2303142" y="321196"/>
                  <a:pt x="2313616" y="321196"/>
                  <a:pt x="2313616" y="324906"/>
                </a:cubicBezTo>
                <a:cubicBezTo>
                  <a:pt x="2318853" y="317487"/>
                  <a:pt x="2329327" y="313777"/>
                  <a:pt x="2334564" y="306358"/>
                </a:cubicBezTo>
                <a:cubicBezTo>
                  <a:pt x="2318635" y="310068"/>
                  <a:pt x="2292669" y="306358"/>
                  <a:pt x="2297905" y="321196"/>
                </a:cubicBezTo>
                <a:lnTo>
                  <a:pt x="2297905" y="321196"/>
                </a:lnTo>
                <a:close/>
                <a:moveTo>
                  <a:pt x="2454794" y="343671"/>
                </a:moveTo>
                <a:cubicBezTo>
                  <a:pt x="2501926" y="347381"/>
                  <a:pt x="2548840" y="336252"/>
                  <a:pt x="2590735" y="328833"/>
                </a:cubicBezTo>
                <a:cubicBezTo>
                  <a:pt x="2585498" y="317705"/>
                  <a:pt x="2590735" y="317705"/>
                  <a:pt x="2595972" y="306358"/>
                </a:cubicBezTo>
                <a:cubicBezTo>
                  <a:pt x="2559314" y="321196"/>
                  <a:pt x="2491234" y="317487"/>
                  <a:pt x="2454794" y="343671"/>
                </a:cubicBezTo>
                <a:lnTo>
                  <a:pt x="2454794" y="343671"/>
                </a:lnTo>
                <a:close/>
                <a:moveTo>
                  <a:pt x="1827239" y="388403"/>
                </a:moveTo>
                <a:cubicBezTo>
                  <a:pt x="1827239" y="399531"/>
                  <a:pt x="1801055" y="406950"/>
                  <a:pt x="1822002" y="410878"/>
                </a:cubicBezTo>
                <a:cubicBezTo>
                  <a:pt x="1822002" y="396040"/>
                  <a:pt x="1858661" y="407169"/>
                  <a:pt x="1858661" y="392331"/>
                </a:cubicBezTo>
                <a:cubicBezTo>
                  <a:pt x="1853206" y="388403"/>
                  <a:pt x="1842732" y="388403"/>
                  <a:pt x="1827239" y="388403"/>
                </a:cubicBezTo>
                <a:lnTo>
                  <a:pt x="1827239" y="388403"/>
                </a:lnTo>
                <a:close/>
                <a:moveTo>
                  <a:pt x="1957944" y="358509"/>
                </a:moveTo>
                <a:cubicBezTo>
                  <a:pt x="1957944" y="362219"/>
                  <a:pt x="1963180" y="365928"/>
                  <a:pt x="1968417" y="365928"/>
                </a:cubicBezTo>
                <a:cubicBezTo>
                  <a:pt x="1978891" y="362219"/>
                  <a:pt x="1984128" y="351090"/>
                  <a:pt x="1989365" y="347381"/>
                </a:cubicBezTo>
                <a:cubicBezTo>
                  <a:pt x="2015549" y="351090"/>
                  <a:pt x="2052208" y="336252"/>
                  <a:pt x="2062681" y="321196"/>
                </a:cubicBezTo>
                <a:cubicBezTo>
                  <a:pt x="1989365" y="332325"/>
                  <a:pt x="1937214" y="365928"/>
                  <a:pt x="1863898" y="377056"/>
                </a:cubicBezTo>
                <a:cubicBezTo>
                  <a:pt x="1869135" y="388185"/>
                  <a:pt x="1848187" y="384475"/>
                  <a:pt x="1858661" y="391894"/>
                </a:cubicBezTo>
                <a:cubicBezTo>
                  <a:pt x="1900338" y="384694"/>
                  <a:pt x="1931759" y="373565"/>
                  <a:pt x="1957944" y="358509"/>
                </a:cubicBezTo>
                <a:lnTo>
                  <a:pt x="1957944" y="358509"/>
                </a:lnTo>
                <a:close/>
                <a:moveTo>
                  <a:pt x="2276958" y="392113"/>
                </a:moveTo>
                <a:cubicBezTo>
                  <a:pt x="2297905" y="392113"/>
                  <a:pt x="2318853" y="388403"/>
                  <a:pt x="2329327" y="377275"/>
                </a:cubicBezTo>
                <a:cubicBezTo>
                  <a:pt x="2329327" y="377275"/>
                  <a:pt x="2324090" y="377275"/>
                  <a:pt x="2324090" y="373565"/>
                </a:cubicBezTo>
                <a:cubicBezTo>
                  <a:pt x="2324090" y="373565"/>
                  <a:pt x="2318853" y="373565"/>
                  <a:pt x="2313616" y="373565"/>
                </a:cubicBezTo>
                <a:cubicBezTo>
                  <a:pt x="2318635" y="392113"/>
                  <a:pt x="2276958" y="380984"/>
                  <a:pt x="2276958" y="392113"/>
                </a:cubicBezTo>
                <a:lnTo>
                  <a:pt x="2276958" y="392113"/>
                </a:lnTo>
                <a:close/>
                <a:moveTo>
                  <a:pt x="1351337" y="410878"/>
                </a:moveTo>
                <a:cubicBezTo>
                  <a:pt x="1367047" y="410878"/>
                  <a:pt x="1377521" y="410878"/>
                  <a:pt x="1377521" y="399750"/>
                </a:cubicBezTo>
                <a:cubicBezTo>
                  <a:pt x="1366829" y="403241"/>
                  <a:pt x="1351337" y="399531"/>
                  <a:pt x="1351337" y="410878"/>
                </a:cubicBezTo>
                <a:lnTo>
                  <a:pt x="1351337" y="410878"/>
                </a:lnTo>
                <a:close/>
                <a:moveTo>
                  <a:pt x="1675588" y="448191"/>
                </a:moveTo>
                <a:cubicBezTo>
                  <a:pt x="1712246" y="440772"/>
                  <a:pt x="1764397" y="429644"/>
                  <a:pt x="1795818" y="410878"/>
                </a:cubicBezTo>
                <a:cubicBezTo>
                  <a:pt x="1748686" y="418297"/>
                  <a:pt x="1701554" y="425716"/>
                  <a:pt x="1675588" y="448191"/>
                </a:cubicBezTo>
                <a:lnTo>
                  <a:pt x="1675588" y="448191"/>
                </a:lnTo>
                <a:close/>
                <a:moveTo>
                  <a:pt x="2114832" y="444263"/>
                </a:moveTo>
                <a:cubicBezTo>
                  <a:pt x="2135780" y="440554"/>
                  <a:pt x="2151490" y="436844"/>
                  <a:pt x="2161964" y="425716"/>
                </a:cubicBezTo>
                <a:cubicBezTo>
                  <a:pt x="2146254" y="418297"/>
                  <a:pt x="2120069" y="429425"/>
                  <a:pt x="2114832" y="444263"/>
                </a:cubicBezTo>
                <a:lnTo>
                  <a:pt x="2114832" y="444263"/>
                </a:lnTo>
                <a:close/>
                <a:moveTo>
                  <a:pt x="1581324" y="470448"/>
                </a:moveTo>
                <a:cubicBezTo>
                  <a:pt x="1602271" y="466738"/>
                  <a:pt x="1638930" y="463029"/>
                  <a:pt x="1659877" y="451900"/>
                </a:cubicBezTo>
                <a:cubicBezTo>
                  <a:pt x="1633693" y="448191"/>
                  <a:pt x="1581324" y="459319"/>
                  <a:pt x="1581324" y="470448"/>
                </a:cubicBezTo>
                <a:lnTo>
                  <a:pt x="1581324" y="470448"/>
                </a:lnTo>
                <a:close/>
                <a:moveTo>
                  <a:pt x="1989365" y="477867"/>
                </a:moveTo>
                <a:cubicBezTo>
                  <a:pt x="2020786" y="481576"/>
                  <a:pt x="2057445" y="470448"/>
                  <a:pt x="2078174" y="455392"/>
                </a:cubicBezTo>
                <a:cubicBezTo>
                  <a:pt x="2046752" y="455610"/>
                  <a:pt x="1999621" y="459319"/>
                  <a:pt x="1989365" y="477867"/>
                </a:cubicBezTo>
                <a:lnTo>
                  <a:pt x="1989365" y="477867"/>
                </a:lnTo>
                <a:close/>
                <a:moveTo>
                  <a:pt x="1544665" y="481576"/>
                </a:moveTo>
                <a:cubicBezTo>
                  <a:pt x="1555139" y="481576"/>
                  <a:pt x="1555139" y="477867"/>
                  <a:pt x="1570850" y="477867"/>
                </a:cubicBezTo>
                <a:cubicBezTo>
                  <a:pt x="1570850" y="474157"/>
                  <a:pt x="1576087" y="470448"/>
                  <a:pt x="1565613" y="466738"/>
                </a:cubicBezTo>
                <a:cubicBezTo>
                  <a:pt x="1560376" y="474157"/>
                  <a:pt x="1544665" y="474157"/>
                  <a:pt x="1544665" y="481576"/>
                </a:cubicBezTo>
                <a:lnTo>
                  <a:pt x="1544665" y="481576"/>
                </a:lnTo>
                <a:close/>
                <a:moveTo>
                  <a:pt x="2637649" y="489213"/>
                </a:moveTo>
                <a:cubicBezTo>
                  <a:pt x="2653359" y="481794"/>
                  <a:pt x="2684781" y="478085"/>
                  <a:pt x="2700491" y="466738"/>
                </a:cubicBezTo>
                <a:cubicBezTo>
                  <a:pt x="2663833" y="470448"/>
                  <a:pt x="2627393" y="466738"/>
                  <a:pt x="2637649" y="489213"/>
                </a:cubicBezTo>
                <a:lnTo>
                  <a:pt x="2637649" y="489213"/>
                </a:lnTo>
                <a:close/>
                <a:moveTo>
                  <a:pt x="1440146" y="518889"/>
                </a:moveTo>
                <a:cubicBezTo>
                  <a:pt x="1466330" y="500342"/>
                  <a:pt x="1523718" y="504051"/>
                  <a:pt x="1539428" y="481576"/>
                </a:cubicBezTo>
                <a:cubicBezTo>
                  <a:pt x="1508225" y="492923"/>
                  <a:pt x="1445383" y="500342"/>
                  <a:pt x="1440146" y="518889"/>
                </a:cubicBezTo>
                <a:lnTo>
                  <a:pt x="1440146" y="518889"/>
                </a:lnTo>
                <a:close/>
                <a:moveTo>
                  <a:pt x="1717265" y="559911"/>
                </a:moveTo>
                <a:cubicBezTo>
                  <a:pt x="1790581" y="552492"/>
                  <a:pt x="1900338" y="515180"/>
                  <a:pt x="1973436" y="485286"/>
                </a:cubicBezTo>
                <a:cubicBezTo>
                  <a:pt x="1884627" y="500342"/>
                  <a:pt x="1785344" y="522598"/>
                  <a:pt x="1717265" y="559911"/>
                </a:cubicBezTo>
                <a:lnTo>
                  <a:pt x="1717265" y="559911"/>
                </a:lnTo>
                <a:close/>
                <a:moveTo>
                  <a:pt x="1361592" y="545074"/>
                </a:moveTo>
                <a:cubicBezTo>
                  <a:pt x="1377303" y="533945"/>
                  <a:pt x="1413961" y="537655"/>
                  <a:pt x="1429672" y="518889"/>
                </a:cubicBezTo>
                <a:cubicBezTo>
                  <a:pt x="1403487" y="526526"/>
                  <a:pt x="1366829" y="522598"/>
                  <a:pt x="1361592" y="545074"/>
                </a:cubicBezTo>
                <a:lnTo>
                  <a:pt x="1361592" y="545074"/>
                </a:lnTo>
                <a:close/>
                <a:moveTo>
                  <a:pt x="1633693" y="593515"/>
                </a:moveTo>
                <a:cubicBezTo>
                  <a:pt x="1665114" y="586096"/>
                  <a:pt x="1701772" y="582386"/>
                  <a:pt x="1717265" y="563621"/>
                </a:cubicBezTo>
                <a:cubicBezTo>
                  <a:pt x="1696317" y="552492"/>
                  <a:pt x="1644166" y="574967"/>
                  <a:pt x="1633693" y="593515"/>
                </a:cubicBezTo>
                <a:lnTo>
                  <a:pt x="1633693" y="593515"/>
                </a:lnTo>
                <a:close/>
                <a:moveTo>
                  <a:pt x="979954" y="582386"/>
                </a:moveTo>
                <a:cubicBezTo>
                  <a:pt x="995664" y="582386"/>
                  <a:pt x="1006138" y="582386"/>
                  <a:pt x="1006138" y="567548"/>
                </a:cubicBezTo>
                <a:cubicBezTo>
                  <a:pt x="990427" y="567548"/>
                  <a:pt x="979954" y="571258"/>
                  <a:pt x="979954" y="582386"/>
                </a:cubicBezTo>
                <a:lnTo>
                  <a:pt x="979954" y="582386"/>
                </a:lnTo>
                <a:close/>
                <a:moveTo>
                  <a:pt x="1555139" y="623409"/>
                </a:moveTo>
                <a:cubicBezTo>
                  <a:pt x="1581324" y="612280"/>
                  <a:pt x="1612745" y="608571"/>
                  <a:pt x="1628456" y="589805"/>
                </a:cubicBezTo>
                <a:cubicBezTo>
                  <a:pt x="1602271" y="601152"/>
                  <a:pt x="1565613" y="601152"/>
                  <a:pt x="1555139" y="623409"/>
                </a:cubicBezTo>
                <a:lnTo>
                  <a:pt x="1555139" y="623409"/>
                </a:lnTo>
                <a:close/>
                <a:moveTo>
                  <a:pt x="2611682" y="597224"/>
                </a:moveTo>
                <a:cubicBezTo>
                  <a:pt x="2616919" y="597224"/>
                  <a:pt x="2616919" y="600934"/>
                  <a:pt x="2611682" y="604643"/>
                </a:cubicBezTo>
                <a:cubicBezTo>
                  <a:pt x="2632630" y="604643"/>
                  <a:pt x="2653578" y="600934"/>
                  <a:pt x="2658814" y="589805"/>
                </a:cubicBezTo>
                <a:cubicBezTo>
                  <a:pt x="2637649" y="589805"/>
                  <a:pt x="2622156" y="589805"/>
                  <a:pt x="2611682" y="597224"/>
                </a:cubicBezTo>
                <a:lnTo>
                  <a:pt x="2611682" y="597224"/>
                </a:lnTo>
                <a:close/>
                <a:moveTo>
                  <a:pt x="2496471" y="608571"/>
                </a:moveTo>
                <a:cubicBezTo>
                  <a:pt x="2512182" y="608571"/>
                  <a:pt x="2527892" y="608571"/>
                  <a:pt x="2527892" y="601152"/>
                </a:cubicBezTo>
                <a:cubicBezTo>
                  <a:pt x="2512182" y="601152"/>
                  <a:pt x="2501708" y="601152"/>
                  <a:pt x="2496471" y="608571"/>
                </a:cubicBezTo>
                <a:lnTo>
                  <a:pt x="2496471" y="608571"/>
                </a:lnTo>
                <a:close/>
                <a:moveTo>
                  <a:pt x="1319915" y="757822"/>
                </a:moveTo>
                <a:cubicBezTo>
                  <a:pt x="1335626" y="746694"/>
                  <a:pt x="1372284" y="746694"/>
                  <a:pt x="1382758" y="731638"/>
                </a:cubicBezTo>
                <a:cubicBezTo>
                  <a:pt x="1361592" y="739057"/>
                  <a:pt x="1309442" y="742766"/>
                  <a:pt x="1319915" y="757822"/>
                </a:cubicBezTo>
                <a:lnTo>
                  <a:pt x="1319915" y="757822"/>
                </a:lnTo>
                <a:close/>
                <a:moveTo>
                  <a:pt x="1110658" y="828520"/>
                </a:moveTo>
                <a:cubicBezTo>
                  <a:pt x="1178737" y="806045"/>
                  <a:pt x="1246599" y="783789"/>
                  <a:pt x="1304205" y="757604"/>
                </a:cubicBezTo>
                <a:cubicBezTo>
                  <a:pt x="1230888" y="772660"/>
                  <a:pt x="1142079" y="795135"/>
                  <a:pt x="1110658" y="828520"/>
                </a:cubicBezTo>
                <a:lnTo>
                  <a:pt x="1110658" y="828520"/>
                </a:lnTo>
                <a:close/>
                <a:moveTo>
                  <a:pt x="770696" y="832230"/>
                </a:moveTo>
                <a:cubicBezTo>
                  <a:pt x="786407" y="828520"/>
                  <a:pt x="812591" y="832230"/>
                  <a:pt x="812591" y="813683"/>
                </a:cubicBezTo>
                <a:cubicBezTo>
                  <a:pt x="796881" y="821102"/>
                  <a:pt x="781170" y="824811"/>
                  <a:pt x="770696" y="832230"/>
                </a:cubicBezTo>
                <a:lnTo>
                  <a:pt x="770696" y="832230"/>
                </a:lnTo>
                <a:close/>
                <a:moveTo>
                  <a:pt x="1058289" y="847286"/>
                </a:moveTo>
                <a:cubicBezTo>
                  <a:pt x="1074000" y="847286"/>
                  <a:pt x="1079237" y="839867"/>
                  <a:pt x="1084473" y="832448"/>
                </a:cubicBezTo>
                <a:cubicBezTo>
                  <a:pt x="1068763" y="832230"/>
                  <a:pt x="1068763" y="839867"/>
                  <a:pt x="1058289" y="847286"/>
                </a:cubicBezTo>
                <a:lnTo>
                  <a:pt x="1058289" y="847286"/>
                </a:lnTo>
                <a:close/>
                <a:moveTo>
                  <a:pt x="2543603" y="858414"/>
                </a:moveTo>
                <a:cubicBezTo>
                  <a:pt x="2554077" y="862124"/>
                  <a:pt x="2533129" y="862124"/>
                  <a:pt x="2548840" y="869543"/>
                </a:cubicBezTo>
                <a:cubicBezTo>
                  <a:pt x="2575024" y="873252"/>
                  <a:pt x="2575024" y="850995"/>
                  <a:pt x="2595972" y="862124"/>
                </a:cubicBezTo>
                <a:cubicBezTo>
                  <a:pt x="2590735" y="850995"/>
                  <a:pt x="2611682" y="854705"/>
                  <a:pt x="2611682" y="847286"/>
                </a:cubicBezTo>
                <a:cubicBezTo>
                  <a:pt x="2590735" y="839867"/>
                  <a:pt x="2559314" y="850995"/>
                  <a:pt x="2543603" y="858414"/>
                </a:cubicBezTo>
                <a:lnTo>
                  <a:pt x="2543603" y="858414"/>
                </a:lnTo>
                <a:close/>
                <a:moveTo>
                  <a:pt x="713309" y="903146"/>
                </a:moveTo>
                <a:cubicBezTo>
                  <a:pt x="729019" y="903146"/>
                  <a:pt x="734256" y="899437"/>
                  <a:pt x="734256" y="892018"/>
                </a:cubicBezTo>
                <a:cubicBezTo>
                  <a:pt x="723564" y="892018"/>
                  <a:pt x="713309" y="892018"/>
                  <a:pt x="713309" y="903146"/>
                </a:cubicBezTo>
                <a:lnTo>
                  <a:pt x="713309" y="903146"/>
                </a:lnTo>
                <a:close/>
                <a:moveTo>
                  <a:pt x="770696" y="996537"/>
                </a:moveTo>
                <a:cubicBezTo>
                  <a:pt x="775933" y="1000247"/>
                  <a:pt x="796881" y="992828"/>
                  <a:pt x="807354" y="992828"/>
                </a:cubicBezTo>
                <a:cubicBezTo>
                  <a:pt x="812591" y="977990"/>
                  <a:pt x="838776" y="962934"/>
                  <a:pt x="864960" y="970353"/>
                </a:cubicBezTo>
                <a:cubicBezTo>
                  <a:pt x="880671" y="933040"/>
                  <a:pt x="948532" y="933040"/>
                  <a:pt x="964243" y="903146"/>
                </a:cubicBezTo>
                <a:cubicBezTo>
                  <a:pt x="885690" y="910783"/>
                  <a:pt x="817828" y="962934"/>
                  <a:pt x="770696" y="996537"/>
                </a:cubicBezTo>
                <a:lnTo>
                  <a:pt x="770696" y="996537"/>
                </a:lnTo>
                <a:close/>
                <a:moveTo>
                  <a:pt x="634755" y="936750"/>
                </a:moveTo>
                <a:cubicBezTo>
                  <a:pt x="655703" y="933040"/>
                  <a:pt x="681887" y="918202"/>
                  <a:pt x="676650" y="906856"/>
                </a:cubicBezTo>
                <a:cubicBezTo>
                  <a:pt x="666176" y="918202"/>
                  <a:pt x="639992" y="921912"/>
                  <a:pt x="634755" y="936750"/>
                </a:cubicBezTo>
                <a:lnTo>
                  <a:pt x="634755" y="936750"/>
                </a:lnTo>
                <a:close/>
                <a:moveTo>
                  <a:pt x="2601209" y="974062"/>
                </a:moveTo>
                <a:cubicBezTo>
                  <a:pt x="2622156" y="974062"/>
                  <a:pt x="2643104" y="974062"/>
                  <a:pt x="2653578" y="962934"/>
                </a:cubicBezTo>
                <a:cubicBezTo>
                  <a:pt x="2632630" y="962934"/>
                  <a:pt x="2643104" y="955515"/>
                  <a:pt x="2637867" y="948096"/>
                </a:cubicBezTo>
                <a:cubicBezTo>
                  <a:pt x="2622156" y="955515"/>
                  <a:pt x="2606446" y="959225"/>
                  <a:pt x="2601209" y="974062"/>
                </a:cubicBezTo>
                <a:lnTo>
                  <a:pt x="2601209" y="974062"/>
                </a:lnTo>
                <a:close/>
                <a:moveTo>
                  <a:pt x="676650" y="970353"/>
                </a:moveTo>
                <a:cubicBezTo>
                  <a:pt x="697598" y="970353"/>
                  <a:pt x="708072" y="962934"/>
                  <a:pt x="713309" y="955515"/>
                </a:cubicBezTo>
                <a:cubicBezTo>
                  <a:pt x="697598" y="959225"/>
                  <a:pt x="681887" y="959225"/>
                  <a:pt x="676650" y="970353"/>
                </a:cubicBezTo>
                <a:lnTo>
                  <a:pt x="676650" y="970353"/>
                </a:lnTo>
                <a:close/>
                <a:moveTo>
                  <a:pt x="660940" y="985191"/>
                </a:moveTo>
                <a:cubicBezTo>
                  <a:pt x="660940" y="977772"/>
                  <a:pt x="687124" y="974062"/>
                  <a:pt x="671413" y="966644"/>
                </a:cubicBezTo>
                <a:cubicBezTo>
                  <a:pt x="671413" y="974062"/>
                  <a:pt x="645229" y="977772"/>
                  <a:pt x="660940" y="985191"/>
                </a:cubicBezTo>
                <a:lnTo>
                  <a:pt x="660940" y="985191"/>
                </a:lnTo>
                <a:close/>
                <a:moveTo>
                  <a:pt x="619044" y="981481"/>
                </a:moveTo>
                <a:cubicBezTo>
                  <a:pt x="619044" y="985191"/>
                  <a:pt x="619044" y="992610"/>
                  <a:pt x="613808" y="992610"/>
                </a:cubicBezTo>
                <a:cubicBezTo>
                  <a:pt x="629518" y="996319"/>
                  <a:pt x="629518" y="985191"/>
                  <a:pt x="650466" y="988900"/>
                </a:cubicBezTo>
                <a:cubicBezTo>
                  <a:pt x="645229" y="974062"/>
                  <a:pt x="634755" y="981481"/>
                  <a:pt x="619044" y="981481"/>
                </a:cubicBezTo>
                <a:lnTo>
                  <a:pt x="619044" y="981481"/>
                </a:lnTo>
                <a:close/>
                <a:moveTo>
                  <a:pt x="2580261" y="989119"/>
                </a:moveTo>
                <a:cubicBezTo>
                  <a:pt x="2580261" y="992828"/>
                  <a:pt x="2580261" y="996537"/>
                  <a:pt x="2580261" y="1000247"/>
                </a:cubicBezTo>
                <a:cubicBezTo>
                  <a:pt x="2606446" y="1000247"/>
                  <a:pt x="2627393" y="996537"/>
                  <a:pt x="2632630" y="981700"/>
                </a:cubicBezTo>
                <a:cubicBezTo>
                  <a:pt x="2606446" y="974062"/>
                  <a:pt x="2601209" y="1000247"/>
                  <a:pt x="2580261" y="989119"/>
                </a:cubicBezTo>
                <a:lnTo>
                  <a:pt x="2580261" y="989119"/>
                </a:lnTo>
                <a:close/>
                <a:moveTo>
                  <a:pt x="807354" y="1007666"/>
                </a:moveTo>
                <a:cubicBezTo>
                  <a:pt x="812591" y="1000247"/>
                  <a:pt x="833539" y="1007666"/>
                  <a:pt x="828302" y="996537"/>
                </a:cubicBezTo>
                <a:cubicBezTo>
                  <a:pt x="817828" y="996537"/>
                  <a:pt x="796881" y="1003956"/>
                  <a:pt x="807354" y="1007666"/>
                </a:cubicBezTo>
                <a:lnTo>
                  <a:pt x="807354" y="1007666"/>
                </a:lnTo>
                <a:close/>
                <a:moveTo>
                  <a:pt x="671413" y="1030141"/>
                </a:moveTo>
                <a:cubicBezTo>
                  <a:pt x="676650" y="1030141"/>
                  <a:pt x="676650" y="1030141"/>
                  <a:pt x="681887" y="1030141"/>
                </a:cubicBezTo>
                <a:cubicBezTo>
                  <a:pt x="681887" y="1022722"/>
                  <a:pt x="681887" y="1019012"/>
                  <a:pt x="676650" y="1015303"/>
                </a:cubicBezTo>
                <a:cubicBezTo>
                  <a:pt x="671413" y="1022504"/>
                  <a:pt x="666176" y="1022504"/>
                  <a:pt x="671413" y="1030141"/>
                </a:cubicBezTo>
                <a:lnTo>
                  <a:pt x="671413" y="1030141"/>
                </a:lnTo>
                <a:close/>
                <a:moveTo>
                  <a:pt x="2601209" y="1112186"/>
                </a:moveTo>
                <a:cubicBezTo>
                  <a:pt x="2601209" y="1104767"/>
                  <a:pt x="2590735" y="1089711"/>
                  <a:pt x="2585498" y="1101057"/>
                </a:cubicBezTo>
                <a:cubicBezTo>
                  <a:pt x="2601209" y="1100839"/>
                  <a:pt x="2585498" y="1119605"/>
                  <a:pt x="2601209" y="1112186"/>
                </a:cubicBezTo>
                <a:lnTo>
                  <a:pt x="2601209" y="1112186"/>
                </a:lnTo>
                <a:close/>
                <a:moveTo>
                  <a:pt x="2742387" y="1130733"/>
                </a:moveTo>
                <a:cubicBezTo>
                  <a:pt x="2773808" y="1123314"/>
                  <a:pt x="2805229" y="1115895"/>
                  <a:pt x="2820940" y="1100839"/>
                </a:cubicBezTo>
                <a:cubicBezTo>
                  <a:pt x="2789519" y="1108476"/>
                  <a:pt x="2763334" y="1115895"/>
                  <a:pt x="2742387" y="1130733"/>
                </a:cubicBezTo>
                <a:lnTo>
                  <a:pt x="2742387" y="1130733"/>
                </a:lnTo>
                <a:close/>
                <a:moveTo>
                  <a:pt x="2564550" y="1115895"/>
                </a:moveTo>
                <a:cubicBezTo>
                  <a:pt x="2569787" y="1115895"/>
                  <a:pt x="2575024" y="1115895"/>
                  <a:pt x="2580261" y="1115895"/>
                </a:cubicBezTo>
                <a:cubicBezTo>
                  <a:pt x="2580261" y="1108476"/>
                  <a:pt x="2580261" y="1108476"/>
                  <a:pt x="2569787" y="1104767"/>
                </a:cubicBezTo>
                <a:cubicBezTo>
                  <a:pt x="2569787" y="1112186"/>
                  <a:pt x="2569787" y="1112186"/>
                  <a:pt x="2564550" y="1115895"/>
                </a:cubicBezTo>
                <a:lnTo>
                  <a:pt x="2564550" y="1115895"/>
                </a:lnTo>
                <a:close/>
                <a:moveTo>
                  <a:pt x="650466" y="1168046"/>
                </a:moveTo>
                <a:cubicBezTo>
                  <a:pt x="650466" y="1153208"/>
                  <a:pt x="666176" y="1149498"/>
                  <a:pt x="671413" y="1138152"/>
                </a:cubicBezTo>
                <a:cubicBezTo>
                  <a:pt x="645229" y="1138152"/>
                  <a:pt x="639992" y="1152990"/>
                  <a:pt x="619044" y="1160627"/>
                </a:cubicBezTo>
                <a:cubicBezTo>
                  <a:pt x="619044" y="1153208"/>
                  <a:pt x="624281" y="1149498"/>
                  <a:pt x="629518" y="1145789"/>
                </a:cubicBezTo>
                <a:cubicBezTo>
                  <a:pt x="587623" y="1142080"/>
                  <a:pt x="571912" y="1156917"/>
                  <a:pt x="545946" y="1168264"/>
                </a:cubicBezTo>
                <a:cubicBezTo>
                  <a:pt x="551183" y="1179392"/>
                  <a:pt x="509288" y="1186811"/>
                  <a:pt x="535472" y="1205577"/>
                </a:cubicBezTo>
                <a:cubicBezTo>
                  <a:pt x="551183" y="1205577"/>
                  <a:pt x="566894" y="1201867"/>
                  <a:pt x="566894" y="1190739"/>
                </a:cubicBezTo>
                <a:cubicBezTo>
                  <a:pt x="556420" y="1187030"/>
                  <a:pt x="545946" y="1198158"/>
                  <a:pt x="545946" y="1190739"/>
                </a:cubicBezTo>
                <a:cubicBezTo>
                  <a:pt x="556420" y="1187030"/>
                  <a:pt x="561657" y="1175901"/>
                  <a:pt x="577368" y="1172192"/>
                </a:cubicBezTo>
                <a:cubicBezTo>
                  <a:pt x="592860" y="1190521"/>
                  <a:pt x="624281" y="1164336"/>
                  <a:pt x="650466" y="1168046"/>
                </a:cubicBezTo>
                <a:lnTo>
                  <a:pt x="650466" y="1168046"/>
                </a:lnTo>
                <a:close/>
                <a:moveTo>
                  <a:pt x="598097" y="1186811"/>
                </a:moveTo>
                <a:cubicBezTo>
                  <a:pt x="592860" y="1179392"/>
                  <a:pt x="624281" y="1190521"/>
                  <a:pt x="619044" y="1179392"/>
                </a:cubicBezTo>
                <a:cubicBezTo>
                  <a:pt x="608571" y="1179174"/>
                  <a:pt x="582386" y="1183102"/>
                  <a:pt x="598097" y="1186811"/>
                </a:cubicBezTo>
                <a:lnTo>
                  <a:pt x="598097" y="1186811"/>
                </a:lnTo>
                <a:close/>
                <a:moveTo>
                  <a:pt x="2700491" y="1175465"/>
                </a:moveTo>
                <a:cubicBezTo>
                  <a:pt x="2705728" y="1190303"/>
                  <a:pt x="2690018" y="1186593"/>
                  <a:pt x="2690018" y="1197940"/>
                </a:cubicBezTo>
                <a:cubicBezTo>
                  <a:pt x="2716202" y="1205359"/>
                  <a:pt x="2721439" y="1183102"/>
                  <a:pt x="2747624" y="1179392"/>
                </a:cubicBezTo>
                <a:cubicBezTo>
                  <a:pt x="2747624" y="1179392"/>
                  <a:pt x="2747624" y="1175683"/>
                  <a:pt x="2747624" y="1171974"/>
                </a:cubicBezTo>
                <a:cubicBezTo>
                  <a:pt x="2742387" y="1171974"/>
                  <a:pt x="2742387" y="1171974"/>
                  <a:pt x="2737150" y="1171974"/>
                </a:cubicBezTo>
                <a:cubicBezTo>
                  <a:pt x="2731913" y="1183102"/>
                  <a:pt x="2726676" y="1175465"/>
                  <a:pt x="2700491" y="1175465"/>
                </a:cubicBezTo>
                <a:lnTo>
                  <a:pt x="2700491" y="1175465"/>
                </a:lnTo>
                <a:close/>
                <a:moveTo>
                  <a:pt x="2810248" y="1220197"/>
                </a:moveTo>
                <a:cubicBezTo>
                  <a:pt x="2810248" y="1209068"/>
                  <a:pt x="2825959" y="1216487"/>
                  <a:pt x="2836432" y="1216487"/>
                </a:cubicBezTo>
                <a:cubicBezTo>
                  <a:pt x="2841669" y="1197940"/>
                  <a:pt x="2878328" y="1201649"/>
                  <a:pt x="2888801" y="1182884"/>
                </a:cubicBezTo>
                <a:cubicBezTo>
                  <a:pt x="2867854" y="1179174"/>
                  <a:pt x="2857380" y="1194012"/>
                  <a:pt x="2841669" y="1182884"/>
                </a:cubicBezTo>
                <a:cubicBezTo>
                  <a:pt x="2836432" y="1197940"/>
                  <a:pt x="2799774" y="1209068"/>
                  <a:pt x="2810248" y="1220197"/>
                </a:cubicBezTo>
                <a:lnTo>
                  <a:pt x="2810248" y="1220197"/>
                </a:lnTo>
                <a:close/>
                <a:moveTo>
                  <a:pt x="2595972" y="1209068"/>
                </a:moveTo>
                <a:cubicBezTo>
                  <a:pt x="2616919" y="1209068"/>
                  <a:pt x="2637867" y="1209068"/>
                  <a:pt x="2637867" y="1194230"/>
                </a:cubicBezTo>
                <a:cubicBezTo>
                  <a:pt x="2616919" y="1197940"/>
                  <a:pt x="2606446" y="1201649"/>
                  <a:pt x="2595972" y="1209068"/>
                </a:cubicBezTo>
                <a:lnTo>
                  <a:pt x="2595972" y="1209068"/>
                </a:lnTo>
                <a:close/>
                <a:moveTo>
                  <a:pt x="2684781" y="1231543"/>
                </a:moveTo>
                <a:cubicBezTo>
                  <a:pt x="2669070" y="1220415"/>
                  <a:pt x="2684781" y="1220415"/>
                  <a:pt x="2684781" y="1197940"/>
                </a:cubicBezTo>
                <a:cubicBezTo>
                  <a:pt x="2648122" y="1209068"/>
                  <a:pt x="2616701" y="1216487"/>
                  <a:pt x="2595972" y="1235253"/>
                </a:cubicBezTo>
                <a:cubicBezTo>
                  <a:pt x="2632412" y="1250091"/>
                  <a:pt x="2658596" y="1212778"/>
                  <a:pt x="2684781" y="1231543"/>
                </a:cubicBezTo>
                <a:lnTo>
                  <a:pt x="2684781" y="1231543"/>
                </a:lnTo>
                <a:close/>
                <a:moveTo>
                  <a:pt x="493577" y="1246381"/>
                </a:moveTo>
                <a:cubicBezTo>
                  <a:pt x="519762" y="1235253"/>
                  <a:pt x="551183" y="1235253"/>
                  <a:pt x="556420" y="1220197"/>
                </a:cubicBezTo>
                <a:cubicBezTo>
                  <a:pt x="530235" y="1223906"/>
                  <a:pt x="514525" y="1235034"/>
                  <a:pt x="483103" y="1235034"/>
                </a:cubicBezTo>
                <a:cubicBezTo>
                  <a:pt x="472630" y="1246163"/>
                  <a:pt x="456919" y="1257509"/>
                  <a:pt x="467393" y="1272347"/>
                </a:cubicBezTo>
                <a:cubicBezTo>
                  <a:pt x="535472" y="1257509"/>
                  <a:pt x="592860" y="1238744"/>
                  <a:pt x="650466" y="1216487"/>
                </a:cubicBezTo>
                <a:cubicBezTo>
                  <a:pt x="592860" y="1220197"/>
                  <a:pt x="545946" y="1250091"/>
                  <a:pt x="493577" y="1246381"/>
                </a:cubicBezTo>
                <a:lnTo>
                  <a:pt x="493577" y="1246381"/>
                </a:lnTo>
                <a:close/>
                <a:moveTo>
                  <a:pt x="2527892" y="1253800"/>
                </a:moveTo>
                <a:cubicBezTo>
                  <a:pt x="2527892" y="1246381"/>
                  <a:pt x="2548840" y="1235253"/>
                  <a:pt x="2538366" y="1227616"/>
                </a:cubicBezTo>
                <a:cubicBezTo>
                  <a:pt x="2533129" y="1231543"/>
                  <a:pt x="2512182" y="1242672"/>
                  <a:pt x="2527892" y="1253800"/>
                </a:cubicBezTo>
                <a:lnTo>
                  <a:pt x="2527892" y="1253800"/>
                </a:lnTo>
                <a:close/>
                <a:moveTo>
                  <a:pt x="708072" y="1324716"/>
                </a:moveTo>
                <a:cubicBezTo>
                  <a:pt x="708072" y="1313588"/>
                  <a:pt x="734256" y="1321007"/>
                  <a:pt x="729019" y="1306169"/>
                </a:cubicBezTo>
                <a:cubicBezTo>
                  <a:pt x="718545" y="1302459"/>
                  <a:pt x="713309" y="1317297"/>
                  <a:pt x="713309" y="1302459"/>
                </a:cubicBezTo>
                <a:cubicBezTo>
                  <a:pt x="681887" y="1309878"/>
                  <a:pt x="687124" y="1328644"/>
                  <a:pt x="650466" y="1328644"/>
                </a:cubicBezTo>
                <a:cubicBezTo>
                  <a:pt x="645229" y="1339772"/>
                  <a:pt x="660940" y="1339772"/>
                  <a:pt x="676650" y="1339772"/>
                </a:cubicBezTo>
                <a:cubicBezTo>
                  <a:pt x="681887" y="1324716"/>
                  <a:pt x="713309" y="1302459"/>
                  <a:pt x="708072" y="1324716"/>
                </a:cubicBezTo>
                <a:lnTo>
                  <a:pt x="708072" y="1324716"/>
                </a:lnTo>
                <a:close/>
                <a:moveTo>
                  <a:pt x="603334" y="1354610"/>
                </a:moveTo>
                <a:cubicBezTo>
                  <a:pt x="619044" y="1354610"/>
                  <a:pt x="655703" y="1343482"/>
                  <a:pt x="639992" y="1332135"/>
                </a:cubicBezTo>
                <a:cubicBezTo>
                  <a:pt x="634755" y="1343482"/>
                  <a:pt x="608571" y="1339772"/>
                  <a:pt x="603334" y="1354610"/>
                </a:cubicBezTo>
                <a:lnTo>
                  <a:pt x="603334" y="1354610"/>
                </a:lnTo>
                <a:close/>
                <a:moveTo>
                  <a:pt x="551183" y="1388214"/>
                </a:moveTo>
                <a:cubicBezTo>
                  <a:pt x="566894" y="1391923"/>
                  <a:pt x="582604" y="1380795"/>
                  <a:pt x="598315" y="1373376"/>
                </a:cubicBezTo>
                <a:cubicBezTo>
                  <a:pt x="598315" y="1365957"/>
                  <a:pt x="587841" y="1358538"/>
                  <a:pt x="598315" y="1350901"/>
                </a:cubicBezTo>
                <a:cubicBezTo>
                  <a:pt x="571912" y="1354610"/>
                  <a:pt x="545946" y="1377085"/>
                  <a:pt x="551183" y="1388214"/>
                </a:cubicBezTo>
                <a:lnTo>
                  <a:pt x="551183" y="1388214"/>
                </a:lnTo>
                <a:close/>
                <a:moveTo>
                  <a:pt x="964243" y="1369448"/>
                </a:moveTo>
                <a:cubicBezTo>
                  <a:pt x="943295" y="1369448"/>
                  <a:pt x="953769" y="1362029"/>
                  <a:pt x="964243" y="1354610"/>
                </a:cubicBezTo>
                <a:cubicBezTo>
                  <a:pt x="959006" y="1350901"/>
                  <a:pt x="943295" y="1350901"/>
                  <a:pt x="932822" y="1354610"/>
                </a:cubicBezTo>
                <a:cubicBezTo>
                  <a:pt x="948532" y="1369448"/>
                  <a:pt x="932822" y="1373157"/>
                  <a:pt x="917111" y="1373157"/>
                </a:cubicBezTo>
                <a:cubicBezTo>
                  <a:pt x="917111" y="1380576"/>
                  <a:pt x="917111" y="1384286"/>
                  <a:pt x="917111" y="1387995"/>
                </a:cubicBezTo>
                <a:cubicBezTo>
                  <a:pt x="953769" y="1384504"/>
                  <a:pt x="938059" y="1377085"/>
                  <a:pt x="964243" y="1369448"/>
                </a:cubicBezTo>
                <a:lnTo>
                  <a:pt x="964243" y="1369448"/>
                </a:lnTo>
                <a:close/>
                <a:moveTo>
                  <a:pt x="828302" y="1451493"/>
                </a:moveTo>
                <a:cubicBezTo>
                  <a:pt x="838776" y="1455202"/>
                  <a:pt x="838776" y="1462621"/>
                  <a:pt x="854486" y="1458912"/>
                </a:cubicBezTo>
                <a:cubicBezTo>
                  <a:pt x="885908" y="1429018"/>
                  <a:pt x="964243" y="1414180"/>
                  <a:pt x="1006138" y="1380576"/>
                </a:cubicBezTo>
                <a:cubicBezTo>
                  <a:pt x="943295" y="1399342"/>
                  <a:pt x="849250" y="1399342"/>
                  <a:pt x="828302" y="1451493"/>
                </a:cubicBezTo>
                <a:lnTo>
                  <a:pt x="828302" y="1451493"/>
                </a:lnTo>
                <a:close/>
                <a:moveTo>
                  <a:pt x="2920223" y="1414398"/>
                </a:moveTo>
                <a:cubicBezTo>
                  <a:pt x="2914986" y="1425526"/>
                  <a:pt x="2899275" y="1429236"/>
                  <a:pt x="2894038" y="1440583"/>
                </a:cubicBezTo>
                <a:cubicBezTo>
                  <a:pt x="2904512" y="1466767"/>
                  <a:pt x="2930696" y="1440583"/>
                  <a:pt x="2951644" y="1440583"/>
                </a:cubicBezTo>
                <a:cubicBezTo>
                  <a:pt x="2962118" y="1433164"/>
                  <a:pt x="2951644" y="1433164"/>
                  <a:pt x="2956881" y="1422035"/>
                </a:cubicBezTo>
                <a:cubicBezTo>
                  <a:pt x="2988302" y="1422035"/>
                  <a:pt x="2988302" y="1395851"/>
                  <a:pt x="3009250" y="1388432"/>
                </a:cubicBezTo>
                <a:cubicBezTo>
                  <a:pt x="3004013" y="1384722"/>
                  <a:pt x="2983065" y="1384722"/>
                  <a:pt x="2967355" y="1384722"/>
                </a:cubicBezTo>
                <a:cubicBezTo>
                  <a:pt x="2982847" y="1410470"/>
                  <a:pt x="2951426" y="1414398"/>
                  <a:pt x="2920223" y="1414398"/>
                </a:cubicBezTo>
                <a:lnTo>
                  <a:pt x="2920223" y="1414398"/>
                </a:lnTo>
                <a:close/>
                <a:moveTo>
                  <a:pt x="2899275" y="1391923"/>
                </a:moveTo>
                <a:cubicBezTo>
                  <a:pt x="2888801" y="1395633"/>
                  <a:pt x="2956881" y="1399342"/>
                  <a:pt x="2951644" y="1388214"/>
                </a:cubicBezTo>
                <a:cubicBezTo>
                  <a:pt x="2935933" y="1388214"/>
                  <a:pt x="2909749" y="1384504"/>
                  <a:pt x="2899275" y="1391923"/>
                </a:cubicBezTo>
                <a:lnTo>
                  <a:pt x="2899275" y="1391923"/>
                </a:lnTo>
                <a:close/>
                <a:moveTo>
                  <a:pt x="2758097" y="1418108"/>
                </a:moveTo>
                <a:cubicBezTo>
                  <a:pt x="2742387" y="1429236"/>
                  <a:pt x="2768571" y="1418108"/>
                  <a:pt x="2773808" y="1429236"/>
                </a:cubicBezTo>
                <a:cubicBezTo>
                  <a:pt x="2773808" y="1432945"/>
                  <a:pt x="2773808" y="1436655"/>
                  <a:pt x="2773808" y="1440364"/>
                </a:cubicBezTo>
                <a:cubicBezTo>
                  <a:pt x="2721439" y="1444074"/>
                  <a:pt x="2705728" y="1473968"/>
                  <a:pt x="2669288" y="1473968"/>
                </a:cubicBezTo>
                <a:cubicBezTo>
                  <a:pt x="2679762" y="1477677"/>
                  <a:pt x="2721657" y="1496443"/>
                  <a:pt x="2705946" y="1496443"/>
                </a:cubicBezTo>
                <a:cubicBezTo>
                  <a:pt x="2711183" y="1496443"/>
                  <a:pt x="2726894" y="1481605"/>
                  <a:pt x="2726894" y="1481605"/>
                </a:cubicBezTo>
                <a:cubicBezTo>
                  <a:pt x="2732131" y="1477895"/>
                  <a:pt x="2753079" y="1485314"/>
                  <a:pt x="2758315" y="1481605"/>
                </a:cubicBezTo>
                <a:cubicBezTo>
                  <a:pt x="2774026" y="1474186"/>
                  <a:pt x="2784500" y="1455420"/>
                  <a:pt x="2815921" y="1459130"/>
                </a:cubicBezTo>
                <a:cubicBezTo>
                  <a:pt x="2815921" y="1466549"/>
                  <a:pt x="2810684" y="1466549"/>
                  <a:pt x="2810684" y="1470258"/>
                </a:cubicBezTo>
                <a:cubicBezTo>
                  <a:pt x="2826395" y="1473968"/>
                  <a:pt x="2826395" y="1466549"/>
                  <a:pt x="2836869" y="1466549"/>
                </a:cubicBezTo>
                <a:cubicBezTo>
                  <a:pt x="2831632" y="1444074"/>
                  <a:pt x="2863053" y="1440364"/>
                  <a:pt x="2878764" y="1425526"/>
                </a:cubicBezTo>
                <a:cubicBezTo>
                  <a:pt x="2842106" y="1429236"/>
                  <a:pt x="2800211" y="1440364"/>
                  <a:pt x="2784718" y="1418108"/>
                </a:cubicBezTo>
                <a:cubicBezTo>
                  <a:pt x="2795192" y="1410689"/>
                  <a:pt x="2810903" y="1399560"/>
                  <a:pt x="2805666" y="1391923"/>
                </a:cubicBezTo>
                <a:cubicBezTo>
                  <a:pt x="2716857" y="1410470"/>
                  <a:pt x="2638303" y="1421817"/>
                  <a:pt x="2565205" y="1455420"/>
                </a:cubicBezTo>
                <a:cubicBezTo>
                  <a:pt x="2622156" y="1447783"/>
                  <a:pt x="2705728" y="1410470"/>
                  <a:pt x="2758097" y="1418108"/>
                </a:cubicBezTo>
                <a:lnTo>
                  <a:pt x="2758097" y="1418108"/>
                </a:lnTo>
                <a:close/>
                <a:moveTo>
                  <a:pt x="2841669" y="1406761"/>
                </a:moveTo>
                <a:cubicBezTo>
                  <a:pt x="2857380" y="1406761"/>
                  <a:pt x="2867854" y="1406761"/>
                  <a:pt x="2873091" y="1399342"/>
                </a:cubicBezTo>
                <a:cubicBezTo>
                  <a:pt x="2862617" y="1399342"/>
                  <a:pt x="2846906" y="1399342"/>
                  <a:pt x="2841669" y="1406761"/>
                </a:cubicBezTo>
                <a:lnTo>
                  <a:pt x="2841669" y="1406761"/>
                </a:lnTo>
                <a:close/>
                <a:moveTo>
                  <a:pt x="456919" y="1436655"/>
                </a:moveTo>
                <a:cubicBezTo>
                  <a:pt x="467393" y="1432945"/>
                  <a:pt x="493577" y="1421817"/>
                  <a:pt x="477867" y="1410470"/>
                </a:cubicBezTo>
                <a:cubicBezTo>
                  <a:pt x="477867" y="1418108"/>
                  <a:pt x="446445" y="1425526"/>
                  <a:pt x="456919" y="1436655"/>
                </a:cubicBezTo>
                <a:lnTo>
                  <a:pt x="456919" y="1436655"/>
                </a:lnTo>
                <a:close/>
                <a:moveTo>
                  <a:pt x="3003795" y="1447783"/>
                </a:moveTo>
                <a:cubicBezTo>
                  <a:pt x="3014269" y="1447783"/>
                  <a:pt x="3019506" y="1447783"/>
                  <a:pt x="3029979" y="1447783"/>
                </a:cubicBezTo>
                <a:cubicBezTo>
                  <a:pt x="3029979" y="1444074"/>
                  <a:pt x="3029979" y="1440364"/>
                  <a:pt x="3024743" y="1440364"/>
                </a:cubicBezTo>
                <a:cubicBezTo>
                  <a:pt x="3024743" y="1444074"/>
                  <a:pt x="3003795" y="1440364"/>
                  <a:pt x="3003795" y="1447783"/>
                </a:cubicBezTo>
                <a:lnTo>
                  <a:pt x="3003795" y="1447783"/>
                </a:lnTo>
                <a:close/>
                <a:moveTo>
                  <a:pt x="2904512" y="1485096"/>
                </a:moveTo>
                <a:cubicBezTo>
                  <a:pt x="2904512" y="1477677"/>
                  <a:pt x="2920223" y="1481387"/>
                  <a:pt x="2925460" y="1470258"/>
                </a:cubicBezTo>
                <a:cubicBezTo>
                  <a:pt x="2904512" y="1470258"/>
                  <a:pt x="2894038" y="1477677"/>
                  <a:pt x="2883564" y="1481387"/>
                </a:cubicBezTo>
                <a:cubicBezTo>
                  <a:pt x="2904512" y="1481387"/>
                  <a:pt x="2883564" y="1485096"/>
                  <a:pt x="2888801" y="1496225"/>
                </a:cubicBezTo>
                <a:cubicBezTo>
                  <a:pt x="2951644" y="1492515"/>
                  <a:pt x="3014269" y="1481387"/>
                  <a:pt x="3050927" y="1455202"/>
                </a:cubicBezTo>
                <a:cubicBezTo>
                  <a:pt x="3003795" y="1451493"/>
                  <a:pt x="2941170" y="1485096"/>
                  <a:pt x="2904512" y="1485096"/>
                </a:cubicBezTo>
                <a:lnTo>
                  <a:pt x="2904512" y="1485096"/>
                </a:lnTo>
                <a:close/>
                <a:moveTo>
                  <a:pt x="2606446" y="1500152"/>
                </a:moveTo>
                <a:cubicBezTo>
                  <a:pt x="2627393" y="1503862"/>
                  <a:pt x="2627393" y="1492733"/>
                  <a:pt x="2637867" y="1485314"/>
                </a:cubicBezTo>
                <a:cubicBezTo>
                  <a:pt x="2622156" y="1485096"/>
                  <a:pt x="2611682" y="1492733"/>
                  <a:pt x="2606446" y="1500152"/>
                </a:cubicBezTo>
                <a:lnTo>
                  <a:pt x="2606446" y="1500152"/>
                </a:lnTo>
                <a:close/>
                <a:moveTo>
                  <a:pt x="2506945" y="1522409"/>
                </a:moveTo>
                <a:cubicBezTo>
                  <a:pt x="2517419" y="1522409"/>
                  <a:pt x="2522655" y="1514990"/>
                  <a:pt x="2527892" y="1511281"/>
                </a:cubicBezTo>
                <a:cubicBezTo>
                  <a:pt x="2517419" y="1511281"/>
                  <a:pt x="2512182" y="1511281"/>
                  <a:pt x="2506945" y="1511281"/>
                </a:cubicBezTo>
                <a:cubicBezTo>
                  <a:pt x="2506945" y="1514990"/>
                  <a:pt x="2506945" y="1518700"/>
                  <a:pt x="2506945" y="1522409"/>
                </a:cubicBezTo>
                <a:lnTo>
                  <a:pt x="2506945" y="1522409"/>
                </a:lnTo>
                <a:close/>
                <a:moveTo>
                  <a:pt x="603334" y="1544884"/>
                </a:moveTo>
                <a:cubicBezTo>
                  <a:pt x="608571" y="1544884"/>
                  <a:pt x="608571" y="1544884"/>
                  <a:pt x="613808" y="1544884"/>
                </a:cubicBezTo>
                <a:cubicBezTo>
                  <a:pt x="613808" y="1541175"/>
                  <a:pt x="619044" y="1541175"/>
                  <a:pt x="619044" y="1533756"/>
                </a:cubicBezTo>
                <a:cubicBezTo>
                  <a:pt x="613808" y="1533756"/>
                  <a:pt x="613808" y="1533756"/>
                  <a:pt x="608571" y="1533756"/>
                </a:cubicBezTo>
                <a:cubicBezTo>
                  <a:pt x="608571" y="1541175"/>
                  <a:pt x="603334" y="1541175"/>
                  <a:pt x="603334" y="1544884"/>
                </a:cubicBezTo>
                <a:lnTo>
                  <a:pt x="603334" y="1544884"/>
                </a:lnTo>
                <a:close/>
                <a:moveTo>
                  <a:pt x="786407" y="1578487"/>
                </a:moveTo>
                <a:cubicBezTo>
                  <a:pt x="817828" y="1574778"/>
                  <a:pt x="844013" y="1567359"/>
                  <a:pt x="859723" y="1552303"/>
                </a:cubicBezTo>
                <a:cubicBezTo>
                  <a:pt x="838776" y="1563431"/>
                  <a:pt x="791644" y="1559722"/>
                  <a:pt x="786407" y="1578487"/>
                </a:cubicBezTo>
                <a:lnTo>
                  <a:pt x="786407" y="1578487"/>
                </a:lnTo>
                <a:close/>
                <a:moveTo>
                  <a:pt x="1115895" y="1582197"/>
                </a:moveTo>
                <a:cubicBezTo>
                  <a:pt x="1136842" y="1571068"/>
                  <a:pt x="1189211" y="1567359"/>
                  <a:pt x="1183974" y="1552303"/>
                </a:cubicBezTo>
                <a:cubicBezTo>
                  <a:pt x="1173501" y="1556012"/>
                  <a:pt x="1100184" y="1559722"/>
                  <a:pt x="1115895" y="1582197"/>
                </a:cubicBezTo>
                <a:lnTo>
                  <a:pt x="1115895" y="1582197"/>
                </a:lnTo>
                <a:close/>
                <a:moveTo>
                  <a:pt x="2763334" y="1608381"/>
                </a:moveTo>
                <a:cubicBezTo>
                  <a:pt x="2742387" y="1589834"/>
                  <a:pt x="2700491" y="1619510"/>
                  <a:pt x="2669288" y="1626929"/>
                </a:cubicBezTo>
                <a:cubicBezTo>
                  <a:pt x="2622156" y="1641767"/>
                  <a:pt x="2564769" y="1641767"/>
                  <a:pt x="2554295" y="1667951"/>
                </a:cubicBezTo>
                <a:cubicBezTo>
                  <a:pt x="2643104" y="1656823"/>
                  <a:pt x="2684999" y="1615800"/>
                  <a:pt x="2779263" y="1619510"/>
                </a:cubicBezTo>
                <a:cubicBezTo>
                  <a:pt x="2789737" y="1615800"/>
                  <a:pt x="2768789" y="1608381"/>
                  <a:pt x="2784500" y="1604672"/>
                </a:cubicBezTo>
                <a:cubicBezTo>
                  <a:pt x="2805448" y="1597253"/>
                  <a:pt x="2857817" y="1604672"/>
                  <a:pt x="2878546" y="1582197"/>
                </a:cubicBezTo>
                <a:cubicBezTo>
                  <a:pt x="2836432" y="1582197"/>
                  <a:pt x="2794537" y="1585906"/>
                  <a:pt x="2763334" y="1608381"/>
                </a:cubicBezTo>
                <a:lnTo>
                  <a:pt x="2763334" y="1608381"/>
                </a:lnTo>
                <a:close/>
                <a:moveTo>
                  <a:pt x="922348" y="1641767"/>
                </a:moveTo>
                <a:cubicBezTo>
                  <a:pt x="932822" y="1641767"/>
                  <a:pt x="943295" y="1638057"/>
                  <a:pt x="943295" y="1630638"/>
                </a:cubicBezTo>
                <a:cubicBezTo>
                  <a:pt x="927585" y="1630638"/>
                  <a:pt x="922348" y="1638057"/>
                  <a:pt x="922348" y="1641767"/>
                </a:cubicBezTo>
                <a:lnTo>
                  <a:pt x="922348" y="1641767"/>
                </a:lnTo>
                <a:close/>
                <a:moveTo>
                  <a:pt x="885690" y="1768761"/>
                </a:moveTo>
                <a:cubicBezTo>
                  <a:pt x="890927" y="1783599"/>
                  <a:pt x="869979" y="1783599"/>
                  <a:pt x="880453" y="1794946"/>
                </a:cubicBezTo>
                <a:cubicBezTo>
                  <a:pt x="911874" y="1787527"/>
                  <a:pt x="927585" y="1772471"/>
                  <a:pt x="948532" y="1761342"/>
                </a:cubicBezTo>
                <a:cubicBezTo>
                  <a:pt x="927585" y="1749996"/>
                  <a:pt x="922348" y="1776180"/>
                  <a:pt x="885690" y="1768761"/>
                </a:cubicBezTo>
                <a:lnTo>
                  <a:pt x="885690" y="1768761"/>
                </a:lnTo>
                <a:close/>
                <a:moveTo>
                  <a:pt x="849250" y="1798437"/>
                </a:moveTo>
                <a:cubicBezTo>
                  <a:pt x="854486" y="1791018"/>
                  <a:pt x="864960" y="1791018"/>
                  <a:pt x="859723" y="1779890"/>
                </a:cubicBezTo>
                <a:cubicBezTo>
                  <a:pt x="844013" y="1776180"/>
                  <a:pt x="838776" y="1794728"/>
                  <a:pt x="849250" y="1798437"/>
                </a:cubicBezTo>
                <a:lnTo>
                  <a:pt x="849250" y="1798437"/>
                </a:lnTo>
                <a:close/>
                <a:moveTo>
                  <a:pt x="2611682" y="1824622"/>
                </a:moveTo>
                <a:cubicBezTo>
                  <a:pt x="2616919" y="1828331"/>
                  <a:pt x="2627393" y="1828331"/>
                  <a:pt x="2643104" y="1828331"/>
                </a:cubicBezTo>
                <a:cubicBezTo>
                  <a:pt x="2643104" y="1820912"/>
                  <a:pt x="2632630" y="1817203"/>
                  <a:pt x="2648341" y="1813493"/>
                </a:cubicBezTo>
                <a:cubicBezTo>
                  <a:pt x="2653578" y="1813493"/>
                  <a:pt x="2658814" y="1813493"/>
                  <a:pt x="2664051" y="1813493"/>
                </a:cubicBezTo>
                <a:cubicBezTo>
                  <a:pt x="2658814" y="1820912"/>
                  <a:pt x="2653578" y="1820912"/>
                  <a:pt x="2669288" y="1820912"/>
                </a:cubicBezTo>
                <a:cubicBezTo>
                  <a:pt x="2669288" y="1820912"/>
                  <a:pt x="2674525" y="1820912"/>
                  <a:pt x="2679762" y="1820912"/>
                </a:cubicBezTo>
                <a:cubicBezTo>
                  <a:pt x="2674525" y="1806074"/>
                  <a:pt x="2700710" y="1802365"/>
                  <a:pt x="2705946" y="1787309"/>
                </a:cubicBezTo>
                <a:cubicBezTo>
                  <a:pt x="2679544" y="1776180"/>
                  <a:pt x="2622156" y="1798437"/>
                  <a:pt x="2611682" y="1824622"/>
                </a:cubicBezTo>
                <a:lnTo>
                  <a:pt x="2611682" y="1824622"/>
                </a:lnTo>
                <a:close/>
                <a:moveTo>
                  <a:pt x="2580261" y="1843387"/>
                </a:moveTo>
                <a:cubicBezTo>
                  <a:pt x="2595972" y="1847096"/>
                  <a:pt x="2601209" y="1832259"/>
                  <a:pt x="2601209" y="1847096"/>
                </a:cubicBezTo>
                <a:cubicBezTo>
                  <a:pt x="2616919" y="1847096"/>
                  <a:pt x="2616919" y="1839678"/>
                  <a:pt x="2622156" y="1835968"/>
                </a:cubicBezTo>
                <a:cubicBezTo>
                  <a:pt x="2611682" y="1824622"/>
                  <a:pt x="2580261" y="1820912"/>
                  <a:pt x="2580261" y="1843387"/>
                </a:cubicBezTo>
                <a:lnTo>
                  <a:pt x="2580261" y="1843387"/>
                </a:lnTo>
                <a:close/>
                <a:moveTo>
                  <a:pt x="791644" y="1918013"/>
                </a:moveTo>
                <a:cubicBezTo>
                  <a:pt x="807354" y="1910594"/>
                  <a:pt x="828302" y="1921722"/>
                  <a:pt x="828302" y="1895538"/>
                </a:cubicBezTo>
                <a:cubicBezTo>
                  <a:pt x="812591" y="1902957"/>
                  <a:pt x="786407" y="1902957"/>
                  <a:pt x="791644" y="1918013"/>
                </a:cubicBezTo>
                <a:lnTo>
                  <a:pt x="791644" y="1918013"/>
                </a:lnTo>
                <a:close/>
                <a:moveTo>
                  <a:pt x="985191" y="1955107"/>
                </a:moveTo>
                <a:cubicBezTo>
                  <a:pt x="1006138" y="1955107"/>
                  <a:pt x="1006138" y="1940270"/>
                  <a:pt x="1011375" y="1932632"/>
                </a:cubicBezTo>
                <a:cubicBezTo>
                  <a:pt x="1027086" y="1936342"/>
                  <a:pt x="1042796" y="1917795"/>
                  <a:pt x="1053270" y="1910157"/>
                </a:cubicBezTo>
                <a:cubicBezTo>
                  <a:pt x="1011375" y="1910376"/>
                  <a:pt x="1000901" y="1932851"/>
                  <a:pt x="985191" y="1955107"/>
                </a:cubicBezTo>
                <a:lnTo>
                  <a:pt x="985191" y="1955107"/>
                </a:lnTo>
                <a:close/>
                <a:moveTo>
                  <a:pt x="2371003" y="2007476"/>
                </a:moveTo>
                <a:cubicBezTo>
                  <a:pt x="2350056" y="2018605"/>
                  <a:pt x="2318635" y="2022314"/>
                  <a:pt x="2308161" y="2041080"/>
                </a:cubicBezTo>
                <a:cubicBezTo>
                  <a:pt x="2287213" y="2033661"/>
                  <a:pt x="2276740" y="2044789"/>
                  <a:pt x="2276740" y="2059627"/>
                </a:cubicBezTo>
                <a:cubicBezTo>
                  <a:pt x="2370785" y="2063337"/>
                  <a:pt x="2433628" y="1996130"/>
                  <a:pt x="2548622" y="1988711"/>
                </a:cubicBezTo>
                <a:cubicBezTo>
                  <a:pt x="2543385" y="1977582"/>
                  <a:pt x="2564332" y="1981292"/>
                  <a:pt x="2569569" y="1977582"/>
                </a:cubicBezTo>
                <a:cubicBezTo>
                  <a:pt x="2569569" y="1962745"/>
                  <a:pt x="2574806" y="1955107"/>
                  <a:pt x="2580043" y="1951398"/>
                </a:cubicBezTo>
                <a:cubicBezTo>
                  <a:pt x="2564332" y="1947689"/>
                  <a:pt x="2548622" y="1958817"/>
                  <a:pt x="2564332" y="1966236"/>
                </a:cubicBezTo>
                <a:cubicBezTo>
                  <a:pt x="2538148" y="1966236"/>
                  <a:pt x="2543385" y="1962526"/>
                  <a:pt x="2511963" y="1969945"/>
                </a:cubicBezTo>
                <a:cubicBezTo>
                  <a:pt x="2501490" y="1973655"/>
                  <a:pt x="2517200" y="1981074"/>
                  <a:pt x="2506726" y="1981074"/>
                </a:cubicBezTo>
                <a:cubicBezTo>
                  <a:pt x="2454794" y="1970164"/>
                  <a:pt x="2423372" y="2033443"/>
                  <a:pt x="2371003" y="2007476"/>
                </a:cubicBezTo>
                <a:lnTo>
                  <a:pt x="2371003" y="2007476"/>
                </a:lnTo>
                <a:close/>
                <a:moveTo>
                  <a:pt x="2203641" y="2078393"/>
                </a:moveTo>
                <a:cubicBezTo>
                  <a:pt x="2229826" y="2082102"/>
                  <a:pt x="2261247" y="2067264"/>
                  <a:pt x="2271721" y="2048499"/>
                </a:cubicBezTo>
                <a:cubicBezTo>
                  <a:pt x="2240300" y="2052208"/>
                  <a:pt x="2214115" y="2059627"/>
                  <a:pt x="2203641" y="2078393"/>
                </a:cubicBezTo>
                <a:lnTo>
                  <a:pt x="2203641" y="2078393"/>
                </a:lnTo>
                <a:close/>
                <a:moveTo>
                  <a:pt x="948532" y="2108069"/>
                </a:moveTo>
                <a:cubicBezTo>
                  <a:pt x="974717" y="2111778"/>
                  <a:pt x="969480" y="2093231"/>
                  <a:pt x="995664" y="2096940"/>
                </a:cubicBezTo>
                <a:cubicBezTo>
                  <a:pt x="995664" y="2089521"/>
                  <a:pt x="995664" y="2085812"/>
                  <a:pt x="985191" y="2082102"/>
                </a:cubicBezTo>
                <a:cubicBezTo>
                  <a:pt x="979954" y="2093231"/>
                  <a:pt x="953769" y="2093231"/>
                  <a:pt x="948532" y="2108069"/>
                </a:cubicBezTo>
                <a:lnTo>
                  <a:pt x="948532" y="2108069"/>
                </a:lnTo>
                <a:close/>
                <a:moveTo>
                  <a:pt x="2109595" y="2108069"/>
                </a:moveTo>
                <a:cubicBezTo>
                  <a:pt x="2120069" y="2096940"/>
                  <a:pt x="2156727" y="2104359"/>
                  <a:pt x="2161964" y="2089521"/>
                </a:cubicBezTo>
                <a:cubicBezTo>
                  <a:pt x="2141017" y="2093231"/>
                  <a:pt x="2109595" y="2100650"/>
                  <a:pt x="2109595" y="2108069"/>
                </a:cubicBezTo>
                <a:lnTo>
                  <a:pt x="2109595" y="2108069"/>
                </a:lnTo>
                <a:close/>
                <a:moveTo>
                  <a:pt x="854486" y="2145381"/>
                </a:moveTo>
                <a:cubicBezTo>
                  <a:pt x="875434" y="2137962"/>
                  <a:pt x="922566" y="2130544"/>
                  <a:pt x="917329" y="2115487"/>
                </a:cubicBezTo>
                <a:cubicBezTo>
                  <a:pt x="906637" y="2134253"/>
                  <a:pt x="859723" y="2123125"/>
                  <a:pt x="854486" y="2145381"/>
                </a:cubicBezTo>
                <a:lnTo>
                  <a:pt x="854486" y="2145381"/>
                </a:lnTo>
                <a:close/>
                <a:moveTo>
                  <a:pt x="734038" y="2190331"/>
                </a:moveTo>
                <a:cubicBezTo>
                  <a:pt x="739275" y="2179203"/>
                  <a:pt x="770696" y="2182912"/>
                  <a:pt x="775933" y="2167856"/>
                </a:cubicBezTo>
                <a:cubicBezTo>
                  <a:pt x="744512" y="2164147"/>
                  <a:pt x="728801" y="2182694"/>
                  <a:pt x="734038" y="2190331"/>
                </a:cubicBezTo>
                <a:lnTo>
                  <a:pt x="734038" y="2190331"/>
                </a:lnTo>
                <a:close/>
              </a:path>
            </a:pathLst>
          </a:custGeom>
          <a:blipFill>
            <a:blip r:embed="rId3"/>
            <a:stretch>
              <a:fillRect/>
            </a:stretch>
          </a:blipFill>
          <a:ln w="2177" cap="flat">
            <a:noFill/>
            <a:prstDash val="solid"/>
            <a:miter/>
          </a:ln>
        </p:spPr>
        <p:txBody>
          <a:bodyPr rtlCol="0" anchor="ctr"/>
          <a:lstStyle/>
          <a:p>
            <a:endParaRPr lang="zh-CN" altLang="en-US"/>
          </a:p>
        </p:txBody>
      </p:sp>
      <p:sp>
        <p:nvSpPr>
          <p:cNvPr id="30" name="图形 3">
            <a:extLst>
              <a:ext uri="{FF2B5EF4-FFF2-40B4-BE49-F238E27FC236}">
                <a16:creationId xmlns:a16="http://schemas.microsoft.com/office/drawing/2014/main" id="{A057FB13-7DEE-5061-3374-242F496691B4}"/>
              </a:ext>
            </a:extLst>
          </p:cNvPr>
          <p:cNvSpPr/>
          <p:nvPr/>
        </p:nvSpPr>
        <p:spPr>
          <a:xfrm>
            <a:off x="6352123" y="1416980"/>
            <a:ext cx="3151560" cy="2004166"/>
          </a:xfrm>
          <a:custGeom>
            <a:avLst/>
            <a:gdLst>
              <a:gd name="connsiteX0" fmla="*/ 2114832 w 3644004"/>
              <a:gd name="connsiteY0" fmla="*/ 198129 h 2317325"/>
              <a:gd name="connsiteX1" fmla="*/ 2130543 w 3644004"/>
              <a:gd name="connsiteY1" fmla="*/ 201839 h 2317325"/>
              <a:gd name="connsiteX2" fmla="*/ 2188149 w 3644004"/>
              <a:gd name="connsiteY2" fmla="*/ 179364 h 2317325"/>
              <a:gd name="connsiteX3" fmla="*/ 2198623 w 3644004"/>
              <a:gd name="connsiteY3" fmla="*/ 201839 h 2317325"/>
              <a:gd name="connsiteX4" fmla="*/ 1487278 w 3644004"/>
              <a:gd name="connsiteY4" fmla="*/ 410660 h 2317325"/>
              <a:gd name="connsiteX5" fmla="*/ 1413961 w 3644004"/>
              <a:gd name="connsiteY5" fmla="*/ 414369 h 2317325"/>
              <a:gd name="connsiteX6" fmla="*/ 1361592 w 3644004"/>
              <a:gd name="connsiteY6" fmla="*/ 436844 h 2317325"/>
              <a:gd name="connsiteX7" fmla="*/ 1345882 w 3644004"/>
              <a:gd name="connsiteY7" fmla="*/ 455392 h 2317325"/>
              <a:gd name="connsiteX8" fmla="*/ 1283039 w 3644004"/>
              <a:gd name="connsiteY8" fmla="*/ 481576 h 2317325"/>
              <a:gd name="connsiteX9" fmla="*/ 1225433 w 3644004"/>
              <a:gd name="connsiteY9" fmla="*/ 500123 h 2317325"/>
              <a:gd name="connsiteX10" fmla="*/ 1141861 w 3644004"/>
              <a:gd name="connsiteY10" fmla="*/ 537436 h 2317325"/>
              <a:gd name="connsiteX11" fmla="*/ 1518481 w 3644004"/>
              <a:gd name="connsiteY11" fmla="*/ 421788 h 2317325"/>
              <a:gd name="connsiteX12" fmla="*/ 1712028 w 3644004"/>
              <a:gd name="connsiteY12" fmla="*/ 354581 h 2317325"/>
              <a:gd name="connsiteX13" fmla="*/ 2360530 w 3644004"/>
              <a:gd name="connsiteY13" fmla="*/ 168017 h 2317325"/>
              <a:gd name="connsiteX14" fmla="*/ 2323871 w 3644004"/>
              <a:gd name="connsiteY14" fmla="*/ 145542 h 2317325"/>
              <a:gd name="connsiteX15" fmla="*/ 2480760 w 3644004"/>
              <a:gd name="connsiteY15" fmla="*/ 130704 h 2317325"/>
              <a:gd name="connsiteX16" fmla="*/ 2485997 w 3644004"/>
              <a:gd name="connsiteY16" fmla="*/ 145542 h 2317325"/>
              <a:gd name="connsiteX17" fmla="*/ 2893820 w 3644004"/>
              <a:gd name="connsiteY17" fmla="*/ 37313 h 2317325"/>
              <a:gd name="connsiteX18" fmla="*/ 3061182 w 3644004"/>
              <a:gd name="connsiteY18" fmla="*/ 0 h 2317325"/>
              <a:gd name="connsiteX19" fmla="*/ 3071656 w 3644004"/>
              <a:gd name="connsiteY19" fmla="*/ 7419 h 2317325"/>
              <a:gd name="connsiteX20" fmla="*/ 3181413 w 3644004"/>
              <a:gd name="connsiteY20" fmla="*/ 7419 h 2317325"/>
              <a:gd name="connsiteX21" fmla="*/ 3144755 w 3644004"/>
              <a:gd name="connsiteY21" fmla="*/ 14838 h 2317325"/>
              <a:gd name="connsiteX22" fmla="*/ 2778608 w 3644004"/>
              <a:gd name="connsiteY22" fmla="*/ 104301 h 2317325"/>
              <a:gd name="connsiteX23" fmla="*/ 2172002 w 3644004"/>
              <a:gd name="connsiteY23" fmla="*/ 290866 h 2317325"/>
              <a:gd name="connsiteX24" fmla="*/ 2271284 w 3644004"/>
              <a:gd name="connsiteY24" fmla="*/ 287156 h 2317325"/>
              <a:gd name="connsiteX25" fmla="*/ 2250337 w 3644004"/>
              <a:gd name="connsiteY25" fmla="*/ 276028 h 2317325"/>
              <a:gd name="connsiteX26" fmla="*/ 2281758 w 3644004"/>
              <a:gd name="connsiteY26" fmla="*/ 276028 h 2317325"/>
              <a:gd name="connsiteX27" fmla="*/ 2271284 w 3644004"/>
              <a:gd name="connsiteY27" fmla="*/ 290866 h 2317325"/>
              <a:gd name="connsiteX28" fmla="*/ 2370567 w 3644004"/>
              <a:gd name="connsiteY28" fmla="*/ 279737 h 2317325"/>
              <a:gd name="connsiteX29" fmla="*/ 2365330 w 3644004"/>
              <a:gd name="connsiteY29" fmla="*/ 290866 h 2317325"/>
              <a:gd name="connsiteX30" fmla="*/ 2339146 w 3644004"/>
              <a:gd name="connsiteY30" fmla="*/ 294575 h 2317325"/>
              <a:gd name="connsiteX31" fmla="*/ 2339146 w 3644004"/>
              <a:gd name="connsiteY31" fmla="*/ 301994 h 2317325"/>
              <a:gd name="connsiteX32" fmla="*/ 2422718 w 3644004"/>
              <a:gd name="connsiteY32" fmla="*/ 294575 h 2317325"/>
              <a:gd name="connsiteX33" fmla="*/ 2339146 w 3644004"/>
              <a:gd name="connsiteY33" fmla="*/ 320760 h 2317325"/>
              <a:gd name="connsiteX34" fmla="*/ 2339146 w 3644004"/>
              <a:gd name="connsiteY34" fmla="*/ 335598 h 2317325"/>
              <a:gd name="connsiteX35" fmla="*/ 2668634 w 3644004"/>
              <a:gd name="connsiteY35" fmla="*/ 268391 h 2317325"/>
              <a:gd name="connsiteX36" fmla="*/ 2600554 w 3644004"/>
              <a:gd name="connsiteY36" fmla="*/ 301994 h 2317325"/>
              <a:gd name="connsiteX37" fmla="*/ 2631976 w 3644004"/>
              <a:gd name="connsiteY37" fmla="*/ 316832 h 2317325"/>
              <a:gd name="connsiteX38" fmla="*/ 3086931 w 3644004"/>
              <a:gd name="connsiteY38" fmla="*/ 201184 h 2317325"/>
              <a:gd name="connsiteX39" fmla="*/ 3207161 w 3644004"/>
              <a:gd name="connsiteY39" fmla="*/ 178709 h 2317325"/>
              <a:gd name="connsiteX40" fmla="*/ 3280477 w 3644004"/>
              <a:gd name="connsiteY40" fmla="*/ 189837 h 2317325"/>
              <a:gd name="connsiteX41" fmla="*/ 3343320 w 3644004"/>
              <a:gd name="connsiteY41" fmla="*/ 216022 h 2317325"/>
              <a:gd name="connsiteX42" fmla="*/ 3311899 w 3644004"/>
              <a:gd name="connsiteY42" fmla="*/ 238497 h 2317325"/>
              <a:gd name="connsiteX43" fmla="*/ 3285714 w 3644004"/>
              <a:gd name="connsiteY43" fmla="*/ 208603 h 2317325"/>
              <a:gd name="connsiteX44" fmla="*/ 3243819 w 3644004"/>
              <a:gd name="connsiteY44" fmla="*/ 219731 h 2317325"/>
              <a:gd name="connsiteX45" fmla="*/ 3123589 w 3644004"/>
              <a:gd name="connsiteY45" fmla="*/ 227150 h 2317325"/>
              <a:gd name="connsiteX46" fmla="*/ 3196905 w 3644004"/>
              <a:gd name="connsiteY46" fmla="*/ 230860 h 2317325"/>
              <a:gd name="connsiteX47" fmla="*/ 3071438 w 3644004"/>
              <a:gd name="connsiteY47" fmla="*/ 253335 h 2317325"/>
              <a:gd name="connsiteX48" fmla="*/ 3055727 w 3644004"/>
              <a:gd name="connsiteY48" fmla="*/ 264463 h 2317325"/>
              <a:gd name="connsiteX49" fmla="*/ 2543166 w 3644004"/>
              <a:gd name="connsiteY49" fmla="*/ 398659 h 2317325"/>
              <a:gd name="connsiteX50" fmla="*/ 2485561 w 3644004"/>
              <a:gd name="connsiteY50" fmla="*/ 409787 h 2317325"/>
              <a:gd name="connsiteX51" fmla="*/ 2208442 w 3644004"/>
              <a:gd name="connsiteY51" fmla="*/ 476994 h 2317325"/>
              <a:gd name="connsiteX52" fmla="*/ 2208442 w 3644004"/>
              <a:gd name="connsiteY52" fmla="*/ 491832 h 2317325"/>
              <a:gd name="connsiteX53" fmla="*/ 2422936 w 3644004"/>
              <a:gd name="connsiteY53" fmla="*/ 454519 h 2317325"/>
              <a:gd name="connsiteX54" fmla="*/ 2412462 w 3644004"/>
              <a:gd name="connsiteY54" fmla="*/ 469357 h 2317325"/>
              <a:gd name="connsiteX55" fmla="*/ 2506508 w 3644004"/>
              <a:gd name="connsiteY55" fmla="*/ 458228 h 2317325"/>
              <a:gd name="connsiteX56" fmla="*/ 2501271 w 3644004"/>
              <a:gd name="connsiteY56" fmla="*/ 450809 h 2317325"/>
              <a:gd name="connsiteX57" fmla="*/ 2841233 w 3644004"/>
              <a:gd name="connsiteY57" fmla="*/ 406078 h 2317325"/>
              <a:gd name="connsiteX58" fmla="*/ 3186432 w 3644004"/>
              <a:gd name="connsiteY58" fmla="*/ 305267 h 2317325"/>
              <a:gd name="connsiteX59" fmla="*/ 2700055 w 3644004"/>
              <a:gd name="connsiteY59" fmla="*/ 454519 h 2317325"/>
              <a:gd name="connsiteX60" fmla="*/ 2862181 w 3644004"/>
              <a:gd name="connsiteY60" fmla="*/ 428334 h 2317325"/>
              <a:gd name="connsiteX61" fmla="*/ 3165484 w 3644004"/>
              <a:gd name="connsiteY61" fmla="*/ 342580 h 2317325"/>
              <a:gd name="connsiteX62" fmla="*/ 3149773 w 3644004"/>
              <a:gd name="connsiteY62" fmla="*/ 365055 h 2317325"/>
              <a:gd name="connsiteX63" fmla="*/ 2982411 w 3644004"/>
              <a:gd name="connsiteY63" fmla="*/ 428553 h 2317325"/>
              <a:gd name="connsiteX64" fmla="*/ 2877891 w 3644004"/>
              <a:gd name="connsiteY64" fmla="*/ 454737 h 2317325"/>
              <a:gd name="connsiteX65" fmla="*/ 2982411 w 3644004"/>
              <a:gd name="connsiteY65" fmla="*/ 458447 h 2317325"/>
              <a:gd name="connsiteX66" fmla="*/ 2652923 w 3644004"/>
              <a:gd name="connsiteY66" fmla="*/ 551620 h 2317325"/>
              <a:gd name="connsiteX67" fmla="*/ 2783627 w 3644004"/>
              <a:gd name="connsiteY67" fmla="*/ 555329 h 2317325"/>
              <a:gd name="connsiteX68" fmla="*/ 2788864 w 3644004"/>
              <a:gd name="connsiteY68" fmla="*/ 570167 h 2317325"/>
              <a:gd name="connsiteX69" fmla="*/ 3275240 w 3644004"/>
              <a:gd name="connsiteY69" fmla="*/ 447100 h 2317325"/>
              <a:gd name="connsiteX70" fmla="*/ 3384997 w 3644004"/>
              <a:gd name="connsiteY70" fmla="*/ 465647 h 2317325"/>
              <a:gd name="connsiteX71" fmla="*/ 3113115 w 3644004"/>
              <a:gd name="connsiteY71" fmla="*/ 547692 h 2317325"/>
              <a:gd name="connsiteX72" fmla="*/ 3113115 w 3644004"/>
              <a:gd name="connsiteY72" fmla="*/ 566239 h 2317325"/>
              <a:gd name="connsiteX73" fmla="*/ 2825522 w 3644004"/>
              <a:gd name="connsiteY73" fmla="*/ 637156 h 2317325"/>
              <a:gd name="connsiteX74" fmla="*/ 2856944 w 3644004"/>
              <a:gd name="connsiteY74" fmla="*/ 640865 h 2317325"/>
              <a:gd name="connsiteX75" fmla="*/ 2773372 w 3644004"/>
              <a:gd name="connsiteY75" fmla="*/ 667050 h 2317325"/>
              <a:gd name="connsiteX76" fmla="*/ 2778608 w 3644004"/>
              <a:gd name="connsiteY76" fmla="*/ 681887 h 2317325"/>
              <a:gd name="connsiteX77" fmla="*/ 2684563 w 3644004"/>
              <a:gd name="connsiteY77" fmla="*/ 708072 h 2317325"/>
              <a:gd name="connsiteX78" fmla="*/ 2715984 w 3644004"/>
              <a:gd name="connsiteY78" fmla="*/ 700653 h 2317325"/>
              <a:gd name="connsiteX79" fmla="*/ 2663615 w 3644004"/>
              <a:gd name="connsiteY79" fmla="*/ 730547 h 2317325"/>
              <a:gd name="connsiteX80" fmla="*/ 2836214 w 3644004"/>
              <a:gd name="connsiteY80" fmla="*/ 693234 h 2317325"/>
              <a:gd name="connsiteX81" fmla="*/ 2810030 w 3644004"/>
              <a:gd name="connsiteY81" fmla="*/ 674687 h 2317325"/>
              <a:gd name="connsiteX82" fmla="*/ 2841451 w 3644004"/>
              <a:gd name="connsiteY82" fmla="*/ 689524 h 2317325"/>
              <a:gd name="connsiteX83" fmla="*/ 3055946 w 3644004"/>
              <a:gd name="connsiteY83" fmla="*/ 600061 h 2317325"/>
              <a:gd name="connsiteX84" fmla="*/ 3045472 w 3644004"/>
              <a:gd name="connsiteY84" fmla="*/ 596351 h 2317325"/>
              <a:gd name="connsiteX85" fmla="*/ 3197124 w 3644004"/>
              <a:gd name="connsiteY85" fmla="*/ 551620 h 2317325"/>
              <a:gd name="connsiteX86" fmla="*/ 3003577 w 3644004"/>
              <a:gd name="connsiteY86" fmla="*/ 637374 h 2317325"/>
              <a:gd name="connsiteX87" fmla="*/ 3003577 w 3644004"/>
              <a:gd name="connsiteY87" fmla="*/ 652212 h 2317325"/>
              <a:gd name="connsiteX88" fmla="*/ 2715984 w 3644004"/>
              <a:gd name="connsiteY88" fmla="*/ 782698 h 2317325"/>
              <a:gd name="connsiteX89" fmla="*/ 2830977 w 3644004"/>
              <a:gd name="connsiteY89" fmla="*/ 778988 h 2317325"/>
              <a:gd name="connsiteX90" fmla="*/ 2569569 w 3644004"/>
              <a:gd name="connsiteY90" fmla="*/ 834848 h 2317325"/>
              <a:gd name="connsiteX91" fmla="*/ 2616701 w 3644004"/>
              <a:gd name="connsiteY91" fmla="*/ 845977 h 2317325"/>
              <a:gd name="connsiteX92" fmla="*/ 2695255 w 3644004"/>
              <a:gd name="connsiteY92" fmla="*/ 831139 h 2317325"/>
              <a:gd name="connsiteX93" fmla="*/ 2726676 w 3644004"/>
              <a:gd name="connsiteY93" fmla="*/ 812592 h 2317325"/>
              <a:gd name="connsiteX94" fmla="*/ 2700491 w 3644004"/>
              <a:gd name="connsiteY94" fmla="*/ 849904 h 2317325"/>
              <a:gd name="connsiteX95" fmla="*/ 2705728 w 3644004"/>
              <a:gd name="connsiteY95" fmla="*/ 857323 h 2317325"/>
              <a:gd name="connsiteX96" fmla="*/ 2789301 w 3644004"/>
              <a:gd name="connsiteY96" fmla="*/ 831139 h 2317325"/>
              <a:gd name="connsiteX97" fmla="*/ 2621938 w 3644004"/>
              <a:gd name="connsiteY97" fmla="*/ 886999 h 2317325"/>
              <a:gd name="connsiteX98" fmla="*/ 2606227 w 3644004"/>
              <a:gd name="connsiteY98" fmla="*/ 909474 h 2317325"/>
              <a:gd name="connsiteX99" fmla="*/ 2574806 w 3644004"/>
              <a:gd name="connsiteY99" fmla="*/ 905765 h 2317325"/>
              <a:gd name="connsiteX100" fmla="*/ 2402207 w 3644004"/>
              <a:gd name="connsiteY100" fmla="*/ 984100 h 2317325"/>
              <a:gd name="connsiteX101" fmla="*/ 2543385 w 3644004"/>
              <a:gd name="connsiteY101" fmla="*/ 950496 h 2317325"/>
              <a:gd name="connsiteX102" fmla="*/ 2632194 w 3644004"/>
              <a:gd name="connsiteY102" fmla="*/ 913184 h 2317325"/>
              <a:gd name="connsiteX103" fmla="*/ 2632194 w 3644004"/>
              <a:gd name="connsiteY103" fmla="*/ 902055 h 2317325"/>
              <a:gd name="connsiteX104" fmla="*/ 2741950 w 3644004"/>
              <a:gd name="connsiteY104" fmla="*/ 868452 h 2317325"/>
              <a:gd name="connsiteX105" fmla="*/ 2731476 w 3644004"/>
              <a:gd name="connsiteY105" fmla="*/ 902055 h 2317325"/>
              <a:gd name="connsiteX106" fmla="*/ 2762898 w 3644004"/>
              <a:gd name="connsiteY106" fmla="*/ 898346 h 2317325"/>
              <a:gd name="connsiteX107" fmla="*/ 2726240 w 3644004"/>
              <a:gd name="connsiteY107" fmla="*/ 916893 h 2317325"/>
              <a:gd name="connsiteX108" fmla="*/ 2726240 w 3644004"/>
              <a:gd name="connsiteY108" fmla="*/ 902055 h 2317325"/>
              <a:gd name="connsiteX109" fmla="*/ 2694818 w 3644004"/>
              <a:gd name="connsiteY109" fmla="*/ 924530 h 2317325"/>
              <a:gd name="connsiteX110" fmla="*/ 2689581 w 3644004"/>
              <a:gd name="connsiteY110" fmla="*/ 913402 h 2317325"/>
              <a:gd name="connsiteX111" fmla="*/ 2642449 w 3644004"/>
              <a:gd name="connsiteY111" fmla="*/ 935877 h 2317325"/>
              <a:gd name="connsiteX112" fmla="*/ 2668634 w 3644004"/>
              <a:gd name="connsiteY112" fmla="*/ 943296 h 2317325"/>
              <a:gd name="connsiteX113" fmla="*/ 2658160 w 3644004"/>
              <a:gd name="connsiteY113" fmla="*/ 958134 h 2317325"/>
              <a:gd name="connsiteX114" fmla="*/ 2804575 w 3644004"/>
              <a:gd name="connsiteY114" fmla="*/ 920821 h 2317325"/>
              <a:gd name="connsiteX115" fmla="*/ 2762679 w 3644004"/>
              <a:gd name="connsiteY115" fmla="*/ 950715 h 2317325"/>
              <a:gd name="connsiteX116" fmla="*/ 3071220 w 3644004"/>
              <a:gd name="connsiteY116" fmla="*/ 857542 h 2317325"/>
              <a:gd name="connsiteX117" fmla="*/ 2914331 w 3644004"/>
              <a:gd name="connsiteY117" fmla="*/ 939586 h 2317325"/>
              <a:gd name="connsiteX118" fmla="*/ 2997903 w 3644004"/>
              <a:gd name="connsiteY118" fmla="*/ 943296 h 2317325"/>
              <a:gd name="connsiteX119" fmla="*/ 2841015 w 3644004"/>
              <a:gd name="connsiteY119" fmla="*/ 969480 h 2317325"/>
              <a:gd name="connsiteX120" fmla="*/ 2914331 w 3644004"/>
              <a:gd name="connsiteY120" fmla="*/ 965771 h 2317325"/>
              <a:gd name="connsiteX121" fmla="*/ 2815048 w 3644004"/>
              <a:gd name="connsiteY121" fmla="*/ 995665 h 2317325"/>
              <a:gd name="connsiteX122" fmla="*/ 2830759 w 3644004"/>
              <a:gd name="connsiteY122" fmla="*/ 1010503 h 2317325"/>
              <a:gd name="connsiteX123" fmla="*/ 2762679 w 3644004"/>
              <a:gd name="connsiteY123" fmla="*/ 1021631 h 2317325"/>
              <a:gd name="connsiteX124" fmla="*/ 2752206 w 3644004"/>
              <a:gd name="connsiteY124" fmla="*/ 1044106 h 2317325"/>
              <a:gd name="connsiteX125" fmla="*/ 2731258 w 3644004"/>
              <a:gd name="connsiteY125" fmla="*/ 1036687 h 2317325"/>
              <a:gd name="connsiteX126" fmla="*/ 2684126 w 3644004"/>
              <a:gd name="connsiteY126" fmla="*/ 1070290 h 2317325"/>
              <a:gd name="connsiteX127" fmla="*/ 2616047 w 3644004"/>
              <a:gd name="connsiteY127" fmla="*/ 1103894 h 2317325"/>
              <a:gd name="connsiteX128" fmla="*/ 2652705 w 3644004"/>
              <a:gd name="connsiteY128" fmla="*/ 1089056 h 2317325"/>
              <a:gd name="connsiteX129" fmla="*/ 2652705 w 3644004"/>
              <a:gd name="connsiteY129" fmla="*/ 1100184 h 2317325"/>
              <a:gd name="connsiteX130" fmla="*/ 2678889 w 3644004"/>
              <a:gd name="connsiteY130" fmla="*/ 1081637 h 2317325"/>
              <a:gd name="connsiteX131" fmla="*/ 2772935 w 3644004"/>
              <a:gd name="connsiteY131" fmla="*/ 1081637 h 2317325"/>
              <a:gd name="connsiteX132" fmla="*/ 2762461 w 3644004"/>
              <a:gd name="connsiteY132" fmla="*/ 1066799 h 2317325"/>
              <a:gd name="connsiteX133" fmla="*/ 2997903 w 3644004"/>
              <a:gd name="connsiteY133" fmla="*/ 1018358 h 2317325"/>
              <a:gd name="connsiteX134" fmla="*/ 2825304 w 3644004"/>
              <a:gd name="connsiteY134" fmla="*/ 1096693 h 2317325"/>
              <a:gd name="connsiteX135" fmla="*/ 3013614 w 3644004"/>
              <a:gd name="connsiteY135" fmla="*/ 1044542 h 2317325"/>
              <a:gd name="connsiteX136" fmla="*/ 3008377 w 3644004"/>
              <a:gd name="connsiteY136" fmla="*/ 1055671 h 2317325"/>
              <a:gd name="connsiteX137" fmla="*/ 2835778 w 3644004"/>
              <a:gd name="connsiteY137" fmla="*/ 1107822 h 2317325"/>
              <a:gd name="connsiteX138" fmla="*/ 2835778 w 3644004"/>
              <a:gd name="connsiteY138" fmla="*/ 1122659 h 2317325"/>
              <a:gd name="connsiteX139" fmla="*/ 2793883 w 3644004"/>
              <a:gd name="connsiteY139" fmla="*/ 1130078 h 2317325"/>
              <a:gd name="connsiteX140" fmla="*/ 2799120 w 3644004"/>
              <a:gd name="connsiteY140" fmla="*/ 1152553 h 2317325"/>
              <a:gd name="connsiteX141" fmla="*/ 2757224 w 3644004"/>
              <a:gd name="connsiteY141" fmla="*/ 1156263 h 2317325"/>
              <a:gd name="connsiteX142" fmla="*/ 2908876 w 3644004"/>
              <a:gd name="connsiteY142" fmla="*/ 1145134 h 2317325"/>
              <a:gd name="connsiteX143" fmla="*/ 2914113 w 3644004"/>
              <a:gd name="connsiteY143" fmla="*/ 1152553 h 2317325"/>
              <a:gd name="connsiteX144" fmla="*/ 2866981 w 3644004"/>
              <a:gd name="connsiteY144" fmla="*/ 1163682 h 2317325"/>
              <a:gd name="connsiteX145" fmla="*/ 2882692 w 3644004"/>
              <a:gd name="connsiteY145" fmla="*/ 1178520 h 2317325"/>
              <a:gd name="connsiteX146" fmla="*/ 2976738 w 3644004"/>
              <a:gd name="connsiteY146" fmla="*/ 1148626 h 2317325"/>
              <a:gd name="connsiteX147" fmla="*/ 2955790 w 3644004"/>
              <a:gd name="connsiteY147" fmla="*/ 1171101 h 2317325"/>
              <a:gd name="connsiteX148" fmla="*/ 2846034 w 3644004"/>
              <a:gd name="connsiteY148" fmla="*/ 1219542 h 2317325"/>
              <a:gd name="connsiteX149" fmla="*/ 2971501 w 3644004"/>
              <a:gd name="connsiteY149" fmla="*/ 1171101 h 2317325"/>
              <a:gd name="connsiteX150" fmla="*/ 3149337 w 3644004"/>
              <a:gd name="connsiteY150" fmla="*/ 1130078 h 2317325"/>
              <a:gd name="connsiteX151" fmla="*/ 3154574 w 3644004"/>
              <a:gd name="connsiteY151" fmla="*/ 1115240 h 2317325"/>
              <a:gd name="connsiteX152" fmla="*/ 3185995 w 3644004"/>
              <a:gd name="connsiteY152" fmla="*/ 1115240 h 2317325"/>
              <a:gd name="connsiteX153" fmla="*/ 3191232 w 3644004"/>
              <a:gd name="connsiteY153" fmla="*/ 1130078 h 2317325"/>
              <a:gd name="connsiteX154" fmla="*/ 3311462 w 3644004"/>
              <a:gd name="connsiteY154" fmla="*/ 1092765 h 2317325"/>
              <a:gd name="connsiteX155" fmla="*/ 3311462 w 3644004"/>
              <a:gd name="connsiteY155" fmla="*/ 1103894 h 2317325"/>
              <a:gd name="connsiteX156" fmla="*/ 3332410 w 3644004"/>
              <a:gd name="connsiteY156" fmla="*/ 1103894 h 2317325"/>
              <a:gd name="connsiteX157" fmla="*/ 3353358 w 3644004"/>
              <a:gd name="connsiteY157" fmla="*/ 1081419 h 2317325"/>
              <a:gd name="connsiteX158" fmla="*/ 3515483 w 3644004"/>
              <a:gd name="connsiteY158" fmla="*/ 1017921 h 2317325"/>
              <a:gd name="connsiteX159" fmla="*/ 3348121 w 3644004"/>
              <a:gd name="connsiteY159" fmla="*/ 1107385 h 2317325"/>
              <a:gd name="connsiteX160" fmla="*/ 3217416 w 3644004"/>
              <a:gd name="connsiteY160" fmla="*/ 1174592 h 2317325"/>
              <a:gd name="connsiteX161" fmla="*/ 2976956 w 3644004"/>
              <a:gd name="connsiteY161" fmla="*/ 1305078 h 2317325"/>
              <a:gd name="connsiteX162" fmla="*/ 2919350 w 3644004"/>
              <a:gd name="connsiteY162" fmla="*/ 1331262 h 2317325"/>
              <a:gd name="connsiteX163" fmla="*/ 2924587 w 3644004"/>
              <a:gd name="connsiteY163" fmla="*/ 1349810 h 2317325"/>
              <a:gd name="connsiteX164" fmla="*/ 2861744 w 3644004"/>
              <a:gd name="connsiteY164" fmla="*/ 1349810 h 2317325"/>
              <a:gd name="connsiteX165" fmla="*/ 3018633 w 3644004"/>
              <a:gd name="connsiteY165" fmla="*/ 1360938 h 2317325"/>
              <a:gd name="connsiteX166" fmla="*/ 3138863 w 3644004"/>
              <a:gd name="connsiteY166" fmla="*/ 1349810 h 2317325"/>
              <a:gd name="connsiteX167" fmla="*/ 3117916 w 3644004"/>
              <a:gd name="connsiteY167" fmla="*/ 1360938 h 2317325"/>
              <a:gd name="connsiteX168" fmla="*/ 3227672 w 3644004"/>
              <a:gd name="connsiteY168" fmla="*/ 1349810 h 2317325"/>
              <a:gd name="connsiteX169" fmla="*/ 3055073 w 3644004"/>
              <a:gd name="connsiteY169" fmla="*/ 1428145 h 2317325"/>
              <a:gd name="connsiteX170" fmla="*/ 3243383 w 3644004"/>
              <a:gd name="connsiteY170" fmla="*/ 1360938 h 2317325"/>
              <a:gd name="connsiteX171" fmla="*/ 3520502 w 3644004"/>
              <a:gd name="connsiteY171" fmla="*/ 1286312 h 2317325"/>
              <a:gd name="connsiteX172" fmla="*/ 3253857 w 3644004"/>
              <a:gd name="connsiteY172" fmla="*/ 1387123 h 2317325"/>
              <a:gd name="connsiteX173" fmla="*/ 3400271 w 3644004"/>
              <a:gd name="connsiteY173" fmla="*/ 1357229 h 2317325"/>
              <a:gd name="connsiteX174" fmla="*/ 3400271 w 3644004"/>
              <a:gd name="connsiteY174" fmla="*/ 1379704 h 2317325"/>
              <a:gd name="connsiteX175" fmla="*/ 3138863 w 3644004"/>
              <a:gd name="connsiteY175" fmla="*/ 1484223 h 2317325"/>
              <a:gd name="connsiteX176" fmla="*/ 3144100 w 3644004"/>
              <a:gd name="connsiteY176" fmla="*/ 1499061 h 2317325"/>
              <a:gd name="connsiteX177" fmla="*/ 2976738 w 3644004"/>
              <a:gd name="connsiteY177" fmla="*/ 1540083 h 2317325"/>
              <a:gd name="connsiteX178" fmla="*/ 3008159 w 3644004"/>
              <a:gd name="connsiteY178" fmla="*/ 1536374 h 2317325"/>
              <a:gd name="connsiteX179" fmla="*/ 2992448 w 3644004"/>
              <a:gd name="connsiteY179" fmla="*/ 1558849 h 2317325"/>
              <a:gd name="connsiteX180" fmla="*/ 3050054 w 3644004"/>
              <a:gd name="connsiteY180" fmla="*/ 1566268 h 2317325"/>
              <a:gd name="connsiteX181" fmla="*/ 2940297 w 3644004"/>
              <a:gd name="connsiteY181" fmla="*/ 1592452 h 2317325"/>
              <a:gd name="connsiteX182" fmla="*/ 2935061 w 3644004"/>
              <a:gd name="connsiteY182" fmla="*/ 1581324 h 2317325"/>
              <a:gd name="connsiteX183" fmla="*/ 2772935 w 3644004"/>
              <a:gd name="connsiteY183" fmla="*/ 1641112 h 2317325"/>
              <a:gd name="connsiteX184" fmla="*/ 2929824 w 3644004"/>
              <a:gd name="connsiteY184" fmla="*/ 1629984 h 2317325"/>
              <a:gd name="connsiteX185" fmla="*/ 3050054 w 3644004"/>
              <a:gd name="connsiteY185" fmla="*/ 1581542 h 2317325"/>
              <a:gd name="connsiteX186" fmla="*/ 3013396 w 3644004"/>
              <a:gd name="connsiteY186" fmla="*/ 1607727 h 2317325"/>
              <a:gd name="connsiteX187" fmla="*/ 3060528 w 3644004"/>
              <a:gd name="connsiteY187" fmla="*/ 1600308 h 2317325"/>
              <a:gd name="connsiteX188" fmla="*/ 3050054 w 3644004"/>
              <a:gd name="connsiteY188" fmla="*/ 1611436 h 2317325"/>
              <a:gd name="connsiteX189" fmla="*/ 3091949 w 3644004"/>
              <a:gd name="connsiteY189" fmla="*/ 1596598 h 2317325"/>
              <a:gd name="connsiteX190" fmla="*/ 3081476 w 3644004"/>
              <a:gd name="connsiteY190" fmla="*/ 1585470 h 2317325"/>
              <a:gd name="connsiteX191" fmla="*/ 3128608 w 3644004"/>
              <a:gd name="connsiteY191" fmla="*/ 1574342 h 2317325"/>
              <a:gd name="connsiteX192" fmla="*/ 3118134 w 3644004"/>
              <a:gd name="connsiteY192" fmla="*/ 1585470 h 2317325"/>
              <a:gd name="connsiteX193" fmla="*/ 3285496 w 3644004"/>
              <a:gd name="connsiteY193" fmla="*/ 1529610 h 2317325"/>
              <a:gd name="connsiteX194" fmla="*/ 3227890 w 3644004"/>
              <a:gd name="connsiteY194" fmla="*/ 1585470 h 2317325"/>
              <a:gd name="connsiteX195" fmla="*/ 3374305 w 3644004"/>
              <a:gd name="connsiteY195" fmla="*/ 1529610 h 2317325"/>
              <a:gd name="connsiteX196" fmla="*/ 3050054 w 3644004"/>
              <a:gd name="connsiteY196" fmla="*/ 1648967 h 2317325"/>
              <a:gd name="connsiteX197" fmla="*/ 3018633 w 3644004"/>
              <a:gd name="connsiteY197" fmla="*/ 1678861 h 2317325"/>
              <a:gd name="connsiteX198" fmla="*/ 2861744 w 3644004"/>
              <a:gd name="connsiteY198" fmla="*/ 1716174 h 2317325"/>
              <a:gd name="connsiteX199" fmla="*/ 2961027 w 3644004"/>
              <a:gd name="connsiteY199" fmla="*/ 1705046 h 2317325"/>
              <a:gd name="connsiteX200" fmla="*/ 2757006 w 3644004"/>
              <a:gd name="connsiteY200" fmla="*/ 1746068 h 2317325"/>
              <a:gd name="connsiteX201" fmla="*/ 2720348 w 3644004"/>
              <a:gd name="connsiteY201" fmla="*/ 1764615 h 2317325"/>
              <a:gd name="connsiteX202" fmla="*/ 2725585 w 3644004"/>
              <a:gd name="connsiteY202" fmla="*/ 1801928 h 2317325"/>
              <a:gd name="connsiteX203" fmla="*/ 2798902 w 3644004"/>
              <a:gd name="connsiteY203" fmla="*/ 1787090 h 2317325"/>
              <a:gd name="connsiteX204" fmla="*/ 2809375 w 3644004"/>
              <a:gd name="connsiteY204" fmla="*/ 1764615 h 2317325"/>
              <a:gd name="connsiteX205" fmla="*/ 2908658 w 3644004"/>
              <a:gd name="connsiteY205" fmla="*/ 1734721 h 2317325"/>
              <a:gd name="connsiteX206" fmla="*/ 2835341 w 3644004"/>
              <a:gd name="connsiteY206" fmla="*/ 1779453 h 2317325"/>
              <a:gd name="connsiteX207" fmla="*/ 2913895 w 3644004"/>
              <a:gd name="connsiteY207" fmla="*/ 1756978 h 2317325"/>
              <a:gd name="connsiteX208" fmla="*/ 2913895 w 3644004"/>
              <a:gd name="connsiteY208" fmla="*/ 1775526 h 2317325"/>
              <a:gd name="connsiteX209" fmla="*/ 3013178 w 3644004"/>
              <a:gd name="connsiteY209" fmla="*/ 1741922 h 2317325"/>
              <a:gd name="connsiteX210" fmla="*/ 3002704 w 3644004"/>
              <a:gd name="connsiteY210" fmla="*/ 1730794 h 2317325"/>
              <a:gd name="connsiteX211" fmla="*/ 3086276 w 3644004"/>
              <a:gd name="connsiteY211" fmla="*/ 1704609 h 2317325"/>
              <a:gd name="connsiteX212" fmla="*/ 3049618 w 3644004"/>
              <a:gd name="connsiteY212" fmla="*/ 1700900 h 2317325"/>
              <a:gd name="connsiteX213" fmla="*/ 3086276 w 3644004"/>
              <a:gd name="connsiteY213" fmla="*/ 1686062 h 2317325"/>
              <a:gd name="connsiteX214" fmla="*/ 3128171 w 3644004"/>
              <a:gd name="connsiteY214" fmla="*/ 1693481 h 2317325"/>
              <a:gd name="connsiteX215" fmla="*/ 3107223 w 3644004"/>
              <a:gd name="connsiteY215" fmla="*/ 1704609 h 2317325"/>
              <a:gd name="connsiteX216" fmla="*/ 3112460 w 3644004"/>
              <a:gd name="connsiteY216" fmla="*/ 1734503 h 2317325"/>
              <a:gd name="connsiteX217" fmla="*/ 3468133 w 3644004"/>
              <a:gd name="connsiteY217" fmla="*/ 1633693 h 2317325"/>
              <a:gd name="connsiteX218" fmla="*/ 3478607 w 3644004"/>
              <a:gd name="connsiteY218" fmla="*/ 1648531 h 2317325"/>
              <a:gd name="connsiteX219" fmla="*/ 3645969 w 3644004"/>
              <a:gd name="connsiteY219" fmla="*/ 1614928 h 2317325"/>
              <a:gd name="connsiteX220" fmla="*/ 3379324 w 3644004"/>
              <a:gd name="connsiteY220" fmla="*/ 1730576 h 2317325"/>
              <a:gd name="connsiteX221" fmla="*/ 3154355 w 3644004"/>
              <a:gd name="connsiteY221" fmla="*/ 1797782 h 2317325"/>
              <a:gd name="connsiteX222" fmla="*/ 2610373 w 3644004"/>
              <a:gd name="connsiteY222" fmla="*/ 1939615 h 2317325"/>
              <a:gd name="connsiteX223" fmla="*/ 2772499 w 3644004"/>
              <a:gd name="connsiteY223" fmla="*/ 1913431 h 2317325"/>
              <a:gd name="connsiteX224" fmla="*/ 2939861 w 3644004"/>
              <a:gd name="connsiteY224" fmla="*/ 1872408 h 2317325"/>
              <a:gd name="connsiteX225" fmla="*/ 3180322 w 3644004"/>
              <a:gd name="connsiteY225" fmla="*/ 1805201 h 2317325"/>
              <a:gd name="connsiteX226" fmla="*/ 3311026 w 3644004"/>
              <a:gd name="connsiteY226" fmla="*/ 1775307 h 2317325"/>
              <a:gd name="connsiteX227" fmla="*/ 2631103 w 3644004"/>
              <a:gd name="connsiteY227" fmla="*/ 1973000 h 2317325"/>
              <a:gd name="connsiteX228" fmla="*/ 2672998 w 3644004"/>
              <a:gd name="connsiteY228" fmla="*/ 1954453 h 2317325"/>
              <a:gd name="connsiteX229" fmla="*/ 2604918 w 3644004"/>
              <a:gd name="connsiteY229" fmla="*/ 1961872 h 2317325"/>
              <a:gd name="connsiteX230" fmla="*/ 2620629 w 3644004"/>
              <a:gd name="connsiteY230" fmla="*/ 1973000 h 2317325"/>
              <a:gd name="connsiteX231" fmla="*/ 2343510 w 3644004"/>
              <a:gd name="connsiteY231" fmla="*/ 2055045 h 2317325"/>
              <a:gd name="connsiteX232" fmla="*/ 2050680 w 3644004"/>
              <a:gd name="connsiteY232" fmla="*/ 2144509 h 2317325"/>
              <a:gd name="connsiteX233" fmla="*/ 1972127 w 3644004"/>
              <a:gd name="connsiteY233" fmla="*/ 2163056 h 2317325"/>
              <a:gd name="connsiteX234" fmla="*/ 1668823 w 3644004"/>
              <a:gd name="connsiteY234" fmla="*/ 2278704 h 2317325"/>
              <a:gd name="connsiteX235" fmla="*/ 1747377 w 3644004"/>
              <a:gd name="connsiteY235" fmla="*/ 2230263 h 2317325"/>
              <a:gd name="connsiteX236" fmla="*/ 1773561 w 3644004"/>
              <a:gd name="connsiteY236" fmla="*/ 2230263 h 2317325"/>
              <a:gd name="connsiteX237" fmla="*/ 1883318 w 3644004"/>
              <a:gd name="connsiteY237" fmla="*/ 2166765 h 2317325"/>
              <a:gd name="connsiteX238" fmla="*/ 1684534 w 3644004"/>
              <a:gd name="connsiteY238" fmla="*/ 2241391 h 2317325"/>
              <a:gd name="connsiteX239" fmla="*/ 1679297 w 3644004"/>
              <a:gd name="connsiteY239" fmla="*/ 2248810 h 2317325"/>
              <a:gd name="connsiteX240" fmla="*/ 1506698 w 3644004"/>
              <a:gd name="connsiteY240" fmla="*/ 2316017 h 2317325"/>
              <a:gd name="connsiteX241" fmla="*/ 1553830 w 3644004"/>
              <a:gd name="connsiteY241" fmla="*/ 2256229 h 2317325"/>
              <a:gd name="connsiteX242" fmla="*/ 1517172 w 3644004"/>
              <a:gd name="connsiteY242" fmla="*/ 2259938 h 2317325"/>
              <a:gd name="connsiteX243" fmla="*/ 1522409 w 3644004"/>
              <a:gd name="connsiteY243" fmla="*/ 2245100 h 2317325"/>
              <a:gd name="connsiteX244" fmla="*/ 1475277 w 3644004"/>
              <a:gd name="connsiteY244" fmla="*/ 2274995 h 2317325"/>
              <a:gd name="connsiteX245" fmla="*/ 1443855 w 3644004"/>
              <a:gd name="connsiteY245" fmla="*/ 2271285 h 2317325"/>
              <a:gd name="connsiteX246" fmla="*/ 1454329 w 3644004"/>
              <a:gd name="connsiteY246" fmla="*/ 2245100 h 2317325"/>
              <a:gd name="connsiteX247" fmla="*/ 1344572 w 3644004"/>
              <a:gd name="connsiteY247" fmla="*/ 2282414 h 2317325"/>
              <a:gd name="connsiteX248" fmla="*/ 1234816 w 3644004"/>
              <a:gd name="connsiteY248" fmla="*/ 2316017 h 2317325"/>
              <a:gd name="connsiteX249" fmla="*/ 1349809 w 3644004"/>
              <a:gd name="connsiteY249" fmla="*/ 2237682 h 2317325"/>
              <a:gd name="connsiteX250" fmla="*/ 1266237 w 3644004"/>
              <a:gd name="connsiteY250" fmla="*/ 2271285 h 2317325"/>
              <a:gd name="connsiteX251" fmla="*/ 1177428 w 3644004"/>
              <a:gd name="connsiteY251" fmla="*/ 2304888 h 2317325"/>
              <a:gd name="connsiteX252" fmla="*/ 1261000 w 3644004"/>
              <a:gd name="connsiteY252" fmla="*/ 2241391 h 2317325"/>
              <a:gd name="connsiteX253" fmla="*/ 1146007 w 3644004"/>
              <a:gd name="connsiteY253" fmla="*/ 2256229 h 2317325"/>
              <a:gd name="connsiteX254" fmla="*/ 1140770 w 3644004"/>
              <a:gd name="connsiteY254" fmla="*/ 2241391 h 2317325"/>
              <a:gd name="connsiteX255" fmla="*/ 1093638 w 3644004"/>
              <a:gd name="connsiteY255" fmla="*/ 2245100 h 2317325"/>
              <a:gd name="connsiteX256" fmla="*/ 1203394 w 3644004"/>
              <a:gd name="connsiteY256" fmla="*/ 2196659 h 2317325"/>
              <a:gd name="connsiteX257" fmla="*/ 1203394 w 3644004"/>
              <a:gd name="connsiteY257" fmla="*/ 2159346 h 2317325"/>
              <a:gd name="connsiteX258" fmla="*/ 1208631 w 3644004"/>
              <a:gd name="connsiteY258" fmla="*/ 2177894 h 2317325"/>
              <a:gd name="connsiteX259" fmla="*/ 1313151 w 3644004"/>
              <a:gd name="connsiteY259" fmla="*/ 2099559 h 2317325"/>
              <a:gd name="connsiteX260" fmla="*/ 1109130 w 3644004"/>
              <a:gd name="connsiteY260" fmla="*/ 2174184 h 2317325"/>
              <a:gd name="connsiteX261" fmla="*/ 1151026 w 3644004"/>
              <a:gd name="connsiteY261" fmla="*/ 2140581 h 2317325"/>
              <a:gd name="connsiteX262" fmla="*/ 758695 w 3644004"/>
              <a:gd name="connsiteY262" fmla="*/ 2312089 h 2317325"/>
              <a:gd name="connsiteX263" fmla="*/ 1035814 w 3644004"/>
              <a:gd name="connsiteY263" fmla="*/ 2155419 h 2317325"/>
              <a:gd name="connsiteX264" fmla="*/ 1051525 w 3644004"/>
              <a:gd name="connsiteY264" fmla="*/ 2159128 h 2317325"/>
              <a:gd name="connsiteX265" fmla="*/ 1150807 w 3644004"/>
              <a:gd name="connsiteY265" fmla="*/ 2099340 h 2317325"/>
              <a:gd name="connsiteX266" fmla="*/ 1145570 w 3644004"/>
              <a:gd name="connsiteY266" fmla="*/ 2091921 h 2317325"/>
              <a:gd name="connsiteX267" fmla="*/ 1041051 w 3644004"/>
              <a:gd name="connsiteY267" fmla="*/ 2136653 h 2317325"/>
              <a:gd name="connsiteX268" fmla="*/ 1051525 w 3644004"/>
              <a:gd name="connsiteY268" fmla="*/ 2118106 h 2317325"/>
              <a:gd name="connsiteX269" fmla="*/ 1014866 w 3644004"/>
              <a:gd name="connsiteY269" fmla="*/ 2129234 h 2317325"/>
              <a:gd name="connsiteX270" fmla="*/ 1014866 w 3644004"/>
              <a:gd name="connsiteY270" fmla="*/ 2147782 h 2317325"/>
              <a:gd name="connsiteX271" fmla="*/ 972971 w 3644004"/>
              <a:gd name="connsiteY271" fmla="*/ 2121597 h 2317325"/>
              <a:gd name="connsiteX272" fmla="*/ 962497 w 3644004"/>
              <a:gd name="connsiteY272" fmla="*/ 2147782 h 2317325"/>
              <a:gd name="connsiteX273" fmla="*/ 925839 w 3644004"/>
              <a:gd name="connsiteY273" fmla="*/ 2136653 h 2317325"/>
              <a:gd name="connsiteX274" fmla="*/ 664431 w 3644004"/>
              <a:gd name="connsiteY274" fmla="*/ 2229826 h 2317325"/>
              <a:gd name="connsiteX275" fmla="*/ 706326 w 3644004"/>
              <a:gd name="connsiteY275" fmla="*/ 2207351 h 2317325"/>
              <a:gd name="connsiteX276" fmla="*/ 701089 w 3644004"/>
              <a:gd name="connsiteY276" fmla="*/ 2196223 h 2317325"/>
              <a:gd name="connsiteX277" fmla="*/ 507542 w 3644004"/>
              <a:gd name="connsiteY277" fmla="*/ 2274558 h 2317325"/>
              <a:gd name="connsiteX278" fmla="*/ 784661 w 3644004"/>
              <a:gd name="connsiteY278" fmla="*/ 2121597 h 2317325"/>
              <a:gd name="connsiteX279" fmla="*/ 816083 w 3644004"/>
              <a:gd name="connsiteY279" fmla="*/ 2117888 h 2317325"/>
              <a:gd name="connsiteX280" fmla="*/ 800372 w 3644004"/>
              <a:gd name="connsiteY280" fmla="*/ 2114178 h 2317325"/>
              <a:gd name="connsiteX281" fmla="*/ 889181 w 3644004"/>
              <a:gd name="connsiteY281" fmla="*/ 2065737 h 2317325"/>
              <a:gd name="connsiteX282" fmla="*/ 988464 w 3644004"/>
              <a:gd name="connsiteY282" fmla="*/ 2021005 h 2317325"/>
              <a:gd name="connsiteX283" fmla="*/ 957042 w 3644004"/>
              <a:gd name="connsiteY283" fmla="*/ 2017296 h 2317325"/>
              <a:gd name="connsiteX284" fmla="*/ 936095 w 3644004"/>
              <a:gd name="connsiteY284" fmla="*/ 2050899 h 2317325"/>
              <a:gd name="connsiteX285" fmla="*/ 915147 w 3644004"/>
              <a:gd name="connsiteY285" fmla="*/ 2058318 h 2317325"/>
              <a:gd name="connsiteX286" fmla="*/ 904673 w 3644004"/>
              <a:gd name="connsiteY286" fmla="*/ 2050899 h 2317325"/>
              <a:gd name="connsiteX287" fmla="*/ 909910 w 3644004"/>
              <a:gd name="connsiteY287" fmla="*/ 2036061 h 2317325"/>
              <a:gd name="connsiteX288" fmla="*/ 862778 w 3644004"/>
              <a:gd name="connsiteY288" fmla="*/ 2043480 h 2317325"/>
              <a:gd name="connsiteX289" fmla="*/ 873252 w 3644004"/>
              <a:gd name="connsiteY289" fmla="*/ 2062027 h 2317325"/>
              <a:gd name="connsiteX290" fmla="*/ 847068 w 3644004"/>
              <a:gd name="connsiteY290" fmla="*/ 2084502 h 2317325"/>
              <a:gd name="connsiteX291" fmla="*/ 826120 w 3644004"/>
              <a:gd name="connsiteY291" fmla="*/ 2077083 h 2317325"/>
              <a:gd name="connsiteX292" fmla="*/ 847068 w 3644004"/>
              <a:gd name="connsiteY292" fmla="*/ 2058536 h 2317325"/>
              <a:gd name="connsiteX293" fmla="*/ 611626 w 3644004"/>
              <a:gd name="connsiteY293" fmla="*/ 2110687 h 2317325"/>
              <a:gd name="connsiteX294" fmla="*/ 574967 w 3644004"/>
              <a:gd name="connsiteY294" fmla="*/ 2103268 h 2317325"/>
              <a:gd name="connsiteX295" fmla="*/ 967298 w 3644004"/>
              <a:gd name="connsiteY295" fmla="*/ 1969073 h 2317325"/>
              <a:gd name="connsiteX296" fmla="*/ 967298 w 3644004"/>
              <a:gd name="connsiteY296" fmla="*/ 1928050 h 2317325"/>
              <a:gd name="connsiteX297" fmla="*/ 904455 w 3644004"/>
              <a:gd name="connsiteY297" fmla="*/ 1950525 h 2317325"/>
              <a:gd name="connsiteX298" fmla="*/ 789462 w 3644004"/>
              <a:gd name="connsiteY298" fmla="*/ 1980419 h 2317325"/>
              <a:gd name="connsiteX299" fmla="*/ 627336 w 3644004"/>
              <a:gd name="connsiteY299" fmla="*/ 2006604 h 2317325"/>
              <a:gd name="connsiteX300" fmla="*/ 778988 w 3644004"/>
              <a:gd name="connsiteY300" fmla="*/ 1920849 h 2317325"/>
              <a:gd name="connsiteX301" fmla="*/ 632573 w 3644004"/>
              <a:gd name="connsiteY301" fmla="*/ 1969291 h 2317325"/>
              <a:gd name="connsiteX302" fmla="*/ 763277 w 3644004"/>
              <a:gd name="connsiteY302" fmla="*/ 1890956 h 2317325"/>
              <a:gd name="connsiteX303" fmla="*/ 737093 w 3644004"/>
              <a:gd name="connsiteY303" fmla="*/ 1887246 h 2317325"/>
              <a:gd name="connsiteX304" fmla="*/ 883508 w 3644004"/>
              <a:gd name="connsiteY304" fmla="*/ 1808911 h 2317325"/>
              <a:gd name="connsiteX305" fmla="*/ 867797 w 3644004"/>
              <a:gd name="connsiteY305" fmla="*/ 1794073 h 2317325"/>
              <a:gd name="connsiteX306" fmla="*/ 852086 w 3644004"/>
              <a:gd name="connsiteY306" fmla="*/ 1827676 h 2317325"/>
              <a:gd name="connsiteX307" fmla="*/ 763277 w 3644004"/>
              <a:gd name="connsiteY307" fmla="*/ 1853861 h 2317325"/>
              <a:gd name="connsiteX308" fmla="*/ 841831 w 3644004"/>
              <a:gd name="connsiteY308" fmla="*/ 1805420 h 2317325"/>
              <a:gd name="connsiteX309" fmla="*/ 836594 w 3644004"/>
              <a:gd name="connsiteY309" fmla="*/ 1786872 h 2317325"/>
              <a:gd name="connsiteX310" fmla="*/ 768514 w 3644004"/>
              <a:gd name="connsiteY310" fmla="*/ 1809347 h 2317325"/>
              <a:gd name="connsiteX311" fmla="*/ 763277 w 3644004"/>
              <a:gd name="connsiteY311" fmla="*/ 1798219 h 2317325"/>
              <a:gd name="connsiteX312" fmla="*/ 684724 w 3644004"/>
              <a:gd name="connsiteY312" fmla="*/ 1813057 h 2317325"/>
              <a:gd name="connsiteX313" fmla="*/ 674250 w 3644004"/>
              <a:gd name="connsiteY313" fmla="*/ 1764615 h 2317325"/>
              <a:gd name="connsiteX314" fmla="*/ 726619 w 3644004"/>
              <a:gd name="connsiteY314" fmla="*/ 1746068 h 2317325"/>
              <a:gd name="connsiteX315" fmla="*/ 920166 w 3644004"/>
              <a:gd name="connsiteY315" fmla="*/ 1664023 h 2317325"/>
              <a:gd name="connsiteX316" fmla="*/ 920166 w 3644004"/>
              <a:gd name="connsiteY316" fmla="*/ 1645476 h 2317325"/>
              <a:gd name="connsiteX317" fmla="*/ 893981 w 3644004"/>
              <a:gd name="connsiteY317" fmla="*/ 1652895 h 2317325"/>
              <a:gd name="connsiteX318" fmla="*/ 951587 w 3644004"/>
              <a:gd name="connsiteY318" fmla="*/ 1619292 h 2317325"/>
              <a:gd name="connsiteX319" fmla="*/ 962061 w 3644004"/>
              <a:gd name="connsiteY319" fmla="*/ 1626710 h 2317325"/>
              <a:gd name="connsiteX320" fmla="*/ 1035378 w 3644004"/>
              <a:gd name="connsiteY320" fmla="*/ 1537247 h 2317325"/>
              <a:gd name="connsiteX321" fmla="*/ 684942 w 3644004"/>
              <a:gd name="connsiteY321" fmla="*/ 1641767 h 2317325"/>
              <a:gd name="connsiteX322" fmla="*/ 663994 w 3644004"/>
              <a:gd name="connsiteY322" fmla="*/ 1645476 h 2317325"/>
              <a:gd name="connsiteX323" fmla="*/ 737311 w 3644004"/>
              <a:gd name="connsiteY323" fmla="*/ 1604454 h 2317325"/>
              <a:gd name="connsiteX324" fmla="*/ 747785 w 3644004"/>
              <a:gd name="connsiteY324" fmla="*/ 1593325 h 2317325"/>
              <a:gd name="connsiteX325" fmla="*/ 711127 w 3644004"/>
              <a:gd name="connsiteY325" fmla="*/ 1585906 h 2317325"/>
              <a:gd name="connsiteX326" fmla="*/ 622317 w 3644004"/>
              <a:gd name="connsiteY326" fmla="*/ 1638057 h 2317325"/>
              <a:gd name="connsiteX327" fmla="*/ 617081 w 3644004"/>
              <a:gd name="connsiteY327" fmla="*/ 1597035 h 2317325"/>
              <a:gd name="connsiteX328" fmla="*/ 590896 w 3644004"/>
              <a:gd name="connsiteY328" fmla="*/ 1611873 h 2317325"/>
              <a:gd name="connsiteX329" fmla="*/ 575186 w 3644004"/>
              <a:gd name="connsiteY329" fmla="*/ 1597035 h 2317325"/>
              <a:gd name="connsiteX330" fmla="*/ 564712 w 3644004"/>
              <a:gd name="connsiteY330" fmla="*/ 1619510 h 2317325"/>
              <a:gd name="connsiteX331" fmla="*/ 538527 w 3644004"/>
              <a:gd name="connsiteY331" fmla="*/ 1612091 h 2317325"/>
              <a:gd name="connsiteX332" fmla="*/ 575186 w 3644004"/>
              <a:gd name="connsiteY332" fmla="*/ 1578487 h 2317325"/>
              <a:gd name="connsiteX333" fmla="*/ 549001 w 3644004"/>
              <a:gd name="connsiteY333" fmla="*/ 1574778 h 2317325"/>
              <a:gd name="connsiteX334" fmla="*/ 596133 w 3644004"/>
              <a:gd name="connsiteY334" fmla="*/ 1548594 h 2317325"/>
              <a:gd name="connsiteX335" fmla="*/ 590896 w 3644004"/>
              <a:gd name="connsiteY335" fmla="*/ 1530046 h 2317325"/>
              <a:gd name="connsiteX336" fmla="*/ 700653 w 3644004"/>
              <a:gd name="connsiteY336" fmla="*/ 1459130 h 2317325"/>
              <a:gd name="connsiteX337" fmla="*/ 758259 w 3644004"/>
              <a:gd name="connsiteY337" fmla="*/ 1429236 h 2317325"/>
              <a:gd name="connsiteX338" fmla="*/ 753022 w 3644004"/>
              <a:gd name="connsiteY338" fmla="*/ 1440364 h 2317325"/>
              <a:gd name="connsiteX339" fmla="*/ 773969 w 3644004"/>
              <a:gd name="connsiteY339" fmla="*/ 1436655 h 2317325"/>
              <a:gd name="connsiteX340" fmla="*/ 763495 w 3644004"/>
              <a:gd name="connsiteY340" fmla="*/ 1410470 h 2317325"/>
              <a:gd name="connsiteX341" fmla="*/ 700653 w 3644004"/>
              <a:gd name="connsiteY341" fmla="*/ 1432945 h 2317325"/>
              <a:gd name="connsiteX342" fmla="*/ 684942 w 3644004"/>
              <a:gd name="connsiteY342" fmla="*/ 1421817 h 2317325"/>
              <a:gd name="connsiteX343" fmla="*/ 350217 w 3644004"/>
              <a:gd name="connsiteY343" fmla="*/ 1544884 h 2317325"/>
              <a:gd name="connsiteX344" fmla="*/ 371165 w 3644004"/>
              <a:gd name="connsiteY344" fmla="*/ 1496443 h 2317325"/>
              <a:gd name="connsiteX345" fmla="*/ 324033 w 3644004"/>
              <a:gd name="connsiteY345" fmla="*/ 1496443 h 2317325"/>
              <a:gd name="connsiteX346" fmla="*/ 423316 w 3644004"/>
              <a:gd name="connsiteY346" fmla="*/ 1451711 h 2317325"/>
              <a:gd name="connsiteX347" fmla="*/ 653521 w 3644004"/>
              <a:gd name="connsiteY347" fmla="*/ 1302459 h 2317325"/>
              <a:gd name="connsiteX348" fmla="*/ 658758 w 3644004"/>
              <a:gd name="connsiteY348" fmla="*/ 1265147 h 2317325"/>
              <a:gd name="connsiteX349" fmla="*/ 590678 w 3644004"/>
              <a:gd name="connsiteY349" fmla="*/ 1309878 h 2317325"/>
              <a:gd name="connsiteX350" fmla="*/ 601152 w 3644004"/>
              <a:gd name="connsiteY350" fmla="*/ 1291331 h 2317325"/>
              <a:gd name="connsiteX351" fmla="*/ 324033 w 3644004"/>
              <a:gd name="connsiteY351" fmla="*/ 1369666 h 2317325"/>
              <a:gd name="connsiteX352" fmla="*/ 219513 w 3644004"/>
              <a:gd name="connsiteY352" fmla="*/ 1421817 h 2317325"/>
              <a:gd name="connsiteX353" fmla="*/ 198566 w 3644004"/>
              <a:gd name="connsiteY353" fmla="*/ 1421817 h 2317325"/>
              <a:gd name="connsiteX354" fmla="*/ 67861 w 3644004"/>
              <a:gd name="connsiteY354" fmla="*/ 1492733 h 2317325"/>
              <a:gd name="connsiteX355" fmla="*/ 146415 w 3644004"/>
              <a:gd name="connsiteY355" fmla="*/ 1432945 h 2317325"/>
              <a:gd name="connsiteX356" fmla="*/ 67861 w 3644004"/>
              <a:gd name="connsiteY356" fmla="*/ 1455420 h 2317325"/>
              <a:gd name="connsiteX357" fmla="*/ 235224 w 3644004"/>
              <a:gd name="connsiteY357" fmla="*/ 1362247 h 2317325"/>
              <a:gd name="connsiteX358" fmla="*/ 261408 w 3644004"/>
              <a:gd name="connsiteY358" fmla="*/ 1339772 h 2317325"/>
              <a:gd name="connsiteX359" fmla="*/ 250934 w 3644004"/>
              <a:gd name="connsiteY359" fmla="*/ 1354610 h 2317325"/>
              <a:gd name="connsiteX360" fmla="*/ 434008 w 3644004"/>
              <a:gd name="connsiteY360" fmla="*/ 1272566 h 2317325"/>
              <a:gd name="connsiteX361" fmla="*/ 428771 w 3644004"/>
              <a:gd name="connsiteY361" fmla="*/ 1283694 h 2317325"/>
              <a:gd name="connsiteX362" fmla="*/ 460192 w 3644004"/>
              <a:gd name="connsiteY362" fmla="*/ 1279984 h 2317325"/>
              <a:gd name="connsiteX363" fmla="*/ 460192 w 3644004"/>
              <a:gd name="connsiteY363" fmla="*/ 1246381 h 2317325"/>
              <a:gd name="connsiteX364" fmla="*/ 397349 w 3644004"/>
              <a:gd name="connsiteY364" fmla="*/ 1264928 h 2317325"/>
              <a:gd name="connsiteX365" fmla="*/ 397349 w 3644004"/>
              <a:gd name="connsiteY365" fmla="*/ 1287403 h 2317325"/>
              <a:gd name="connsiteX366" fmla="*/ 371165 w 3644004"/>
              <a:gd name="connsiteY366" fmla="*/ 1276275 h 2317325"/>
              <a:gd name="connsiteX367" fmla="*/ 282356 w 3644004"/>
              <a:gd name="connsiteY367" fmla="*/ 1317297 h 2317325"/>
              <a:gd name="connsiteX368" fmla="*/ 423534 w 3644004"/>
              <a:gd name="connsiteY368" fmla="*/ 1246381 h 2317325"/>
              <a:gd name="connsiteX369" fmla="*/ 486376 w 3644004"/>
              <a:gd name="connsiteY369" fmla="*/ 1190521 h 2317325"/>
              <a:gd name="connsiteX370" fmla="*/ 460192 w 3644004"/>
              <a:gd name="connsiteY370" fmla="*/ 1190521 h 2317325"/>
              <a:gd name="connsiteX371" fmla="*/ 0 w 3644004"/>
              <a:gd name="connsiteY371" fmla="*/ 1339772 h 2317325"/>
              <a:gd name="connsiteX372" fmla="*/ 313777 w 3644004"/>
              <a:gd name="connsiteY372" fmla="*/ 1197940 h 2317325"/>
              <a:gd name="connsiteX373" fmla="*/ 549219 w 3644004"/>
              <a:gd name="connsiteY373" fmla="*/ 1119605 h 2317325"/>
              <a:gd name="connsiteX374" fmla="*/ 564930 w 3644004"/>
              <a:gd name="connsiteY374" fmla="*/ 1123314 h 2317325"/>
              <a:gd name="connsiteX375" fmla="*/ 585877 w 3644004"/>
              <a:gd name="connsiteY375" fmla="*/ 1082292 h 2317325"/>
              <a:gd name="connsiteX376" fmla="*/ 633010 w 3644004"/>
              <a:gd name="connsiteY376" fmla="*/ 1071163 h 2317325"/>
              <a:gd name="connsiteX377" fmla="*/ 617299 w 3644004"/>
              <a:gd name="connsiteY377" fmla="*/ 1071163 h 2317325"/>
              <a:gd name="connsiteX378" fmla="*/ 633010 w 3644004"/>
              <a:gd name="connsiteY378" fmla="*/ 1052616 h 2317325"/>
              <a:gd name="connsiteX379" fmla="*/ 596351 w 3644004"/>
              <a:gd name="connsiteY379" fmla="*/ 1056325 h 2317325"/>
              <a:gd name="connsiteX380" fmla="*/ 591114 w 3644004"/>
              <a:gd name="connsiteY380" fmla="*/ 1041488 h 2317325"/>
              <a:gd name="connsiteX381" fmla="*/ 486595 w 3644004"/>
              <a:gd name="connsiteY381" fmla="*/ 1063963 h 2317325"/>
              <a:gd name="connsiteX382" fmla="*/ 544201 w 3644004"/>
              <a:gd name="connsiteY382" fmla="*/ 1045415 h 2317325"/>
              <a:gd name="connsiteX383" fmla="*/ 554674 w 3644004"/>
              <a:gd name="connsiteY383" fmla="*/ 1015521 h 2317325"/>
              <a:gd name="connsiteX384" fmla="*/ 538964 w 3644004"/>
              <a:gd name="connsiteY384" fmla="*/ 1015521 h 2317325"/>
              <a:gd name="connsiteX385" fmla="*/ 559911 w 3644004"/>
              <a:gd name="connsiteY385" fmla="*/ 996974 h 2317325"/>
              <a:gd name="connsiteX386" fmla="*/ 607043 w 3644004"/>
              <a:gd name="connsiteY386" fmla="*/ 996974 h 2317325"/>
              <a:gd name="connsiteX387" fmla="*/ 559911 w 3644004"/>
              <a:gd name="connsiteY387" fmla="*/ 974499 h 2317325"/>
              <a:gd name="connsiteX388" fmla="*/ 497068 w 3644004"/>
              <a:gd name="connsiteY388" fmla="*/ 985627 h 2317325"/>
              <a:gd name="connsiteX389" fmla="*/ 538964 w 3644004"/>
              <a:gd name="connsiteY389" fmla="*/ 952024 h 2317325"/>
              <a:gd name="connsiteX390" fmla="*/ 601806 w 3644004"/>
              <a:gd name="connsiteY390" fmla="*/ 925839 h 2317325"/>
              <a:gd name="connsiteX391" fmla="*/ 648938 w 3644004"/>
              <a:gd name="connsiteY391" fmla="*/ 903364 h 2317325"/>
              <a:gd name="connsiteX392" fmla="*/ 675123 w 3644004"/>
              <a:gd name="connsiteY392" fmla="*/ 892236 h 2317325"/>
              <a:gd name="connsiteX393" fmla="*/ 643702 w 3644004"/>
              <a:gd name="connsiteY393" fmla="*/ 903364 h 2317325"/>
              <a:gd name="connsiteX394" fmla="*/ 690834 w 3644004"/>
              <a:gd name="connsiteY394" fmla="*/ 869761 h 2317325"/>
              <a:gd name="connsiteX395" fmla="*/ 617517 w 3644004"/>
              <a:gd name="connsiteY395" fmla="*/ 877180 h 2317325"/>
              <a:gd name="connsiteX396" fmla="*/ 633228 w 3644004"/>
              <a:gd name="connsiteY396" fmla="*/ 907074 h 2317325"/>
              <a:gd name="connsiteX397" fmla="*/ 617517 w 3644004"/>
              <a:gd name="connsiteY397" fmla="*/ 903364 h 2317325"/>
              <a:gd name="connsiteX398" fmla="*/ 586096 w 3644004"/>
              <a:gd name="connsiteY398" fmla="*/ 910783 h 2317325"/>
              <a:gd name="connsiteX399" fmla="*/ 575622 w 3644004"/>
              <a:gd name="connsiteY399" fmla="*/ 903364 h 2317325"/>
              <a:gd name="connsiteX400" fmla="*/ 512779 w 3644004"/>
              <a:gd name="connsiteY400" fmla="*/ 933258 h 2317325"/>
              <a:gd name="connsiteX401" fmla="*/ 361127 w 3644004"/>
              <a:gd name="connsiteY401" fmla="*/ 970571 h 2317325"/>
              <a:gd name="connsiteX402" fmla="*/ 392549 w 3644004"/>
              <a:gd name="connsiteY402" fmla="*/ 944387 h 2317325"/>
              <a:gd name="connsiteX403" fmla="*/ 298503 w 3644004"/>
              <a:gd name="connsiteY403" fmla="*/ 966862 h 2317325"/>
              <a:gd name="connsiteX404" fmla="*/ 261845 w 3644004"/>
              <a:gd name="connsiteY404" fmla="*/ 966862 h 2317325"/>
              <a:gd name="connsiteX405" fmla="*/ 350654 w 3644004"/>
              <a:gd name="connsiteY405" fmla="*/ 925839 h 2317325"/>
              <a:gd name="connsiteX406" fmla="*/ 334943 w 3644004"/>
              <a:gd name="connsiteY406" fmla="*/ 918420 h 2317325"/>
              <a:gd name="connsiteX407" fmla="*/ 523253 w 3644004"/>
              <a:gd name="connsiteY407" fmla="*/ 862560 h 2317325"/>
              <a:gd name="connsiteX408" fmla="*/ 606825 w 3644004"/>
              <a:gd name="connsiteY408" fmla="*/ 814119 h 2317325"/>
              <a:gd name="connsiteX409" fmla="*/ 617299 w 3644004"/>
              <a:gd name="connsiteY409" fmla="*/ 799281 h 2317325"/>
              <a:gd name="connsiteX410" fmla="*/ 606825 w 3644004"/>
              <a:gd name="connsiteY410" fmla="*/ 829175 h 2317325"/>
              <a:gd name="connsiteX411" fmla="*/ 549219 w 3644004"/>
              <a:gd name="connsiteY411" fmla="*/ 844013 h 2317325"/>
              <a:gd name="connsiteX412" fmla="*/ 549219 w 3644004"/>
              <a:gd name="connsiteY412" fmla="*/ 858851 h 2317325"/>
              <a:gd name="connsiteX413" fmla="*/ 596351 w 3644004"/>
              <a:gd name="connsiteY413" fmla="*/ 836376 h 2317325"/>
              <a:gd name="connsiteX414" fmla="*/ 653957 w 3644004"/>
              <a:gd name="connsiteY414" fmla="*/ 825247 h 2317325"/>
              <a:gd name="connsiteX415" fmla="*/ 1030577 w 3644004"/>
              <a:gd name="connsiteY415" fmla="*/ 724437 h 2317325"/>
              <a:gd name="connsiteX416" fmla="*/ 1051525 w 3644004"/>
              <a:gd name="connsiteY416" fmla="*/ 713309 h 2317325"/>
              <a:gd name="connsiteX417" fmla="*/ 1088183 w 3644004"/>
              <a:gd name="connsiteY417" fmla="*/ 687124 h 2317325"/>
              <a:gd name="connsiteX418" fmla="*/ 1124841 w 3644004"/>
              <a:gd name="connsiteY418" fmla="*/ 657230 h 2317325"/>
              <a:gd name="connsiteX419" fmla="*/ 1135315 w 3644004"/>
              <a:gd name="connsiteY419" fmla="*/ 646102 h 2317325"/>
              <a:gd name="connsiteX420" fmla="*/ 1161499 w 3644004"/>
              <a:gd name="connsiteY420" fmla="*/ 646102 h 2317325"/>
              <a:gd name="connsiteX421" fmla="*/ 1177210 w 3644004"/>
              <a:gd name="connsiteY421" fmla="*/ 619917 h 2317325"/>
              <a:gd name="connsiteX422" fmla="*/ 1177210 w 3644004"/>
              <a:gd name="connsiteY422" fmla="*/ 631046 h 2317325"/>
              <a:gd name="connsiteX423" fmla="*/ 1198158 w 3644004"/>
              <a:gd name="connsiteY423" fmla="*/ 631046 h 2317325"/>
              <a:gd name="connsiteX424" fmla="*/ 1219105 w 3644004"/>
              <a:gd name="connsiteY424" fmla="*/ 601152 h 2317325"/>
              <a:gd name="connsiteX425" fmla="*/ 1151026 w 3644004"/>
              <a:gd name="connsiteY425" fmla="*/ 634755 h 2317325"/>
              <a:gd name="connsiteX426" fmla="*/ 1124841 w 3644004"/>
              <a:gd name="connsiteY426" fmla="*/ 631046 h 2317325"/>
              <a:gd name="connsiteX427" fmla="*/ 1250308 w 3644004"/>
              <a:gd name="connsiteY427" fmla="*/ 567548 h 2317325"/>
              <a:gd name="connsiteX428" fmla="*/ 1333880 w 3644004"/>
              <a:gd name="connsiteY428" fmla="*/ 545074 h 2317325"/>
              <a:gd name="connsiteX429" fmla="*/ 1156044 w 3644004"/>
              <a:gd name="connsiteY429" fmla="*/ 600934 h 2317325"/>
              <a:gd name="connsiteX430" fmla="*/ 727274 w 3644004"/>
              <a:gd name="connsiteY430" fmla="*/ 739057 h 2317325"/>
              <a:gd name="connsiteX431" fmla="*/ 711563 w 3644004"/>
              <a:gd name="connsiteY431" fmla="*/ 765241 h 2317325"/>
              <a:gd name="connsiteX432" fmla="*/ 643483 w 3644004"/>
              <a:gd name="connsiteY432" fmla="*/ 787716 h 2317325"/>
              <a:gd name="connsiteX433" fmla="*/ 685378 w 3644004"/>
              <a:gd name="connsiteY433" fmla="*/ 739275 h 2317325"/>
              <a:gd name="connsiteX434" fmla="*/ 549437 w 3644004"/>
              <a:gd name="connsiteY434" fmla="*/ 769169 h 2317325"/>
              <a:gd name="connsiteX435" fmla="*/ 586096 w 3644004"/>
              <a:gd name="connsiteY435" fmla="*/ 728147 h 2317325"/>
              <a:gd name="connsiteX436" fmla="*/ 638465 w 3644004"/>
              <a:gd name="connsiteY436" fmla="*/ 701962 h 2317325"/>
              <a:gd name="connsiteX437" fmla="*/ 648938 w 3644004"/>
              <a:gd name="connsiteY437" fmla="*/ 716800 h 2317325"/>
              <a:gd name="connsiteX438" fmla="*/ 680360 w 3644004"/>
              <a:gd name="connsiteY438" fmla="*/ 701962 h 2317325"/>
              <a:gd name="connsiteX439" fmla="*/ 706544 w 3644004"/>
              <a:gd name="connsiteY439" fmla="*/ 701962 h 2317325"/>
              <a:gd name="connsiteX440" fmla="*/ 863433 w 3644004"/>
              <a:gd name="connsiteY440" fmla="*/ 627336 h 2317325"/>
              <a:gd name="connsiteX441" fmla="*/ 915802 w 3644004"/>
              <a:gd name="connsiteY441" fmla="*/ 612499 h 2317325"/>
              <a:gd name="connsiteX442" fmla="*/ 905328 w 3644004"/>
              <a:gd name="connsiteY442" fmla="*/ 601370 h 2317325"/>
              <a:gd name="connsiteX443" fmla="*/ 926276 w 3644004"/>
              <a:gd name="connsiteY443" fmla="*/ 593951 h 2317325"/>
              <a:gd name="connsiteX444" fmla="*/ 926276 w 3644004"/>
              <a:gd name="connsiteY444" fmla="*/ 608789 h 2317325"/>
              <a:gd name="connsiteX445" fmla="*/ 968171 w 3644004"/>
              <a:gd name="connsiteY445" fmla="*/ 590242 h 2317325"/>
              <a:gd name="connsiteX446" fmla="*/ 957697 w 3644004"/>
              <a:gd name="connsiteY446" fmla="*/ 575404 h 2317325"/>
              <a:gd name="connsiteX447" fmla="*/ 1041269 w 3644004"/>
              <a:gd name="connsiteY447" fmla="*/ 538091 h 2317325"/>
              <a:gd name="connsiteX448" fmla="*/ 1025558 w 3644004"/>
              <a:gd name="connsiteY448" fmla="*/ 552929 h 2317325"/>
              <a:gd name="connsiteX449" fmla="*/ 1051743 w 3644004"/>
              <a:gd name="connsiteY449" fmla="*/ 556638 h 2317325"/>
              <a:gd name="connsiteX450" fmla="*/ 1077927 w 3644004"/>
              <a:gd name="connsiteY450" fmla="*/ 530454 h 2317325"/>
              <a:gd name="connsiteX451" fmla="*/ 1287185 w 3644004"/>
              <a:gd name="connsiteY451" fmla="*/ 444700 h 2317325"/>
              <a:gd name="connsiteX452" fmla="*/ 1271474 w 3644004"/>
              <a:gd name="connsiteY452" fmla="*/ 426152 h 2317325"/>
              <a:gd name="connsiteX453" fmla="*/ 1187902 w 3644004"/>
              <a:gd name="connsiteY453" fmla="*/ 470884 h 2317325"/>
              <a:gd name="connsiteX454" fmla="*/ 1140770 w 3644004"/>
              <a:gd name="connsiteY454" fmla="*/ 470884 h 2317325"/>
              <a:gd name="connsiteX455" fmla="*/ 1156481 w 3644004"/>
              <a:gd name="connsiteY455" fmla="*/ 456046 h 2317325"/>
              <a:gd name="connsiteX456" fmla="*/ 1172191 w 3644004"/>
              <a:gd name="connsiteY456" fmla="*/ 456046 h 2317325"/>
              <a:gd name="connsiteX457" fmla="*/ 1318606 w 3644004"/>
              <a:gd name="connsiteY457" fmla="*/ 385130 h 2317325"/>
              <a:gd name="connsiteX458" fmla="*/ 1454547 w 3644004"/>
              <a:gd name="connsiteY458" fmla="*/ 332979 h 2317325"/>
              <a:gd name="connsiteX459" fmla="*/ 1679515 w 3644004"/>
              <a:gd name="connsiteY459" fmla="*/ 262063 h 2317325"/>
              <a:gd name="connsiteX460" fmla="*/ 1695226 w 3644004"/>
              <a:gd name="connsiteY460" fmla="*/ 250935 h 2317325"/>
              <a:gd name="connsiteX461" fmla="*/ 1993293 w 3644004"/>
              <a:gd name="connsiteY461" fmla="*/ 135286 h 2317325"/>
              <a:gd name="connsiteX462" fmla="*/ 1988056 w 3644004"/>
              <a:gd name="connsiteY462" fmla="*/ 153834 h 2317325"/>
              <a:gd name="connsiteX463" fmla="*/ 1914739 w 3644004"/>
              <a:gd name="connsiteY463" fmla="*/ 180018 h 2317325"/>
              <a:gd name="connsiteX464" fmla="*/ 1810220 w 3644004"/>
              <a:gd name="connsiteY464" fmla="*/ 239806 h 2317325"/>
              <a:gd name="connsiteX465" fmla="*/ 1810220 w 3644004"/>
              <a:gd name="connsiteY465" fmla="*/ 247225 h 2317325"/>
              <a:gd name="connsiteX466" fmla="*/ 1831167 w 3644004"/>
              <a:gd name="connsiteY466" fmla="*/ 250935 h 2317325"/>
              <a:gd name="connsiteX467" fmla="*/ 1883536 w 3644004"/>
              <a:gd name="connsiteY467" fmla="*/ 221041 h 2317325"/>
              <a:gd name="connsiteX468" fmla="*/ 1873062 w 3644004"/>
              <a:gd name="connsiteY468" fmla="*/ 239588 h 2317325"/>
              <a:gd name="connsiteX469" fmla="*/ 2009003 w 3644004"/>
              <a:gd name="connsiteY469" fmla="*/ 202275 h 2317325"/>
              <a:gd name="connsiteX470" fmla="*/ 2029951 w 3644004"/>
              <a:gd name="connsiteY470" fmla="*/ 217113 h 2317325"/>
              <a:gd name="connsiteX471" fmla="*/ 2003766 w 3644004"/>
              <a:gd name="connsiteY471" fmla="*/ 224532 h 2317325"/>
              <a:gd name="connsiteX472" fmla="*/ 2040425 w 3644004"/>
              <a:gd name="connsiteY472" fmla="*/ 228241 h 2317325"/>
              <a:gd name="connsiteX473" fmla="*/ 2056135 w 3644004"/>
              <a:gd name="connsiteY473" fmla="*/ 209694 h 2317325"/>
              <a:gd name="connsiteX474" fmla="*/ 2103267 w 3644004"/>
              <a:gd name="connsiteY474" fmla="*/ 217113 h 2317325"/>
              <a:gd name="connsiteX475" fmla="*/ 2114832 w 3644004"/>
              <a:gd name="connsiteY475" fmla="*/ 198129 h 2317325"/>
              <a:gd name="connsiteX476" fmla="*/ 2114832 w 3644004"/>
              <a:gd name="connsiteY476" fmla="*/ 198129 h 2317325"/>
              <a:gd name="connsiteX477" fmla="*/ 2658596 w 3644004"/>
              <a:gd name="connsiteY477" fmla="*/ 869543 h 2317325"/>
              <a:gd name="connsiteX478" fmla="*/ 2642886 w 3644004"/>
              <a:gd name="connsiteY478" fmla="*/ 869543 h 2317325"/>
              <a:gd name="connsiteX479" fmla="*/ 2642886 w 3644004"/>
              <a:gd name="connsiteY479" fmla="*/ 876962 h 2317325"/>
              <a:gd name="connsiteX480" fmla="*/ 2658596 w 3644004"/>
              <a:gd name="connsiteY480" fmla="*/ 869543 h 2317325"/>
              <a:gd name="connsiteX481" fmla="*/ 2658596 w 3644004"/>
              <a:gd name="connsiteY481" fmla="*/ 869543 h 2317325"/>
              <a:gd name="connsiteX482" fmla="*/ 2595972 w 3644004"/>
              <a:gd name="connsiteY482" fmla="*/ 903146 h 2317325"/>
              <a:gd name="connsiteX483" fmla="*/ 2601209 w 3644004"/>
              <a:gd name="connsiteY483" fmla="*/ 892018 h 2317325"/>
              <a:gd name="connsiteX484" fmla="*/ 2585498 w 3644004"/>
              <a:gd name="connsiteY484" fmla="*/ 892018 h 2317325"/>
              <a:gd name="connsiteX485" fmla="*/ 2585498 w 3644004"/>
              <a:gd name="connsiteY485" fmla="*/ 903146 h 2317325"/>
              <a:gd name="connsiteX486" fmla="*/ 2595972 w 3644004"/>
              <a:gd name="connsiteY486" fmla="*/ 903146 h 2317325"/>
              <a:gd name="connsiteX487" fmla="*/ 2595972 w 3644004"/>
              <a:gd name="connsiteY487" fmla="*/ 903146 h 2317325"/>
              <a:gd name="connsiteX488" fmla="*/ 592860 w 3644004"/>
              <a:gd name="connsiteY488" fmla="*/ 1100839 h 2317325"/>
              <a:gd name="connsiteX489" fmla="*/ 613808 w 3644004"/>
              <a:gd name="connsiteY489" fmla="*/ 1086001 h 2317325"/>
              <a:gd name="connsiteX490" fmla="*/ 592860 w 3644004"/>
              <a:gd name="connsiteY490" fmla="*/ 1100839 h 2317325"/>
              <a:gd name="connsiteX491" fmla="*/ 592860 w 3644004"/>
              <a:gd name="connsiteY491" fmla="*/ 1100839 h 2317325"/>
              <a:gd name="connsiteX492" fmla="*/ 561439 w 3644004"/>
              <a:gd name="connsiteY492" fmla="*/ 962934 h 2317325"/>
              <a:gd name="connsiteX493" fmla="*/ 598097 w 3644004"/>
              <a:gd name="connsiteY493" fmla="*/ 955515 h 2317325"/>
              <a:gd name="connsiteX494" fmla="*/ 603334 w 3644004"/>
              <a:gd name="connsiteY494" fmla="*/ 944387 h 2317325"/>
              <a:gd name="connsiteX495" fmla="*/ 561439 w 3644004"/>
              <a:gd name="connsiteY495" fmla="*/ 962934 h 2317325"/>
              <a:gd name="connsiteX496" fmla="*/ 561439 w 3644004"/>
              <a:gd name="connsiteY496" fmla="*/ 962934 h 2317325"/>
              <a:gd name="connsiteX497" fmla="*/ 2083411 w 3644004"/>
              <a:gd name="connsiteY497" fmla="*/ 310068 h 2317325"/>
              <a:gd name="connsiteX498" fmla="*/ 2093885 w 3644004"/>
              <a:gd name="connsiteY498" fmla="*/ 321196 h 2317325"/>
              <a:gd name="connsiteX499" fmla="*/ 2135780 w 3644004"/>
              <a:gd name="connsiteY499" fmla="*/ 295012 h 2317325"/>
              <a:gd name="connsiteX500" fmla="*/ 2083411 w 3644004"/>
              <a:gd name="connsiteY500" fmla="*/ 310068 h 2317325"/>
              <a:gd name="connsiteX501" fmla="*/ 2083411 w 3644004"/>
              <a:gd name="connsiteY501" fmla="*/ 310068 h 2317325"/>
              <a:gd name="connsiteX502" fmla="*/ 2297905 w 3644004"/>
              <a:gd name="connsiteY502" fmla="*/ 321196 h 2317325"/>
              <a:gd name="connsiteX503" fmla="*/ 2313616 w 3644004"/>
              <a:gd name="connsiteY503" fmla="*/ 324906 h 2317325"/>
              <a:gd name="connsiteX504" fmla="*/ 2334564 w 3644004"/>
              <a:gd name="connsiteY504" fmla="*/ 306358 h 2317325"/>
              <a:gd name="connsiteX505" fmla="*/ 2297905 w 3644004"/>
              <a:gd name="connsiteY505" fmla="*/ 321196 h 2317325"/>
              <a:gd name="connsiteX506" fmla="*/ 2297905 w 3644004"/>
              <a:gd name="connsiteY506" fmla="*/ 321196 h 2317325"/>
              <a:gd name="connsiteX507" fmla="*/ 2454794 w 3644004"/>
              <a:gd name="connsiteY507" fmla="*/ 343671 h 2317325"/>
              <a:gd name="connsiteX508" fmla="*/ 2590735 w 3644004"/>
              <a:gd name="connsiteY508" fmla="*/ 328833 h 2317325"/>
              <a:gd name="connsiteX509" fmla="*/ 2595972 w 3644004"/>
              <a:gd name="connsiteY509" fmla="*/ 306358 h 2317325"/>
              <a:gd name="connsiteX510" fmla="*/ 2454794 w 3644004"/>
              <a:gd name="connsiteY510" fmla="*/ 343671 h 2317325"/>
              <a:gd name="connsiteX511" fmla="*/ 2454794 w 3644004"/>
              <a:gd name="connsiteY511" fmla="*/ 343671 h 2317325"/>
              <a:gd name="connsiteX512" fmla="*/ 1827239 w 3644004"/>
              <a:gd name="connsiteY512" fmla="*/ 388403 h 2317325"/>
              <a:gd name="connsiteX513" fmla="*/ 1822002 w 3644004"/>
              <a:gd name="connsiteY513" fmla="*/ 410878 h 2317325"/>
              <a:gd name="connsiteX514" fmla="*/ 1858661 w 3644004"/>
              <a:gd name="connsiteY514" fmla="*/ 392331 h 2317325"/>
              <a:gd name="connsiteX515" fmla="*/ 1827239 w 3644004"/>
              <a:gd name="connsiteY515" fmla="*/ 388403 h 2317325"/>
              <a:gd name="connsiteX516" fmla="*/ 1827239 w 3644004"/>
              <a:gd name="connsiteY516" fmla="*/ 388403 h 2317325"/>
              <a:gd name="connsiteX517" fmla="*/ 1957944 w 3644004"/>
              <a:gd name="connsiteY517" fmla="*/ 358509 h 2317325"/>
              <a:gd name="connsiteX518" fmla="*/ 1968417 w 3644004"/>
              <a:gd name="connsiteY518" fmla="*/ 365928 h 2317325"/>
              <a:gd name="connsiteX519" fmla="*/ 1989365 w 3644004"/>
              <a:gd name="connsiteY519" fmla="*/ 347381 h 2317325"/>
              <a:gd name="connsiteX520" fmla="*/ 2062681 w 3644004"/>
              <a:gd name="connsiteY520" fmla="*/ 321196 h 2317325"/>
              <a:gd name="connsiteX521" fmla="*/ 1863898 w 3644004"/>
              <a:gd name="connsiteY521" fmla="*/ 377056 h 2317325"/>
              <a:gd name="connsiteX522" fmla="*/ 1858661 w 3644004"/>
              <a:gd name="connsiteY522" fmla="*/ 391894 h 2317325"/>
              <a:gd name="connsiteX523" fmla="*/ 1957944 w 3644004"/>
              <a:gd name="connsiteY523" fmla="*/ 358509 h 2317325"/>
              <a:gd name="connsiteX524" fmla="*/ 1957944 w 3644004"/>
              <a:gd name="connsiteY524" fmla="*/ 358509 h 2317325"/>
              <a:gd name="connsiteX525" fmla="*/ 2276958 w 3644004"/>
              <a:gd name="connsiteY525" fmla="*/ 392113 h 2317325"/>
              <a:gd name="connsiteX526" fmla="*/ 2329327 w 3644004"/>
              <a:gd name="connsiteY526" fmla="*/ 377275 h 2317325"/>
              <a:gd name="connsiteX527" fmla="*/ 2324090 w 3644004"/>
              <a:gd name="connsiteY527" fmla="*/ 373565 h 2317325"/>
              <a:gd name="connsiteX528" fmla="*/ 2313616 w 3644004"/>
              <a:gd name="connsiteY528" fmla="*/ 373565 h 2317325"/>
              <a:gd name="connsiteX529" fmla="*/ 2276958 w 3644004"/>
              <a:gd name="connsiteY529" fmla="*/ 392113 h 2317325"/>
              <a:gd name="connsiteX530" fmla="*/ 2276958 w 3644004"/>
              <a:gd name="connsiteY530" fmla="*/ 392113 h 2317325"/>
              <a:gd name="connsiteX531" fmla="*/ 1351337 w 3644004"/>
              <a:gd name="connsiteY531" fmla="*/ 410878 h 2317325"/>
              <a:gd name="connsiteX532" fmla="*/ 1377521 w 3644004"/>
              <a:gd name="connsiteY532" fmla="*/ 399750 h 2317325"/>
              <a:gd name="connsiteX533" fmla="*/ 1351337 w 3644004"/>
              <a:gd name="connsiteY533" fmla="*/ 410878 h 2317325"/>
              <a:gd name="connsiteX534" fmla="*/ 1351337 w 3644004"/>
              <a:gd name="connsiteY534" fmla="*/ 410878 h 2317325"/>
              <a:gd name="connsiteX535" fmla="*/ 1675588 w 3644004"/>
              <a:gd name="connsiteY535" fmla="*/ 448191 h 2317325"/>
              <a:gd name="connsiteX536" fmla="*/ 1795818 w 3644004"/>
              <a:gd name="connsiteY536" fmla="*/ 410878 h 2317325"/>
              <a:gd name="connsiteX537" fmla="*/ 1675588 w 3644004"/>
              <a:gd name="connsiteY537" fmla="*/ 448191 h 2317325"/>
              <a:gd name="connsiteX538" fmla="*/ 1675588 w 3644004"/>
              <a:gd name="connsiteY538" fmla="*/ 448191 h 2317325"/>
              <a:gd name="connsiteX539" fmla="*/ 2114832 w 3644004"/>
              <a:gd name="connsiteY539" fmla="*/ 444263 h 2317325"/>
              <a:gd name="connsiteX540" fmla="*/ 2161964 w 3644004"/>
              <a:gd name="connsiteY540" fmla="*/ 425716 h 2317325"/>
              <a:gd name="connsiteX541" fmla="*/ 2114832 w 3644004"/>
              <a:gd name="connsiteY541" fmla="*/ 444263 h 2317325"/>
              <a:gd name="connsiteX542" fmla="*/ 2114832 w 3644004"/>
              <a:gd name="connsiteY542" fmla="*/ 444263 h 2317325"/>
              <a:gd name="connsiteX543" fmla="*/ 1581324 w 3644004"/>
              <a:gd name="connsiteY543" fmla="*/ 470448 h 2317325"/>
              <a:gd name="connsiteX544" fmla="*/ 1659877 w 3644004"/>
              <a:gd name="connsiteY544" fmla="*/ 451900 h 2317325"/>
              <a:gd name="connsiteX545" fmla="*/ 1581324 w 3644004"/>
              <a:gd name="connsiteY545" fmla="*/ 470448 h 2317325"/>
              <a:gd name="connsiteX546" fmla="*/ 1581324 w 3644004"/>
              <a:gd name="connsiteY546" fmla="*/ 470448 h 2317325"/>
              <a:gd name="connsiteX547" fmla="*/ 1989365 w 3644004"/>
              <a:gd name="connsiteY547" fmla="*/ 477867 h 2317325"/>
              <a:gd name="connsiteX548" fmla="*/ 2078174 w 3644004"/>
              <a:gd name="connsiteY548" fmla="*/ 455392 h 2317325"/>
              <a:gd name="connsiteX549" fmla="*/ 1989365 w 3644004"/>
              <a:gd name="connsiteY549" fmla="*/ 477867 h 2317325"/>
              <a:gd name="connsiteX550" fmla="*/ 1989365 w 3644004"/>
              <a:gd name="connsiteY550" fmla="*/ 477867 h 2317325"/>
              <a:gd name="connsiteX551" fmla="*/ 1544665 w 3644004"/>
              <a:gd name="connsiteY551" fmla="*/ 481576 h 2317325"/>
              <a:gd name="connsiteX552" fmla="*/ 1570850 w 3644004"/>
              <a:gd name="connsiteY552" fmla="*/ 477867 h 2317325"/>
              <a:gd name="connsiteX553" fmla="*/ 1565613 w 3644004"/>
              <a:gd name="connsiteY553" fmla="*/ 466738 h 2317325"/>
              <a:gd name="connsiteX554" fmla="*/ 1544665 w 3644004"/>
              <a:gd name="connsiteY554" fmla="*/ 481576 h 2317325"/>
              <a:gd name="connsiteX555" fmla="*/ 1544665 w 3644004"/>
              <a:gd name="connsiteY555" fmla="*/ 481576 h 2317325"/>
              <a:gd name="connsiteX556" fmla="*/ 2637649 w 3644004"/>
              <a:gd name="connsiteY556" fmla="*/ 489213 h 2317325"/>
              <a:gd name="connsiteX557" fmla="*/ 2700491 w 3644004"/>
              <a:gd name="connsiteY557" fmla="*/ 466738 h 2317325"/>
              <a:gd name="connsiteX558" fmla="*/ 2637649 w 3644004"/>
              <a:gd name="connsiteY558" fmla="*/ 489213 h 2317325"/>
              <a:gd name="connsiteX559" fmla="*/ 2637649 w 3644004"/>
              <a:gd name="connsiteY559" fmla="*/ 489213 h 2317325"/>
              <a:gd name="connsiteX560" fmla="*/ 1440146 w 3644004"/>
              <a:gd name="connsiteY560" fmla="*/ 518889 h 2317325"/>
              <a:gd name="connsiteX561" fmla="*/ 1539428 w 3644004"/>
              <a:gd name="connsiteY561" fmla="*/ 481576 h 2317325"/>
              <a:gd name="connsiteX562" fmla="*/ 1440146 w 3644004"/>
              <a:gd name="connsiteY562" fmla="*/ 518889 h 2317325"/>
              <a:gd name="connsiteX563" fmla="*/ 1440146 w 3644004"/>
              <a:gd name="connsiteY563" fmla="*/ 518889 h 2317325"/>
              <a:gd name="connsiteX564" fmla="*/ 1717265 w 3644004"/>
              <a:gd name="connsiteY564" fmla="*/ 559911 h 2317325"/>
              <a:gd name="connsiteX565" fmla="*/ 1973436 w 3644004"/>
              <a:gd name="connsiteY565" fmla="*/ 485286 h 2317325"/>
              <a:gd name="connsiteX566" fmla="*/ 1717265 w 3644004"/>
              <a:gd name="connsiteY566" fmla="*/ 559911 h 2317325"/>
              <a:gd name="connsiteX567" fmla="*/ 1717265 w 3644004"/>
              <a:gd name="connsiteY567" fmla="*/ 559911 h 2317325"/>
              <a:gd name="connsiteX568" fmla="*/ 1361592 w 3644004"/>
              <a:gd name="connsiteY568" fmla="*/ 545074 h 2317325"/>
              <a:gd name="connsiteX569" fmla="*/ 1429672 w 3644004"/>
              <a:gd name="connsiteY569" fmla="*/ 518889 h 2317325"/>
              <a:gd name="connsiteX570" fmla="*/ 1361592 w 3644004"/>
              <a:gd name="connsiteY570" fmla="*/ 545074 h 2317325"/>
              <a:gd name="connsiteX571" fmla="*/ 1361592 w 3644004"/>
              <a:gd name="connsiteY571" fmla="*/ 545074 h 2317325"/>
              <a:gd name="connsiteX572" fmla="*/ 1633693 w 3644004"/>
              <a:gd name="connsiteY572" fmla="*/ 593515 h 2317325"/>
              <a:gd name="connsiteX573" fmla="*/ 1717265 w 3644004"/>
              <a:gd name="connsiteY573" fmla="*/ 563621 h 2317325"/>
              <a:gd name="connsiteX574" fmla="*/ 1633693 w 3644004"/>
              <a:gd name="connsiteY574" fmla="*/ 593515 h 2317325"/>
              <a:gd name="connsiteX575" fmla="*/ 1633693 w 3644004"/>
              <a:gd name="connsiteY575" fmla="*/ 593515 h 2317325"/>
              <a:gd name="connsiteX576" fmla="*/ 979954 w 3644004"/>
              <a:gd name="connsiteY576" fmla="*/ 582386 h 2317325"/>
              <a:gd name="connsiteX577" fmla="*/ 1006138 w 3644004"/>
              <a:gd name="connsiteY577" fmla="*/ 567548 h 2317325"/>
              <a:gd name="connsiteX578" fmla="*/ 979954 w 3644004"/>
              <a:gd name="connsiteY578" fmla="*/ 582386 h 2317325"/>
              <a:gd name="connsiteX579" fmla="*/ 979954 w 3644004"/>
              <a:gd name="connsiteY579" fmla="*/ 582386 h 2317325"/>
              <a:gd name="connsiteX580" fmla="*/ 1555139 w 3644004"/>
              <a:gd name="connsiteY580" fmla="*/ 623409 h 2317325"/>
              <a:gd name="connsiteX581" fmla="*/ 1628456 w 3644004"/>
              <a:gd name="connsiteY581" fmla="*/ 589805 h 2317325"/>
              <a:gd name="connsiteX582" fmla="*/ 1555139 w 3644004"/>
              <a:gd name="connsiteY582" fmla="*/ 623409 h 2317325"/>
              <a:gd name="connsiteX583" fmla="*/ 1555139 w 3644004"/>
              <a:gd name="connsiteY583" fmla="*/ 623409 h 2317325"/>
              <a:gd name="connsiteX584" fmla="*/ 2611682 w 3644004"/>
              <a:gd name="connsiteY584" fmla="*/ 597224 h 2317325"/>
              <a:gd name="connsiteX585" fmla="*/ 2611682 w 3644004"/>
              <a:gd name="connsiteY585" fmla="*/ 604643 h 2317325"/>
              <a:gd name="connsiteX586" fmla="*/ 2658814 w 3644004"/>
              <a:gd name="connsiteY586" fmla="*/ 589805 h 2317325"/>
              <a:gd name="connsiteX587" fmla="*/ 2611682 w 3644004"/>
              <a:gd name="connsiteY587" fmla="*/ 597224 h 2317325"/>
              <a:gd name="connsiteX588" fmla="*/ 2611682 w 3644004"/>
              <a:gd name="connsiteY588" fmla="*/ 597224 h 2317325"/>
              <a:gd name="connsiteX589" fmla="*/ 2496471 w 3644004"/>
              <a:gd name="connsiteY589" fmla="*/ 608571 h 2317325"/>
              <a:gd name="connsiteX590" fmla="*/ 2527892 w 3644004"/>
              <a:gd name="connsiteY590" fmla="*/ 601152 h 2317325"/>
              <a:gd name="connsiteX591" fmla="*/ 2496471 w 3644004"/>
              <a:gd name="connsiteY591" fmla="*/ 608571 h 2317325"/>
              <a:gd name="connsiteX592" fmla="*/ 2496471 w 3644004"/>
              <a:gd name="connsiteY592" fmla="*/ 608571 h 2317325"/>
              <a:gd name="connsiteX593" fmla="*/ 1319915 w 3644004"/>
              <a:gd name="connsiteY593" fmla="*/ 757822 h 2317325"/>
              <a:gd name="connsiteX594" fmla="*/ 1382758 w 3644004"/>
              <a:gd name="connsiteY594" fmla="*/ 731638 h 2317325"/>
              <a:gd name="connsiteX595" fmla="*/ 1319915 w 3644004"/>
              <a:gd name="connsiteY595" fmla="*/ 757822 h 2317325"/>
              <a:gd name="connsiteX596" fmla="*/ 1319915 w 3644004"/>
              <a:gd name="connsiteY596" fmla="*/ 757822 h 2317325"/>
              <a:gd name="connsiteX597" fmla="*/ 1110658 w 3644004"/>
              <a:gd name="connsiteY597" fmla="*/ 828520 h 2317325"/>
              <a:gd name="connsiteX598" fmla="*/ 1304205 w 3644004"/>
              <a:gd name="connsiteY598" fmla="*/ 757604 h 2317325"/>
              <a:gd name="connsiteX599" fmla="*/ 1110658 w 3644004"/>
              <a:gd name="connsiteY599" fmla="*/ 828520 h 2317325"/>
              <a:gd name="connsiteX600" fmla="*/ 1110658 w 3644004"/>
              <a:gd name="connsiteY600" fmla="*/ 828520 h 2317325"/>
              <a:gd name="connsiteX601" fmla="*/ 770696 w 3644004"/>
              <a:gd name="connsiteY601" fmla="*/ 832230 h 2317325"/>
              <a:gd name="connsiteX602" fmla="*/ 812591 w 3644004"/>
              <a:gd name="connsiteY602" fmla="*/ 813683 h 2317325"/>
              <a:gd name="connsiteX603" fmla="*/ 770696 w 3644004"/>
              <a:gd name="connsiteY603" fmla="*/ 832230 h 2317325"/>
              <a:gd name="connsiteX604" fmla="*/ 770696 w 3644004"/>
              <a:gd name="connsiteY604" fmla="*/ 832230 h 2317325"/>
              <a:gd name="connsiteX605" fmla="*/ 1058289 w 3644004"/>
              <a:gd name="connsiteY605" fmla="*/ 847286 h 2317325"/>
              <a:gd name="connsiteX606" fmla="*/ 1084473 w 3644004"/>
              <a:gd name="connsiteY606" fmla="*/ 832448 h 2317325"/>
              <a:gd name="connsiteX607" fmla="*/ 1058289 w 3644004"/>
              <a:gd name="connsiteY607" fmla="*/ 847286 h 2317325"/>
              <a:gd name="connsiteX608" fmla="*/ 1058289 w 3644004"/>
              <a:gd name="connsiteY608" fmla="*/ 847286 h 2317325"/>
              <a:gd name="connsiteX609" fmla="*/ 2543603 w 3644004"/>
              <a:gd name="connsiteY609" fmla="*/ 858414 h 2317325"/>
              <a:gd name="connsiteX610" fmla="*/ 2548840 w 3644004"/>
              <a:gd name="connsiteY610" fmla="*/ 869543 h 2317325"/>
              <a:gd name="connsiteX611" fmla="*/ 2595972 w 3644004"/>
              <a:gd name="connsiteY611" fmla="*/ 862124 h 2317325"/>
              <a:gd name="connsiteX612" fmla="*/ 2611682 w 3644004"/>
              <a:gd name="connsiteY612" fmla="*/ 847286 h 2317325"/>
              <a:gd name="connsiteX613" fmla="*/ 2543603 w 3644004"/>
              <a:gd name="connsiteY613" fmla="*/ 858414 h 2317325"/>
              <a:gd name="connsiteX614" fmla="*/ 2543603 w 3644004"/>
              <a:gd name="connsiteY614" fmla="*/ 858414 h 2317325"/>
              <a:gd name="connsiteX615" fmla="*/ 713309 w 3644004"/>
              <a:gd name="connsiteY615" fmla="*/ 903146 h 2317325"/>
              <a:gd name="connsiteX616" fmla="*/ 734256 w 3644004"/>
              <a:gd name="connsiteY616" fmla="*/ 892018 h 2317325"/>
              <a:gd name="connsiteX617" fmla="*/ 713309 w 3644004"/>
              <a:gd name="connsiteY617" fmla="*/ 903146 h 2317325"/>
              <a:gd name="connsiteX618" fmla="*/ 713309 w 3644004"/>
              <a:gd name="connsiteY618" fmla="*/ 903146 h 2317325"/>
              <a:gd name="connsiteX619" fmla="*/ 770696 w 3644004"/>
              <a:gd name="connsiteY619" fmla="*/ 996537 h 2317325"/>
              <a:gd name="connsiteX620" fmla="*/ 807354 w 3644004"/>
              <a:gd name="connsiteY620" fmla="*/ 992828 h 2317325"/>
              <a:gd name="connsiteX621" fmla="*/ 864960 w 3644004"/>
              <a:gd name="connsiteY621" fmla="*/ 970353 h 2317325"/>
              <a:gd name="connsiteX622" fmla="*/ 964243 w 3644004"/>
              <a:gd name="connsiteY622" fmla="*/ 903146 h 2317325"/>
              <a:gd name="connsiteX623" fmla="*/ 770696 w 3644004"/>
              <a:gd name="connsiteY623" fmla="*/ 996537 h 2317325"/>
              <a:gd name="connsiteX624" fmla="*/ 770696 w 3644004"/>
              <a:gd name="connsiteY624" fmla="*/ 996537 h 2317325"/>
              <a:gd name="connsiteX625" fmla="*/ 634755 w 3644004"/>
              <a:gd name="connsiteY625" fmla="*/ 936750 h 2317325"/>
              <a:gd name="connsiteX626" fmla="*/ 676650 w 3644004"/>
              <a:gd name="connsiteY626" fmla="*/ 906856 h 2317325"/>
              <a:gd name="connsiteX627" fmla="*/ 634755 w 3644004"/>
              <a:gd name="connsiteY627" fmla="*/ 936750 h 2317325"/>
              <a:gd name="connsiteX628" fmla="*/ 634755 w 3644004"/>
              <a:gd name="connsiteY628" fmla="*/ 936750 h 2317325"/>
              <a:gd name="connsiteX629" fmla="*/ 2601209 w 3644004"/>
              <a:gd name="connsiteY629" fmla="*/ 974062 h 2317325"/>
              <a:gd name="connsiteX630" fmla="*/ 2653578 w 3644004"/>
              <a:gd name="connsiteY630" fmla="*/ 962934 h 2317325"/>
              <a:gd name="connsiteX631" fmla="*/ 2637867 w 3644004"/>
              <a:gd name="connsiteY631" fmla="*/ 948096 h 2317325"/>
              <a:gd name="connsiteX632" fmla="*/ 2601209 w 3644004"/>
              <a:gd name="connsiteY632" fmla="*/ 974062 h 2317325"/>
              <a:gd name="connsiteX633" fmla="*/ 2601209 w 3644004"/>
              <a:gd name="connsiteY633" fmla="*/ 974062 h 2317325"/>
              <a:gd name="connsiteX634" fmla="*/ 676650 w 3644004"/>
              <a:gd name="connsiteY634" fmla="*/ 970353 h 2317325"/>
              <a:gd name="connsiteX635" fmla="*/ 713309 w 3644004"/>
              <a:gd name="connsiteY635" fmla="*/ 955515 h 2317325"/>
              <a:gd name="connsiteX636" fmla="*/ 676650 w 3644004"/>
              <a:gd name="connsiteY636" fmla="*/ 970353 h 2317325"/>
              <a:gd name="connsiteX637" fmla="*/ 676650 w 3644004"/>
              <a:gd name="connsiteY637" fmla="*/ 970353 h 2317325"/>
              <a:gd name="connsiteX638" fmla="*/ 660940 w 3644004"/>
              <a:gd name="connsiteY638" fmla="*/ 985191 h 2317325"/>
              <a:gd name="connsiteX639" fmla="*/ 671413 w 3644004"/>
              <a:gd name="connsiteY639" fmla="*/ 966644 h 2317325"/>
              <a:gd name="connsiteX640" fmla="*/ 660940 w 3644004"/>
              <a:gd name="connsiteY640" fmla="*/ 985191 h 2317325"/>
              <a:gd name="connsiteX641" fmla="*/ 660940 w 3644004"/>
              <a:gd name="connsiteY641" fmla="*/ 985191 h 2317325"/>
              <a:gd name="connsiteX642" fmla="*/ 619044 w 3644004"/>
              <a:gd name="connsiteY642" fmla="*/ 981481 h 2317325"/>
              <a:gd name="connsiteX643" fmla="*/ 613808 w 3644004"/>
              <a:gd name="connsiteY643" fmla="*/ 992610 h 2317325"/>
              <a:gd name="connsiteX644" fmla="*/ 650466 w 3644004"/>
              <a:gd name="connsiteY644" fmla="*/ 988900 h 2317325"/>
              <a:gd name="connsiteX645" fmla="*/ 619044 w 3644004"/>
              <a:gd name="connsiteY645" fmla="*/ 981481 h 2317325"/>
              <a:gd name="connsiteX646" fmla="*/ 619044 w 3644004"/>
              <a:gd name="connsiteY646" fmla="*/ 981481 h 2317325"/>
              <a:gd name="connsiteX647" fmla="*/ 2580261 w 3644004"/>
              <a:gd name="connsiteY647" fmla="*/ 989119 h 2317325"/>
              <a:gd name="connsiteX648" fmla="*/ 2580261 w 3644004"/>
              <a:gd name="connsiteY648" fmla="*/ 1000247 h 2317325"/>
              <a:gd name="connsiteX649" fmla="*/ 2632630 w 3644004"/>
              <a:gd name="connsiteY649" fmla="*/ 981700 h 2317325"/>
              <a:gd name="connsiteX650" fmla="*/ 2580261 w 3644004"/>
              <a:gd name="connsiteY650" fmla="*/ 989119 h 2317325"/>
              <a:gd name="connsiteX651" fmla="*/ 2580261 w 3644004"/>
              <a:gd name="connsiteY651" fmla="*/ 989119 h 2317325"/>
              <a:gd name="connsiteX652" fmla="*/ 807354 w 3644004"/>
              <a:gd name="connsiteY652" fmla="*/ 1007666 h 2317325"/>
              <a:gd name="connsiteX653" fmla="*/ 828302 w 3644004"/>
              <a:gd name="connsiteY653" fmla="*/ 996537 h 2317325"/>
              <a:gd name="connsiteX654" fmla="*/ 807354 w 3644004"/>
              <a:gd name="connsiteY654" fmla="*/ 1007666 h 2317325"/>
              <a:gd name="connsiteX655" fmla="*/ 807354 w 3644004"/>
              <a:gd name="connsiteY655" fmla="*/ 1007666 h 2317325"/>
              <a:gd name="connsiteX656" fmla="*/ 671413 w 3644004"/>
              <a:gd name="connsiteY656" fmla="*/ 1030141 h 2317325"/>
              <a:gd name="connsiteX657" fmla="*/ 681887 w 3644004"/>
              <a:gd name="connsiteY657" fmla="*/ 1030141 h 2317325"/>
              <a:gd name="connsiteX658" fmla="*/ 676650 w 3644004"/>
              <a:gd name="connsiteY658" fmla="*/ 1015303 h 2317325"/>
              <a:gd name="connsiteX659" fmla="*/ 671413 w 3644004"/>
              <a:gd name="connsiteY659" fmla="*/ 1030141 h 2317325"/>
              <a:gd name="connsiteX660" fmla="*/ 671413 w 3644004"/>
              <a:gd name="connsiteY660" fmla="*/ 1030141 h 2317325"/>
              <a:gd name="connsiteX661" fmla="*/ 2601209 w 3644004"/>
              <a:gd name="connsiteY661" fmla="*/ 1112186 h 2317325"/>
              <a:gd name="connsiteX662" fmla="*/ 2585498 w 3644004"/>
              <a:gd name="connsiteY662" fmla="*/ 1101057 h 2317325"/>
              <a:gd name="connsiteX663" fmla="*/ 2601209 w 3644004"/>
              <a:gd name="connsiteY663" fmla="*/ 1112186 h 2317325"/>
              <a:gd name="connsiteX664" fmla="*/ 2601209 w 3644004"/>
              <a:gd name="connsiteY664" fmla="*/ 1112186 h 2317325"/>
              <a:gd name="connsiteX665" fmla="*/ 2742387 w 3644004"/>
              <a:gd name="connsiteY665" fmla="*/ 1130733 h 2317325"/>
              <a:gd name="connsiteX666" fmla="*/ 2820940 w 3644004"/>
              <a:gd name="connsiteY666" fmla="*/ 1100839 h 2317325"/>
              <a:gd name="connsiteX667" fmla="*/ 2742387 w 3644004"/>
              <a:gd name="connsiteY667" fmla="*/ 1130733 h 2317325"/>
              <a:gd name="connsiteX668" fmla="*/ 2742387 w 3644004"/>
              <a:gd name="connsiteY668" fmla="*/ 1130733 h 2317325"/>
              <a:gd name="connsiteX669" fmla="*/ 2564550 w 3644004"/>
              <a:gd name="connsiteY669" fmla="*/ 1115895 h 2317325"/>
              <a:gd name="connsiteX670" fmla="*/ 2580261 w 3644004"/>
              <a:gd name="connsiteY670" fmla="*/ 1115895 h 2317325"/>
              <a:gd name="connsiteX671" fmla="*/ 2569787 w 3644004"/>
              <a:gd name="connsiteY671" fmla="*/ 1104767 h 2317325"/>
              <a:gd name="connsiteX672" fmla="*/ 2564550 w 3644004"/>
              <a:gd name="connsiteY672" fmla="*/ 1115895 h 2317325"/>
              <a:gd name="connsiteX673" fmla="*/ 2564550 w 3644004"/>
              <a:gd name="connsiteY673" fmla="*/ 1115895 h 2317325"/>
              <a:gd name="connsiteX674" fmla="*/ 650466 w 3644004"/>
              <a:gd name="connsiteY674" fmla="*/ 1168046 h 2317325"/>
              <a:gd name="connsiteX675" fmla="*/ 671413 w 3644004"/>
              <a:gd name="connsiteY675" fmla="*/ 1138152 h 2317325"/>
              <a:gd name="connsiteX676" fmla="*/ 619044 w 3644004"/>
              <a:gd name="connsiteY676" fmla="*/ 1160627 h 2317325"/>
              <a:gd name="connsiteX677" fmla="*/ 629518 w 3644004"/>
              <a:gd name="connsiteY677" fmla="*/ 1145789 h 2317325"/>
              <a:gd name="connsiteX678" fmla="*/ 545946 w 3644004"/>
              <a:gd name="connsiteY678" fmla="*/ 1168264 h 2317325"/>
              <a:gd name="connsiteX679" fmla="*/ 535472 w 3644004"/>
              <a:gd name="connsiteY679" fmla="*/ 1205577 h 2317325"/>
              <a:gd name="connsiteX680" fmla="*/ 566894 w 3644004"/>
              <a:gd name="connsiteY680" fmla="*/ 1190739 h 2317325"/>
              <a:gd name="connsiteX681" fmla="*/ 545946 w 3644004"/>
              <a:gd name="connsiteY681" fmla="*/ 1190739 h 2317325"/>
              <a:gd name="connsiteX682" fmla="*/ 577368 w 3644004"/>
              <a:gd name="connsiteY682" fmla="*/ 1172192 h 2317325"/>
              <a:gd name="connsiteX683" fmla="*/ 650466 w 3644004"/>
              <a:gd name="connsiteY683" fmla="*/ 1168046 h 2317325"/>
              <a:gd name="connsiteX684" fmla="*/ 650466 w 3644004"/>
              <a:gd name="connsiteY684" fmla="*/ 1168046 h 2317325"/>
              <a:gd name="connsiteX685" fmla="*/ 598097 w 3644004"/>
              <a:gd name="connsiteY685" fmla="*/ 1186811 h 2317325"/>
              <a:gd name="connsiteX686" fmla="*/ 619044 w 3644004"/>
              <a:gd name="connsiteY686" fmla="*/ 1179392 h 2317325"/>
              <a:gd name="connsiteX687" fmla="*/ 598097 w 3644004"/>
              <a:gd name="connsiteY687" fmla="*/ 1186811 h 2317325"/>
              <a:gd name="connsiteX688" fmla="*/ 598097 w 3644004"/>
              <a:gd name="connsiteY688" fmla="*/ 1186811 h 2317325"/>
              <a:gd name="connsiteX689" fmla="*/ 2700491 w 3644004"/>
              <a:gd name="connsiteY689" fmla="*/ 1175465 h 2317325"/>
              <a:gd name="connsiteX690" fmla="*/ 2690018 w 3644004"/>
              <a:gd name="connsiteY690" fmla="*/ 1197940 h 2317325"/>
              <a:gd name="connsiteX691" fmla="*/ 2747624 w 3644004"/>
              <a:gd name="connsiteY691" fmla="*/ 1179392 h 2317325"/>
              <a:gd name="connsiteX692" fmla="*/ 2747624 w 3644004"/>
              <a:gd name="connsiteY692" fmla="*/ 1171974 h 2317325"/>
              <a:gd name="connsiteX693" fmla="*/ 2737150 w 3644004"/>
              <a:gd name="connsiteY693" fmla="*/ 1171974 h 2317325"/>
              <a:gd name="connsiteX694" fmla="*/ 2700491 w 3644004"/>
              <a:gd name="connsiteY694" fmla="*/ 1175465 h 2317325"/>
              <a:gd name="connsiteX695" fmla="*/ 2700491 w 3644004"/>
              <a:gd name="connsiteY695" fmla="*/ 1175465 h 2317325"/>
              <a:gd name="connsiteX696" fmla="*/ 2810248 w 3644004"/>
              <a:gd name="connsiteY696" fmla="*/ 1220197 h 2317325"/>
              <a:gd name="connsiteX697" fmla="*/ 2836432 w 3644004"/>
              <a:gd name="connsiteY697" fmla="*/ 1216487 h 2317325"/>
              <a:gd name="connsiteX698" fmla="*/ 2888801 w 3644004"/>
              <a:gd name="connsiteY698" fmla="*/ 1182884 h 2317325"/>
              <a:gd name="connsiteX699" fmla="*/ 2841669 w 3644004"/>
              <a:gd name="connsiteY699" fmla="*/ 1182884 h 2317325"/>
              <a:gd name="connsiteX700" fmla="*/ 2810248 w 3644004"/>
              <a:gd name="connsiteY700" fmla="*/ 1220197 h 2317325"/>
              <a:gd name="connsiteX701" fmla="*/ 2810248 w 3644004"/>
              <a:gd name="connsiteY701" fmla="*/ 1220197 h 2317325"/>
              <a:gd name="connsiteX702" fmla="*/ 2595972 w 3644004"/>
              <a:gd name="connsiteY702" fmla="*/ 1209068 h 2317325"/>
              <a:gd name="connsiteX703" fmla="*/ 2637867 w 3644004"/>
              <a:gd name="connsiteY703" fmla="*/ 1194230 h 2317325"/>
              <a:gd name="connsiteX704" fmla="*/ 2595972 w 3644004"/>
              <a:gd name="connsiteY704" fmla="*/ 1209068 h 2317325"/>
              <a:gd name="connsiteX705" fmla="*/ 2595972 w 3644004"/>
              <a:gd name="connsiteY705" fmla="*/ 1209068 h 2317325"/>
              <a:gd name="connsiteX706" fmla="*/ 2684781 w 3644004"/>
              <a:gd name="connsiteY706" fmla="*/ 1231543 h 2317325"/>
              <a:gd name="connsiteX707" fmla="*/ 2684781 w 3644004"/>
              <a:gd name="connsiteY707" fmla="*/ 1197940 h 2317325"/>
              <a:gd name="connsiteX708" fmla="*/ 2595972 w 3644004"/>
              <a:gd name="connsiteY708" fmla="*/ 1235253 h 2317325"/>
              <a:gd name="connsiteX709" fmla="*/ 2684781 w 3644004"/>
              <a:gd name="connsiteY709" fmla="*/ 1231543 h 2317325"/>
              <a:gd name="connsiteX710" fmla="*/ 2684781 w 3644004"/>
              <a:gd name="connsiteY710" fmla="*/ 1231543 h 2317325"/>
              <a:gd name="connsiteX711" fmla="*/ 493577 w 3644004"/>
              <a:gd name="connsiteY711" fmla="*/ 1246381 h 2317325"/>
              <a:gd name="connsiteX712" fmla="*/ 556420 w 3644004"/>
              <a:gd name="connsiteY712" fmla="*/ 1220197 h 2317325"/>
              <a:gd name="connsiteX713" fmla="*/ 483103 w 3644004"/>
              <a:gd name="connsiteY713" fmla="*/ 1235034 h 2317325"/>
              <a:gd name="connsiteX714" fmla="*/ 467393 w 3644004"/>
              <a:gd name="connsiteY714" fmla="*/ 1272347 h 2317325"/>
              <a:gd name="connsiteX715" fmla="*/ 650466 w 3644004"/>
              <a:gd name="connsiteY715" fmla="*/ 1216487 h 2317325"/>
              <a:gd name="connsiteX716" fmla="*/ 493577 w 3644004"/>
              <a:gd name="connsiteY716" fmla="*/ 1246381 h 2317325"/>
              <a:gd name="connsiteX717" fmla="*/ 493577 w 3644004"/>
              <a:gd name="connsiteY717" fmla="*/ 1246381 h 2317325"/>
              <a:gd name="connsiteX718" fmla="*/ 2527892 w 3644004"/>
              <a:gd name="connsiteY718" fmla="*/ 1253800 h 2317325"/>
              <a:gd name="connsiteX719" fmla="*/ 2538366 w 3644004"/>
              <a:gd name="connsiteY719" fmla="*/ 1227616 h 2317325"/>
              <a:gd name="connsiteX720" fmla="*/ 2527892 w 3644004"/>
              <a:gd name="connsiteY720" fmla="*/ 1253800 h 2317325"/>
              <a:gd name="connsiteX721" fmla="*/ 2527892 w 3644004"/>
              <a:gd name="connsiteY721" fmla="*/ 1253800 h 2317325"/>
              <a:gd name="connsiteX722" fmla="*/ 708072 w 3644004"/>
              <a:gd name="connsiteY722" fmla="*/ 1324716 h 2317325"/>
              <a:gd name="connsiteX723" fmla="*/ 729019 w 3644004"/>
              <a:gd name="connsiteY723" fmla="*/ 1306169 h 2317325"/>
              <a:gd name="connsiteX724" fmla="*/ 713309 w 3644004"/>
              <a:gd name="connsiteY724" fmla="*/ 1302459 h 2317325"/>
              <a:gd name="connsiteX725" fmla="*/ 650466 w 3644004"/>
              <a:gd name="connsiteY725" fmla="*/ 1328644 h 2317325"/>
              <a:gd name="connsiteX726" fmla="*/ 676650 w 3644004"/>
              <a:gd name="connsiteY726" fmla="*/ 1339772 h 2317325"/>
              <a:gd name="connsiteX727" fmla="*/ 708072 w 3644004"/>
              <a:gd name="connsiteY727" fmla="*/ 1324716 h 2317325"/>
              <a:gd name="connsiteX728" fmla="*/ 708072 w 3644004"/>
              <a:gd name="connsiteY728" fmla="*/ 1324716 h 2317325"/>
              <a:gd name="connsiteX729" fmla="*/ 603334 w 3644004"/>
              <a:gd name="connsiteY729" fmla="*/ 1354610 h 2317325"/>
              <a:gd name="connsiteX730" fmla="*/ 639992 w 3644004"/>
              <a:gd name="connsiteY730" fmla="*/ 1332135 h 2317325"/>
              <a:gd name="connsiteX731" fmla="*/ 603334 w 3644004"/>
              <a:gd name="connsiteY731" fmla="*/ 1354610 h 2317325"/>
              <a:gd name="connsiteX732" fmla="*/ 603334 w 3644004"/>
              <a:gd name="connsiteY732" fmla="*/ 1354610 h 2317325"/>
              <a:gd name="connsiteX733" fmla="*/ 551183 w 3644004"/>
              <a:gd name="connsiteY733" fmla="*/ 1388214 h 2317325"/>
              <a:gd name="connsiteX734" fmla="*/ 598315 w 3644004"/>
              <a:gd name="connsiteY734" fmla="*/ 1373376 h 2317325"/>
              <a:gd name="connsiteX735" fmla="*/ 598315 w 3644004"/>
              <a:gd name="connsiteY735" fmla="*/ 1350901 h 2317325"/>
              <a:gd name="connsiteX736" fmla="*/ 551183 w 3644004"/>
              <a:gd name="connsiteY736" fmla="*/ 1388214 h 2317325"/>
              <a:gd name="connsiteX737" fmla="*/ 551183 w 3644004"/>
              <a:gd name="connsiteY737" fmla="*/ 1388214 h 2317325"/>
              <a:gd name="connsiteX738" fmla="*/ 964243 w 3644004"/>
              <a:gd name="connsiteY738" fmla="*/ 1369448 h 2317325"/>
              <a:gd name="connsiteX739" fmla="*/ 964243 w 3644004"/>
              <a:gd name="connsiteY739" fmla="*/ 1354610 h 2317325"/>
              <a:gd name="connsiteX740" fmla="*/ 932822 w 3644004"/>
              <a:gd name="connsiteY740" fmla="*/ 1354610 h 2317325"/>
              <a:gd name="connsiteX741" fmla="*/ 917111 w 3644004"/>
              <a:gd name="connsiteY741" fmla="*/ 1373157 h 2317325"/>
              <a:gd name="connsiteX742" fmla="*/ 917111 w 3644004"/>
              <a:gd name="connsiteY742" fmla="*/ 1387995 h 2317325"/>
              <a:gd name="connsiteX743" fmla="*/ 964243 w 3644004"/>
              <a:gd name="connsiteY743" fmla="*/ 1369448 h 2317325"/>
              <a:gd name="connsiteX744" fmla="*/ 964243 w 3644004"/>
              <a:gd name="connsiteY744" fmla="*/ 1369448 h 2317325"/>
              <a:gd name="connsiteX745" fmla="*/ 828302 w 3644004"/>
              <a:gd name="connsiteY745" fmla="*/ 1451493 h 2317325"/>
              <a:gd name="connsiteX746" fmla="*/ 854486 w 3644004"/>
              <a:gd name="connsiteY746" fmla="*/ 1458912 h 2317325"/>
              <a:gd name="connsiteX747" fmla="*/ 1006138 w 3644004"/>
              <a:gd name="connsiteY747" fmla="*/ 1380576 h 2317325"/>
              <a:gd name="connsiteX748" fmla="*/ 828302 w 3644004"/>
              <a:gd name="connsiteY748" fmla="*/ 1451493 h 2317325"/>
              <a:gd name="connsiteX749" fmla="*/ 828302 w 3644004"/>
              <a:gd name="connsiteY749" fmla="*/ 1451493 h 2317325"/>
              <a:gd name="connsiteX750" fmla="*/ 2920223 w 3644004"/>
              <a:gd name="connsiteY750" fmla="*/ 1414398 h 2317325"/>
              <a:gd name="connsiteX751" fmla="*/ 2894038 w 3644004"/>
              <a:gd name="connsiteY751" fmla="*/ 1440583 h 2317325"/>
              <a:gd name="connsiteX752" fmla="*/ 2951644 w 3644004"/>
              <a:gd name="connsiteY752" fmla="*/ 1440583 h 2317325"/>
              <a:gd name="connsiteX753" fmla="*/ 2956881 w 3644004"/>
              <a:gd name="connsiteY753" fmla="*/ 1422035 h 2317325"/>
              <a:gd name="connsiteX754" fmla="*/ 3009250 w 3644004"/>
              <a:gd name="connsiteY754" fmla="*/ 1388432 h 2317325"/>
              <a:gd name="connsiteX755" fmla="*/ 2967355 w 3644004"/>
              <a:gd name="connsiteY755" fmla="*/ 1384722 h 2317325"/>
              <a:gd name="connsiteX756" fmla="*/ 2920223 w 3644004"/>
              <a:gd name="connsiteY756" fmla="*/ 1414398 h 2317325"/>
              <a:gd name="connsiteX757" fmla="*/ 2920223 w 3644004"/>
              <a:gd name="connsiteY757" fmla="*/ 1414398 h 2317325"/>
              <a:gd name="connsiteX758" fmla="*/ 2899275 w 3644004"/>
              <a:gd name="connsiteY758" fmla="*/ 1391923 h 2317325"/>
              <a:gd name="connsiteX759" fmla="*/ 2951644 w 3644004"/>
              <a:gd name="connsiteY759" fmla="*/ 1388214 h 2317325"/>
              <a:gd name="connsiteX760" fmla="*/ 2899275 w 3644004"/>
              <a:gd name="connsiteY760" fmla="*/ 1391923 h 2317325"/>
              <a:gd name="connsiteX761" fmla="*/ 2899275 w 3644004"/>
              <a:gd name="connsiteY761" fmla="*/ 1391923 h 2317325"/>
              <a:gd name="connsiteX762" fmla="*/ 2758097 w 3644004"/>
              <a:gd name="connsiteY762" fmla="*/ 1418108 h 2317325"/>
              <a:gd name="connsiteX763" fmla="*/ 2773808 w 3644004"/>
              <a:gd name="connsiteY763" fmla="*/ 1429236 h 2317325"/>
              <a:gd name="connsiteX764" fmla="*/ 2773808 w 3644004"/>
              <a:gd name="connsiteY764" fmla="*/ 1440364 h 2317325"/>
              <a:gd name="connsiteX765" fmla="*/ 2669288 w 3644004"/>
              <a:gd name="connsiteY765" fmla="*/ 1473968 h 2317325"/>
              <a:gd name="connsiteX766" fmla="*/ 2705946 w 3644004"/>
              <a:gd name="connsiteY766" fmla="*/ 1496443 h 2317325"/>
              <a:gd name="connsiteX767" fmla="*/ 2726894 w 3644004"/>
              <a:gd name="connsiteY767" fmla="*/ 1481605 h 2317325"/>
              <a:gd name="connsiteX768" fmla="*/ 2758315 w 3644004"/>
              <a:gd name="connsiteY768" fmla="*/ 1481605 h 2317325"/>
              <a:gd name="connsiteX769" fmla="*/ 2815921 w 3644004"/>
              <a:gd name="connsiteY769" fmla="*/ 1459130 h 2317325"/>
              <a:gd name="connsiteX770" fmla="*/ 2810684 w 3644004"/>
              <a:gd name="connsiteY770" fmla="*/ 1470258 h 2317325"/>
              <a:gd name="connsiteX771" fmla="*/ 2836869 w 3644004"/>
              <a:gd name="connsiteY771" fmla="*/ 1466549 h 2317325"/>
              <a:gd name="connsiteX772" fmla="*/ 2878764 w 3644004"/>
              <a:gd name="connsiteY772" fmla="*/ 1425526 h 2317325"/>
              <a:gd name="connsiteX773" fmla="*/ 2784718 w 3644004"/>
              <a:gd name="connsiteY773" fmla="*/ 1418108 h 2317325"/>
              <a:gd name="connsiteX774" fmla="*/ 2805666 w 3644004"/>
              <a:gd name="connsiteY774" fmla="*/ 1391923 h 2317325"/>
              <a:gd name="connsiteX775" fmla="*/ 2565205 w 3644004"/>
              <a:gd name="connsiteY775" fmla="*/ 1455420 h 2317325"/>
              <a:gd name="connsiteX776" fmla="*/ 2758097 w 3644004"/>
              <a:gd name="connsiteY776" fmla="*/ 1418108 h 2317325"/>
              <a:gd name="connsiteX777" fmla="*/ 2758097 w 3644004"/>
              <a:gd name="connsiteY777" fmla="*/ 1418108 h 2317325"/>
              <a:gd name="connsiteX778" fmla="*/ 2841669 w 3644004"/>
              <a:gd name="connsiteY778" fmla="*/ 1406761 h 2317325"/>
              <a:gd name="connsiteX779" fmla="*/ 2873091 w 3644004"/>
              <a:gd name="connsiteY779" fmla="*/ 1399342 h 2317325"/>
              <a:gd name="connsiteX780" fmla="*/ 2841669 w 3644004"/>
              <a:gd name="connsiteY780" fmla="*/ 1406761 h 2317325"/>
              <a:gd name="connsiteX781" fmla="*/ 2841669 w 3644004"/>
              <a:gd name="connsiteY781" fmla="*/ 1406761 h 2317325"/>
              <a:gd name="connsiteX782" fmla="*/ 456919 w 3644004"/>
              <a:gd name="connsiteY782" fmla="*/ 1436655 h 2317325"/>
              <a:gd name="connsiteX783" fmla="*/ 477867 w 3644004"/>
              <a:gd name="connsiteY783" fmla="*/ 1410470 h 2317325"/>
              <a:gd name="connsiteX784" fmla="*/ 456919 w 3644004"/>
              <a:gd name="connsiteY784" fmla="*/ 1436655 h 2317325"/>
              <a:gd name="connsiteX785" fmla="*/ 456919 w 3644004"/>
              <a:gd name="connsiteY785" fmla="*/ 1436655 h 2317325"/>
              <a:gd name="connsiteX786" fmla="*/ 3003795 w 3644004"/>
              <a:gd name="connsiteY786" fmla="*/ 1447783 h 2317325"/>
              <a:gd name="connsiteX787" fmla="*/ 3029979 w 3644004"/>
              <a:gd name="connsiteY787" fmla="*/ 1447783 h 2317325"/>
              <a:gd name="connsiteX788" fmla="*/ 3024743 w 3644004"/>
              <a:gd name="connsiteY788" fmla="*/ 1440364 h 2317325"/>
              <a:gd name="connsiteX789" fmla="*/ 3003795 w 3644004"/>
              <a:gd name="connsiteY789" fmla="*/ 1447783 h 2317325"/>
              <a:gd name="connsiteX790" fmla="*/ 3003795 w 3644004"/>
              <a:gd name="connsiteY790" fmla="*/ 1447783 h 2317325"/>
              <a:gd name="connsiteX791" fmla="*/ 2904512 w 3644004"/>
              <a:gd name="connsiteY791" fmla="*/ 1485096 h 2317325"/>
              <a:gd name="connsiteX792" fmla="*/ 2925460 w 3644004"/>
              <a:gd name="connsiteY792" fmla="*/ 1470258 h 2317325"/>
              <a:gd name="connsiteX793" fmla="*/ 2883564 w 3644004"/>
              <a:gd name="connsiteY793" fmla="*/ 1481387 h 2317325"/>
              <a:gd name="connsiteX794" fmla="*/ 2888801 w 3644004"/>
              <a:gd name="connsiteY794" fmla="*/ 1496225 h 2317325"/>
              <a:gd name="connsiteX795" fmla="*/ 3050927 w 3644004"/>
              <a:gd name="connsiteY795" fmla="*/ 1455202 h 2317325"/>
              <a:gd name="connsiteX796" fmla="*/ 2904512 w 3644004"/>
              <a:gd name="connsiteY796" fmla="*/ 1485096 h 2317325"/>
              <a:gd name="connsiteX797" fmla="*/ 2904512 w 3644004"/>
              <a:gd name="connsiteY797" fmla="*/ 1485096 h 2317325"/>
              <a:gd name="connsiteX798" fmla="*/ 2606446 w 3644004"/>
              <a:gd name="connsiteY798" fmla="*/ 1500152 h 2317325"/>
              <a:gd name="connsiteX799" fmla="*/ 2637867 w 3644004"/>
              <a:gd name="connsiteY799" fmla="*/ 1485314 h 2317325"/>
              <a:gd name="connsiteX800" fmla="*/ 2606446 w 3644004"/>
              <a:gd name="connsiteY800" fmla="*/ 1500152 h 2317325"/>
              <a:gd name="connsiteX801" fmla="*/ 2606446 w 3644004"/>
              <a:gd name="connsiteY801" fmla="*/ 1500152 h 2317325"/>
              <a:gd name="connsiteX802" fmla="*/ 2506945 w 3644004"/>
              <a:gd name="connsiteY802" fmla="*/ 1522409 h 2317325"/>
              <a:gd name="connsiteX803" fmla="*/ 2527892 w 3644004"/>
              <a:gd name="connsiteY803" fmla="*/ 1511281 h 2317325"/>
              <a:gd name="connsiteX804" fmla="*/ 2506945 w 3644004"/>
              <a:gd name="connsiteY804" fmla="*/ 1511281 h 2317325"/>
              <a:gd name="connsiteX805" fmla="*/ 2506945 w 3644004"/>
              <a:gd name="connsiteY805" fmla="*/ 1522409 h 2317325"/>
              <a:gd name="connsiteX806" fmla="*/ 2506945 w 3644004"/>
              <a:gd name="connsiteY806" fmla="*/ 1522409 h 2317325"/>
              <a:gd name="connsiteX807" fmla="*/ 603334 w 3644004"/>
              <a:gd name="connsiteY807" fmla="*/ 1544884 h 2317325"/>
              <a:gd name="connsiteX808" fmla="*/ 613808 w 3644004"/>
              <a:gd name="connsiteY808" fmla="*/ 1544884 h 2317325"/>
              <a:gd name="connsiteX809" fmla="*/ 619044 w 3644004"/>
              <a:gd name="connsiteY809" fmla="*/ 1533756 h 2317325"/>
              <a:gd name="connsiteX810" fmla="*/ 608571 w 3644004"/>
              <a:gd name="connsiteY810" fmla="*/ 1533756 h 2317325"/>
              <a:gd name="connsiteX811" fmla="*/ 603334 w 3644004"/>
              <a:gd name="connsiteY811" fmla="*/ 1544884 h 2317325"/>
              <a:gd name="connsiteX812" fmla="*/ 603334 w 3644004"/>
              <a:gd name="connsiteY812" fmla="*/ 1544884 h 2317325"/>
              <a:gd name="connsiteX813" fmla="*/ 786407 w 3644004"/>
              <a:gd name="connsiteY813" fmla="*/ 1578487 h 2317325"/>
              <a:gd name="connsiteX814" fmla="*/ 859723 w 3644004"/>
              <a:gd name="connsiteY814" fmla="*/ 1552303 h 2317325"/>
              <a:gd name="connsiteX815" fmla="*/ 786407 w 3644004"/>
              <a:gd name="connsiteY815" fmla="*/ 1578487 h 2317325"/>
              <a:gd name="connsiteX816" fmla="*/ 786407 w 3644004"/>
              <a:gd name="connsiteY816" fmla="*/ 1578487 h 2317325"/>
              <a:gd name="connsiteX817" fmla="*/ 1115895 w 3644004"/>
              <a:gd name="connsiteY817" fmla="*/ 1582197 h 2317325"/>
              <a:gd name="connsiteX818" fmla="*/ 1183974 w 3644004"/>
              <a:gd name="connsiteY818" fmla="*/ 1552303 h 2317325"/>
              <a:gd name="connsiteX819" fmla="*/ 1115895 w 3644004"/>
              <a:gd name="connsiteY819" fmla="*/ 1582197 h 2317325"/>
              <a:gd name="connsiteX820" fmla="*/ 1115895 w 3644004"/>
              <a:gd name="connsiteY820" fmla="*/ 1582197 h 2317325"/>
              <a:gd name="connsiteX821" fmla="*/ 2763334 w 3644004"/>
              <a:gd name="connsiteY821" fmla="*/ 1608381 h 2317325"/>
              <a:gd name="connsiteX822" fmla="*/ 2669288 w 3644004"/>
              <a:gd name="connsiteY822" fmla="*/ 1626929 h 2317325"/>
              <a:gd name="connsiteX823" fmla="*/ 2554295 w 3644004"/>
              <a:gd name="connsiteY823" fmla="*/ 1667951 h 2317325"/>
              <a:gd name="connsiteX824" fmla="*/ 2779263 w 3644004"/>
              <a:gd name="connsiteY824" fmla="*/ 1619510 h 2317325"/>
              <a:gd name="connsiteX825" fmla="*/ 2784500 w 3644004"/>
              <a:gd name="connsiteY825" fmla="*/ 1604672 h 2317325"/>
              <a:gd name="connsiteX826" fmla="*/ 2878546 w 3644004"/>
              <a:gd name="connsiteY826" fmla="*/ 1582197 h 2317325"/>
              <a:gd name="connsiteX827" fmla="*/ 2763334 w 3644004"/>
              <a:gd name="connsiteY827" fmla="*/ 1608381 h 2317325"/>
              <a:gd name="connsiteX828" fmla="*/ 2763334 w 3644004"/>
              <a:gd name="connsiteY828" fmla="*/ 1608381 h 2317325"/>
              <a:gd name="connsiteX829" fmla="*/ 922348 w 3644004"/>
              <a:gd name="connsiteY829" fmla="*/ 1641767 h 2317325"/>
              <a:gd name="connsiteX830" fmla="*/ 943295 w 3644004"/>
              <a:gd name="connsiteY830" fmla="*/ 1630638 h 2317325"/>
              <a:gd name="connsiteX831" fmla="*/ 922348 w 3644004"/>
              <a:gd name="connsiteY831" fmla="*/ 1641767 h 2317325"/>
              <a:gd name="connsiteX832" fmla="*/ 922348 w 3644004"/>
              <a:gd name="connsiteY832" fmla="*/ 1641767 h 2317325"/>
              <a:gd name="connsiteX833" fmla="*/ 885690 w 3644004"/>
              <a:gd name="connsiteY833" fmla="*/ 1768761 h 2317325"/>
              <a:gd name="connsiteX834" fmla="*/ 880453 w 3644004"/>
              <a:gd name="connsiteY834" fmla="*/ 1794946 h 2317325"/>
              <a:gd name="connsiteX835" fmla="*/ 948532 w 3644004"/>
              <a:gd name="connsiteY835" fmla="*/ 1761342 h 2317325"/>
              <a:gd name="connsiteX836" fmla="*/ 885690 w 3644004"/>
              <a:gd name="connsiteY836" fmla="*/ 1768761 h 2317325"/>
              <a:gd name="connsiteX837" fmla="*/ 885690 w 3644004"/>
              <a:gd name="connsiteY837" fmla="*/ 1768761 h 2317325"/>
              <a:gd name="connsiteX838" fmla="*/ 849250 w 3644004"/>
              <a:gd name="connsiteY838" fmla="*/ 1798437 h 2317325"/>
              <a:gd name="connsiteX839" fmla="*/ 859723 w 3644004"/>
              <a:gd name="connsiteY839" fmla="*/ 1779890 h 2317325"/>
              <a:gd name="connsiteX840" fmla="*/ 849250 w 3644004"/>
              <a:gd name="connsiteY840" fmla="*/ 1798437 h 2317325"/>
              <a:gd name="connsiteX841" fmla="*/ 849250 w 3644004"/>
              <a:gd name="connsiteY841" fmla="*/ 1798437 h 2317325"/>
              <a:gd name="connsiteX842" fmla="*/ 2611682 w 3644004"/>
              <a:gd name="connsiteY842" fmla="*/ 1824622 h 2317325"/>
              <a:gd name="connsiteX843" fmla="*/ 2643104 w 3644004"/>
              <a:gd name="connsiteY843" fmla="*/ 1828331 h 2317325"/>
              <a:gd name="connsiteX844" fmla="*/ 2648341 w 3644004"/>
              <a:gd name="connsiteY844" fmla="*/ 1813493 h 2317325"/>
              <a:gd name="connsiteX845" fmla="*/ 2664051 w 3644004"/>
              <a:gd name="connsiteY845" fmla="*/ 1813493 h 2317325"/>
              <a:gd name="connsiteX846" fmla="*/ 2669288 w 3644004"/>
              <a:gd name="connsiteY846" fmla="*/ 1820912 h 2317325"/>
              <a:gd name="connsiteX847" fmla="*/ 2679762 w 3644004"/>
              <a:gd name="connsiteY847" fmla="*/ 1820912 h 2317325"/>
              <a:gd name="connsiteX848" fmla="*/ 2705946 w 3644004"/>
              <a:gd name="connsiteY848" fmla="*/ 1787309 h 2317325"/>
              <a:gd name="connsiteX849" fmla="*/ 2611682 w 3644004"/>
              <a:gd name="connsiteY849" fmla="*/ 1824622 h 2317325"/>
              <a:gd name="connsiteX850" fmla="*/ 2611682 w 3644004"/>
              <a:gd name="connsiteY850" fmla="*/ 1824622 h 2317325"/>
              <a:gd name="connsiteX851" fmla="*/ 2580261 w 3644004"/>
              <a:gd name="connsiteY851" fmla="*/ 1843387 h 2317325"/>
              <a:gd name="connsiteX852" fmla="*/ 2601209 w 3644004"/>
              <a:gd name="connsiteY852" fmla="*/ 1847096 h 2317325"/>
              <a:gd name="connsiteX853" fmla="*/ 2622156 w 3644004"/>
              <a:gd name="connsiteY853" fmla="*/ 1835968 h 2317325"/>
              <a:gd name="connsiteX854" fmla="*/ 2580261 w 3644004"/>
              <a:gd name="connsiteY854" fmla="*/ 1843387 h 2317325"/>
              <a:gd name="connsiteX855" fmla="*/ 2580261 w 3644004"/>
              <a:gd name="connsiteY855" fmla="*/ 1843387 h 2317325"/>
              <a:gd name="connsiteX856" fmla="*/ 791644 w 3644004"/>
              <a:gd name="connsiteY856" fmla="*/ 1918013 h 2317325"/>
              <a:gd name="connsiteX857" fmla="*/ 828302 w 3644004"/>
              <a:gd name="connsiteY857" fmla="*/ 1895538 h 2317325"/>
              <a:gd name="connsiteX858" fmla="*/ 791644 w 3644004"/>
              <a:gd name="connsiteY858" fmla="*/ 1918013 h 2317325"/>
              <a:gd name="connsiteX859" fmla="*/ 791644 w 3644004"/>
              <a:gd name="connsiteY859" fmla="*/ 1918013 h 2317325"/>
              <a:gd name="connsiteX860" fmla="*/ 985191 w 3644004"/>
              <a:gd name="connsiteY860" fmla="*/ 1955107 h 2317325"/>
              <a:gd name="connsiteX861" fmla="*/ 1011375 w 3644004"/>
              <a:gd name="connsiteY861" fmla="*/ 1932632 h 2317325"/>
              <a:gd name="connsiteX862" fmla="*/ 1053270 w 3644004"/>
              <a:gd name="connsiteY862" fmla="*/ 1910157 h 2317325"/>
              <a:gd name="connsiteX863" fmla="*/ 985191 w 3644004"/>
              <a:gd name="connsiteY863" fmla="*/ 1955107 h 2317325"/>
              <a:gd name="connsiteX864" fmla="*/ 985191 w 3644004"/>
              <a:gd name="connsiteY864" fmla="*/ 1955107 h 2317325"/>
              <a:gd name="connsiteX865" fmla="*/ 2371003 w 3644004"/>
              <a:gd name="connsiteY865" fmla="*/ 2007476 h 2317325"/>
              <a:gd name="connsiteX866" fmla="*/ 2308161 w 3644004"/>
              <a:gd name="connsiteY866" fmla="*/ 2041080 h 2317325"/>
              <a:gd name="connsiteX867" fmla="*/ 2276740 w 3644004"/>
              <a:gd name="connsiteY867" fmla="*/ 2059627 h 2317325"/>
              <a:gd name="connsiteX868" fmla="*/ 2548622 w 3644004"/>
              <a:gd name="connsiteY868" fmla="*/ 1988711 h 2317325"/>
              <a:gd name="connsiteX869" fmla="*/ 2569569 w 3644004"/>
              <a:gd name="connsiteY869" fmla="*/ 1977582 h 2317325"/>
              <a:gd name="connsiteX870" fmla="*/ 2580043 w 3644004"/>
              <a:gd name="connsiteY870" fmla="*/ 1951398 h 2317325"/>
              <a:gd name="connsiteX871" fmla="*/ 2564332 w 3644004"/>
              <a:gd name="connsiteY871" fmla="*/ 1966236 h 2317325"/>
              <a:gd name="connsiteX872" fmla="*/ 2511963 w 3644004"/>
              <a:gd name="connsiteY872" fmla="*/ 1969945 h 2317325"/>
              <a:gd name="connsiteX873" fmla="*/ 2506726 w 3644004"/>
              <a:gd name="connsiteY873" fmla="*/ 1981074 h 2317325"/>
              <a:gd name="connsiteX874" fmla="*/ 2371003 w 3644004"/>
              <a:gd name="connsiteY874" fmla="*/ 2007476 h 2317325"/>
              <a:gd name="connsiteX875" fmla="*/ 2371003 w 3644004"/>
              <a:gd name="connsiteY875" fmla="*/ 2007476 h 2317325"/>
              <a:gd name="connsiteX876" fmla="*/ 2203641 w 3644004"/>
              <a:gd name="connsiteY876" fmla="*/ 2078393 h 2317325"/>
              <a:gd name="connsiteX877" fmla="*/ 2271721 w 3644004"/>
              <a:gd name="connsiteY877" fmla="*/ 2048499 h 2317325"/>
              <a:gd name="connsiteX878" fmla="*/ 2203641 w 3644004"/>
              <a:gd name="connsiteY878" fmla="*/ 2078393 h 2317325"/>
              <a:gd name="connsiteX879" fmla="*/ 2203641 w 3644004"/>
              <a:gd name="connsiteY879" fmla="*/ 2078393 h 2317325"/>
              <a:gd name="connsiteX880" fmla="*/ 948532 w 3644004"/>
              <a:gd name="connsiteY880" fmla="*/ 2108069 h 2317325"/>
              <a:gd name="connsiteX881" fmla="*/ 995664 w 3644004"/>
              <a:gd name="connsiteY881" fmla="*/ 2096940 h 2317325"/>
              <a:gd name="connsiteX882" fmla="*/ 985191 w 3644004"/>
              <a:gd name="connsiteY882" fmla="*/ 2082102 h 2317325"/>
              <a:gd name="connsiteX883" fmla="*/ 948532 w 3644004"/>
              <a:gd name="connsiteY883" fmla="*/ 2108069 h 2317325"/>
              <a:gd name="connsiteX884" fmla="*/ 948532 w 3644004"/>
              <a:gd name="connsiteY884" fmla="*/ 2108069 h 2317325"/>
              <a:gd name="connsiteX885" fmla="*/ 2109595 w 3644004"/>
              <a:gd name="connsiteY885" fmla="*/ 2108069 h 2317325"/>
              <a:gd name="connsiteX886" fmla="*/ 2161964 w 3644004"/>
              <a:gd name="connsiteY886" fmla="*/ 2089521 h 2317325"/>
              <a:gd name="connsiteX887" fmla="*/ 2109595 w 3644004"/>
              <a:gd name="connsiteY887" fmla="*/ 2108069 h 2317325"/>
              <a:gd name="connsiteX888" fmla="*/ 2109595 w 3644004"/>
              <a:gd name="connsiteY888" fmla="*/ 2108069 h 2317325"/>
              <a:gd name="connsiteX889" fmla="*/ 854486 w 3644004"/>
              <a:gd name="connsiteY889" fmla="*/ 2145381 h 2317325"/>
              <a:gd name="connsiteX890" fmla="*/ 917329 w 3644004"/>
              <a:gd name="connsiteY890" fmla="*/ 2115487 h 2317325"/>
              <a:gd name="connsiteX891" fmla="*/ 854486 w 3644004"/>
              <a:gd name="connsiteY891" fmla="*/ 2145381 h 2317325"/>
              <a:gd name="connsiteX892" fmla="*/ 854486 w 3644004"/>
              <a:gd name="connsiteY892" fmla="*/ 2145381 h 2317325"/>
              <a:gd name="connsiteX893" fmla="*/ 734038 w 3644004"/>
              <a:gd name="connsiteY893" fmla="*/ 2190331 h 2317325"/>
              <a:gd name="connsiteX894" fmla="*/ 775933 w 3644004"/>
              <a:gd name="connsiteY894" fmla="*/ 2167856 h 2317325"/>
              <a:gd name="connsiteX895" fmla="*/ 734038 w 3644004"/>
              <a:gd name="connsiteY895" fmla="*/ 2190331 h 2317325"/>
              <a:gd name="connsiteX896" fmla="*/ 734038 w 3644004"/>
              <a:gd name="connsiteY896" fmla="*/ 2190331 h 231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Lst>
            <a:rect l="l" t="t" r="r" b="b"/>
            <a:pathLst>
              <a:path w="3644004" h="2317325">
                <a:moveTo>
                  <a:pt x="2114832" y="198129"/>
                </a:moveTo>
                <a:cubicBezTo>
                  <a:pt x="2120069" y="190710"/>
                  <a:pt x="2125306" y="205548"/>
                  <a:pt x="2130543" y="201839"/>
                </a:cubicBezTo>
                <a:cubicBezTo>
                  <a:pt x="2130543" y="190710"/>
                  <a:pt x="2167201" y="183291"/>
                  <a:pt x="2188149" y="179364"/>
                </a:cubicBezTo>
                <a:cubicBezTo>
                  <a:pt x="2198623" y="183073"/>
                  <a:pt x="2198623" y="194202"/>
                  <a:pt x="2198623" y="201839"/>
                </a:cubicBezTo>
                <a:cubicBezTo>
                  <a:pt x="1942451" y="253989"/>
                  <a:pt x="1701772" y="321196"/>
                  <a:pt x="1487278" y="410660"/>
                </a:cubicBezTo>
                <a:cubicBezTo>
                  <a:pt x="1461093" y="403241"/>
                  <a:pt x="1434909" y="410660"/>
                  <a:pt x="1413961" y="414369"/>
                </a:cubicBezTo>
                <a:cubicBezTo>
                  <a:pt x="1403487" y="425498"/>
                  <a:pt x="1387777" y="436844"/>
                  <a:pt x="1361592" y="436844"/>
                </a:cubicBezTo>
                <a:cubicBezTo>
                  <a:pt x="1351119" y="440554"/>
                  <a:pt x="1345882" y="440554"/>
                  <a:pt x="1345882" y="455392"/>
                </a:cubicBezTo>
                <a:cubicBezTo>
                  <a:pt x="1309223" y="451682"/>
                  <a:pt x="1303987" y="470230"/>
                  <a:pt x="1283039" y="481576"/>
                </a:cubicBezTo>
                <a:cubicBezTo>
                  <a:pt x="1256854" y="474157"/>
                  <a:pt x="1230670" y="485286"/>
                  <a:pt x="1225433" y="500123"/>
                </a:cubicBezTo>
                <a:cubicBezTo>
                  <a:pt x="1178301" y="488995"/>
                  <a:pt x="1167827" y="522598"/>
                  <a:pt x="1141861" y="537436"/>
                </a:cubicBezTo>
                <a:cubicBezTo>
                  <a:pt x="1256854" y="500123"/>
                  <a:pt x="1392796" y="459101"/>
                  <a:pt x="1518481" y="421788"/>
                </a:cubicBezTo>
                <a:cubicBezTo>
                  <a:pt x="1586561" y="399313"/>
                  <a:pt x="1654422" y="380766"/>
                  <a:pt x="1712028" y="354581"/>
                </a:cubicBezTo>
                <a:cubicBezTo>
                  <a:pt x="1942233" y="302431"/>
                  <a:pt x="2140799" y="216458"/>
                  <a:pt x="2360530" y="168017"/>
                </a:cubicBezTo>
                <a:cubicBezTo>
                  <a:pt x="2360530" y="153179"/>
                  <a:pt x="2334345" y="156889"/>
                  <a:pt x="2323871" y="145542"/>
                </a:cubicBezTo>
                <a:cubicBezTo>
                  <a:pt x="2376240" y="123067"/>
                  <a:pt x="2433628" y="152961"/>
                  <a:pt x="2480760" y="130704"/>
                </a:cubicBezTo>
                <a:cubicBezTo>
                  <a:pt x="2485997" y="134414"/>
                  <a:pt x="2485997" y="138123"/>
                  <a:pt x="2485997" y="145542"/>
                </a:cubicBezTo>
                <a:cubicBezTo>
                  <a:pt x="2637649" y="119358"/>
                  <a:pt x="2778827" y="89682"/>
                  <a:pt x="2893820" y="37313"/>
                </a:cubicBezTo>
                <a:cubicBezTo>
                  <a:pt x="2961900" y="33603"/>
                  <a:pt x="2998340" y="3709"/>
                  <a:pt x="3061182" y="0"/>
                </a:cubicBezTo>
                <a:cubicBezTo>
                  <a:pt x="3071656" y="0"/>
                  <a:pt x="3071656" y="3709"/>
                  <a:pt x="3071656" y="7419"/>
                </a:cubicBezTo>
                <a:cubicBezTo>
                  <a:pt x="3103078" y="7419"/>
                  <a:pt x="3150210" y="0"/>
                  <a:pt x="3181413" y="7419"/>
                </a:cubicBezTo>
                <a:cubicBezTo>
                  <a:pt x="3170939" y="14838"/>
                  <a:pt x="3144755" y="3709"/>
                  <a:pt x="3144755" y="14838"/>
                </a:cubicBezTo>
                <a:cubicBezTo>
                  <a:pt x="2998340" y="29676"/>
                  <a:pt x="2914550" y="85754"/>
                  <a:pt x="2778608" y="104301"/>
                </a:cubicBezTo>
                <a:cubicBezTo>
                  <a:pt x="2569351" y="164089"/>
                  <a:pt x="2349838" y="212531"/>
                  <a:pt x="2172002" y="290866"/>
                </a:cubicBezTo>
                <a:cubicBezTo>
                  <a:pt x="2192949" y="317050"/>
                  <a:pt x="2229608" y="294575"/>
                  <a:pt x="2271284" y="287156"/>
                </a:cubicBezTo>
                <a:cubicBezTo>
                  <a:pt x="2271284" y="279737"/>
                  <a:pt x="2260811" y="279737"/>
                  <a:pt x="2250337" y="276028"/>
                </a:cubicBezTo>
                <a:cubicBezTo>
                  <a:pt x="2255574" y="272319"/>
                  <a:pt x="2271284" y="268609"/>
                  <a:pt x="2281758" y="276028"/>
                </a:cubicBezTo>
                <a:cubicBezTo>
                  <a:pt x="2281758" y="283447"/>
                  <a:pt x="2271284" y="283447"/>
                  <a:pt x="2271284" y="290866"/>
                </a:cubicBezTo>
                <a:cubicBezTo>
                  <a:pt x="2302706" y="317050"/>
                  <a:pt x="2328890" y="287156"/>
                  <a:pt x="2370567" y="279737"/>
                </a:cubicBezTo>
                <a:cubicBezTo>
                  <a:pt x="2370567" y="287156"/>
                  <a:pt x="2349620" y="290866"/>
                  <a:pt x="2365330" y="290866"/>
                </a:cubicBezTo>
                <a:cubicBezTo>
                  <a:pt x="2365330" y="301994"/>
                  <a:pt x="2344383" y="301994"/>
                  <a:pt x="2339146" y="294575"/>
                </a:cubicBezTo>
                <a:cubicBezTo>
                  <a:pt x="2344383" y="298285"/>
                  <a:pt x="2344383" y="301994"/>
                  <a:pt x="2339146" y="301994"/>
                </a:cubicBezTo>
                <a:cubicBezTo>
                  <a:pt x="2360093" y="309413"/>
                  <a:pt x="2391515" y="294575"/>
                  <a:pt x="2422718" y="294575"/>
                </a:cubicBezTo>
                <a:cubicBezTo>
                  <a:pt x="2407007" y="313123"/>
                  <a:pt x="2365112" y="309413"/>
                  <a:pt x="2339146" y="320760"/>
                </a:cubicBezTo>
                <a:cubicBezTo>
                  <a:pt x="2339146" y="331888"/>
                  <a:pt x="2349620" y="328179"/>
                  <a:pt x="2339146" y="335598"/>
                </a:cubicBezTo>
                <a:cubicBezTo>
                  <a:pt x="2433192" y="328179"/>
                  <a:pt x="2564114" y="290866"/>
                  <a:pt x="2668634" y="268391"/>
                </a:cubicBezTo>
                <a:cubicBezTo>
                  <a:pt x="2668634" y="294575"/>
                  <a:pt x="2616265" y="286938"/>
                  <a:pt x="2600554" y="301994"/>
                </a:cubicBezTo>
                <a:cubicBezTo>
                  <a:pt x="2616265" y="309413"/>
                  <a:pt x="2637212" y="301994"/>
                  <a:pt x="2631976" y="316832"/>
                </a:cubicBezTo>
                <a:cubicBezTo>
                  <a:pt x="2778390" y="283229"/>
                  <a:pt x="2945753" y="245916"/>
                  <a:pt x="3086931" y="201184"/>
                </a:cubicBezTo>
                <a:cubicBezTo>
                  <a:pt x="3123589" y="190056"/>
                  <a:pt x="3155010" y="175000"/>
                  <a:pt x="3207161" y="178709"/>
                </a:cubicBezTo>
                <a:cubicBezTo>
                  <a:pt x="3233345" y="178709"/>
                  <a:pt x="3254293" y="193547"/>
                  <a:pt x="3280477" y="189837"/>
                </a:cubicBezTo>
                <a:cubicBezTo>
                  <a:pt x="3290951" y="208385"/>
                  <a:pt x="3322372" y="208385"/>
                  <a:pt x="3343320" y="216022"/>
                </a:cubicBezTo>
                <a:cubicBezTo>
                  <a:pt x="3343320" y="230860"/>
                  <a:pt x="3317136" y="227150"/>
                  <a:pt x="3311899" y="238497"/>
                </a:cubicBezTo>
                <a:cubicBezTo>
                  <a:pt x="3296188" y="234787"/>
                  <a:pt x="3290951" y="223659"/>
                  <a:pt x="3285714" y="208603"/>
                </a:cubicBezTo>
                <a:cubicBezTo>
                  <a:pt x="3264767" y="208603"/>
                  <a:pt x="3243819" y="208603"/>
                  <a:pt x="3243819" y="219731"/>
                </a:cubicBezTo>
                <a:cubicBezTo>
                  <a:pt x="3217635" y="201184"/>
                  <a:pt x="3155010" y="216022"/>
                  <a:pt x="3123589" y="227150"/>
                </a:cubicBezTo>
                <a:cubicBezTo>
                  <a:pt x="3149773" y="234569"/>
                  <a:pt x="3170721" y="230860"/>
                  <a:pt x="3196905" y="230860"/>
                </a:cubicBezTo>
                <a:cubicBezTo>
                  <a:pt x="3165484" y="245698"/>
                  <a:pt x="3113333" y="241988"/>
                  <a:pt x="3071438" y="253335"/>
                </a:cubicBezTo>
                <a:cubicBezTo>
                  <a:pt x="3066201" y="253335"/>
                  <a:pt x="3060964" y="260754"/>
                  <a:pt x="3055727" y="264463"/>
                </a:cubicBezTo>
                <a:cubicBezTo>
                  <a:pt x="2883128" y="309195"/>
                  <a:pt x="2726240" y="357636"/>
                  <a:pt x="2543166" y="398659"/>
                </a:cubicBezTo>
                <a:cubicBezTo>
                  <a:pt x="2579825" y="413497"/>
                  <a:pt x="2516982" y="406078"/>
                  <a:pt x="2485561" y="409787"/>
                </a:cubicBezTo>
                <a:cubicBezTo>
                  <a:pt x="2396752" y="420915"/>
                  <a:pt x="2292014" y="465647"/>
                  <a:pt x="2208442" y="476994"/>
                </a:cubicBezTo>
                <a:cubicBezTo>
                  <a:pt x="2213679" y="484413"/>
                  <a:pt x="2213679" y="488122"/>
                  <a:pt x="2208442" y="491832"/>
                </a:cubicBezTo>
                <a:cubicBezTo>
                  <a:pt x="2260811" y="469357"/>
                  <a:pt x="2349620" y="473284"/>
                  <a:pt x="2422936" y="454519"/>
                </a:cubicBezTo>
                <a:cubicBezTo>
                  <a:pt x="2417699" y="461938"/>
                  <a:pt x="2412462" y="465647"/>
                  <a:pt x="2412462" y="469357"/>
                </a:cubicBezTo>
                <a:cubicBezTo>
                  <a:pt x="2443884" y="480485"/>
                  <a:pt x="2475305" y="461938"/>
                  <a:pt x="2506508" y="458228"/>
                </a:cubicBezTo>
                <a:cubicBezTo>
                  <a:pt x="2506508" y="454519"/>
                  <a:pt x="2485561" y="450809"/>
                  <a:pt x="2501271" y="450809"/>
                </a:cubicBezTo>
                <a:cubicBezTo>
                  <a:pt x="2600554" y="461938"/>
                  <a:pt x="2752206" y="424625"/>
                  <a:pt x="2841233" y="406078"/>
                </a:cubicBezTo>
                <a:cubicBezTo>
                  <a:pt x="2966700" y="379893"/>
                  <a:pt x="3060964" y="320323"/>
                  <a:pt x="3186432" y="305267"/>
                </a:cubicBezTo>
                <a:cubicBezTo>
                  <a:pt x="3034780" y="361128"/>
                  <a:pt x="2862181" y="402368"/>
                  <a:pt x="2700055" y="454519"/>
                </a:cubicBezTo>
                <a:cubicBezTo>
                  <a:pt x="2757661" y="473066"/>
                  <a:pt x="2815048" y="443390"/>
                  <a:pt x="2862181" y="428334"/>
                </a:cubicBezTo>
                <a:cubicBezTo>
                  <a:pt x="2982411" y="413497"/>
                  <a:pt x="3066201" y="368546"/>
                  <a:pt x="3165484" y="342580"/>
                </a:cubicBezTo>
                <a:cubicBezTo>
                  <a:pt x="3155010" y="346290"/>
                  <a:pt x="3155010" y="353709"/>
                  <a:pt x="3149773" y="365055"/>
                </a:cubicBezTo>
                <a:cubicBezTo>
                  <a:pt x="3097404" y="387530"/>
                  <a:pt x="3019069" y="391240"/>
                  <a:pt x="2982411" y="428553"/>
                </a:cubicBezTo>
                <a:cubicBezTo>
                  <a:pt x="2935279" y="428553"/>
                  <a:pt x="2903858" y="443390"/>
                  <a:pt x="2877891" y="454737"/>
                </a:cubicBezTo>
                <a:cubicBezTo>
                  <a:pt x="2904076" y="462156"/>
                  <a:pt x="2956445" y="443609"/>
                  <a:pt x="2982411" y="458447"/>
                </a:cubicBezTo>
                <a:cubicBezTo>
                  <a:pt x="2883128" y="503178"/>
                  <a:pt x="2752206" y="518234"/>
                  <a:pt x="2652923" y="551620"/>
                </a:cubicBezTo>
                <a:cubicBezTo>
                  <a:pt x="2694818" y="559039"/>
                  <a:pt x="2736495" y="559039"/>
                  <a:pt x="2783627" y="555329"/>
                </a:cubicBezTo>
                <a:cubicBezTo>
                  <a:pt x="2778390" y="562748"/>
                  <a:pt x="2783627" y="566457"/>
                  <a:pt x="2788864" y="570167"/>
                </a:cubicBezTo>
                <a:cubicBezTo>
                  <a:pt x="2971937" y="543982"/>
                  <a:pt x="3128826" y="499251"/>
                  <a:pt x="3275240" y="447100"/>
                </a:cubicBezTo>
                <a:cubicBezTo>
                  <a:pt x="3290951" y="473284"/>
                  <a:pt x="3374523" y="432262"/>
                  <a:pt x="3384997" y="465647"/>
                </a:cubicBezTo>
                <a:cubicBezTo>
                  <a:pt x="3290951" y="491832"/>
                  <a:pt x="3201924" y="521507"/>
                  <a:pt x="3113115" y="547692"/>
                </a:cubicBezTo>
                <a:cubicBezTo>
                  <a:pt x="3113115" y="555111"/>
                  <a:pt x="3113115" y="562530"/>
                  <a:pt x="3113115" y="566239"/>
                </a:cubicBezTo>
                <a:cubicBezTo>
                  <a:pt x="3019069" y="592424"/>
                  <a:pt x="2924805" y="614681"/>
                  <a:pt x="2825522" y="637156"/>
                </a:cubicBezTo>
                <a:cubicBezTo>
                  <a:pt x="2825522" y="648284"/>
                  <a:pt x="2846470" y="640865"/>
                  <a:pt x="2856944" y="640865"/>
                </a:cubicBezTo>
                <a:cubicBezTo>
                  <a:pt x="2841233" y="659412"/>
                  <a:pt x="2799338" y="659412"/>
                  <a:pt x="2773372" y="667050"/>
                </a:cubicBezTo>
                <a:cubicBezTo>
                  <a:pt x="2773372" y="674468"/>
                  <a:pt x="2778608" y="674468"/>
                  <a:pt x="2778608" y="681887"/>
                </a:cubicBezTo>
                <a:cubicBezTo>
                  <a:pt x="2741950" y="689306"/>
                  <a:pt x="2695036" y="681887"/>
                  <a:pt x="2684563" y="708072"/>
                </a:cubicBezTo>
                <a:cubicBezTo>
                  <a:pt x="2684563" y="711781"/>
                  <a:pt x="2715984" y="708072"/>
                  <a:pt x="2715984" y="700653"/>
                </a:cubicBezTo>
                <a:cubicBezTo>
                  <a:pt x="2736932" y="719200"/>
                  <a:pt x="2663615" y="711781"/>
                  <a:pt x="2663615" y="730547"/>
                </a:cubicBezTo>
                <a:cubicBezTo>
                  <a:pt x="2715984" y="723128"/>
                  <a:pt x="2794319" y="715709"/>
                  <a:pt x="2836214" y="693234"/>
                </a:cubicBezTo>
                <a:cubicBezTo>
                  <a:pt x="2825740" y="689524"/>
                  <a:pt x="2810030" y="693234"/>
                  <a:pt x="2810030" y="674687"/>
                </a:cubicBezTo>
                <a:cubicBezTo>
                  <a:pt x="2825740" y="674687"/>
                  <a:pt x="2830977" y="685815"/>
                  <a:pt x="2841451" y="689524"/>
                </a:cubicBezTo>
                <a:cubicBezTo>
                  <a:pt x="2914768" y="663340"/>
                  <a:pt x="2987866" y="633664"/>
                  <a:pt x="3055946" y="600061"/>
                </a:cubicBezTo>
                <a:cubicBezTo>
                  <a:pt x="3050709" y="592642"/>
                  <a:pt x="3045472" y="603770"/>
                  <a:pt x="3045472" y="596351"/>
                </a:cubicBezTo>
                <a:cubicBezTo>
                  <a:pt x="3092604" y="585223"/>
                  <a:pt x="3155228" y="544201"/>
                  <a:pt x="3197124" y="551620"/>
                </a:cubicBezTo>
                <a:cubicBezTo>
                  <a:pt x="3129044" y="577804"/>
                  <a:pt x="3066419" y="607480"/>
                  <a:pt x="3003577" y="637374"/>
                </a:cubicBezTo>
                <a:cubicBezTo>
                  <a:pt x="3003577" y="648502"/>
                  <a:pt x="3014051" y="644793"/>
                  <a:pt x="3003577" y="652212"/>
                </a:cubicBezTo>
                <a:cubicBezTo>
                  <a:pt x="2920005" y="696943"/>
                  <a:pt x="2841451" y="756731"/>
                  <a:pt x="2715984" y="782698"/>
                </a:cubicBezTo>
                <a:cubicBezTo>
                  <a:pt x="2752642" y="793826"/>
                  <a:pt x="2794537" y="771569"/>
                  <a:pt x="2830977" y="778988"/>
                </a:cubicBezTo>
                <a:cubicBezTo>
                  <a:pt x="2773372" y="801463"/>
                  <a:pt x="2637431" y="793826"/>
                  <a:pt x="2569569" y="834848"/>
                </a:cubicBezTo>
                <a:cubicBezTo>
                  <a:pt x="2595753" y="827429"/>
                  <a:pt x="2606227" y="834848"/>
                  <a:pt x="2616701" y="845977"/>
                </a:cubicBezTo>
                <a:cubicBezTo>
                  <a:pt x="2648122" y="842267"/>
                  <a:pt x="2669070" y="834848"/>
                  <a:pt x="2695255" y="831139"/>
                </a:cubicBezTo>
                <a:cubicBezTo>
                  <a:pt x="2695255" y="823720"/>
                  <a:pt x="2710965" y="816301"/>
                  <a:pt x="2726676" y="812592"/>
                </a:cubicBezTo>
                <a:cubicBezTo>
                  <a:pt x="2726676" y="816301"/>
                  <a:pt x="2705728" y="835067"/>
                  <a:pt x="2700491" y="849904"/>
                </a:cubicBezTo>
                <a:cubicBezTo>
                  <a:pt x="2705728" y="853614"/>
                  <a:pt x="2705728" y="853614"/>
                  <a:pt x="2705728" y="857323"/>
                </a:cubicBezTo>
                <a:cubicBezTo>
                  <a:pt x="2731913" y="849904"/>
                  <a:pt x="2768571" y="846195"/>
                  <a:pt x="2789301" y="831139"/>
                </a:cubicBezTo>
                <a:cubicBezTo>
                  <a:pt x="2757879" y="861033"/>
                  <a:pt x="2679544" y="879580"/>
                  <a:pt x="2621938" y="886999"/>
                </a:cubicBezTo>
                <a:cubicBezTo>
                  <a:pt x="2611464" y="886999"/>
                  <a:pt x="2616701" y="905546"/>
                  <a:pt x="2606227" y="909474"/>
                </a:cubicBezTo>
                <a:cubicBezTo>
                  <a:pt x="2595753" y="905765"/>
                  <a:pt x="2590517" y="902055"/>
                  <a:pt x="2574806" y="905765"/>
                </a:cubicBezTo>
                <a:cubicBezTo>
                  <a:pt x="2522437" y="935659"/>
                  <a:pt x="2454576" y="954206"/>
                  <a:pt x="2402207" y="984100"/>
                </a:cubicBezTo>
                <a:cubicBezTo>
                  <a:pt x="2449339" y="998938"/>
                  <a:pt x="2501490" y="939368"/>
                  <a:pt x="2543385" y="950496"/>
                </a:cubicBezTo>
                <a:cubicBezTo>
                  <a:pt x="2564332" y="931949"/>
                  <a:pt x="2590517" y="916893"/>
                  <a:pt x="2632194" y="913184"/>
                </a:cubicBezTo>
                <a:cubicBezTo>
                  <a:pt x="2637431" y="913184"/>
                  <a:pt x="2632194" y="909474"/>
                  <a:pt x="2632194" y="902055"/>
                </a:cubicBezTo>
                <a:cubicBezTo>
                  <a:pt x="2684563" y="909474"/>
                  <a:pt x="2689800" y="875871"/>
                  <a:pt x="2741950" y="868452"/>
                </a:cubicBezTo>
                <a:cubicBezTo>
                  <a:pt x="2731476" y="883290"/>
                  <a:pt x="2726240" y="883290"/>
                  <a:pt x="2731476" y="902055"/>
                </a:cubicBezTo>
                <a:cubicBezTo>
                  <a:pt x="2736713" y="887217"/>
                  <a:pt x="2752424" y="913184"/>
                  <a:pt x="2762898" y="898346"/>
                </a:cubicBezTo>
                <a:cubicBezTo>
                  <a:pt x="2768135" y="902055"/>
                  <a:pt x="2752424" y="920821"/>
                  <a:pt x="2726240" y="916893"/>
                </a:cubicBezTo>
                <a:cubicBezTo>
                  <a:pt x="2726240" y="913184"/>
                  <a:pt x="2726240" y="905765"/>
                  <a:pt x="2726240" y="902055"/>
                </a:cubicBezTo>
                <a:cubicBezTo>
                  <a:pt x="2689581" y="898346"/>
                  <a:pt x="2705292" y="913184"/>
                  <a:pt x="2694818" y="924530"/>
                </a:cubicBezTo>
                <a:cubicBezTo>
                  <a:pt x="2679108" y="928240"/>
                  <a:pt x="2689581" y="917111"/>
                  <a:pt x="2689581" y="913402"/>
                </a:cubicBezTo>
                <a:cubicBezTo>
                  <a:pt x="2658160" y="909692"/>
                  <a:pt x="2658160" y="928240"/>
                  <a:pt x="2642449" y="935877"/>
                </a:cubicBezTo>
                <a:cubicBezTo>
                  <a:pt x="2642449" y="943296"/>
                  <a:pt x="2652923" y="943296"/>
                  <a:pt x="2668634" y="943296"/>
                </a:cubicBezTo>
                <a:cubicBezTo>
                  <a:pt x="2668634" y="954424"/>
                  <a:pt x="2658160" y="950715"/>
                  <a:pt x="2658160" y="958134"/>
                </a:cubicBezTo>
                <a:cubicBezTo>
                  <a:pt x="2705292" y="976681"/>
                  <a:pt x="2762679" y="935659"/>
                  <a:pt x="2804575" y="920821"/>
                </a:cubicBezTo>
                <a:cubicBezTo>
                  <a:pt x="2809812" y="931949"/>
                  <a:pt x="2773153" y="939368"/>
                  <a:pt x="2762679" y="950715"/>
                </a:cubicBezTo>
                <a:cubicBezTo>
                  <a:pt x="2882910" y="947005"/>
                  <a:pt x="2966700" y="868670"/>
                  <a:pt x="3071220" y="857542"/>
                </a:cubicBezTo>
                <a:cubicBezTo>
                  <a:pt x="3039798" y="898564"/>
                  <a:pt x="2966700" y="913402"/>
                  <a:pt x="2914331" y="939586"/>
                </a:cubicBezTo>
                <a:cubicBezTo>
                  <a:pt x="2930042" y="947005"/>
                  <a:pt x="2971937" y="939586"/>
                  <a:pt x="2997903" y="943296"/>
                </a:cubicBezTo>
                <a:cubicBezTo>
                  <a:pt x="2945534" y="958134"/>
                  <a:pt x="2882910" y="943296"/>
                  <a:pt x="2841015" y="969480"/>
                </a:cubicBezTo>
                <a:cubicBezTo>
                  <a:pt x="2851489" y="973190"/>
                  <a:pt x="2888147" y="965771"/>
                  <a:pt x="2914331" y="965771"/>
                </a:cubicBezTo>
                <a:cubicBezTo>
                  <a:pt x="2903858" y="995665"/>
                  <a:pt x="2841015" y="984318"/>
                  <a:pt x="2815048" y="995665"/>
                </a:cubicBezTo>
                <a:cubicBezTo>
                  <a:pt x="2820285" y="1003084"/>
                  <a:pt x="2835996" y="999374"/>
                  <a:pt x="2830759" y="1010503"/>
                </a:cubicBezTo>
                <a:cubicBezTo>
                  <a:pt x="2804575" y="1014212"/>
                  <a:pt x="2788864" y="1029050"/>
                  <a:pt x="2762679" y="1021631"/>
                </a:cubicBezTo>
                <a:cubicBezTo>
                  <a:pt x="2746969" y="1025340"/>
                  <a:pt x="2762679" y="1032759"/>
                  <a:pt x="2752206" y="1044106"/>
                </a:cubicBezTo>
                <a:cubicBezTo>
                  <a:pt x="2736495" y="1047815"/>
                  <a:pt x="2741732" y="1036687"/>
                  <a:pt x="2731258" y="1036687"/>
                </a:cubicBezTo>
                <a:cubicBezTo>
                  <a:pt x="2726021" y="1055234"/>
                  <a:pt x="2684126" y="1044106"/>
                  <a:pt x="2684126" y="1070290"/>
                </a:cubicBezTo>
                <a:cubicBezTo>
                  <a:pt x="2652705" y="1059162"/>
                  <a:pt x="2626520" y="1081419"/>
                  <a:pt x="2616047" y="1103894"/>
                </a:cubicBezTo>
                <a:cubicBezTo>
                  <a:pt x="2642231" y="1111313"/>
                  <a:pt x="2631757" y="1089056"/>
                  <a:pt x="2652705" y="1089056"/>
                </a:cubicBezTo>
                <a:cubicBezTo>
                  <a:pt x="2652705" y="1092765"/>
                  <a:pt x="2652705" y="1096475"/>
                  <a:pt x="2652705" y="1100184"/>
                </a:cubicBezTo>
                <a:cubicBezTo>
                  <a:pt x="2668415" y="1096475"/>
                  <a:pt x="2689363" y="1096475"/>
                  <a:pt x="2678889" y="1081637"/>
                </a:cubicBezTo>
                <a:cubicBezTo>
                  <a:pt x="2699837" y="1089056"/>
                  <a:pt x="2741732" y="1089056"/>
                  <a:pt x="2772935" y="1081637"/>
                </a:cubicBezTo>
                <a:cubicBezTo>
                  <a:pt x="2767698" y="1077928"/>
                  <a:pt x="2757224" y="1077928"/>
                  <a:pt x="2762461" y="1066799"/>
                </a:cubicBezTo>
                <a:cubicBezTo>
                  <a:pt x="2846034" y="1089274"/>
                  <a:pt x="2919350" y="1014648"/>
                  <a:pt x="2997903" y="1018358"/>
                </a:cubicBezTo>
                <a:cubicBezTo>
                  <a:pt x="2961245" y="1059380"/>
                  <a:pt x="2861962" y="1055671"/>
                  <a:pt x="2825304" y="1096693"/>
                </a:cubicBezTo>
                <a:cubicBezTo>
                  <a:pt x="2893384" y="1096693"/>
                  <a:pt x="2950771" y="1059380"/>
                  <a:pt x="3013614" y="1044542"/>
                </a:cubicBezTo>
                <a:cubicBezTo>
                  <a:pt x="3013614" y="1048252"/>
                  <a:pt x="2992666" y="1051961"/>
                  <a:pt x="3008377" y="1055671"/>
                </a:cubicBezTo>
                <a:cubicBezTo>
                  <a:pt x="2940297" y="1070509"/>
                  <a:pt x="2903858" y="1104112"/>
                  <a:pt x="2835778" y="1107822"/>
                </a:cubicBezTo>
                <a:cubicBezTo>
                  <a:pt x="2830541" y="1115240"/>
                  <a:pt x="2851489" y="1118950"/>
                  <a:pt x="2835778" y="1122659"/>
                </a:cubicBezTo>
                <a:cubicBezTo>
                  <a:pt x="2820067" y="1115240"/>
                  <a:pt x="2809593" y="1133788"/>
                  <a:pt x="2793883" y="1130078"/>
                </a:cubicBezTo>
                <a:cubicBezTo>
                  <a:pt x="2788646" y="1141207"/>
                  <a:pt x="2799120" y="1141207"/>
                  <a:pt x="2799120" y="1152553"/>
                </a:cubicBezTo>
                <a:cubicBezTo>
                  <a:pt x="2778172" y="1148844"/>
                  <a:pt x="2772935" y="1156263"/>
                  <a:pt x="2757224" y="1156263"/>
                </a:cubicBezTo>
                <a:cubicBezTo>
                  <a:pt x="2762461" y="1212123"/>
                  <a:pt x="2872218" y="1156263"/>
                  <a:pt x="2908876" y="1145134"/>
                </a:cubicBezTo>
                <a:cubicBezTo>
                  <a:pt x="2903639" y="1148844"/>
                  <a:pt x="2903639" y="1152553"/>
                  <a:pt x="2914113" y="1152553"/>
                </a:cubicBezTo>
                <a:cubicBezTo>
                  <a:pt x="2903639" y="1159972"/>
                  <a:pt x="2887929" y="1156263"/>
                  <a:pt x="2866981" y="1163682"/>
                </a:cubicBezTo>
                <a:cubicBezTo>
                  <a:pt x="2866981" y="1174810"/>
                  <a:pt x="2872218" y="1178520"/>
                  <a:pt x="2882692" y="1178520"/>
                </a:cubicBezTo>
                <a:cubicBezTo>
                  <a:pt x="2919350" y="1171101"/>
                  <a:pt x="2956008" y="1152335"/>
                  <a:pt x="2976738" y="1148626"/>
                </a:cubicBezTo>
                <a:cubicBezTo>
                  <a:pt x="2992448" y="1156045"/>
                  <a:pt x="2945316" y="1167173"/>
                  <a:pt x="2955790" y="1171101"/>
                </a:cubicBezTo>
                <a:cubicBezTo>
                  <a:pt x="2913895" y="1189648"/>
                  <a:pt x="2872218" y="1197285"/>
                  <a:pt x="2846034" y="1219542"/>
                </a:cubicBezTo>
                <a:cubicBezTo>
                  <a:pt x="2882692" y="1215832"/>
                  <a:pt x="2976738" y="1200995"/>
                  <a:pt x="2971501" y="1171101"/>
                </a:cubicBezTo>
                <a:cubicBezTo>
                  <a:pt x="3039580" y="1167391"/>
                  <a:pt x="3091731" y="1144916"/>
                  <a:pt x="3149337" y="1130078"/>
                </a:cubicBezTo>
                <a:cubicBezTo>
                  <a:pt x="3128389" y="1130078"/>
                  <a:pt x="3138863" y="1122659"/>
                  <a:pt x="3154574" y="1115240"/>
                </a:cubicBezTo>
                <a:cubicBezTo>
                  <a:pt x="3170284" y="1115240"/>
                  <a:pt x="3175521" y="1126369"/>
                  <a:pt x="3185995" y="1115240"/>
                </a:cubicBezTo>
                <a:cubicBezTo>
                  <a:pt x="3201706" y="1115240"/>
                  <a:pt x="3201706" y="1126369"/>
                  <a:pt x="3191232" y="1130078"/>
                </a:cubicBezTo>
                <a:cubicBezTo>
                  <a:pt x="3238364" y="1115240"/>
                  <a:pt x="3274804" y="1100184"/>
                  <a:pt x="3311462" y="1092765"/>
                </a:cubicBezTo>
                <a:cubicBezTo>
                  <a:pt x="3316699" y="1096475"/>
                  <a:pt x="3306226" y="1100184"/>
                  <a:pt x="3311462" y="1103894"/>
                </a:cubicBezTo>
                <a:cubicBezTo>
                  <a:pt x="3327173" y="1107603"/>
                  <a:pt x="3321936" y="1096475"/>
                  <a:pt x="3332410" y="1103894"/>
                </a:cubicBezTo>
                <a:cubicBezTo>
                  <a:pt x="3342884" y="1100184"/>
                  <a:pt x="3348121" y="1092765"/>
                  <a:pt x="3353358" y="1081419"/>
                </a:cubicBezTo>
                <a:cubicBezTo>
                  <a:pt x="3431911" y="1077709"/>
                  <a:pt x="3452640" y="1032978"/>
                  <a:pt x="3515483" y="1017921"/>
                </a:cubicBezTo>
                <a:cubicBezTo>
                  <a:pt x="3494535" y="1066363"/>
                  <a:pt x="3410963" y="1081419"/>
                  <a:pt x="3348121" y="1107385"/>
                </a:cubicBezTo>
                <a:cubicBezTo>
                  <a:pt x="3300989" y="1129860"/>
                  <a:pt x="3264548" y="1159536"/>
                  <a:pt x="3217416" y="1174592"/>
                </a:cubicBezTo>
                <a:cubicBezTo>
                  <a:pt x="3154574" y="1230452"/>
                  <a:pt x="3039580" y="1249218"/>
                  <a:pt x="2976956" y="1305078"/>
                </a:cubicBezTo>
                <a:cubicBezTo>
                  <a:pt x="2940297" y="1301368"/>
                  <a:pt x="2945534" y="1327553"/>
                  <a:pt x="2919350" y="1331262"/>
                </a:cubicBezTo>
                <a:cubicBezTo>
                  <a:pt x="2914113" y="1338681"/>
                  <a:pt x="2924587" y="1338681"/>
                  <a:pt x="2924587" y="1349810"/>
                </a:cubicBezTo>
                <a:cubicBezTo>
                  <a:pt x="2903639" y="1338681"/>
                  <a:pt x="2887929" y="1353519"/>
                  <a:pt x="2861744" y="1349810"/>
                </a:cubicBezTo>
                <a:cubicBezTo>
                  <a:pt x="2893166" y="1372285"/>
                  <a:pt x="2992448" y="1327335"/>
                  <a:pt x="3018633" y="1360938"/>
                </a:cubicBezTo>
                <a:cubicBezTo>
                  <a:pt x="3071002" y="1372066"/>
                  <a:pt x="3091949" y="1338463"/>
                  <a:pt x="3138863" y="1349810"/>
                </a:cubicBezTo>
                <a:cubicBezTo>
                  <a:pt x="3144100" y="1364648"/>
                  <a:pt x="3123152" y="1357229"/>
                  <a:pt x="3117916" y="1360938"/>
                </a:cubicBezTo>
                <a:cubicBezTo>
                  <a:pt x="3165047" y="1379485"/>
                  <a:pt x="3180758" y="1342391"/>
                  <a:pt x="3227672" y="1349810"/>
                </a:cubicBezTo>
                <a:cubicBezTo>
                  <a:pt x="3180540" y="1379704"/>
                  <a:pt x="3107442" y="1398251"/>
                  <a:pt x="3055073" y="1428145"/>
                </a:cubicBezTo>
                <a:cubicBezTo>
                  <a:pt x="3123152" y="1424435"/>
                  <a:pt x="3191014" y="1390832"/>
                  <a:pt x="3243383" y="1360938"/>
                </a:cubicBezTo>
                <a:cubicBezTo>
                  <a:pt x="3342666" y="1342391"/>
                  <a:pt x="3410745" y="1301150"/>
                  <a:pt x="3520502" y="1286312"/>
                </a:cubicBezTo>
                <a:cubicBezTo>
                  <a:pt x="3452422" y="1316206"/>
                  <a:pt x="3347902" y="1357229"/>
                  <a:pt x="3253857" y="1387123"/>
                </a:cubicBezTo>
                <a:cubicBezTo>
                  <a:pt x="3306226" y="1394542"/>
                  <a:pt x="3353139" y="1368575"/>
                  <a:pt x="3400271" y="1357229"/>
                </a:cubicBezTo>
                <a:cubicBezTo>
                  <a:pt x="3400271" y="1364648"/>
                  <a:pt x="3400271" y="1372066"/>
                  <a:pt x="3400271" y="1379704"/>
                </a:cubicBezTo>
                <a:cubicBezTo>
                  <a:pt x="3300989" y="1405888"/>
                  <a:pt x="3232909" y="1454329"/>
                  <a:pt x="3138863" y="1484223"/>
                </a:cubicBezTo>
                <a:cubicBezTo>
                  <a:pt x="3144100" y="1487933"/>
                  <a:pt x="3144100" y="1491642"/>
                  <a:pt x="3144100" y="1499061"/>
                </a:cubicBezTo>
                <a:cubicBezTo>
                  <a:pt x="3091731" y="1487933"/>
                  <a:pt x="3039580" y="1532665"/>
                  <a:pt x="2976738" y="1540083"/>
                </a:cubicBezTo>
                <a:cubicBezTo>
                  <a:pt x="2987211" y="1554921"/>
                  <a:pt x="2997685" y="1536374"/>
                  <a:pt x="3008159" y="1536374"/>
                </a:cubicBezTo>
                <a:cubicBezTo>
                  <a:pt x="3002922" y="1543793"/>
                  <a:pt x="2997685" y="1554921"/>
                  <a:pt x="2992448" y="1558849"/>
                </a:cubicBezTo>
                <a:cubicBezTo>
                  <a:pt x="3008159" y="1566268"/>
                  <a:pt x="3023870" y="1566268"/>
                  <a:pt x="3050054" y="1566268"/>
                </a:cubicBezTo>
                <a:cubicBezTo>
                  <a:pt x="3018633" y="1588743"/>
                  <a:pt x="2961245" y="1566268"/>
                  <a:pt x="2940297" y="1592452"/>
                </a:cubicBezTo>
                <a:cubicBezTo>
                  <a:pt x="2940297" y="1588743"/>
                  <a:pt x="2935061" y="1585034"/>
                  <a:pt x="2935061" y="1581324"/>
                </a:cubicBezTo>
                <a:cubicBezTo>
                  <a:pt x="2877455" y="1599871"/>
                  <a:pt x="2814830" y="1614928"/>
                  <a:pt x="2772935" y="1641112"/>
                </a:cubicBezTo>
                <a:cubicBezTo>
                  <a:pt x="2830541" y="1633693"/>
                  <a:pt x="2882692" y="1641112"/>
                  <a:pt x="2929824" y="1629984"/>
                </a:cubicBezTo>
                <a:cubicBezTo>
                  <a:pt x="2976956" y="1622565"/>
                  <a:pt x="2997903" y="1585252"/>
                  <a:pt x="3050054" y="1581542"/>
                </a:cubicBezTo>
                <a:cubicBezTo>
                  <a:pt x="3039580" y="1592671"/>
                  <a:pt x="3018633" y="1592671"/>
                  <a:pt x="3013396" y="1607727"/>
                </a:cubicBezTo>
                <a:cubicBezTo>
                  <a:pt x="3029107" y="1604017"/>
                  <a:pt x="3039580" y="1600308"/>
                  <a:pt x="3060528" y="1600308"/>
                </a:cubicBezTo>
                <a:cubicBezTo>
                  <a:pt x="3055291" y="1604017"/>
                  <a:pt x="3050054" y="1604017"/>
                  <a:pt x="3050054" y="1611436"/>
                </a:cubicBezTo>
                <a:cubicBezTo>
                  <a:pt x="3071002" y="1611436"/>
                  <a:pt x="3071002" y="1596598"/>
                  <a:pt x="3091949" y="1596598"/>
                </a:cubicBezTo>
                <a:cubicBezTo>
                  <a:pt x="3091949" y="1592889"/>
                  <a:pt x="3081476" y="1592889"/>
                  <a:pt x="3081476" y="1585470"/>
                </a:cubicBezTo>
                <a:cubicBezTo>
                  <a:pt x="3107660" y="1585470"/>
                  <a:pt x="3107660" y="1574342"/>
                  <a:pt x="3128608" y="1574342"/>
                </a:cubicBezTo>
                <a:cubicBezTo>
                  <a:pt x="3128608" y="1581761"/>
                  <a:pt x="3118134" y="1578051"/>
                  <a:pt x="3118134" y="1585470"/>
                </a:cubicBezTo>
                <a:cubicBezTo>
                  <a:pt x="3186213" y="1574342"/>
                  <a:pt x="3222653" y="1544448"/>
                  <a:pt x="3285496" y="1529610"/>
                </a:cubicBezTo>
                <a:cubicBezTo>
                  <a:pt x="3280259" y="1559504"/>
                  <a:pt x="3248838" y="1570632"/>
                  <a:pt x="3227890" y="1585470"/>
                </a:cubicBezTo>
                <a:cubicBezTo>
                  <a:pt x="3290733" y="1578051"/>
                  <a:pt x="3316699" y="1544448"/>
                  <a:pt x="3374305" y="1529610"/>
                </a:cubicBezTo>
                <a:cubicBezTo>
                  <a:pt x="3300989" y="1593107"/>
                  <a:pt x="3159811" y="1611654"/>
                  <a:pt x="3050054" y="1648967"/>
                </a:cubicBezTo>
                <a:cubicBezTo>
                  <a:pt x="3039580" y="1660096"/>
                  <a:pt x="3018633" y="1663805"/>
                  <a:pt x="3018633" y="1678861"/>
                </a:cubicBezTo>
                <a:cubicBezTo>
                  <a:pt x="2971501" y="1678861"/>
                  <a:pt x="2903639" y="1682571"/>
                  <a:pt x="2861744" y="1716174"/>
                </a:cubicBezTo>
                <a:cubicBezTo>
                  <a:pt x="2898402" y="1712465"/>
                  <a:pt x="2924587" y="1705046"/>
                  <a:pt x="2961027" y="1705046"/>
                </a:cubicBezTo>
                <a:cubicBezTo>
                  <a:pt x="2898184" y="1719884"/>
                  <a:pt x="2830323" y="1749778"/>
                  <a:pt x="2757006" y="1746068"/>
                </a:cubicBezTo>
                <a:cubicBezTo>
                  <a:pt x="2777954" y="1753487"/>
                  <a:pt x="2741296" y="1760906"/>
                  <a:pt x="2720348" y="1764615"/>
                </a:cubicBezTo>
                <a:cubicBezTo>
                  <a:pt x="2720348" y="1779453"/>
                  <a:pt x="2730822" y="1787090"/>
                  <a:pt x="2725585" y="1801928"/>
                </a:cubicBezTo>
                <a:cubicBezTo>
                  <a:pt x="2751769" y="1798219"/>
                  <a:pt x="2767480" y="1787090"/>
                  <a:pt x="2798902" y="1787090"/>
                </a:cubicBezTo>
                <a:cubicBezTo>
                  <a:pt x="2783191" y="1768543"/>
                  <a:pt x="2809375" y="1783381"/>
                  <a:pt x="2809375" y="1764615"/>
                </a:cubicBezTo>
                <a:cubicBezTo>
                  <a:pt x="2846034" y="1772034"/>
                  <a:pt x="2866981" y="1738431"/>
                  <a:pt x="2908658" y="1734721"/>
                </a:cubicBezTo>
                <a:cubicBezTo>
                  <a:pt x="2892947" y="1757196"/>
                  <a:pt x="2851052" y="1757196"/>
                  <a:pt x="2835341" y="1779453"/>
                </a:cubicBezTo>
                <a:cubicBezTo>
                  <a:pt x="2872000" y="1779453"/>
                  <a:pt x="2877237" y="1756978"/>
                  <a:pt x="2913895" y="1756978"/>
                </a:cubicBezTo>
                <a:cubicBezTo>
                  <a:pt x="2934842" y="1756978"/>
                  <a:pt x="2903421" y="1764397"/>
                  <a:pt x="2913895" y="1775526"/>
                </a:cubicBezTo>
                <a:cubicBezTo>
                  <a:pt x="2929605" y="1753051"/>
                  <a:pt x="2997467" y="1768107"/>
                  <a:pt x="3013178" y="1741922"/>
                </a:cubicBezTo>
                <a:cubicBezTo>
                  <a:pt x="3013178" y="1734503"/>
                  <a:pt x="3013178" y="1730794"/>
                  <a:pt x="3002704" y="1730794"/>
                </a:cubicBezTo>
                <a:cubicBezTo>
                  <a:pt x="3028888" y="1719665"/>
                  <a:pt x="3060310" y="1712246"/>
                  <a:pt x="3086276" y="1704609"/>
                </a:cubicBezTo>
                <a:cubicBezTo>
                  <a:pt x="3086276" y="1693481"/>
                  <a:pt x="3060091" y="1700900"/>
                  <a:pt x="3049618" y="1700900"/>
                </a:cubicBezTo>
                <a:cubicBezTo>
                  <a:pt x="3054855" y="1689771"/>
                  <a:pt x="3075802" y="1689771"/>
                  <a:pt x="3086276" y="1686062"/>
                </a:cubicBezTo>
                <a:cubicBezTo>
                  <a:pt x="3086276" y="1704609"/>
                  <a:pt x="3107223" y="1689771"/>
                  <a:pt x="3128171" y="1693481"/>
                </a:cubicBezTo>
                <a:cubicBezTo>
                  <a:pt x="3122934" y="1697190"/>
                  <a:pt x="3112460" y="1697190"/>
                  <a:pt x="3107223" y="1704609"/>
                </a:cubicBezTo>
                <a:cubicBezTo>
                  <a:pt x="3122934" y="1715738"/>
                  <a:pt x="3122934" y="1715738"/>
                  <a:pt x="3112460" y="1734503"/>
                </a:cubicBezTo>
                <a:cubicBezTo>
                  <a:pt x="3243165" y="1697190"/>
                  <a:pt x="3337429" y="1641330"/>
                  <a:pt x="3468133" y="1633693"/>
                </a:cubicBezTo>
                <a:cubicBezTo>
                  <a:pt x="3468133" y="1644821"/>
                  <a:pt x="3468133" y="1648531"/>
                  <a:pt x="3478607" y="1648531"/>
                </a:cubicBezTo>
                <a:cubicBezTo>
                  <a:pt x="3525739" y="1622346"/>
                  <a:pt x="3577889" y="1614928"/>
                  <a:pt x="3645969" y="1614928"/>
                </a:cubicBezTo>
                <a:cubicBezTo>
                  <a:pt x="3567416" y="1659659"/>
                  <a:pt x="3457659" y="1685844"/>
                  <a:pt x="3379324" y="1730576"/>
                </a:cubicBezTo>
                <a:cubicBezTo>
                  <a:pt x="3306007" y="1756760"/>
                  <a:pt x="3217198" y="1767888"/>
                  <a:pt x="3154355" y="1797782"/>
                </a:cubicBezTo>
                <a:cubicBezTo>
                  <a:pt x="2955572" y="1835095"/>
                  <a:pt x="2803920" y="1902302"/>
                  <a:pt x="2610373" y="1939615"/>
                </a:cubicBezTo>
                <a:cubicBezTo>
                  <a:pt x="2662742" y="1947034"/>
                  <a:pt x="2725367" y="1935906"/>
                  <a:pt x="2772499" y="1913431"/>
                </a:cubicBezTo>
                <a:cubicBezTo>
                  <a:pt x="2840578" y="1924559"/>
                  <a:pt x="2871781" y="1876118"/>
                  <a:pt x="2939861" y="1872408"/>
                </a:cubicBezTo>
                <a:cubicBezTo>
                  <a:pt x="3013178" y="1842514"/>
                  <a:pt x="3096750" y="1823967"/>
                  <a:pt x="3180322" y="1805201"/>
                </a:cubicBezTo>
                <a:cubicBezTo>
                  <a:pt x="3216980" y="1786654"/>
                  <a:pt x="3274368" y="1782726"/>
                  <a:pt x="3311026" y="1775307"/>
                </a:cubicBezTo>
                <a:cubicBezTo>
                  <a:pt x="3086058" y="1838805"/>
                  <a:pt x="2866545" y="1909503"/>
                  <a:pt x="2631103" y="1973000"/>
                </a:cubicBezTo>
                <a:cubicBezTo>
                  <a:pt x="2631103" y="1954453"/>
                  <a:pt x="2657287" y="1961872"/>
                  <a:pt x="2672998" y="1954453"/>
                </a:cubicBezTo>
                <a:cubicBezTo>
                  <a:pt x="2657287" y="1947034"/>
                  <a:pt x="2620629" y="1958162"/>
                  <a:pt x="2604918" y="1961872"/>
                </a:cubicBezTo>
                <a:cubicBezTo>
                  <a:pt x="2604918" y="1976710"/>
                  <a:pt x="2620629" y="1965581"/>
                  <a:pt x="2620629" y="1973000"/>
                </a:cubicBezTo>
                <a:cubicBezTo>
                  <a:pt x="2542075" y="2010313"/>
                  <a:pt x="2437556" y="2025151"/>
                  <a:pt x="2343510" y="2055045"/>
                </a:cubicBezTo>
                <a:cubicBezTo>
                  <a:pt x="2254701" y="2088648"/>
                  <a:pt x="2144726" y="2110905"/>
                  <a:pt x="2050680" y="2144509"/>
                </a:cubicBezTo>
                <a:cubicBezTo>
                  <a:pt x="2014022" y="2133380"/>
                  <a:pt x="1987837" y="2137090"/>
                  <a:pt x="1972127" y="2163056"/>
                </a:cubicBezTo>
                <a:cubicBezTo>
                  <a:pt x="1867607" y="2204078"/>
                  <a:pt x="1762869" y="2230263"/>
                  <a:pt x="1668823" y="2278704"/>
                </a:cubicBezTo>
                <a:cubicBezTo>
                  <a:pt x="1658350" y="2252519"/>
                  <a:pt x="1731666" y="2252519"/>
                  <a:pt x="1747377" y="2230263"/>
                </a:cubicBezTo>
                <a:cubicBezTo>
                  <a:pt x="1757851" y="2230263"/>
                  <a:pt x="1763087" y="2230263"/>
                  <a:pt x="1773561" y="2230263"/>
                </a:cubicBezTo>
                <a:cubicBezTo>
                  <a:pt x="1799746" y="2204078"/>
                  <a:pt x="1852115" y="2192950"/>
                  <a:pt x="1883318" y="2166765"/>
                </a:cubicBezTo>
                <a:cubicBezTo>
                  <a:pt x="1804764" y="2166765"/>
                  <a:pt x="1752614" y="2233972"/>
                  <a:pt x="1684534" y="2241391"/>
                </a:cubicBezTo>
                <a:cubicBezTo>
                  <a:pt x="1679297" y="2241391"/>
                  <a:pt x="1684534" y="2245100"/>
                  <a:pt x="1679297" y="2248810"/>
                </a:cubicBezTo>
                <a:cubicBezTo>
                  <a:pt x="1605981" y="2259938"/>
                  <a:pt x="1564304" y="2293542"/>
                  <a:pt x="1506698" y="2316017"/>
                </a:cubicBezTo>
                <a:cubicBezTo>
                  <a:pt x="1522409" y="2297469"/>
                  <a:pt x="1553830" y="2282414"/>
                  <a:pt x="1553830" y="2256229"/>
                </a:cubicBezTo>
                <a:cubicBezTo>
                  <a:pt x="1532882" y="2256229"/>
                  <a:pt x="1532882" y="2263648"/>
                  <a:pt x="1517172" y="2259938"/>
                </a:cubicBezTo>
                <a:cubicBezTo>
                  <a:pt x="1511935" y="2252519"/>
                  <a:pt x="1517172" y="2248810"/>
                  <a:pt x="1522409" y="2245100"/>
                </a:cubicBezTo>
                <a:cubicBezTo>
                  <a:pt x="1480513" y="2241391"/>
                  <a:pt x="1480513" y="2259938"/>
                  <a:pt x="1475277" y="2274995"/>
                </a:cubicBezTo>
                <a:cubicBezTo>
                  <a:pt x="1464803" y="2286123"/>
                  <a:pt x="1464803" y="2267576"/>
                  <a:pt x="1443855" y="2271285"/>
                </a:cubicBezTo>
                <a:cubicBezTo>
                  <a:pt x="1438618" y="2256447"/>
                  <a:pt x="1454329" y="2256447"/>
                  <a:pt x="1454329" y="2245100"/>
                </a:cubicBezTo>
                <a:cubicBezTo>
                  <a:pt x="1417671" y="2245100"/>
                  <a:pt x="1365520" y="2263648"/>
                  <a:pt x="1344572" y="2282414"/>
                </a:cubicBezTo>
                <a:cubicBezTo>
                  <a:pt x="1297440" y="2282414"/>
                  <a:pt x="1271256" y="2330855"/>
                  <a:pt x="1234816" y="2316017"/>
                </a:cubicBezTo>
                <a:cubicBezTo>
                  <a:pt x="1261000" y="2278704"/>
                  <a:pt x="1318388" y="2267576"/>
                  <a:pt x="1349809" y="2237682"/>
                </a:cubicBezTo>
                <a:cubicBezTo>
                  <a:pt x="1334099" y="2241391"/>
                  <a:pt x="1266237" y="2245100"/>
                  <a:pt x="1266237" y="2271285"/>
                </a:cubicBezTo>
                <a:cubicBezTo>
                  <a:pt x="1229579" y="2267576"/>
                  <a:pt x="1208631" y="2293760"/>
                  <a:pt x="1177428" y="2304888"/>
                </a:cubicBezTo>
                <a:cubicBezTo>
                  <a:pt x="1182665" y="2282414"/>
                  <a:pt x="1245508" y="2267576"/>
                  <a:pt x="1261000" y="2241391"/>
                </a:cubicBezTo>
                <a:cubicBezTo>
                  <a:pt x="1213868" y="2241391"/>
                  <a:pt x="1187684" y="2256229"/>
                  <a:pt x="1146007" y="2256229"/>
                </a:cubicBezTo>
                <a:cubicBezTo>
                  <a:pt x="1140770" y="2252519"/>
                  <a:pt x="1130296" y="2248810"/>
                  <a:pt x="1140770" y="2241391"/>
                </a:cubicBezTo>
                <a:cubicBezTo>
                  <a:pt x="1114586" y="2237682"/>
                  <a:pt x="1114586" y="2248810"/>
                  <a:pt x="1093638" y="2245100"/>
                </a:cubicBezTo>
                <a:cubicBezTo>
                  <a:pt x="1130296" y="2230263"/>
                  <a:pt x="1172191" y="2218916"/>
                  <a:pt x="1203394" y="2196659"/>
                </a:cubicBezTo>
                <a:cubicBezTo>
                  <a:pt x="1187684" y="2189240"/>
                  <a:pt x="1177210" y="2163056"/>
                  <a:pt x="1203394" y="2159346"/>
                </a:cubicBezTo>
                <a:cubicBezTo>
                  <a:pt x="1213868" y="2166765"/>
                  <a:pt x="1198158" y="2174184"/>
                  <a:pt x="1208631" y="2177894"/>
                </a:cubicBezTo>
                <a:cubicBezTo>
                  <a:pt x="1255763" y="2159346"/>
                  <a:pt x="1302677" y="2133162"/>
                  <a:pt x="1313151" y="2099559"/>
                </a:cubicBezTo>
                <a:cubicBezTo>
                  <a:pt x="1245071" y="2110687"/>
                  <a:pt x="1182447" y="2155419"/>
                  <a:pt x="1109130" y="2174184"/>
                </a:cubicBezTo>
                <a:cubicBezTo>
                  <a:pt x="1124841" y="2163056"/>
                  <a:pt x="1135315" y="2151709"/>
                  <a:pt x="1151026" y="2140581"/>
                </a:cubicBezTo>
                <a:cubicBezTo>
                  <a:pt x="1009848" y="2189022"/>
                  <a:pt x="905328" y="2263648"/>
                  <a:pt x="758695" y="2312089"/>
                </a:cubicBezTo>
                <a:cubicBezTo>
                  <a:pt x="847504" y="2259938"/>
                  <a:pt x="952242" y="2218916"/>
                  <a:pt x="1035814" y="2155419"/>
                </a:cubicBezTo>
                <a:cubicBezTo>
                  <a:pt x="1041051" y="2155419"/>
                  <a:pt x="1046288" y="2162838"/>
                  <a:pt x="1051525" y="2159128"/>
                </a:cubicBezTo>
                <a:cubicBezTo>
                  <a:pt x="1077709" y="2136653"/>
                  <a:pt x="1135097" y="2132944"/>
                  <a:pt x="1150807" y="2099340"/>
                </a:cubicBezTo>
                <a:cubicBezTo>
                  <a:pt x="1150807" y="2095631"/>
                  <a:pt x="1145570" y="2095631"/>
                  <a:pt x="1145570" y="2091921"/>
                </a:cubicBezTo>
                <a:cubicBezTo>
                  <a:pt x="1103675" y="2103050"/>
                  <a:pt x="1072254" y="2121815"/>
                  <a:pt x="1041051" y="2136653"/>
                </a:cubicBezTo>
                <a:cubicBezTo>
                  <a:pt x="1025340" y="2132944"/>
                  <a:pt x="1051525" y="2125525"/>
                  <a:pt x="1051525" y="2118106"/>
                </a:cubicBezTo>
                <a:cubicBezTo>
                  <a:pt x="1035814" y="2118106"/>
                  <a:pt x="1025340" y="2125525"/>
                  <a:pt x="1014866" y="2129234"/>
                </a:cubicBezTo>
                <a:cubicBezTo>
                  <a:pt x="1020103" y="2140363"/>
                  <a:pt x="1025340" y="2136653"/>
                  <a:pt x="1014866" y="2147782"/>
                </a:cubicBezTo>
                <a:cubicBezTo>
                  <a:pt x="1004393" y="2140363"/>
                  <a:pt x="999156" y="2125307"/>
                  <a:pt x="972971" y="2121597"/>
                </a:cubicBezTo>
                <a:cubicBezTo>
                  <a:pt x="952024" y="2125307"/>
                  <a:pt x="972971" y="2140144"/>
                  <a:pt x="962497" y="2147782"/>
                </a:cubicBezTo>
                <a:cubicBezTo>
                  <a:pt x="941550" y="2140363"/>
                  <a:pt x="920602" y="2144072"/>
                  <a:pt x="925839" y="2136653"/>
                </a:cubicBezTo>
                <a:cubicBezTo>
                  <a:pt x="821319" y="2151491"/>
                  <a:pt x="753240" y="2200151"/>
                  <a:pt x="664431" y="2229826"/>
                </a:cubicBezTo>
                <a:cubicBezTo>
                  <a:pt x="674905" y="2211279"/>
                  <a:pt x="690615" y="2218698"/>
                  <a:pt x="706326" y="2207351"/>
                </a:cubicBezTo>
                <a:cubicBezTo>
                  <a:pt x="706326" y="2203642"/>
                  <a:pt x="701089" y="2199932"/>
                  <a:pt x="701089" y="2196223"/>
                </a:cubicBezTo>
                <a:cubicBezTo>
                  <a:pt x="633010" y="2222407"/>
                  <a:pt x="580859" y="2256011"/>
                  <a:pt x="507542" y="2274558"/>
                </a:cubicBezTo>
                <a:cubicBezTo>
                  <a:pt x="606825" y="2214770"/>
                  <a:pt x="706326" y="2192513"/>
                  <a:pt x="784661" y="2121597"/>
                </a:cubicBezTo>
                <a:cubicBezTo>
                  <a:pt x="789898" y="2136435"/>
                  <a:pt x="805609" y="2125307"/>
                  <a:pt x="816083" y="2117888"/>
                </a:cubicBezTo>
                <a:cubicBezTo>
                  <a:pt x="821319" y="2106759"/>
                  <a:pt x="805609" y="2125307"/>
                  <a:pt x="800372" y="2114178"/>
                </a:cubicBezTo>
                <a:cubicBezTo>
                  <a:pt x="821319" y="2091703"/>
                  <a:pt x="899655" y="2091703"/>
                  <a:pt x="889181" y="2065737"/>
                </a:cubicBezTo>
                <a:cubicBezTo>
                  <a:pt x="915365" y="2069446"/>
                  <a:pt x="967734" y="2043262"/>
                  <a:pt x="988464" y="2021005"/>
                </a:cubicBezTo>
                <a:cubicBezTo>
                  <a:pt x="983227" y="2009877"/>
                  <a:pt x="962279" y="2024715"/>
                  <a:pt x="957042" y="2017296"/>
                </a:cubicBezTo>
                <a:cubicBezTo>
                  <a:pt x="951805" y="2028424"/>
                  <a:pt x="936095" y="2032133"/>
                  <a:pt x="936095" y="2050899"/>
                </a:cubicBezTo>
                <a:cubicBezTo>
                  <a:pt x="925621" y="2047190"/>
                  <a:pt x="909910" y="2039771"/>
                  <a:pt x="915147" y="2058318"/>
                </a:cubicBezTo>
                <a:cubicBezTo>
                  <a:pt x="904673" y="2058318"/>
                  <a:pt x="909910" y="2035843"/>
                  <a:pt x="904673" y="2050899"/>
                </a:cubicBezTo>
                <a:cubicBezTo>
                  <a:pt x="878489" y="2050899"/>
                  <a:pt x="909910" y="2039771"/>
                  <a:pt x="909910" y="2036061"/>
                </a:cubicBezTo>
                <a:cubicBezTo>
                  <a:pt x="883726" y="2032352"/>
                  <a:pt x="878489" y="2039771"/>
                  <a:pt x="862778" y="2043480"/>
                </a:cubicBezTo>
                <a:cubicBezTo>
                  <a:pt x="862778" y="2054609"/>
                  <a:pt x="852304" y="2058318"/>
                  <a:pt x="873252" y="2062027"/>
                </a:cubicBezTo>
                <a:cubicBezTo>
                  <a:pt x="862778" y="2069446"/>
                  <a:pt x="852304" y="2073156"/>
                  <a:pt x="847068" y="2084502"/>
                </a:cubicBezTo>
                <a:cubicBezTo>
                  <a:pt x="841831" y="2084502"/>
                  <a:pt x="841831" y="2073374"/>
                  <a:pt x="826120" y="2077083"/>
                </a:cubicBezTo>
                <a:cubicBezTo>
                  <a:pt x="831357" y="2069665"/>
                  <a:pt x="841831" y="2065955"/>
                  <a:pt x="847068" y="2058536"/>
                </a:cubicBezTo>
                <a:cubicBezTo>
                  <a:pt x="758259" y="2054827"/>
                  <a:pt x="679705" y="2088430"/>
                  <a:pt x="611626" y="2110687"/>
                </a:cubicBezTo>
                <a:cubicBezTo>
                  <a:pt x="590678" y="2114396"/>
                  <a:pt x="590678" y="2103268"/>
                  <a:pt x="574967" y="2103268"/>
                </a:cubicBezTo>
                <a:cubicBezTo>
                  <a:pt x="726619" y="2065955"/>
                  <a:pt x="825902" y="2002458"/>
                  <a:pt x="967298" y="1969073"/>
                </a:cubicBezTo>
                <a:cubicBezTo>
                  <a:pt x="962061" y="1950525"/>
                  <a:pt x="967298" y="1946598"/>
                  <a:pt x="967298" y="1928050"/>
                </a:cubicBezTo>
                <a:cubicBezTo>
                  <a:pt x="946350" y="1935469"/>
                  <a:pt x="899218" y="1939179"/>
                  <a:pt x="904455" y="1950525"/>
                </a:cubicBezTo>
                <a:cubicBezTo>
                  <a:pt x="873034" y="1943106"/>
                  <a:pt x="815646" y="1965363"/>
                  <a:pt x="789462" y="1980419"/>
                </a:cubicBezTo>
                <a:cubicBezTo>
                  <a:pt x="737093" y="1965581"/>
                  <a:pt x="679705" y="2014023"/>
                  <a:pt x="627336" y="2006604"/>
                </a:cubicBezTo>
                <a:cubicBezTo>
                  <a:pt x="663994" y="1973000"/>
                  <a:pt x="747567" y="1973000"/>
                  <a:pt x="778988" y="1920849"/>
                </a:cubicBezTo>
                <a:cubicBezTo>
                  <a:pt x="742330" y="1931978"/>
                  <a:pt x="690179" y="1954453"/>
                  <a:pt x="632573" y="1969291"/>
                </a:cubicBezTo>
                <a:cubicBezTo>
                  <a:pt x="658758" y="1931978"/>
                  <a:pt x="716145" y="1913431"/>
                  <a:pt x="763277" y="1890956"/>
                </a:cubicBezTo>
                <a:cubicBezTo>
                  <a:pt x="768514" y="1879827"/>
                  <a:pt x="747567" y="1887246"/>
                  <a:pt x="737093" y="1887246"/>
                </a:cubicBezTo>
                <a:cubicBezTo>
                  <a:pt x="784225" y="1868699"/>
                  <a:pt x="867797" y="1849933"/>
                  <a:pt x="883508" y="1808911"/>
                </a:cubicBezTo>
                <a:cubicBezTo>
                  <a:pt x="873034" y="1805201"/>
                  <a:pt x="857323" y="1805201"/>
                  <a:pt x="867797" y="1794073"/>
                </a:cubicBezTo>
                <a:cubicBezTo>
                  <a:pt x="846849" y="1790363"/>
                  <a:pt x="841612" y="1820257"/>
                  <a:pt x="852086" y="1827676"/>
                </a:cubicBezTo>
                <a:cubicBezTo>
                  <a:pt x="825902" y="1820257"/>
                  <a:pt x="784007" y="1838805"/>
                  <a:pt x="763277" y="1853861"/>
                </a:cubicBezTo>
                <a:cubicBezTo>
                  <a:pt x="763277" y="1831386"/>
                  <a:pt x="831357" y="1831386"/>
                  <a:pt x="841831" y="1805420"/>
                </a:cubicBezTo>
                <a:cubicBezTo>
                  <a:pt x="841831" y="1798001"/>
                  <a:pt x="831357" y="1798001"/>
                  <a:pt x="836594" y="1786872"/>
                </a:cubicBezTo>
                <a:cubicBezTo>
                  <a:pt x="810409" y="1790582"/>
                  <a:pt x="778988" y="1794291"/>
                  <a:pt x="768514" y="1809347"/>
                </a:cubicBezTo>
                <a:cubicBezTo>
                  <a:pt x="758040" y="1809347"/>
                  <a:pt x="773751" y="1805638"/>
                  <a:pt x="763277" y="1798219"/>
                </a:cubicBezTo>
                <a:cubicBezTo>
                  <a:pt x="731856" y="1801928"/>
                  <a:pt x="721382" y="1816766"/>
                  <a:pt x="684724" y="1813057"/>
                </a:cubicBezTo>
                <a:cubicBezTo>
                  <a:pt x="705671" y="1798219"/>
                  <a:pt x="679487" y="1783163"/>
                  <a:pt x="674250" y="1764615"/>
                </a:cubicBezTo>
                <a:cubicBezTo>
                  <a:pt x="689961" y="1753487"/>
                  <a:pt x="731856" y="1764615"/>
                  <a:pt x="726619" y="1746068"/>
                </a:cubicBezTo>
                <a:cubicBezTo>
                  <a:pt x="810191" y="1734940"/>
                  <a:pt x="831139" y="1675152"/>
                  <a:pt x="920166" y="1664023"/>
                </a:cubicBezTo>
                <a:cubicBezTo>
                  <a:pt x="920166" y="1656604"/>
                  <a:pt x="920166" y="1652895"/>
                  <a:pt x="920166" y="1645476"/>
                </a:cubicBezTo>
                <a:cubicBezTo>
                  <a:pt x="899218" y="1641767"/>
                  <a:pt x="909692" y="1656604"/>
                  <a:pt x="893981" y="1652895"/>
                </a:cubicBezTo>
                <a:cubicBezTo>
                  <a:pt x="899218" y="1623001"/>
                  <a:pt x="925403" y="1630420"/>
                  <a:pt x="951587" y="1619292"/>
                </a:cubicBezTo>
                <a:cubicBezTo>
                  <a:pt x="951587" y="1626710"/>
                  <a:pt x="941113" y="1630420"/>
                  <a:pt x="962061" y="1626710"/>
                </a:cubicBezTo>
                <a:cubicBezTo>
                  <a:pt x="967298" y="1596817"/>
                  <a:pt x="1003956" y="1563213"/>
                  <a:pt x="1035378" y="1537247"/>
                </a:cubicBezTo>
                <a:cubicBezTo>
                  <a:pt x="915147" y="1559722"/>
                  <a:pt x="789680" y="1600744"/>
                  <a:pt x="684942" y="1641767"/>
                </a:cubicBezTo>
                <a:cubicBezTo>
                  <a:pt x="690179" y="1630638"/>
                  <a:pt x="658758" y="1638057"/>
                  <a:pt x="663994" y="1645476"/>
                </a:cubicBezTo>
                <a:cubicBezTo>
                  <a:pt x="648284" y="1619292"/>
                  <a:pt x="716363" y="1604454"/>
                  <a:pt x="737311" y="1604454"/>
                </a:cubicBezTo>
                <a:cubicBezTo>
                  <a:pt x="747785" y="1600744"/>
                  <a:pt x="732074" y="1593325"/>
                  <a:pt x="747785" y="1593325"/>
                </a:cubicBezTo>
                <a:cubicBezTo>
                  <a:pt x="742548" y="1585906"/>
                  <a:pt x="716363" y="1593325"/>
                  <a:pt x="711127" y="1585906"/>
                </a:cubicBezTo>
                <a:cubicBezTo>
                  <a:pt x="684942" y="1604454"/>
                  <a:pt x="653521" y="1623219"/>
                  <a:pt x="622317" y="1638057"/>
                </a:cubicBezTo>
                <a:cubicBezTo>
                  <a:pt x="611844" y="1623219"/>
                  <a:pt x="632791" y="1615582"/>
                  <a:pt x="617081" y="1597035"/>
                </a:cubicBezTo>
                <a:cubicBezTo>
                  <a:pt x="590896" y="1593325"/>
                  <a:pt x="617081" y="1611873"/>
                  <a:pt x="590896" y="1611873"/>
                </a:cubicBezTo>
                <a:cubicBezTo>
                  <a:pt x="564712" y="1611873"/>
                  <a:pt x="590896" y="1600744"/>
                  <a:pt x="575186" y="1597035"/>
                </a:cubicBezTo>
                <a:cubicBezTo>
                  <a:pt x="564712" y="1604454"/>
                  <a:pt x="575186" y="1611873"/>
                  <a:pt x="564712" y="1619510"/>
                </a:cubicBezTo>
                <a:cubicBezTo>
                  <a:pt x="549001" y="1615800"/>
                  <a:pt x="549001" y="1619510"/>
                  <a:pt x="538527" y="1612091"/>
                </a:cubicBezTo>
                <a:cubicBezTo>
                  <a:pt x="538527" y="1593543"/>
                  <a:pt x="559475" y="1585906"/>
                  <a:pt x="575186" y="1578487"/>
                </a:cubicBezTo>
                <a:cubicBezTo>
                  <a:pt x="575186" y="1571068"/>
                  <a:pt x="559475" y="1578487"/>
                  <a:pt x="549001" y="1574778"/>
                </a:cubicBezTo>
                <a:cubicBezTo>
                  <a:pt x="564712" y="1567359"/>
                  <a:pt x="575186" y="1556231"/>
                  <a:pt x="596133" y="1548594"/>
                </a:cubicBezTo>
                <a:cubicBezTo>
                  <a:pt x="596133" y="1541175"/>
                  <a:pt x="585659" y="1541175"/>
                  <a:pt x="590896" y="1530046"/>
                </a:cubicBezTo>
                <a:cubicBezTo>
                  <a:pt x="622317" y="1515208"/>
                  <a:pt x="721600" y="1515208"/>
                  <a:pt x="700653" y="1459130"/>
                </a:cubicBezTo>
                <a:cubicBezTo>
                  <a:pt x="737311" y="1459130"/>
                  <a:pt x="726837" y="1429236"/>
                  <a:pt x="758259" y="1429236"/>
                </a:cubicBezTo>
                <a:cubicBezTo>
                  <a:pt x="753022" y="1429236"/>
                  <a:pt x="753022" y="1432945"/>
                  <a:pt x="753022" y="1440364"/>
                </a:cubicBezTo>
                <a:cubicBezTo>
                  <a:pt x="763495" y="1440364"/>
                  <a:pt x="763495" y="1432945"/>
                  <a:pt x="773969" y="1436655"/>
                </a:cubicBezTo>
                <a:cubicBezTo>
                  <a:pt x="773969" y="1425526"/>
                  <a:pt x="768732" y="1418108"/>
                  <a:pt x="763495" y="1410470"/>
                </a:cubicBezTo>
                <a:cubicBezTo>
                  <a:pt x="732074" y="1410470"/>
                  <a:pt x="721600" y="1425308"/>
                  <a:pt x="700653" y="1432945"/>
                </a:cubicBezTo>
                <a:cubicBezTo>
                  <a:pt x="690179" y="1432945"/>
                  <a:pt x="695416" y="1421817"/>
                  <a:pt x="684942" y="1421817"/>
                </a:cubicBezTo>
                <a:cubicBezTo>
                  <a:pt x="554238" y="1451711"/>
                  <a:pt x="454737" y="1492733"/>
                  <a:pt x="350217" y="1544884"/>
                </a:cubicBezTo>
                <a:cubicBezTo>
                  <a:pt x="350217" y="1530046"/>
                  <a:pt x="350217" y="1507571"/>
                  <a:pt x="371165" y="1496443"/>
                </a:cubicBezTo>
                <a:cubicBezTo>
                  <a:pt x="360691" y="1485314"/>
                  <a:pt x="334507" y="1492733"/>
                  <a:pt x="324033" y="1496443"/>
                </a:cubicBezTo>
                <a:cubicBezTo>
                  <a:pt x="355454" y="1466549"/>
                  <a:pt x="386875" y="1462839"/>
                  <a:pt x="423316" y="1451711"/>
                </a:cubicBezTo>
                <a:cubicBezTo>
                  <a:pt x="454737" y="1384504"/>
                  <a:pt x="548783" y="1336063"/>
                  <a:pt x="653521" y="1302459"/>
                </a:cubicBezTo>
                <a:cubicBezTo>
                  <a:pt x="648284" y="1287622"/>
                  <a:pt x="663994" y="1276275"/>
                  <a:pt x="658758" y="1265147"/>
                </a:cubicBezTo>
                <a:cubicBezTo>
                  <a:pt x="627336" y="1276275"/>
                  <a:pt x="616862" y="1298750"/>
                  <a:pt x="590678" y="1309878"/>
                </a:cubicBezTo>
                <a:cubicBezTo>
                  <a:pt x="580204" y="1306169"/>
                  <a:pt x="601152" y="1298750"/>
                  <a:pt x="601152" y="1291331"/>
                </a:cubicBezTo>
                <a:cubicBezTo>
                  <a:pt x="517580" y="1295040"/>
                  <a:pt x="428552" y="1339772"/>
                  <a:pt x="324033" y="1369666"/>
                </a:cubicBezTo>
                <a:cubicBezTo>
                  <a:pt x="297848" y="1380795"/>
                  <a:pt x="250716" y="1410689"/>
                  <a:pt x="219513" y="1421817"/>
                </a:cubicBezTo>
                <a:cubicBezTo>
                  <a:pt x="214276" y="1421817"/>
                  <a:pt x="203802" y="1418108"/>
                  <a:pt x="198566" y="1421817"/>
                </a:cubicBezTo>
                <a:cubicBezTo>
                  <a:pt x="146197" y="1440364"/>
                  <a:pt x="104520" y="1466549"/>
                  <a:pt x="67861" y="1492733"/>
                </a:cubicBezTo>
                <a:cubicBezTo>
                  <a:pt x="67861" y="1470258"/>
                  <a:pt x="120230" y="1451711"/>
                  <a:pt x="146415" y="1432945"/>
                </a:cubicBezTo>
                <a:cubicBezTo>
                  <a:pt x="114993" y="1436655"/>
                  <a:pt x="94046" y="1447783"/>
                  <a:pt x="67861" y="1455420"/>
                </a:cubicBezTo>
                <a:cubicBezTo>
                  <a:pt x="109757" y="1414398"/>
                  <a:pt x="182855" y="1395633"/>
                  <a:pt x="235224" y="1362247"/>
                </a:cubicBezTo>
                <a:cubicBezTo>
                  <a:pt x="235224" y="1351119"/>
                  <a:pt x="240461" y="1339772"/>
                  <a:pt x="261408" y="1339772"/>
                </a:cubicBezTo>
                <a:cubicBezTo>
                  <a:pt x="266645" y="1350901"/>
                  <a:pt x="245698" y="1343482"/>
                  <a:pt x="250934" y="1354610"/>
                </a:cubicBezTo>
                <a:cubicBezTo>
                  <a:pt x="313777" y="1336063"/>
                  <a:pt x="381639" y="1313588"/>
                  <a:pt x="434008" y="1272566"/>
                </a:cubicBezTo>
                <a:cubicBezTo>
                  <a:pt x="449718" y="1276275"/>
                  <a:pt x="428771" y="1279984"/>
                  <a:pt x="428771" y="1283694"/>
                </a:cubicBezTo>
                <a:cubicBezTo>
                  <a:pt x="434008" y="1291113"/>
                  <a:pt x="449718" y="1279984"/>
                  <a:pt x="460192" y="1279984"/>
                </a:cubicBezTo>
                <a:cubicBezTo>
                  <a:pt x="454955" y="1265147"/>
                  <a:pt x="444481" y="1261437"/>
                  <a:pt x="460192" y="1246381"/>
                </a:cubicBezTo>
                <a:cubicBezTo>
                  <a:pt x="434008" y="1246381"/>
                  <a:pt x="418297" y="1261219"/>
                  <a:pt x="397349" y="1264928"/>
                </a:cubicBezTo>
                <a:cubicBezTo>
                  <a:pt x="418297" y="1264928"/>
                  <a:pt x="407823" y="1276057"/>
                  <a:pt x="397349" y="1287403"/>
                </a:cubicBezTo>
                <a:cubicBezTo>
                  <a:pt x="392112" y="1264928"/>
                  <a:pt x="376402" y="1294822"/>
                  <a:pt x="371165" y="1276275"/>
                </a:cubicBezTo>
                <a:cubicBezTo>
                  <a:pt x="339743" y="1287403"/>
                  <a:pt x="313559" y="1306169"/>
                  <a:pt x="282356" y="1317297"/>
                </a:cubicBezTo>
                <a:cubicBezTo>
                  <a:pt x="319014" y="1287403"/>
                  <a:pt x="371165" y="1250091"/>
                  <a:pt x="423534" y="1246381"/>
                </a:cubicBezTo>
                <a:cubicBezTo>
                  <a:pt x="449718" y="1231543"/>
                  <a:pt x="475903" y="1216487"/>
                  <a:pt x="486376" y="1190521"/>
                </a:cubicBezTo>
                <a:cubicBezTo>
                  <a:pt x="481140" y="1186811"/>
                  <a:pt x="449718" y="1190521"/>
                  <a:pt x="460192" y="1190521"/>
                </a:cubicBezTo>
                <a:cubicBezTo>
                  <a:pt x="287593" y="1227834"/>
                  <a:pt x="156889" y="1291331"/>
                  <a:pt x="0" y="1339772"/>
                </a:cubicBezTo>
                <a:cubicBezTo>
                  <a:pt x="94046" y="1283912"/>
                  <a:pt x="219731" y="1254018"/>
                  <a:pt x="313777" y="1197940"/>
                </a:cubicBezTo>
                <a:cubicBezTo>
                  <a:pt x="418297" y="1183102"/>
                  <a:pt x="475903" y="1156917"/>
                  <a:pt x="549219" y="1119605"/>
                </a:cubicBezTo>
                <a:cubicBezTo>
                  <a:pt x="554456" y="1123314"/>
                  <a:pt x="554456" y="1130733"/>
                  <a:pt x="564930" y="1123314"/>
                </a:cubicBezTo>
                <a:cubicBezTo>
                  <a:pt x="591114" y="1115895"/>
                  <a:pt x="570167" y="1097130"/>
                  <a:pt x="585877" y="1082292"/>
                </a:cubicBezTo>
                <a:cubicBezTo>
                  <a:pt x="596351" y="1086001"/>
                  <a:pt x="638246" y="1089711"/>
                  <a:pt x="633010" y="1071163"/>
                </a:cubicBezTo>
                <a:cubicBezTo>
                  <a:pt x="627773" y="1063744"/>
                  <a:pt x="627773" y="1071163"/>
                  <a:pt x="617299" y="1071163"/>
                </a:cubicBezTo>
                <a:cubicBezTo>
                  <a:pt x="627773" y="1063744"/>
                  <a:pt x="606825" y="1052616"/>
                  <a:pt x="633010" y="1052616"/>
                </a:cubicBezTo>
                <a:cubicBezTo>
                  <a:pt x="622536" y="1041488"/>
                  <a:pt x="606825" y="1056325"/>
                  <a:pt x="596351" y="1056325"/>
                </a:cubicBezTo>
                <a:cubicBezTo>
                  <a:pt x="606825" y="1048906"/>
                  <a:pt x="596351" y="1048906"/>
                  <a:pt x="591114" y="1041488"/>
                </a:cubicBezTo>
                <a:cubicBezTo>
                  <a:pt x="559693" y="1056325"/>
                  <a:pt x="523035" y="1060035"/>
                  <a:pt x="486595" y="1063963"/>
                </a:cubicBezTo>
                <a:cubicBezTo>
                  <a:pt x="491832" y="1049125"/>
                  <a:pt x="523253" y="1052834"/>
                  <a:pt x="544201" y="1045415"/>
                </a:cubicBezTo>
                <a:cubicBezTo>
                  <a:pt x="533727" y="1026868"/>
                  <a:pt x="554674" y="1030577"/>
                  <a:pt x="554674" y="1015521"/>
                </a:cubicBezTo>
                <a:cubicBezTo>
                  <a:pt x="554674" y="1008102"/>
                  <a:pt x="549437" y="1022940"/>
                  <a:pt x="538964" y="1015521"/>
                </a:cubicBezTo>
                <a:cubicBezTo>
                  <a:pt x="549437" y="1011812"/>
                  <a:pt x="549437" y="1000683"/>
                  <a:pt x="559911" y="996974"/>
                </a:cubicBezTo>
                <a:cubicBezTo>
                  <a:pt x="586096" y="1004393"/>
                  <a:pt x="575622" y="1000683"/>
                  <a:pt x="607043" y="996974"/>
                </a:cubicBezTo>
                <a:cubicBezTo>
                  <a:pt x="601806" y="982136"/>
                  <a:pt x="570385" y="989555"/>
                  <a:pt x="559911" y="974499"/>
                </a:cubicBezTo>
                <a:cubicBezTo>
                  <a:pt x="528490" y="978208"/>
                  <a:pt x="523253" y="985627"/>
                  <a:pt x="497068" y="985627"/>
                </a:cubicBezTo>
                <a:cubicBezTo>
                  <a:pt x="507542" y="963152"/>
                  <a:pt x="549437" y="974499"/>
                  <a:pt x="538964" y="952024"/>
                </a:cubicBezTo>
                <a:cubicBezTo>
                  <a:pt x="559911" y="955733"/>
                  <a:pt x="596569" y="944605"/>
                  <a:pt x="601806" y="925839"/>
                </a:cubicBezTo>
                <a:cubicBezTo>
                  <a:pt x="622754" y="925839"/>
                  <a:pt x="643702" y="922130"/>
                  <a:pt x="648938" y="903364"/>
                </a:cubicBezTo>
                <a:cubicBezTo>
                  <a:pt x="654175" y="914493"/>
                  <a:pt x="680360" y="903364"/>
                  <a:pt x="675123" y="892236"/>
                </a:cubicBezTo>
                <a:cubicBezTo>
                  <a:pt x="675123" y="884817"/>
                  <a:pt x="648938" y="895945"/>
                  <a:pt x="643702" y="903364"/>
                </a:cubicBezTo>
                <a:cubicBezTo>
                  <a:pt x="643702" y="888527"/>
                  <a:pt x="675123" y="869761"/>
                  <a:pt x="690834" y="869761"/>
                </a:cubicBezTo>
                <a:cubicBezTo>
                  <a:pt x="680360" y="854923"/>
                  <a:pt x="633228" y="869761"/>
                  <a:pt x="617517" y="877180"/>
                </a:cubicBezTo>
                <a:cubicBezTo>
                  <a:pt x="612280" y="892018"/>
                  <a:pt x="622754" y="899655"/>
                  <a:pt x="633228" y="907074"/>
                </a:cubicBezTo>
                <a:cubicBezTo>
                  <a:pt x="627991" y="910783"/>
                  <a:pt x="612280" y="914493"/>
                  <a:pt x="617517" y="903364"/>
                </a:cubicBezTo>
                <a:cubicBezTo>
                  <a:pt x="607043" y="903364"/>
                  <a:pt x="591333" y="903364"/>
                  <a:pt x="586096" y="910783"/>
                </a:cubicBezTo>
                <a:cubicBezTo>
                  <a:pt x="580859" y="910783"/>
                  <a:pt x="586096" y="903364"/>
                  <a:pt x="575622" y="903364"/>
                </a:cubicBezTo>
                <a:cubicBezTo>
                  <a:pt x="549437" y="907074"/>
                  <a:pt x="523253" y="914493"/>
                  <a:pt x="512779" y="933258"/>
                </a:cubicBezTo>
                <a:cubicBezTo>
                  <a:pt x="449936" y="925839"/>
                  <a:pt x="418733" y="966862"/>
                  <a:pt x="361127" y="970571"/>
                </a:cubicBezTo>
                <a:cubicBezTo>
                  <a:pt x="366364" y="959443"/>
                  <a:pt x="382075" y="955733"/>
                  <a:pt x="392549" y="944387"/>
                </a:cubicBezTo>
                <a:cubicBezTo>
                  <a:pt x="376838" y="933258"/>
                  <a:pt x="308977" y="944387"/>
                  <a:pt x="298503" y="966862"/>
                </a:cubicBezTo>
                <a:cubicBezTo>
                  <a:pt x="288029" y="966862"/>
                  <a:pt x="272318" y="966862"/>
                  <a:pt x="261845" y="966862"/>
                </a:cubicBezTo>
                <a:cubicBezTo>
                  <a:pt x="288029" y="948314"/>
                  <a:pt x="319451" y="936968"/>
                  <a:pt x="350654" y="925839"/>
                </a:cubicBezTo>
                <a:cubicBezTo>
                  <a:pt x="350654" y="918420"/>
                  <a:pt x="329706" y="936968"/>
                  <a:pt x="334943" y="918420"/>
                </a:cubicBezTo>
                <a:cubicBezTo>
                  <a:pt x="403023" y="907292"/>
                  <a:pt x="449936" y="881108"/>
                  <a:pt x="523253" y="862560"/>
                </a:cubicBezTo>
                <a:cubicBezTo>
                  <a:pt x="544201" y="844013"/>
                  <a:pt x="575622" y="814119"/>
                  <a:pt x="606825" y="814119"/>
                </a:cubicBezTo>
                <a:cubicBezTo>
                  <a:pt x="622536" y="814119"/>
                  <a:pt x="601588" y="795572"/>
                  <a:pt x="617299" y="799281"/>
                </a:cubicBezTo>
                <a:cubicBezTo>
                  <a:pt x="638246" y="799281"/>
                  <a:pt x="601588" y="814119"/>
                  <a:pt x="606825" y="829175"/>
                </a:cubicBezTo>
                <a:cubicBezTo>
                  <a:pt x="585877" y="821756"/>
                  <a:pt x="580641" y="851650"/>
                  <a:pt x="549219" y="844013"/>
                </a:cubicBezTo>
                <a:cubicBezTo>
                  <a:pt x="549219" y="847722"/>
                  <a:pt x="549219" y="855141"/>
                  <a:pt x="549219" y="858851"/>
                </a:cubicBezTo>
                <a:cubicBezTo>
                  <a:pt x="575404" y="858851"/>
                  <a:pt x="585877" y="844013"/>
                  <a:pt x="596351" y="836376"/>
                </a:cubicBezTo>
                <a:cubicBezTo>
                  <a:pt x="612062" y="843795"/>
                  <a:pt x="648720" y="840085"/>
                  <a:pt x="653957" y="825247"/>
                </a:cubicBezTo>
                <a:cubicBezTo>
                  <a:pt x="779424" y="795353"/>
                  <a:pt x="910128" y="769387"/>
                  <a:pt x="1030577" y="724437"/>
                </a:cubicBezTo>
                <a:cubicBezTo>
                  <a:pt x="1035814" y="728147"/>
                  <a:pt x="1056761" y="724437"/>
                  <a:pt x="1051525" y="713309"/>
                </a:cubicBezTo>
                <a:cubicBezTo>
                  <a:pt x="1077709" y="720728"/>
                  <a:pt x="1088183" y="705890"/>
                  <a:pt x="1088183" y="687124"/>
                </a:cubicBezTo>
                <a:cubicBezTo>
                  <a:pt x="1109130" y="683415"/>
                  <a:pt x="1130078" y="679705"/>
                  <a:pt x="1124841" y="657230"/>
                </a:cubicBezTo>
                <a:cubicBezTo>
                  <a:pt x="1140552" y="664649"/>
                  <a:pt x="1135315" y="660940"/>
                  <a:pt x="1135315" y="646102"/>
                </a:cubicBezTo>
                <a:cubicBezTo>
                  <a:pt x="1140552" y="642392"/>
                  <a:pt x="1151026" y="642392"/>
                  <a:pt x="1161499" y="646102"/>
                </a:cubicBezTo>
                <a:cubicBezTo>
                  <a:pt x="1171973" y="642392"/>
                  <a:pt x="1166736" y="623627"/>
                  <a:pt x="1177210" y="619917"/>
                </a:cubicBezTo>
                <a:cubicBezTo>
                  <a:pt x="1198158" y="623627"/>
                  <a:pt x="1171973" y="627336"/>
                  <a:pt x="1177210" y="631046"/>
                </a:cubicBezTo>
                <a:cubicBezTo>
                  <a:pt x="1177210" y="638465"/>
                  <a:pt x="1187684" y="623627"/>
                  <a:pt x="1198158" y="631046"/>
                </a:cubicBezTo>
                <a:cubicBezTo>
                  <a:pt x="1208631" y="616208"/>
                  <a:pt x="1198158" y="608571"/>
                  <a:pt x="1219105" y="601152"/>
                </a:cubicBezTo>
                <a:cubicBezTo>
                  <a:pt x="1198158" y="608571"/>
                  <a:pt x="1156262" y="608571"/>
                  <a:pt x="1151026" y="634755"/>
                </a:cubicBezTo>
                <a:cubicBezTo>
                  <a:pt x="1135315" y="638465"/>
                  <a:pt x="1135315" y="616208"/>
                  <a:pt x="1124841" y="631046"/>
                </a:cubicBezTo>
                <a:cubicBezTo>
                  <a:pt x="1140552" y="601152"/>
                  <a:pt x="1224124" y="593733"/>
                  <a:pt x="1250308" y="567548"/>
                </a:cubicBezTo>
                <a:cubicBezTo>
                  <a:pt x="1286967" y="567548"/>
                  <a:pt x="1313151" y="560130"/>
                  <a:pt x="1333880" y="545074"/>
                </a:cubicBezTo>
                <a:cubicBezTo>
                  <a:pt x="1271038" y="548783"/>
                  <a:pt x="1218887" y="578677"/>
                  <a:pt x="1156044" y="600934"/>
                </a:cubicBezTo>
                <a:cubicBezTo>
                  <a:pt x="1014866" y="649375"/>
                  <a:pt x="852741" y="682978"/>
                  <a:pt x="727274" y="739057"/>
                </a:cubicBezTo>
                <a:cubicBezTo>
                  <a:pt x="727274" y="750185"/>
                  <a:pt x="722037" y="757604"/>
                  <a:pt x="711563" y="765241"/>
                </a:cubicBezTo>
                <a:cubicBezTo>
                  <a:pt x="674905" y="761532"/>
                  <a:pt x="674905" y="783789"/>
                  <a:pt x="643483" y="787716"/>
                </a:cubicBezTo>
                <a:cubicBezTo>
                  <a:pt x="648720" y="765241"/>
                  <a:pt x="685378" y="765241"/>
                  <a:pt x="685378" y="739275"/>
                </a:cubicBezTo>
                <a:cubicBezTo>
                  <a:pt x="638246" y="746694"/>
                  <a:pt x="601806" y="772878"/>
                  <a:pt x="549437" y="769169"/>
                </a:cubicBezTo>
                <a:cubicBezTo>
                  <a:pt x="565148" y="758041"/>
                  <a:pt x="580859" y="746694"/>
                  <a:pt x="586096" y="728147"/>
                </a:cubicBezTo>
                <a:cubicBezTo>
                  <a:pt x="601806" y="735566"/>
                  <a:pt x="617517" y="713309"/>
                  <a:pt x="638465" y="701962"/>
                </a:cubicBezTo>
                <a:cubicBezTo>
                  <a:pt x="643702" y="701962"/>
                  <a:pt x="648938" y="705672"/>
                  <a:pt x="648938" y="716800"/>
                </a:cubicBezTo>
                <a:cubicBezTo>
                  <a:pt x="659412" y="713091"/>
                  <a:pt x="690834" y="705672"/>
                  <a:pt x="680360" y="701962"/>
                </a:cubicBezTo>
                <a:cubicBezTo>
                  <a:pt x="690834" y="694543"/>
                  <a:pt x="690834" y="709381"/>
                  <a:pt x="706544" y="701962"/>
                </a:cubicBezTo>
                <a:cubicBezTo>
                  <a:pt x="737966" y="660940"/>
                  <a:pt x="837248" y="657230"/>
                  <a:pt x="863433" y="627336"/>
                </a:cubicBezTo>
                <a:cubicBezTo>
                  <a:pt x="879144" y="627336"/>
                  <a:pt x="905328" y="631046"/>
                  <a:pt x="915802" y="612499"/>
                </a:cubicBezTo>
                <a:cubicBezTo>
                  <a:pt x="910565" y="608789"/>
                  <a:pt x="900091" y="608789"/>
                  <a:pt x="905328" y="601370"/>
                </a:cubicBezTo>
                <a:cubicBezTo>
                  <a:pt x="921039" y="590242"/>
                  <a:pt x="921039" y="616208"/>
                  <a:pt x="926276" y="593951"/>
                </a:cubicBezTo>
                <a:cubicBezTo>
                  <a:pt x="941986" y="593951"/>
                  <a:pt x="926276" y="601370"/>
                  <a:pt x="926276" y="608789"/>
                </a:cubicBezTo>
                <a:cubicBezTo>
                  <a:pt x="947223" y="605080"/>
                  <a:pt x="952460" y="593951"/>
                  <a:pt x="968171" y="590242"/>
                </a:cubicBezTo>
                <a:cubicBezTo>
                  <a:pt x="973408" y="579113"/>
                  <a:pt x="952460" y="586532"/>
                  <a:pt x="957697" y="575404"/>
                </a:cubicBezTo>
                <a:cubicBezTo>
                  <a:pt x="989118" y="564275"/>
                  <a:pt x="1004829" y="545510"/>
                  <a:pt x="1041269" y="538091"/>
                </a:cubicBezTo>
                <a:cubicBezTo>
                  <a:pt x="1041269" y="549219"/>
                  <a:pt x="1025558" y="545510"/>
                  <a:pt x="1025558" y="552929"/>
                </a:cubicBezTo>
                <a:cubicBezTo>
                  <a:pt x="1025558" y="560348"/>
                  <a:pt x="1041269" y="541800"/>
                  <a:pt x="1051743" y="556638"/>
                </a:cubicBezTo>
                <a:cubicBezTo>
                  <a:pt x="1056980" y="545510"/>
                  <a:pt x="1083164" y="549219"/>
                  <a:pt x="1077927" y="530454"/>
                </a:cubicBezTo>
                <a:cubicBezTo>
                  <a:pt x="1166736" y="515616"/>
                  <a:pt x="1208631" y="466956"/>
                  <a:pt x="1287185" y="444700"/>
                </a:cubicBezTo>
                <a:cubicBezTo>
                  <a:pt x="1281948" y="433571"/>
                  <a:pt x="1281948" y="426152"/>
                  <a:pt x="1271474" y="426152"/>
                </a:cubicBezTo>
                <a:cubicBezTo>
                  <a:pt x="1255763" y="448627"/>
                  <a:pt x="1203394" y="444700"/>
                  <a:pt x="1187902" y="470884"/>
                </a:cubicBezTo>
                <a:cubicBezTo>
                  <a:pt x="1166955" y="470884"/>
                  <a:pt x="1166955" y="470884"/>
                  <a:pt x="1140770" y="470884"/>
                </a:cubicBezTo>
                <a:cubicBezTo>
                  <a:pt x="1140770" y="463465"/>
                  <a:pt x="1156481" y="467175"/>
                  <a:pt x="1156481" y="456046"/>
                </a:cubicBezTo>
                <a:cubicBezTo>
                  <a:pt x="1161718" y="452337"/>
                  <a:pt x="1161718" y="456046"/>
                  <a:pt x="1172191" y="456046"/>
                </a:cubicBezTo>
                <a:cubicBezTo>
                  <a:pt x="1208850" y="426152"/>
                  <a:pt x="1287185" y="422443"/>
                  <a:pt x="1318606" y="385130"/>
                </a:cubicBezTo>
                <a:cubicBezTo>
                  <a:pt x="1381449" y="385130"/>
                  <a:pt x="1407415" y="355236"/>
                  <a:pt x="1454547" y="332979"/>
                </a:cubicBezTo>
                <a:cubicBezTo>
                  <a:pt x="1522627" y="303085"/>
                  <a:pt x="1616673" y="284538"/>
                  <a:pt x="1679515" y="262063"/>
                </a:cubicBezTo>
                <a:cubicBezTo>
                  <a:pt x="1684752" y="258353"/>
                  <a:pt x="1705700" y="265772"/>
                  <a:pt x="1695226" y="250935"/>
                </a:cubicBezTo>
                <a:cubicBezTo>
                  <a:pt x="1799746" y="228460"/>
                  <a:pt x="1888773" y="168890"/>
                  <a:pt x="1993293" y="135286"/>
                </a:cubicBezTo>
                <a:cubicBezTo>
                  <a:pt x="1998529" y="146415"/>
                  <a:pt x="1988056" y="146415"/>
                  <a:pt x="1988056" y="153834"/>
                </a:cubicBezTo>
                <a:cubicBezTo>
                  <a:pt x="1946161" y="142705"/>
                  <a:pt x="1956634" y="180018"/>
                  <a:pt x="1914739" y="180018"/>
                </a:cubicBezTo>
                <a:cubicBezTo>
                  <a:pt x="1899029" y="213622"/>
                  <a:pt x="1851896" y="224750"/>
                  <a:pt x="1810220" y="239806"/>
                </a:cubicBezTo>
                <a:cubicBezTo>
                  <a:pt x="1810220" y="243516"/>
                  <a:pt x="1810220" y="243516"/>
                  <a:pt x="1810220" y="247225"/>
                </a:cubicBezTo>
                <a:cubicBezTo>
                  <a:pt x="1815456" y="250935"/>
                  <a:pt x="1825930" y="250935"/>
                  <a:pt x="1831167" y="250935"/>
                </a:cubicBezTo>
                <a:cubicBezTo>
                  <a:pt x="1825930" y="232387"/>
                  <a:pt x="1867825" y="236097"/>
                  <a:pt x="1883536" y="221041"/>
                </a:cubicBezTo>
                <a:cubicBezTo>
                  <a:pt x="1899247" y="228460"/>
                  <a:pt x="1873062" y="232169"/>
                  <a:pt x="1873062" y="239588"/>
                </a:cubicBezTo>
                <a:cubicBezTo>
                  <a:pt x="1925431" y="239588"/>
                  <a:pt x="1951616" y="209694"/>
                  <a:pt x="2009003" y="202275"/>
                </a:cubicBezTo>
                <a:cubicBezTo>
                  <a:pt x="2009003" y="213403"/>
                  <a:pt x="2024714" y="213403"/>
                  <a:pt x="2029951" y="217113"/>
                </a:cubicBezTo>
                <a:cubicBezTo>
                  <a:pt x="2024714" y="224532"/>
                  <a:pt x="2003766" y="217113"/>
                  <a:pt x="2003766" y="224532"/>
                </a:cubicBezTo>
                <a:cubicBezTo>
                  <a:pt x="2003766" y="231951"/>
                  <a:pt x="2029951" y="224532"/>
                  <a:pt x="2040425" y="228241"/>
                </a:cubicBezTo>
                <a:cubicBezTo>
                  <a:pt x="2045661" y="224532"/>
                  <a:pt x="2056135" y="220822"/>
                  <a:pt x="2056135" y="209694"/>
                </a:cubicBezTo>
                <a:cubicBezTo>
                  <a:pt x="2077083" y="209694"/>
                  <a:pt x="2092794" y="213403"/>
                  <a:pt x="2103267" y="217113"/>
                </a:cubicBezTo>
                <a:cubicBezTo>
                  <a:pt x="2109595" y="212967"/>
                  <a:pt x="2130543" y="201839"/>
                  <a:pt x="2114832" y="198129"/>
                </a:cubicBezTo>
                <a:lnTo>
                  <a:pt x="2114832" y="198129"/>
                </a:lnTo>
                <a:close/>
                <a:moveTo>
                  <a:pt x="2658596" y="869543"/>
                </a:moveTo>
                <a:cubicBezTo>
                  <a:pt x="2653359" y="869543"/>
                  <a:pt x="2648122" y="869543"/>
                  <a:pt x="2642886" y="869543"/>
                </a:cubicBezTo>
                <a:cubicBezTo>
                  <a:pt x="2642886" y="873252"/>
                  <a:pt x="2642886" y="873252"/>
                  <a:pt x="2642886" y="876962"/>
                </a:cubicBezTo>
                <a:cubicBezTo>
                  <a:pt x="2648122" y="877180"/>
                  <a:pt x="2658596" y="877180"/>
                  <a:pt x="2658596" y="869543"/>
                </a:cubicBezTo>
                <a:lnTo>
                  <a:pt x="2658596" y="869543"/>
                </a:lnTo>
                <a:close/>
                <a:moveTo>
                  <a:pt x="2595972" y="903146"/>
                </a:moveTo>
                <a:cubicBezTo>
                  <a:pt x="2595972" y="899437"/>
                  <a:pt x="2606446" y="899437"/>
                  <a:pt x="2601209" y="892018"/>
                </a:cubicBezTo>
                <a:cubicBezTo>
                  <a:pt x="2595972" y="892018"/>
                  <a:pt x="2590735" y="892018"/>
                  <a:pt x="2585498" y="892018"/>
                </a:cubicBezTo>
                <a:cubicBezTo>
                  <a:pt x="2595972" y="899437"/>
                  <a:pt x="2575024" y="903146"/>
                  <a:pt x="2585498" y="903146"/>
                </a:cubicBezTo>
                <a:cubicBezTo>
                  <a:pt x="2585498" y="899437"/>
                  <a:pt x="2590735" y="903146"/>
                  <a:pt x="2595972" y="903146"/>
                </a:cubicBezTo>
                <a:lnTo>
                  <a:pt x="2595972" y="903146"/>
                </a:lnTo>
                <a:close/>
                <a:moveTo>
                  <a:pt x="592860" y="1100839"/>
                </a:moveTo>
                <a:cubicBezTo>
                  <a:pt x="592860" y="1089711"/>
                  <a:pt x="619044" y="1100839"/>
                  <a:pt x="613808" y="1086001"/>
                </a:cubicBezTo>
                <a:cubicBezTo>
                  <a:pt x="598097" y="1093420"/>
                  <a:pt x="582386" y="1089711"/>
                  <a:pt x="592860" y="1100839"/>
                </a:cubicBezTo>
                <a:lnTo>
                  <a:pt x="592860" y="1100839"/>
                </a:lnTo>
                <a:close/>
                <a:moveTo>
                  <a:pt x="561439" y="962934"/>
                </a:moveTo>
                <a:cubicBezTo>
                  <a:pt x="577149" y="962934"/>
                  <a:pt x="577149" y="951806"/>
                  <a:pt x="598097" y="955515"/>
                </a:cubicBezTo>
                <a:cubicBezTo>
                  <a:pt x="598097" y="951806"/>
                  <a:pt x="603334" y="948096"/>
                  <a:pt x="603334" y="944387"/>
                </a:cubicBezTo>
                <a:cubicBezTo>
                  <a:pt x="587623" y="947878"/>
                  <a:pt x="571912" y="951806"/>
                  <a:pt x="561439" y="962934"/>
                </a:cubicBezTo>
                <a:lnTo>
                  <a:pt x="561439" y="962934"/>
                </a:lnTo>
                <a:close/>
                <a:moveTo>
                  <a:pt x="2083411" y="310068"/>
                </a:moveTo>
                <a:cubicBezTo>
                  <a:pt x="2093885" y="310068"/>
                  <a:pt x="2088648" y="317487"/>
                  <a:pt x="2093885" y="321196"/>
                </a:cubicBezTo>
                <a:cubicBezTo>
                  <a:pt x="2120069" y="321196"/>
                  <a:pt x="2130543" y="310068"/>
                  <a:pt x="2135780" y="295012"/>
                </a:cubicBezTo>
                <a:cubicBezTo>
                  <a:pt x="2109595" y="295230"/>
                  <a:pt x="2099121" y="302649"/>
                  <a:pt x="2083411" y="310068"/>
                </a:cubicBezTo>
                <a:lnTo>
                  <a:pt x="2083411" y="310068"/>
                </a:lnTo>
                <a:close/>
                <a:moveTo>
                  <a:pt x="2297905" y="321196"/>
                </a:moveTo>
                <a:cubicBezTo>
                  <a:pt x="2303142" y="321196"/>
                  <a:pt x="2313616" y="321196"/>
                  <a:pt x="2313616" y="324906"/>
                </a:cubicBezTo>
                <a:cubicBezTo>
                  <a:pt x="2318853" y="317487"/>
                  <a:pt x="2329327" y="313777"/>
                  <a:pt x="2334564" y="306358"/>
                </a:cubicBezTo>
                <a:cubicBezTo>
                  <a:pt x="2318635" y="310068"/>
                  <a:pt x="2292669" y="306358"/>
                  <a:pt x="2297905" y="321196"/>
                </a:cubicBezTo>
                <a:lnTo>
                  <a:pt x="2297905" y="321196"/>
                </a:lnTo>
                <a:close/>
                <a:moveTo>
                  <a:pt x="2454794" y="343671"/>
                </a:moveTo>
                <a:cubicBezTo>
                  <a:pt x="2501926" y="347381"/>
                  <a:pt x="2548840" y="336252"/>
                  <a:pt x="2590735" y="328833"/>
                </a:cubicBezTo>
                <a:cubicBezTo>
                  <a:pt x="2585498" y="317705"/>
                  <a:pt x="2590735" y="317705"/>
                  <a:pt x="2595972" y="306358"/>
                </a:cubicBezTo>
                <a:cubicBezTo>
                  <a:pt x="2559314" y="321196"/>
                  <a:pt x="2491234" y="317487"/>
                  <a:pt x="2454794" y="343671"/>
                </a:cubicBezTo>
                <a:lnTo>
                  <a:pt x="2454794" y="343671"/>
                </a:lnTo>
                <a:close/>
                <a:moveTo>
                  <a:pt x="1827239" y="388403"/>
                </a:moveTo>
                <a:cubicBezTo>
                  <a:pt x="1827239" y="399531"/>
                  <a:pt x="1801055" y="406950"/>
                  <a:pt x="1822002" y="410878"/>
                </a:cubicBezTo>
                <a:cubicBezTo>
                  <a:pt x="1822002" y="396040"/>
                  <a:pt x="1858661" y="407169"/>
                  <a:pt x="1858661" y="392331"/>
                </a:cubicBezTo>
                <a:cubicBezTo>
                  <a:pt x="1853206" y="388403"/>
                  <a:pt x="1842732" y="388403"/>
                  <a:pt x="1827239" y="388403"/>
                </a:cubicBezTo>
                <a:lnTo>
                  <a:pt x="1827239" y="388403"/>
                </a:lnTo>
                <a:close/>
                <a:moveTo>
                  <a:pt x="1957944" y="358509"/>
                </a:moveTo>
                <a:cubicBezTo>
                  <a:pt x="1957944" y="362219"/>
                  <a:pt x="1963180" y="365928"/>
                  <a:pt x="1968417" y="365928"/>
                </a:cubicBezTo>
                <a:cubicBezTo>
                  <a:pt x="1978891" y="362219"/>
                  <a:pt x="1984128" y="351090"/>
                  <a:pt x="1989365" y="347381"/>
                </a:cubicBezTo>
                <a:cubicBezTo>
                  <a:pt x="2015549" y="351090"/>
                  <a:pt x="2052208" y="336252"/>
                  <a:pt x="2062681" y="321196"/>
                </a:cubicBezTo>
                <a:cubicBezTo>
                  <a:pt x="1989365" y="332325"/>
                  <a:pt x="1937214" y="365928"/>
                  <a:pt x="1863898" y="377056"/>
                </a:cubicBezTo>
                <a:cubicBezTo>
                  <a:pt x="1869135" y="388185"/>
                  <a:pt x="1848187" y="384475"/>
                  <a:pt x="1858661" y="391894"/>
                </a:cubicBezTo>
                <a:cubicBezTo>
                  <a:pt x="1900338" y="384694"/>
                  <a:pt x="1931759" y="373565"/>
                  <a:pt x="1957944" y="358509"/>
                </a:cubicBezTo>
                <a:lnTo>
                  <a:pt x="1957944" y="358509"/>
                </a:lnTo>
                <a:close/>
                <a:moveTo>
                  <a:pt x="2276958" y="392113"/>
                </a:moveTo>
                <a:cubicBezTo>
                  <a:pt x="2297905" y="392113"/>
                  <a:pt x="2318853" y="388403"/>
                  <a:pt x="2329327" y="377275"/>
                </a:cubicBezTo>
                <a:cubicBezTo>
                  <a:pt x="2329327" y="377275"/>
                  <a:pt x="2324090" y="377275"/>
                  <a:pt x="2324090" y="373565"/>
                </a:cubicBezTo>
                <a:cubicBezTo>
                  <a:pt x="2324090" y="373565"/>
                  <a:pt x="2318853" y="373565"/>
                  <a:pt x="2313616" y="373565"/>
                </a:cubicBezTo>
                <a:cubicBezTo>
                  <a:pt x="2318635" y="392113"/>
                  <a:pt x="2276958" y="380984"/>
                  <a:pt x="2276958" y="392113"/>
                </a:cubicBezTo>
                <a:lnTo>
                  <a:pt x="2276958" y="392113"/>
                </a:lnTo>
                <a:close/>
                <a:moveTo>
                  <a:pt x="1351337" y="410878"/>
                </a:moveTo>
                <a:cubicBezTo>
                  <a:pt x="1367047" y="410878"/>
                  <a:pt x="1377521" y="410878"/>
                  <a:pt x="1377521" y="399750"/>
                </a:cubicBezTo>
                <a:cubicBezTo>
                  <a:pt x="1366829" y="403241"/>
                  <a:pt x="1351337" y="399531"/>
                  <a:pt x="1351337" y="410878"/>
                </a:cubicBezTo>
                <a:lnTo>
                  <a:pt x="1351337" y="410878"/>
                </a:lnTo>
                <a:close/>
                <a:moveTo>
                  <a:pt x="1675588" y="448191"/>
                </a:moveTo>
                <a:cubicBezTo>
                  <a:pt x="1712246" y="440772"/>
                  <a:pt x="1764397" y="429644"/>
                  <a:pt x="1795818" y="410878"/>
                </a:cubicBezTo>
                <a:cubicBezTo>
                  <a:pt x="1748686" y="418297"/>
                  <a:pt x="1701554" y="425716"/>
                  <a:pt x="1675588" y="448191"/>
                </a:cubicBezTo>
                <a:lnTo>
                  <a:pt x="1675588" y="448191"/>
                </a:lnTo>
                <a:close/>
                <a:moveTo>
                  <a:pt x="2114832" y="444263"/>
                </a:moveTo>
                <a:cubicBezTo>
                  <a:pt x="2135780" y="440554"/>
                  <a:pt x="2151490" y="436844"/>
                  <a:pt x="2161964" y="425716"/>
                </a:cubicBezTo>
                <a:cubicBezTo>
                  <a:pt x="2146254" y="418297"/>
                  <a:pt x="2120069" y="429425"/>
                  <a:pt x="2114832" y="444263"/>
                </a:cubicBezTo>
                <a:lnTo>
                  <a:pt x="2114832" y="444263"/>
                </a:lnTo>
                <a:close/>
                <a:moveTo>
                  <a:pt x="1581324" y="470448"/>
                </a:moveTo>
                <a:cubicBezTo>
                  <a:pt x="1602271" y="466738"/>
                  <a:pt x="1638930" y="463029"/>
                  <a:pt x="1659877" y="451900"/>
                </a:cubicBezTo>
                <a:cubicBezTo>
                  <a:pt x="1633693" y="448191"/>
                  <a:pt x="1581324" y="459319"/>
                  <a:pt x="1581324" y="470448"/>
                </a:cubicBezTo>
                <a:lnTo>
                  <a:pt x="1581324" y="470448"/>
                </a:lnTo>
                <a:close/>
                <a:moveTo>
                  <a:pt x="1989365" y="477867"/>
                </a:moveTo>
                <a:cubicBezTo>
                  <a:pt x="2020786" y="481576"/>
                  <a:pt x="2057445" y="470448"/>
                  <a:pt x="2078174" y="455392"/>
                </a:cubicBezTo>
                <a:cubicBezTo>
                  <a:pt x="2046752" y="455610"/>
                  <a:pt x="1999621" y="459319"/>
                  <a:pt x="1989365" y="477867"/>
                </a:cubicBezTo>
                <a:lnTo>
                  <a:pt x="1989365" y="477867"/>
                </a:lnTo>
                <a:close/>
                <a:moveTo>
                  <a:pt x="1544665" y="481576"/>
                </a:moveTo>
                <a:cubicBezTo>
                  <a:pt x="1555139" y="481576"/>
                  <a:pt x="1555139" y="477867"/>
                  <a:pt x="1570850" y="477867"/>
                </a:cubicBezTo>
                <a:cubicBezTo>
                  <a:pt x="1570850" y="474157"/>
                  <a:pt x="1576087" y="470448"/>
                  <a:pt x="1565613" y="466738"/>
                </a:cubicBezTo>
                <a:cubicBezTo>
                  <a:pt x="1560376" y="474157"/>
                  <a:pt x="1544665" y="474157"/>
                  <a:pt x="1544665" y="481576"/>
                </a:cubicBezTo>
                <a:lnTo>
                  <a:pt x="1544665" y="481576"/>
                </a:lnTo>
                <a:close/>
                <a:moveTo>
                  <a:pt x="2637649" y="489213"/>
                </a:moveTo>
                <a:cubicBezTo>
                  <a:pt x="2653359" y="481794"/>
                  <a:pt x="2684781" y="478085"/>
                  <a:pt x="2700491" y="466738"/>
                </a:cubicBezTo>
                <a:cubicBezTo>
                  <a:pt x="2663833" y="470448"/>
                  <a:pt x="2627393" y="466738"/>
                  <a:pt x="2637649" y="489213"/>
                </a:cubicBezTo>
                <a:lnTo>
                  <a:pt x="2637649" y="489213"/>
                </a:lnTo>
                <a:close/>
                <a:moveTo>
                  <a:pt x="1440146" y="518889"/>
                </a:moveTo>
                <a:cubicBezTo>
                  <a:pt x="1466330" y="500342"/>
                  <a:pt x="1523718" y="504051"/>
                  <a:pt x="1539428" y="481576"/>
                </a:cubicBezTo>
                <a:cubicBezTo>
                  <a:pt x="1508225" y="492923"/>
                  <a:pt x="1445383" y="500342"/>
                  <a:pt x="1440146" y="518889"/>
                </a:cubicBezTo>
                <a:lnTo>
                  <a:pt x="1440146" y="518889"/>
                </a:lnTo>
                <a:close/>
                <a:moveTo>
                  <a:pt x="1717265" y="559911"/>
                </a:moveTo>
                <a:cubicBezTo>
                  <a:pt x="1790581" y="552492"/>
                  <a:pt x="1900338" y="515180"/>
                  <a:pt x="1973436" y="485286"/>
                </a:cubicBezTo>
                <a:cubicBezTo>
                  <a:pt x="1884627" y="500342"/>
                  <a:pt x="1785344" y="522598"/>
                  <a:pt x="1717265" y="559911"/>
                </a:cubicBezTo>
                <a:lnTo>
                  <a:pt x="1717265" y="559911"/>
                </a:lnTo>
                <a:close/>
                <a:moveTo>
                  <a:pt x="1361592" y="545074"/>
                </a:moveTo>
                <a:cubicBezTo>
                  <a:pt x="1377303" y="533945"/>
                  <a:pt x="1413961" y="537655"/>
                  <a:pt x="1429672" y="518889"/>
                </a:cubicBezTo>
                <a:cubicBezTo>
                  <a:pt x="1403487" y="526526"/>
                  <a:pt x="1366829" y="522598"/>
                  <a:pt x="1361592" y="545074"/>
                </a:cubicBezTo>
                <a:lnTo>
                  <a:pt x="1361592" y="545074"/>
                </a:lnTo>
                <a:close/>
                <a:moveTo>
                  <a:pt x="1633693" y="593515"/>
                </a:moveTo>
                <a:cubicBezTo>
                  <a:pt x="1665114" y="586096"/>
                  <a:pt x="1701772" y="582386"/>
                  <a:pt x="1717265" y="563621"/>
                </a:cubicBezTo>
                <a:cubicBezTo>
                  <a:pt x="1696317" y="552492"/>
                  <a:pt x="1644166" y="574967"/>
                  <a:pt x="1633693" y="593515"/>
                </a:cubicBezTo>
                <a:lnTo>
                  <a:pt x="1633693" y="593515"/>
                </a:lnTo>
                <a:close/>
                <a:moveTo>
                  <a:pt x="979954" y="582386"/>
                </a:moveTo>
                <a:cubicBezTo>
                  <a:pt x="995664" y="582386"/>
                  <a:pt x="1006138" y="582386"/>
                  <a:pt x="1006138" y="567548"/>
                </a:cubicBezTo>
                <a:cubicBezTo>
                  <a:pt x="990427" y="567548"/>
                  <a:pt x="979954" y="571258"/>
                  <a:pt x="979954" y="582386"/>
                </a:cubicBezTo>
                <a:lnTo>
                  <a:pt x="979954" y="582386"/>
                </a:lnTo>
                <a:close/>
                <a:moveTo>
                  <a:pt x="1555139" y="623409"/>
                </a:moveTo>
                <a:cubicBezTo>
                  <a:pt x="1581324" y="612280"/>
                  <a:pt x="1612745" y="608571"/>
                  <a:pt x="1628456" y="589805"/>
                </a:cubicBezTo>
                <a:cubicBezTo>
                  <a:pt x="1602271" y="601152"/>
                  <a:pt x="1565613" y="601152"/>
                  <a:pt x="1555139" y="623409"/>
                </a:cubicBezTo>
                <a:lnTo>
                  <a:pt x="1555139" y="623409"/>
                </a:lnTo>
                <a:close/>
                <a:moveTo>
                  <a:pt x="2611682" y="597224"/>
                </a:moveTo>
                <a:cubicBezTo>
                  <a:pt x="2616919" y="597224"/>
                  <a:pt x="2616919" y="600934"/>
                  <a:pt x="2611682" y="604643"/>
                </a:cubicBezTo>
                <a:cubicBezTo>
                  <a:pt x="2632630" y="604643"/>
                  <a:pt x="2653578" y="600934"/>
                  <a:pt x="2658814" y="589805"/>
                </a:cubicBezTo>
                <a:cubicBezTo>
                  <a:pt x="2637649" y="589805"/>
                  <a:pt x="2622156" y="589805"/>
                  <a:pt x="2611682" y="597224"/>
                </a:cubicBezTo>
                <a:lnTo>
                  <a:pt x="2611682" y="597224"/>
                </a:lnTo>
                <a:close/>
                <a:moveTo>
                  <a:pt x="2496471" y="608571"/>
                </a:moveTo>
                <a:cubicBezTo>
                  <a:pt x="2512182" y="608571"/>
                  <a:pt x="2527892" y="608571"/>
                  <a:pt x="2527892" y="601152"/>
                </a:cubicBezTo>
                <a:cubicBezTo>
                  <a:pt x="2512182" y="601152"/>
                  <a:pt x="2501708" y="601152"/>
                  <a:pt x="2496471" y="608571"/>
                </a:cubicBezTo>
                <a:lnTo>
                  <a:pt x="2496471" y="608571"/>
                </a:lnTo>
                <a:close/>
                <a:moveTo>
                  <a:pt x="1319915" y="757822"/>
                </a:moveTo>
                <a:cubicBezTo>
                  <a:pt x="1335626" y="746694"/>
                  <a:pt x="1372284" y="746694"/>
                  <a:pt x="1382758" y="731638"/>
                </a:cubicBezTo>
                <a:cubicBezTo>
                  <a:pt x="1361592" y="739057"/>
                  <a:pt x="1309442" y="742766"/>
                  <a:pt x="1319915" y="757822"/>
                </a:cubicBezTo>
                <a:lnTo>
                  <a:pt x="1319915" y="757822"/>
                </a:lnTo>
                <a:close/>
                <a:moveTo>
                  <a:pt x="1110658" y="828520"/>
                </a:moveTo>
                <a:cubicBezTo>
                  <a:pt x="1178737" y="806045"/>
                  <a:pt x="1246599" y="783789"/>
                  <a:pt x="1304205" y="757604"/>
                </a:cubicBezTo>
                <a:cubicBezTo>
                  <a:pt x="1230888" y="772660"/>
                  <a:pt x="1142079" y="795135"/>
                  <a:pt x="1110658" y="828520"/>
                </a:cubicBezTo>
                <a:lnTo>
                  <a:pt x="1110658" y="828520"/>
                </a:lnTo>
                <a:close/>
                <a:moveTo>
                  <a:pt x="770696" y="832230"/>
                </a:moveTo>
                <a:cubicBezTo>
                  <a:pt x="786407" y="828520"/>
                  <a:pt x="812591" y="832230"/>
                  <a:pt x="812591" y="813683"/>
                </a:cubicBezTo>
                <a:cubicBezTo>
                  <a:pt x="796881" y="821102"/>
                  <a:pt x="781170" y="824811"/>
                  <a:pt x="770696" y="832230"/>
                </a:cubicBezTo>
                <a:lnTo>
                  <a:pt x="770696" y="832230"/>
                </a:lnTo>
                <a:close/>
                <a:moveTo>
                  <a:pt x="1058289" y="847286"/>
                </a:moveTo>
                <a:cubicBezTo>
                  <a:pt x="1074000" y="847286"/>
                  <a:pt x="1079237" y="839867"/>
                  <a:pt x="1084473" y="832448"/>
                </a:cubicBezTo>
                <a:cubicBezTo>
                  <a:pt x="1068763" y="832230"/>
                  <a:pt x="1068763" y="839867"/>
                  <a:pt x="1058289" y="847286"/>
                </a:cubicBezTo>
                <a:lnTo>
                  <a:pt x="1058289" y="847286"/>
                </a:lnTo>
                <a:close/>
                <a:moveTo>
                  <a:pt x="2543603" y="858414"/>
                </a:moveTo>
                <a:cubicBezTo>
                  <a:pt x="2554077" y="862124"/>
                  <a:pt x="2533129" y="862124"/>
                  <a:pt x="2548840" y="869543"/>
                </a:cubicBezTo>
                <a:cubicBezTo>
                  <a:pt x="2575024" y="873252"/>
                  <a:pt x="2575024" y="850995"/>
                  <a:pt x="2595972" y="862124"/>
                </a:cubicBezTo>
                <a:cubicBezTo>
                  <a:pt x="2590735" y="850995"/>
                  <a:pt x="2611682" y="854705"/>
                  <a:pt x="2611682" y="847286"/>
                </a:cubicBezTo>
                <a:cubicBezTo>
                  <a:pt x="2590735" y="839867"/>
                  <a:pt x="2559314" y="850995"/>
                  <a:pt x="2543603" y="858414"/>
                </a:cubicBezTo>
                <a:lnTo>
                  <a:pt x="2543603" y="858414"/>
                </a:lnTo>
                <a:close/>
                <a:moveTo>
                  <a:pt x="713309" y="903146"/>
                </a:moveTo>
                <a:cubicBezTo>
                  <a:pt x="729019" y="903146"/>
                  <a:pt x="734256" y="899437"/>
                  <a:pt x="734256" y="892018"/>
                </a:cubicBezTo>
                <a:cubicBezTo>
                  <a:pt x="723564" y="892018"/>
                  <a:pt x="713309" y="892018"/>
                  <a:pt x="713309" y="903146"/>
                </a:cubicBezTo>
                <a:lnTo>
                  <a:pt x="713309" y="903146"/>
                </a:lnTo>
                <a:close/>
                <a:moveTo>
                  <a:pt x="770696" y="996537"/>
                </a:moveTo>
                <a:cubicBezTo>
                  <a:pt x="775933" y="1000247"/>
                  <a:pt x="796881" y="992828"/>
                  <a:pt x="807354" y="992828"/>
                </a:cubicBezTo>
                <a:cubicBezTo>
                  <a:pt x="812591" y="977990"/>
                  <a:pt x="838776" y="962934"/>
                  <a:pt x="864960" y="970353"/>
                </a:cubicBezTo>
                <a:cubicBezTo>
                  <a:pt x="880671" y="933040"/>
                  <a:pt x="948532" y="933040"/>
                  <a:pt x="964243" y="903146"/>
                </a:cubicBezTo>
                <a:cubicBezTo>
                  <a:pt x="885690" y="910783"/>
                  <a:pt x="817828" y="962934"/>
                  <a:pt x="770696" y="996537"/>
                </a:cubicBezTo>
                <a:lnTo>
                  <a:pt x="770696" y="996537"/>
                </a:lnTo>
                <a:close/>
                <a:moveTo>
                  <a:pt x="634755" y="936750"/>
                </a:moveTo>
                <a:cubicBezTo>
                  <a:pt x="655703" y="933040"/>
                  <a:pt x="681887" y="918202"/>
                  <a:pt x="676650" y="906856"/>
                </a:cubicBezTo>
                <a:cubicBezTo>
                  <a:pt x="666176" y="918202"/>
                  <a:pt x="639992" y="921912"/>
                  <a:pt x="634755" y="936750"/>
                </a:cubicBezTo>
                <a:lnTo>
                  <a:pt x="634755" y="936750"/>
                </a:lnTo>
                <a:close/>
                <a:moveTo>
                  <a:pt x="2601209" y="974062"/>
                </a:moveTo>
                <a:cubicBezTo>
                  <a:pt x="2622156" y="974062"/>
                  <a:pt x="2643104" y="974062"/>
                  <a:pt x="2653578" y="962934"/>
                </a:cubicBezTo>
                <a:cubicBezTo>
                  <a:pt x="2632630" y="962934"/>
                  <a:pt x="2643104" y="955515"/>
                  <a:pt x="2637867" y="948096"/>
                </a:cubicBezTo>
                <a:cubicBezTo>
                  <a:pt x="2622156" y="955515"/>
                  <a:pt x="2606446" y="959225"/>
                  <a:pt x="2601209" y="974062"/>
                </a:cubicBezTo>
                <a:lnTo>
                  <a:pt x="2601209" y="974062"/>
                </a:lnTo>
                <a:close/>
                <a:moveTo>
                  <a:pt x="676650" y="970353"/>
                </a:moveTo>
                <a:cubicBezTo>
                  <a:pt x="697598" y="970353"/>
                  <a:pt x="708072" y="962934"/>
                  <a:pt x="713309" y="955515"/>
                </a:cubicBezTo>
                <a:cubicBezTo>
                  <a:pt x="697598" y="959225"/>
                  <a:pt x="681887" y="959225"/>
                  <a:pt x="676650" y="970353"/>
                </a:cubicBezTo>
                <a:lnTo>
                  <a:pt x="676650" y="970353"/>
                </a:lnTo>
                <a:close/>
                <a:moveTo>
                  <a:pt x="660940" y="985191"/>
                </a:moveTo>
                <a:cubicBezTo>
                  <a:pt x="660940" y="977772"/>
                  <a:pt x="687124" y="974062"/>
                  <a:pt x="671413" y="966644"/>
                </a:cubicBezTo>
                <a:cubicBezTo>
                  <a:pt x="671413" y="974062"/>
                  <a:pt x="645229" y="977772"/>
                  <a:pt x="660940" y="985191"/>
                </a:cubicBezTo>
                <a:lnTo>
                  <a:pt x="660940" y="985191"/>
                </a:lnTo>
                <a:close/>
                <a:moveTo>
                  <a:pt x="619044" y="981481"/>
                </a:moveTo>
                <a:cubicBezTo>
                  <a:pt x="619044" y="985191"/>
                  <a:pt x="619044" y="992610"/>
                  <a:pt x="613808" y="992610"/>
                </a:cubicBezTo>
                <a:cubicBezTo>
                  <a:pt x="629518" y="996319"/>
                  <a:pt x="629518" y="985191"/>
                  <a:pt x="650466" y="988900"/>
                </a:cubicBezTo>
                <a:cubicBezTo>
                  <a:pt x="645229" y="974062"/>
                  <a:pt x="634755" y="981481"/>
                  <a:pt x="619044" y="981481"/>
                </a:cubicBezTo>
                <a:lnTo>
                  <a:pt x="619044" y="981481"/>
                </a:lnTo>
                <a:close/>
                <a:moveTo>
                  <a:pt x="2580261" y="989119"/>
                </a:moveTo>
                <a:cubicBezTo>
                  <a:pt x="2580261" y="992828"/>
                  <a:pt x="2580261" y="996537"/>
                  <a:pt x="2580261" y="1000247"/>
                </a:cubicBezTo>
                <a:cubicBezTo>
                  <a:pt x="2606446" y="1000247"/>
                  <a:pt x="2627393" y="996537"/>
                  <a:pt x="2632630" y="981700"/>
                </a:cubicBezTo>
                <a:cubicBezTo>
                  <a:pt x="2606446" y="974062"/>
                  <a:pt x="2601209" y="1000247"/>
                  <a:pt x="2580261" y="989119"/>
                </a:cubicBezTo>
                <a:lnTo>
                  <a:pt x="2580261" y="989119"/>
                </a:lnTo>
                <a:close/>
                <a:moveTo>
                  <a:pt x="807354" y="1007666"/>
                </a:moveTo>
                <a:cubicBezTo>
                  <a:pt x="812591" y="1000247"/>
                  <a:pt x="833539" y="1007666"/>
                  <a:pt x="828302" y="996537"/>
                </a:cubicBezTo>
                <a:cubicBezTo>
                  <a:pt x="817828" y="996537"/>
                  <a:pt x="796881" y="1003956"/>
                  <a:pt x="807354" y="1007666"/>
                </a:cubicBezTo>
                <a:lnTo>
                  <a:pt x="807354" y="1007666"/>
                </a:lnTo>
                <a:close/>
                <a:moveTo>
                  <a:pt x="671413" y="1030141"/>
                </a:moveTo>
                <a:cubicBezTo>
                  <a:pt x="676650" y="1030141"/>
                  <a:pt x="676650" y="1030141"/>
                  <a:pt x="681887" y="1030141"/>
                </a:cubicBezTo>
                <a:cubicBezTo>
                  <a:pt x="681887" y="1022722"/>
                  <a:pt x="681887" y="1019012"/>
                  <a:pt x="676650" y="1015303"/>
                </a:cubicBezTo>
                <a:cubicBezTo>
                  <a:pt x="671413" y="1022504"/>
                  <a:pt x="666176" y="1022504"/>
                  <a:pt x="671413" y="1030141"/>
                </a:cubicBezTo>
                <a:lnTo>
                  <a:pt x="671413" y="1030141"/>
                </a:lnTo>
                <a:close/>
                <a:moveTo>
                  <a:pt x="2601209" y="1112186"/>
                </a:moveTo>
                <a:cubicBezTo>
                  <a:pt x="2601209" y="1104767"/>
                  <a:pt x="2590735" y="1089711"/>
                  <a:pt x="2585498" y="1101057"/>
                </a:cubicBezTo>
                <a:cubicBezTo>
                  <a:pt x="2601209" y="1100839"/>
                  <a:pt x="2585498" y="1119605"/>
                  <a:pt x="2601209" y="1112186"/>
                </a:cubicBezTo>
                <a:lnTo>
                  <a:pt x="2601209" y="1112186"/>
                </a:lnTo>
                <a:close/>
                <a:moveTo>
                  <a:pt x="2742387" y="1130733"/>
                </a:moveTo>
                <a:cubicBezTo>
                  <a:pt x="2773808" y="1123314"/>
                  <a:pt x="2805229" y="1115895"/>
                  <a:pt x="2820940" y="1100839"/>
                </a:cubicBezTo>
                <a:cubicBezTo>
                  <a:pt x="2789519" y="1108476"/>
                  <a:pt x="2763334" y="1115895"/>
                  <a:pt x="2742387" y="1130733"/>
                </a:cubicBezTo>
                <a:lnTo>
                  <a:pt x="2742387" y="1130733"/>
                </a:lnTo>
                <a:close/>
                <a:moveTo>
                  <a:pt x="2564550" y="1115895"/>
                </a:moveTo>
                <a:cubicBezTo>
                  <a:pt x="2569787" y="1115895"/>
                  <a:pt x="2575024" y="1115895"/>
                  <a:pt x="2580261" y="1115895"/>
                </a:cubicBezTo>
                <a:cubicBezTo>
                  <a:pt x="2580261" y="1108476"/>
                  <a:pt x="2580261" y="1108476"/>
                  <a:pt x="2569787" y="1104767"/>
                </a:cubicBezTo>
                <a:cubicBezTo>
                  <a:pt x="2569787" y="1112186"/>
                  <a:pt x="2569787" y="1112186"/>
                  <a:pt x="2564550" y="1115895"/>
                </a:cubicBezTo>
                <a:lnTo>
                  <a:pt x="2564550" y="1115895"/>
                </a:lnTo>
                <a:close/>
                <a:moveTo>
                  <a:pt x="650466" y="1168046"/>
                </a:moveTo>
                <a:cubicBezTo>
                  <a:pt x="650466" y="1153208"/>
                  <a:pt x="666176" y="1149498"/>
                  <a:pt x="671413" y="1138152"/>
                </a:cubicBezTo>
                <a:cubicBezTo>
                  <a:pt x="645229" y="1138152"/>
                  <a:pt x="639992" y="1152990"/>
                  <a:pt x="619044" y="1160627"/>
                </a:cubicBezTo>
                <a:cubicBezTo>
                  <a:pt x="619044" y="1153208"/>
                  <a:pt x="624281" y="1149498"/>
                  <a:pt x="629518" y="1145789"/>
                </a:cubicBezTo>
                <a:cubicBezTo>
                  <a:pt x="587623" y="1142080"/>
                  <a:pt x="571912" y="1156917"/>
                  <a:pt x="545946" y="1168264"/>
                </a:cubicBezTo>
                <a:cubicBezTo>
                  <a:pt x="551183" y="1179392"/>
                  <a:pt x="509288" y="1186811"/>
                  <a:pt x="535472" y="1205577"/>
                </a:cubicBezTo>
                <a:cubicBezTo>
                  <a:pt x="551183" y="1205577"/>
                  <a:pt x="566894" y="1201867"/>
                  <a:pt x="566894" y="1190739"/>
                </a:cubicBezTo>
                <a:cubicBezTo>
                  <a:pt x="556420" y="1187030"/>
                  <a:pt x="545946" y="1198158"/>
                  <a:pt x="545946" y="1190739"/>
                </a:cubicBezTo>
                <a:cubicBezTo>
                  <a:pt x="556420" y="1187030"/>
                  <a:pt x="561657" y="1175901"/>
                  <a:pt x="577368" y="1172192"/>
                </a:cubicBezTo>
                <a:cubicBezTo>
                  <a:pt x="592860" y="1190521"/>
                  <a:pt x="624281" y="1164336"/>
                  <a:pt x="650466" y="1168046"/>
                </a:cubicBezTo>
                <a:lnTo>
                  <a:pt x="650466" y="1168046"/>
                </a:lnTo>
                <a:close/>
                <a:moveTo>
                  <a:pt x="598097" y="1186811"/>
                </a:moveTo>
                <a:cubicBezTo>
                  <a:pt x="592860" y="1179392"/>
                  <a:pt x="624281" y="1190521"/>
                  <a:pt x="619044" y="1179392"/>
                </a:cubicBezTo>
                <a:cubicBezTo>
                  <a:pt x="608571" y="1179174"/>
                  <a:pt x="582386" y="1183102"/>
                  <a:pt x="598097" y="1186811"/>
                </a:cubicBezTo>
                <a:lnTo>
                  <a:pt x="598097" y="1186811"/>
                </a:lnTo>
                <a:close/>
                <a:moveTo>
                  <a:pt x="2700491" y="1175465"/>
                </a:moveTo>
                <a:cubicBezTo>
                  <a:pt x="2705728" y="1190303"/>
                  <a:pt x="2690018" y="1186593"/>
                  <a:pt x="2690018" y="1197940"/>
                </a:cubicBezTo>
                <a:cubicBezTo>
                  <a:pt x="2716202" y="1205359"/>
                  <a:pt x="2721439" y="1183102"/>
                  <a:pt x="2747624" y="1179392"/>
                </a:cubicBezTo>
                <a:cubicBezTo>
                  <a:pt x="2747624" y="1179392"/>
                  <a:pt x="2747624" y="1175683"/>
                  <a:pt x="2747624" y="1171974"/>
                </a:cubicBezTo>
                <a:cubicBezTo>
                  <a:pt x="2742387" y="1171974"/>
                  <a:pt x="2742387" y="1171974"/>
                  <a:pt x="2737150" y="1171974"/>
                </a:cubicBezTo>
                <a:cubicBezTo>
                  <a:pt x="2731913" y="1183102"/>
                  <a:pt x="2726676" y="1175465"/>
                  <a:pt x="2700491" y="1175465"/>
                </a:cubicBezTo>
                <a:lnTo>
                  <a:pt x="2700491" y="1175465"/>
                </a:lnTo>
                <a:close/>
                <a:moveTo>
                  <a:pt x="2810248" y="1220197"/>
                </a:moveTo>
                <a:cubicBezTo>
                  <a:pt x="2810248" y="1209068"/>
                  <a:pt x="2825959" y="1216487"/>
                  <a:pt x="2836432" y="1216487"/>
                </a:cubicBezTo>
                <a:cubicBezTo>
                  <a:pt x="2841669" y="1197940"/>
                  <a:pt x="2878328" y="1201649"/>
                  <a:pt x="2888801" y="1182884"/>
                </a:cubicBezTo>
                <a:cubicBezTo>
                  <a:pt x="2867854" y="1179174"/>
                  <a:pt x="2857380" y="1194012"/>
                  <a:pt x="2841669" y="1182884"/>
                </a:cubicBezTo>
                <a:cubicBezTo>
                  <a:pt x="2836432" y="1197940"/>
                  <a:pt x="2799774" y="1209068"/>
                  <a:pt x="2810248" y="1220197"/>
                </a:cubicBezTo>
                <a:lnTo>
                  <a:pt x="2810248" y="1220197"/>
                </a:lnTo>
                <a:close/>
                <a:moveTo>
                  <a:pt x="2595972" y="1209068"/>
                </a:moveTo>
                <a:cubicBezTo>
                  <a:pt x="2616919" y="1209068"/>
                  <a:pt x="2637867" y="1209068"/>
                  <a:pt x="2637867" y="1194230"/>
                </a:cubicBezTo>
                <a:cubicBezTo>
                  <a:pt x="2616919" y="1197940"/>
                  <a:pt x="2606446" y="1201649"/>
                  <a:pt x="2595972" y="1209068"/>
                </a:cubicBezTo>
                <a:lnTo>
                  <a:pt x="2595972" y="1209068"/>
                </a:lnTo>
                <a:close/>
                <a:moveTo>
                  <a:pt x="2684781" y="1231543"/>
                </a:moveTo>
                <a:cubicBezTo>
                  <a:pt x="2669070" y="1220415"/>
                  <a:pt x="2684781" y="1220415"/>
                  <a:pt x="2684781" y="1197940"/>
                </a:cubicBezTo>
                <a:cubicBezTo>
                  <a:pt x="2648122" y="1209068"/>
                  <a:pt x="2616701" y="1216487"/>
                  <a:pt x="2595972" y="1235253"/>
                </a:cubicBezTo>
                <a:cubicBezTo>
                  <a:pt x="2632412" y="1250091"/>
                  <a:pt x="2658596" y="1212778"/>
                  <a:pt x="2684781" y="1231543"/>
                </a:cubicBezTo>
                <a:lnTo>
                  <a:pt x="2684781" y="1231543"/>
                </a:lnTo>
                <a:close/>
                <a:moveTo>
                  <a:pt x="493577" y="1246381"/>
                </a:moveTo>
                <a:cubicBezTo>
                  <a:pt x="519762" y="1235253"/>
                  <a:pt x="551183" y="1235253"/>
                  <a:pt x="556420" y="1220197"/>
                </a:cubicBezTo>
                <a:cubicBezTo>
                  <a:pt x="530235" y="1223906"/>
                  <a:pt x="514525" y="1235034"/>
                  <a:pt x="483103" y="1235034"/>
                </a:cubicBezTo>
                <a:cubicBezTo>
                  <a:pt x="472630" y="1246163"/>
                  <a:pt x="456919" y="1257509"/>
                  <a:pt x="467393" y="1272347"/>
                </a:cubicBezTo>
                <a:cubicBezTo>
                  <a:pt x="535472" y="1257509"/>
                  <a:pt x="592860" y="1238744"/>
                  <a:pt x="650466" y="1216487"/>
                </a:cubicBezTo>
                <a:cubicBezTo>
                  <a:pt x="592860" y="1220197"/>
                  <a:pt x="545946" y="1250091"/>
                  <a:pt x="493577" y="1246381"/>
                </a:cubicBezTo>
                <a:lnTo>
                  <a:pt x="493577" y="1246381"/>
                </a:lnTo>
                <a:close/>
                <a:moveTo>
                  <a:pt x="2527892" y="1253800"/>
                </a:moveTo>
                <a:cubicBezTo>
                  <a:pt x="2527892" y="1246381"/>
                  <a:pt x="2548840" y="1235253"/>
                  <a:pt x="2538366" y="1227616"/>
                </a:cubicBezTo>
                <a:cubicBezTo>
                  <a:pt x="2533129" y="1231543"/>
                  <a:pt x="2512182" y="1242672"/>
                  <a:pt x="2527892" y="1253800"/>
                </a:cubicBezTo>
                <a:lnTo>
                  <a:pt x="2527892" y="1253800"/>
                </a:lnTo>
                <a:close/>
                <a:moveTo>
                  <a:pt x="708072" y="1324716"/>
                </a:moveTo>
                <a:cubicBezTo>
                  <a:pt x="708072" y="1313588"/>
                  <a:pt x="734256" y="1321007"/>
                  <a:pt x="729019" y="1306169"/>
                </a:cubicBezTo>
                <a:cubicBezTo>
                  <a:pt x="718545" y="1302459"/>
                  <a:pt x="713309" y="1317297"/>
                  <a:pt x="713309" y="1302459"/>
                </a:cubicBezTo>
                <a:cubicBezTo>
                  <a:pt x="681887" y="1309878"/>
                  <a:pt x="687124" y="1328644"/>
                  <a:pt x="650466" y="1328644"/>
                </a:cubicBezTo>
                <a:cubicBezTo>
                  <a:pt x="645229" y="1339772"/>
                  <a:pt x="660940" y="1339772"/>
                  <a:pt x="676650" y="1339772"/>
                </a:cubicBezTo>
                <a:cubicBezTo>
                  <a:pt x="681887" y="1324716"/>
                  <a:pt x="713309" y="1302459"/>
                  <a:pt x="708072" y="1324716"/>
                </a:cubicBezTo>
                <a:lnTo>
                  <a:pt x="708072" y="1324716"/>
                </a:lnTo>
                <a:close/>
                <a:moveTo>
                  <a:pt x="603334" y="1354610"/>
                </a:moveTo>
                <a:cubicBezTo>
                  <a:pt x="619044" y="1354610"/>
                  <a:pt x="655703" y="1343482"/>
                  <a:pt x="639992" y="1332135"/>
                </a:cubicBezTo>
                <a:cubicBezTo>
                  <a:pt x="634755" y="1343482"/>
                  <a:pt x="608571" y="1339772"/>
                  <a:pt x="603334" y="1354610"/>
                </a:cubicBezTo>
                <a:lnTo>
                  <a:pt x="603334" y="1354610"/>
                </a:lnTo>
                <a:close/>
                <a:moveTo>
                  <a:pt x="551183" y="1388214"/>
                </a:moveTo>
                <a:cubicBezTo>
                  <a:pt x="566894" y="1391923"/>
                  <a:pt x="582604" y="1380795"/>
                  <a:pt x="598315" y="1373376"/>
                </a:cubicBezTo>
                <a:cubicBezTo>
                  <a:pt x="598315" y="1365957"/>
                  <a:pt x="587841" y="1358538"/>
                  <a:pt x="598315" y="1350901"/>
                </a:cubicBezTo>
                <a:cubicBezTo>
                  <a:pt x="571912" y="1354610"/>
                  <a:pt x="545946" y="1377085"/>
                  <a:pt x="551183" y="1388214"/>
                </a:cubicBezTo>
                <a:lnTo>
                  <a:pt x="551183" y="1388214"/>
                </a:lnTo>
                <a:close/>
                <a:moveTo>
                  <a:pt x="964243" y="1369448"/>
                </a:moveTo>
                <a:cubicBezTo>
                  <a:pt x="943295" y="1369448"/>
                  <a:pt x="953769" y="1362029"/>
                  <a:pt x="964243" y="1354610"/>
                </a:cubicBezTo>
                <a:cubicBezTo>
                  <a:pt x="959006" y="1350901"/>
                  <a:pt x="943295" y="1350901"/>
                  <a:pt x="932822" y="1354610"/>
                </a:cubicBezTo>
                <a:cubicBezTo>
                  <a:pt x="948532" y="1369448"/>
                  <a:pt x="932822" y="1373157"/>
                  <a:pt x="917111" y="1373157"/>
                </a:cubicBezTo>
                <a:cubicBezTo>
                  <a:pt x="917111" y="1380576"/>
                  <a:pt x="917111" y="1384286"/>
                  <a:pt x="917111" y="1387995"/>
                </a:cubicBezTo>
                <a:cubicBezTo>
                  <a:pt x="953769" y="1384504"/>
                  <a:pt x="938059" y="1377085"/>
                  <a:pt x="964243" y="1369448"/>
                </a:cubicBezTo>
                <a:lnTo>
                  <a:pt x="964243" y="1369448"/>
                </a:lnTo>
                <a:close/>
                <a:moveTo>
                  <a:pt x="828302" y="1451493"/>
                </a:moveTo>
                <a:cubicBezTo>
                  <a:pt x="838776" y="1455202"/>
                  <a:pt x="838776" y="1462621"/>
                  <a:pt x="854486" y="1458912"/>
                </a:cubicBezTo>
                <a:cubicBezTo>
                  <a:pt x="885908" y="1429018"/>
                  <a:pt x="964243" y="1414180"/>
                  <a:pt x="1006138" y="1380576"/>
                </a:cubicBezTo>
                <a:cubicBezTo>
                  <a:pt x="943295" y="1399342"/>
                  <a:pt x="849250" y="1399342"/>
                  <a:pt x="828302" y="1451493"/>
                </a:cubicBezTo>
                <a:lnTo>
                  <a:pt x="828302" y="1451493"/>
                </a:lnTo>
                <a:close/>
                <a:moveTo>
                  <a:pt x="2920223" y="1414398"/>
                </a:moveTo>
                <a:cubicBezTo>
                  <a:pt x="2914986" y="1425526"/>
                  <a:pt x="2899275" y="1429236"/>
                  <a:pt x="2894038" y="1440583"/>
                </a:cubicBezTo>
                <a:cubicBezTo>
                  <a:pt x="2904512" y="1466767"/>
                  <a:pt x="2930696" y="1440583"/>
                  <a:pt x="2951644" y="1440583"/>
                </a:cubicBezTo>
                <a:cubicBezTo>
                  <a:pt x="2962118" y="1433164"/>
                  <a:pt x="2951644" y="1433164"/>
                  <a:pt x="2956881" y="1422035"/>
                </a:cubicBezTo>
                <a:cubicBezTo>
                  <a:pt x="2988302" y="1422035"/>
                  <a:pt x="2988302" y="1395851"/>
                  <a:pt x="3009250" y="1388432"/>
                </a:cubicBezTo>
                <a:cubicBezTo>
                  <a:pt x="3004013" y="1384722"/>
                  <a:pt x="2983065" y="1384722"/>
                  <a:pt x="2967355" y="1384722"/>
                </a:cubicBezTo>
                <a:cubicBezTo>
                  <a:pt x="2982847" y="1410470"/>
                  <a:pt x="2951426" y="1414398"/>
                  <a:pt x="2920223" y="1414398"/>
                </a:cubicBezTo>
                <a:lnTo>
                  <a:pt x="2920223" y="1414398"/>
                </a:lnTo>
                <a:close/>
                <a:moveTo>
                  <a:pt x="2899275" y="1391923"/>
                </a:moveTo>
                <a:cubicBezTo>
                  <a:pt x="2888801" y="1395633"/>
                  <a:pt x="2956881" y="1399342"/>
                  <a:pt x="2951644" y="1388214"/>
                </a:cubicBezTo>
                <a:cubicBezTo>
                  <a:pt x="2935933" y="1388214"/>
                  <a:pt x="2909749" y="1384504"/>
                  <a:pt x="2899275" y="1391923"/>
                </a:cubicBezTo>
                <a:lnTo>
                  <a:pt x="2899275" y="1391923"/>
                </a:lnTo>
                <a:close/>
                <a:moveTo>
                  <a:pt x="2758097" y="1418108"/>
                </a:moveTo>
                <a:cubicBezTo>
                  <a:pt x="2742387" y="1429236"/>
                  <a:pt x="2768571" y="1418108"/>
                  <a:pt x="2773808" y="1429236"/>
                </a:cubicBezTo>
                <a:cubicBezTo>
                  <a:pt x="2773808" y="1432945"/>
                  <a:pt x="2773808" y="1436655"/>
                  <a:pt x="2773808" y="1440364"/>
                </a:cubicBezTo>
                <a:cubicBezTo>
                  <a:pt x="2721439" y="1444074"/>
                  <a:pt x="2705728" y="1473968"/>
                  <a:pt x="2669288" y="1473968"/>
                </a:cubicBezTo>
                <a:cubicBezTo>
                  <a:pt x="2679762" y="1477677"/>
                  <a:pt x="2721657" y="1496443"/>
                  <a:pt x="2705946" y="1496443"/>
                </a:cubicBezTo>
                <a:cubicBezTo>
                  <a:pt x="2711183" y="1496443"/>
                  <a:pt x="2726894" y="1481605"/>
                  <a:pt x="2726894" y="1481605"/>
                </a:cubicBezTo>
                <a:cubicBezTo>
                  <a:pt x="2732131" y="1477895"/>
                  <a:pt x="2753079" y="1485314"/>
                  <a:pt x="2758315" y="1481605"/>
                </a:cubicBezTo>
                <a:cubicBezTo>
                  <a:pt x="2774026" y="1474186"/>
                  <a:pt x="2784500" y="1455420"/>
                  <a:pt x="2815921" y="1459130"/>
                </a:cubicBezTo>
                <a:cubicBezTo>
                  <a:pt x="2815921" y="1466549"/>
                  <a:pt x="2810684" y="1466549"/>
                  <a:pt x="2810684" y="1470258"/>
                </a:cubicBezTo>
                <a:cubicBezTo>
                  <a:pt x="2826395" y="1473968"/>
                  <a:pt x="2826395" y="1466549"/>
                  <a:pt x="2836869" y="1466549"/>
                </a:cubicBezTo>
                <a:cubicBezTo>
                  <a:pt x="2831632" y="1444074"/>
                  <a:pt x="2863053" y="1440364"/>
                  <a:pt x="2878764" y="1425526"/>
                </a:cubicBezTo>
                <a:cubicBezTo>
                  <a:pt x="2842106" y="1429236"/>
                  <a:pt x="2800211" y="1440364"/>
                  <a:pt x="2784718" y="1418108"/>
                </a:cubicBezTo>
                <a:cubicBezTo>
                  <a:pt x="2795192" y="1410689"/>
                  <a:pt x="2810903" y="1399560"/>
                  <a:pt x="2805666" y="1391923"/>
                </a:cubicBezTo>
                <a:cubicBezTo>
                  <a:pt x="2716857" y="1410470"/>
                  <a:pt x="2638303" y="1421817"/>
                  <a:pt x="2565205" y="1455420"/>
                </a:cubicBezTo>
                <a:cubicBezTo>
                  <a:pt x="2622156" y="1447783"/>
                  <a:pt x="2705728" y="1410470"/>
                  <a:pt x="2758097" y="1418108"/>
                </a:cubicBezTo>
                <a:lnTo>
                  <a:pt x="2758097" y="1418108"/>
                </a:lnTo>
                <a:close/>
                <a:moveTo>
                  <a:pt x="2841669" y="1406761"/>
                </a:moveTo>
                <a:cubicBezTo>
                  <a:pt x="2857380" y="1406761"/>
                  <a:pt x="2867854" y="1406761"/>
                  <a:pt x="2873091" y="1399342"/>
                </a:cubicBezTo>
                <a:cubicBezTo>
                  <a:pt x="2862617" y="1399342"/>
                  <a:pt x="2846906" y="1399342"/>
                  <a:pt x="2841669" y="1406761"/>
                </a:cubicBezTo>
                <a:lnTo>
                  <a:pt x="2841669" y="1406761"/>
                </a:lnTo>
                <a:close/>
                <a:moveTo>
                  <a:pt x="456919" y="1436655"/>
                </a:moveTo>
                <a:cubicBezTo>
                  <a:pt x="467393" y="1432945"/>
                  <a:pt x="493577" y="1421817"/>
                  <a:pt x="477867" y="1410470"/>
                </a:cubicBezTo>
                <a:cubicBezTo>
                  <a:pt x="477867" y="1418108"/>
                  <a:pt x="446445" y="1425526"/>
                  <a:pt x="456919" y="1436655"/>
                </a:cubicBezTo>
                <a:lnTo>
                  <a:pt x="456919" y="1436655"/>
                </a:lnTo>
                <a:close/>
                <a:moveTo>
                  <a:pt x="3003795" y="1447783"/>
                </a:moveTo>
                <a:cubicBezTo>
                  <a:pt x="3014269" y="1447783"/>
                  <a:pt x="3019506" y="1447783"/>
                  <a:pt x="3029979" y="1447783"/>
                </a:cubicBezTo>
                <a:cubicBezTo>
                  <a:pt x="3029979" y="1444074"/>
                  <a:pt x="3029979" y="1440364"/>
                  <a:pt x="3024743" y="1440364"/>
                </a:cubicBezTo>
                <a:cubicBezTo>
                  <a:pt x="3024743" y="1444074"/>
                  <a:pt x="3003795" y="1440364"/>
                  <a:pt x="3003795" y="1447783"/>
                </a:cubicBezTo>
                <a:lnTo>
                  <a:pt x="3003795" y="1447783"/>
                </a:lnTo>
                <a:close/>
                <a:moveTo>
                  <a:pt x="2904512" y="1485096"/>
                </a:moveTo>
                <a:cubicBezTo>
                  <a:pt x="2904512" y="1477677"/>
                  <a:pt x="2920223" y="1481387"/>
                  <a:pt x="2925460" y="1470258"/>
                </a:cubicBezTo>
                <a:cubicBezTo>
                  <a:pt x="2904512" y="1470258"/>
                  <a:pt x="2894038" y="1477677"/>
                  <a:pt x="2883564" y="1481387"/>
                </a:cubicBezTo>
                <a:cubicBezTo>
                  <a:pt x="2904512" y="1481387"/>
                  <a:pt x="2883564" y="1485096"/>
                  <a:pt x="2888801" y="1496225"/>
                </a:cubicBezTo>
                <a:cubicBezTo>
                  <a:pt x="2951644" y="1492515"/>
                  <a:pt x="3014269" y="1481387"/>
                  <a:pt x="3050927" y="1455202"/>
                </a:cubicBezTo>
                <a:cubicBezTo>
                  <a:pt x="3003795" y="1451493"/>
                  <a:pt x="2941170" y="1485096"/>
                  <a:pt x="2904512" y="1485096"/>
                </a:cubicBezTo>
                <a:lnTo>
                  <a:pt x="2904512" y="1485096"/>
                </a:lnTo>
                <a:close/>
                <a:moveTo>
                  <a:pt x="2606446" y="1500152"/>
                </a:moveTo>
                <a:cubicBezTo>
                  <a:pt x="2627393" y="1503862"/>
                  <a:pt x="2627393" y="1492733"/>
                  <a:pt x="2637867" y="1485314"/>
                </a:cubicBezTo>
                <a:cubicBezTo>
                  <a:pt x="2622156" y="1485096"/>
                  <a:pt x="2611682" y="1492733"/>
                  <a:pt x="2606446" y="1500152"/>
                </a:cubicBezTo>
                <a:lnTo>
                  <a:pt x="2606446" y="1500152"/>
                </a:lnTo>
                <a:close/>
                <a:moveTo>
                  <a:pt x="2506945" y="1522409"/>
                </a:moveTo>
                <a:cubicBezTo>
                  <a:pt x="2517419" y="1522409"/>
                  <a:pt x="2522655" y="1514990"/>
                  <a:pt x="2527892" y="1511281"/>
                </a:cubicBezTo>
                <a:cubicBezTo>
                  <a:pt x="2517419" y="1511281"/>
                  <a:pt x="2512182" y="1511281"/>
                  <a:pt x="2506945" y="1511281"/>
                </a:cubicBezTo>
                <a:cubicBezTo>
                  <a:pt x="2506945" y="1514990"/>
                  <a:pt x="2506945" y="1518700"/>
                  <a:pt x="2506945" y="1522409"/>
                </a:cubicBezTo>
                <a:lnTo>
                  <a:pt x="2506945" y="1522409"/>
                </a:lnTo>
                <a:close/>
                <a:moveTo>
                  <a:pt x="603334" y="1544884"/>
                </a:moveTo>
                <a:cubicBezTo>
                  <a:pt x="608571" y="1544884"/>
                  <a:pt x="608571" y="1544884"/>
                  <a:pt x="613808" y="1544884"/>
                </a:cubicBezTo>
                <a:cubicBezTo>
                  <a:pt x="613808" y="1541175"/>
                  <a:pt x="619044" y="1541175"/>
                  <a:pt x="619044" y="1533756"/>
                </a:cubicBezTo>
                <a:cubicBezTo>
                  <a:pt x="613808" y="1533756"/>
                  <a:pt x="613808" y="1533756"/>
                  <a:pt x="608571" y="1533756"/>
                </a:cubicBezTo>
                <a:cubicBezTo>
                  <a:pt x="608571" y="1541175"/>
                  <a:pt x="603334" y="1541175"/>
                  <a:pt x="603334" y="1544884"/>
                </a:cubicBezTo>
                <a:lnTo>
                  <a:pt x="603334" y="1544884"/>
                </a:lnTo>
                <a:close/>
                <a:moveTo>
                  <a:pt x="786407" y="1578487"/>
                </a:moveTo>
                <a:cubicBezTo>
                  <a:pt x="817828" y="1574778"/>
                  <a:pt x="844013" y="1567359"/>
                  <a:pt x="859723" y="1552303"/>
                </a:cubicBezTo>
                <a:cubicBezTo>
                  <a:pt x="838776" y="1563431"/>
                  <a:pt x="791644" y="1559722"/>
                  <a:pt x="786407" y="1578487"/>
                </a:cubicBezTo>
                <a:lnTo>
                  <a:pt x="786407" y="1578487"/>
                </a:lnTo>
                <a:close/>
                <a:moveTo>
                  <a:pt x="1115895" y="1582197"/>
                </a:moveTo>
                <a:cubicBezTo>
                  <a:pt x="1136842" y="1571068"/>
                  <a:pt x="1189211" y="1567359"/>
                  <a:pt x="1183974" y="1552303"/>
                </a:cubicBezTo>
                <a:cubicBezTo>
                  <a:pt x="1173501" y="1556012"/>
                  <a:pt x="1100184" y="1559722"/>
                  <a:pt x="1115895" y="1582197"/>
                </a:cubicBezTo>
                <a:lnTo>
                  <a:pt x="1115895" y="1582197"/>
                </a:lnTo>
                <a:close/>
                <a:moveTo>
                  <a:pt x="2763334" y="1608381"/>
                </a:moveTo>
                <a:cubicBezTo>
                  <a:pt x="2742387" y="1589834"/>
                  <a:pt x="2700491" y="1619510"/>
                  <a:pt x="2669288" y="1626929"/>
                </a:cubicBezTo>
                <a:cubicBezTo>
                  <a:pt x="2622156" y="1641767"/>
                  <a:pt x="2564769" y="1641767"/>
                  <a:pt x="2554295" y="1667951"/>
                </a:cubicBezTo>
                <a:cubicBezTo>
                  <a:pt x="2643104" y="1656823"/>
                  <a:pt x="2684999" y="1615800"/>
                  <a:pt x="2779263" y="1619510"/>
                </a:cubicBezTo>
                <a:cubicBezTo>
                  <a:pt x="2789737" y="1615800"/>
                  <a:pt x="2768789" y="1608381"/>
                  <a:pt x="2784500" y="1604672"/>
                </a:cubicBezTo>
                <a:cubicBezTo>
                  <a:pt x="2805448" y="1597253"/>
                  <a:pt x="2857817" y="1604672"/>
                  <a:pt x="2878546" y="1582197"/>
                </a:cubicBezTo>
                <a:cubicBezTo>
                  <a:pt x="2836432" y="1582197"/>
                  <a:pt x="2794537" y="1585906"/>
                  <a:pt x="2763334" y="1608381"/>
                </a:cubicBezTo>
                <a:lnTo>
                  <a:pt x="2763334" y="1608381"/>
                </a:lnTo>
                <a:close/>
                <a:moveTo>
                  <a:pt x="922348" y="1641767"/>
                </a:moveTo>
                <a:cubicBezTo>
                  <a:pt x="932822" y="1641767"/>
                  <a:pt x="943295" y="1638057"/>
                  <a:pt x="943295" y="1630638"/>
                </a:cubicBezTo>
                <a:cubicBezTo>
                  <a:pt x="927585" y="1630638"/>
                  <a:pt x="922348" y="1638057"/>
                  <a:pt x="922348" y="1641767"/>
                </a:cubicBezTo>
                <a:lnTo>
                  <a:pt x="922348" y="1641767"/>
                </a:lnTo>
                <a:close/>
                <a:moveTo>
                  <a:pt x="885690" y="1768761"/>
                </a:moveTo>
                <a:cubicBezTo>
                  <a:pt x="890927" y="1783599"/>
                  <a:pt x="869979" y="1783599"/>
                  <a:pt x="880453" y="1794946"/>
                </a:cubicBezTo>
                <a:cubicBezTo>
                  <a:pt x="911874" y="1787527"/>
                  <a:pt x="927585" y="1772471"/>
                  <a:pt x="948532" y="1761342"/>
                </a:cubicBezTo>
                <a:cubicBezTo>
                  <a:pt x="927585" y="1749996"/>
                  <a:pt x="922348" y="1776180"/>
                  <a:pt x="885690" y="1768761"/>
                </a:cubicBezTo>
                <a:lnTo>
                  <a:pt x="885690" y="1768761"/>
                </a:lnTo>
                <a:close/>
                <a:moveTo>
                  <a:pt x="849250" y="1798437"/>
                </a:moveTo>
                <a:cubicBezTo>
                  <a:pt x="854486" y="1791018"/>
                  <a:pt x="864960" y="1791018"/>
                  <a:pt x="859723" y="1779890"/>
                </a:cubicBezTo>
                <a:cubicBezTo>
                  <a:pt x="844013" y="1776180"/>
                  <a:pt x="838776" y="1794728"/>
                  <a:pt x="849250" y="1798437"/>
                </a:cubicBezTo>
                <a:lnTo>
                  <a:pt x="849250" y="1798437"/>
                </a:lnTo>
                <a:close/>
                <a:moveTo>
                  <a:pt x="2611682" y="1824622"/>
                </a:moveTo>
                <a:cubicBezTo>
                  <a:pt x="2616919" y="1828331"/>
                  <a:pt x="2627393" y="1828331"/>
                  <a:pt x="2643104" y="1828331"/>
                </a:cubicBezTo>
                <a:cubicBezTo>
                  <a:pt x="2643104" y="1820912"/>
                  <a:pt x="2632630" y="1817203"/>
                  <a:pt x="2648341" y="1813493"/>
                </a:cubicBezTo>
                <a:cubicBezTo>
                  <a:pt x="2653578" y="1813493"/>
                  <a:pt x="2658814" y="1813493"/>
                  <a:pt x="2664051" y="1813493"/>
                </a:cubicBezTo>
                <a:cubicBezTo>
                  <a:pt x="2658814" y="1820912"/>
                  <a:pt x="2653578" y="1820912"/>
                  <a:pt x="2669288" y="1820912"/>
                </a:cubicBezTo>
                <a:cubicBezTo>
                  <a:pt x="2669288" y="1820912"/>
                  <a:pt x="2674525" y="1820912"/>
                  <a:pt x="2679762" y="1820912"/>
                </a:cubicBezTo>
                <a:cubicBezTo>
                  <a:pt x="2674525" y="1806074"/>
                  <a:pt x="2700710" y="1802365"/>
                  <a:pt x="2705946" y="1787309"/>
                </a:cubicBezTo>
                <a:cubicBezTo>
                  <a:pt x="2679544" y="1776180"/>
                  <a:pt x="2622156" y="1798437"/>
                  <a:pt x="2611682" y="1824622"/>
                </a:cubicBezTo>
                <a:lnTo>
                  <a:pt x="2611682" y="1824622"/>
                </a:lnTo>
                <a:close/>
                <a:moveTo>
                  <a:pt x="2580261" y="1843387"/>
                </a:moveTo>
                <a:cubicBezTo>
                  <a:pt x="2595972" y="1847096"/>
                  <a:pt x="2601209" y="1832259"/>
                  <a:pt x="2601209" y="1847096"/>
                </a:cubicBezTo>
                <a:cubicBezTo>
                  <a:pt x="2616919" y="1847096"/>
                  <a:pt x="2616919" y="1839678"/>
                  <a:pt x="2622156" y="1835968"/>
                </a:cubicBezTo>
                <a:cubicBezTo>
                  <a:pt x="2611682" y="1824622"/>
                  <a:pt x="2580261" y="1820912"/>
                  <a:pt x="2580261" y="1843387"/>
                </a:cubicBezTo>
                <a:lnTo>
                  <a:pt x="2580261" y="1843387"/>
                </a:lnTo>
                <a:close/>
                <a:moveTo>
                  <a:pt x="791644" y="1918013"/>
                </a:moveTo>
                <a:cubicBezTo>
                  <a:pt x="807354" y="1910594"/>
                  <a:pt x="828302" y="1921722"/>
                  <a:pt x="828302" y="1895538"/>
                </a:cubicBezTo>
                <a:cubicBezTo>
                  <a:pt x="812591" y="1902957"/>
                  <a:pt x="786407" y="1902957"/>
                  <a:pt x="791644" y="1918013"/>
                </a:cubicBezTo>
                <a:lnTo>
                  <a:pt x="791644" y="1918013"/>
                </a:lnTo>
                <a:close/>
                <a:moveTo>
                  <a:pt x="985191" y="1955107"/>
                </a:moveTo>
                <a:cubicBezTo>
                  <a:pt x="1006138" y="1955107"/>
                  <a:pt x="1006138" y="1940270"/>
                  <a:pt x="1011375" y="1932632"/>
                </a:cubicBezTo>
                <a:cubicBezTo>
                  <a:pt x="1027086" y="1936342"/>
                  <a:pt x="1042796" y="1917795"/>
                  <a:pt x="1053270" y="1910157"/>
                </a:cubicBezTo>
                <a:cubicBezTo>
                  <a:pt x="1011375" y="1910376"/>
                  <a:pt x="1000901" y="1932851"/>
                  <a:pt x="985191" y="1955107"/>
                </a:cubicBezTo>
                <a:lnTo>
                  <a:pt x="985191" y="1955107"/>
                </a:lnTo>
                <a:close/>
                <a:moveTo>
                  <a:pt x="2371003" y="2007476"/>
                </a:moveTo>
                <a:cubicBezTo>
                  <a:pt x="2350056" y="2018605"/>
                  <a:pt x="2318635" y="2022314"/>
                  <a:pt x="2308161" y="2041080"/>
                </a:cubicBezTo>
                <a:cubicBezTo>
                  <a:pt x="2287213" y="2033661"/>
                  <a:pt x="2276740" y="2044789"/>
                  <a:pt x="2276740" y="2059627"/>
                </a:cubicBezTo>
                <a:cubicBezTo>
                  <a:pt x="2370785" y="2063337"/>
                  <a:pt x="2433628" y="1996130"/>
                  <a:pt x="2548622" y="1988711"/>
                </a:cubicBezTo>
                <a:cubicBezTo>
                  <a:pt x="2543385" y="1977582"/>
                  <a:pt x="2564332" y="1981292"/>
                  <a:pt x="2569569" y="1977582"/>
                </a:cubicBezTo>
                <a:cubicBezTo>
                  <a:pt x="2569569" y="1962745"/>
                  <a:pt x="2574806" y="1955107"/>
                  <a:pt x="2580043" y="1951398"/>
                </a:cubicBezTo>
                <a:cubicBezTo>
                  <a:pt x="2564332" y="1947689"/>
                  <a:pt x="2548622" y="1958817"/>
                  <a:pt x="2564332" y="1966236"/>
                </a:cubicBezTo>
                <a:cubicBezTo>
                  <a:pt x="2538148" y="1966236"/>
                  <a:pt x="2543385" y="1962526"/>
                  <a:pt x="2511963" y="1969945"/>
                </a:cubicBezTo>
                <a:cubicBezTo>
                  <a:pt x="2501490" y="1973655"/>
                  <a:pt x="2517200" y="1981074"/>
                  <a:pt x="2506726" y="1981074"/>
                </a:cubicBezTo>
                <a:cubicBezTo>
                  <a:pt x="2454794" y="1970164"/>
                  <a:pt x="2423372" y="2033443"/>
                  <a:pt x="2371003" y="2007476"/>
                </a:cubicBezTo>
                <a:lnTo>
                  <a:pt x="2371003" y="2007476"/>
                </a:lnTo>
                <a:close/>
                <a:moveTo>
                  <a:pt x="2203641" y="2078393"/>
                </a:moveTo>
                <a:cubicBezTo>
                  <a:pt x="2229826" y="2082102"/>
                  <a:pt x="2261247" y="2067264"/>
                  <a:pt x="2271721" y="2048499"/>
                </a:cubicBezTo>
                <a:cubicBezTo>
                  <a:pt x="2240300" y="2052208"/>
                  <a:pt x="2214115" y="2059627"/>
                  <a:pt x="2203641" y="2078393"/>
                </a:cubicBezTo>
                <a:lnTo>
                  <a:pt x="2203641" y="2078393"/>
                </a:lnTo>
                <a:close/>
                <a:moveTo>
                  <a:pt x="948532" y="2108069"/>
                </a:moveTo>
                <a:cubicBezTo>
                  <a:pt x="974717" y="2111778"/>
                  <a:pt x="969480" y="2093231"/>
                  <a:pt x="995664" y="2096940"/>
                </a:cubicBezTo>
                <a:cubicBezTo>
                  <a:pt x="995664" y="2089521"/>
                  <a:pt x="995664" y="2085812"/>
                  <a:pt x="985191" y="2082102"/>
                </a:cubicBezTo>
                <a:cubicBezTo>
                  <a:pt x="979954" y="2093231"/>
                  <a:pt x="953769" y="2093231"/>
                  <a:pt x="948532" y="2108069"/>
                </a:cubicBezTo>
                <a:lnTo>
                  <a:pt x="948532" y="2108069"/>
                </a:lnTo>
                <a:close/>
                <a:moveTo>
                  <a:pt x="2109595" y="2108069"/>
                </a:moveTo>
                <a:cubicBezTo>
                  <a:pt x="2120069" y="2096940"/>
                  <a:pt x="2156727" y="2104359"/>
                  <a:pt x="2161964" y="2089521"/>
                </a:cubicBezTo>
                <a:cubicBezTo>
                  <a:pt x="2141017" y="2093231"/>
                  <a:pt x="2109595" y="2100650"/>
                  <a:pt x="2109595" y="2108069"/>
                </a:cubicBezTo>
                <a:lnTo>
                  <a:pt x="2109595" y="2108069"/>
                </a:lnTo>
                <a:close/>
                <a:moveTo>
                  <a:pt x="854486" y="2145381"/>
                </a:moveTo>
                <a:cubicBezTo>
                  <a:pt x="875434" y="2137962"/>
                  <a:pt x="922566" y="2130544"/>
                  <a:pt x="917329" y="2115487"/>
                </a:cubicBezTo>
                <a:cubicBezTo>
                  <a:pt x="906637" y="2134253"/>
                  <a:pt x="859723" y="2123125"/>
                  <a:pt x="854486" y="2145381"/>
                </a:cubicBezTo>
                <a:lnTo>
                  <a:pt x="854486" y="2145381"/>
                </a:lnTo>
                <a:close/>
                <a:moveTo>
                  <a:pt x="734038" y="2190331"/>
                </a:moveTo>
                <a:cubicBezTo>
                  <a:pt x="739275" y="2179203"/>
                  <a:pt x="770696" y="2182912"/>
                  <a:pt x="775933" y="2167856"/>
                </a:cubicBezTo>
                <a:cubicBezTo>
                  <a:pt x="744512" y="2164147"/>
                  <a:pt x="728801" y="2182694"/>
                  <a:pt x="734038" y="2190331"/>
                </a:cubicBezTo>
                <a:lnTo>
                  <a:pt x="734038" y="2190331"/>
                </a:lnTo>
                <a:close/>
              </a:path>
            </a:pathLst>
          </a:custGeom>
          <a:blipFill>
            <a:blip r:embed="rId4"/>
            <a:stretch>
              <a:fillRect/>
            </a:stretch>
          </a:blipFill>
          <a:ln w="2177" cap="flat">
            <a:noFill/>
            <a:prstDash val="solid"/>
            <a:miter/>
          </a:ln>
        </p:spPr>
        <p:txBody>
          <a:bodyPr rtlCol="0" anchor="ctr"/>
          <a:lstStyle/>
          <a:p>
            <a:endParaRPr lang="zh-CN" altLang="en-US"/>
          </a:p>
        </p:txBody>
      </p:sp>
      <p:sp>
        <p:nvSpPr>
          <p:cNvPr id="31" name="图形 3">
            <a:extLst>
              <a:ext uri="{FF2B5EF4-FFF2-40B4-BE49-F238E27FC236}">
                <a16:creationId xmlns:a16="http://schemas.microsoft.com/office/drawing/2014/main" id="{8D40C3C4-D9C5-20BC-8E07-28414AFA80D7}"/>
              </a:ext>
            </a:extLst>
          </p:cNvPr>
          <p:cNvSpPr/>
          <p:nvPr/>
        </p:nvSpPr>
        <p:spPr>
          <a:xfrm>
            <a:off x="6352123" y="4299811"/>
            <a:ext cx="3151560" cy="2004166"/>
          </a:xfrm>
          <a:custGeom>
            <a:avLst/>
            <a:gdLst>
              <a:gd name="connsiteX0" fmla="*/ 2114832 w 3644004"/>
              <a:gd name="connsiteY0" fmla="*/ 198129 h 2317325"/>
              <a:gd name="connsiteX1" fmla="*/ 2130543 w 3644004"/>
              <a:gd name="connsiteY1" fmla="*/ 201839 h 2317325"/>
              <a:gd name="connsiteX2" fmla="*/ 2188149 w 3644004"/>
              <a:gd name="connsiteY2" fmla="*/ 179364 h 2317325"/>
              <a:gd name="connsiteX3" fmla="*/ 2198623 w 3644004"/>
              <a:gd name="connsiteY3" fmla="*/ 201839 h 2317325"/>
              <a:gd name="connsiteX4" fmla="*/ 1487278 w 3644004"/>
              <a:gd name="connsiteY4" fmla="*/ 410660 h 2317325"/>
              <a:gd name="connsiteX5" fmla="*/ 1413961 w 3644004"/>
              <a:gd name="connsiteY5" fmla="*/ 414369 h 2317325"/>
              <a:gd name="connsiteX6" fmla="*/ 1361592 w 3644004"/>
              <a:gd name="connsiteY6" fmla="*/ 436844 h 2317325"/>
              <a:gd name="connsiteX7" fmla="*/ 1345882 w 3644004"/>
              <a:gd name="connsiteY7" fmla="*/ 455392 h 2317325"/>
              <a:gd name="connsiteX8" fmla="*/ 1283039 w 3644004"/>
              <a:gd name="connsiteY8" fmla="*/ 481576 h 2317325"/>
              <a:gd name="connsiteX9" fmla="*/ 1225433 w 3644004"/>
              <a:gd name="connsiteY9" fmla="*/ 500123 h 2317325"/>
              <a:gd name="connsiteX10" fmla="*/ 1141861 w 3644004"/>
              <a:gd name="connsiteY10" fmla="*/ 537436 h 2317325"/>
              <a:gd name="connsiteX11" fmla="*/ 1518481 w 3644004"/>
              <a:gd name="connsiteY11" fmla="*/ 421788 h 2317325"/>
              <a:gd name="connsiteX12" fmla="*/ 1712028 w 3644004"/>
              <a:gd name="connsiteY12" fmla="*/ 354581 h 2317325"/>
              <a:gd name="connsiteX13" fmla="*/ 2360530 w 3644004"/>
              <a:gd name="connsiteY13" fmla="*/ 168017 h 2317325"/>
              <a:gd name="connsiteX14" fmla="*/ 2323871 w 3644004"/>
              <a:gd name="connsiteY14" fmla="*/ 145542 h 2317325"/>
              <a:gd name="connsiteX15" fmla="*/ 2480760 w 3644004"/>
              <a:gd name="connsiteY15" fmla="*/ 130704 h 2317325"/>
              <a:gd name="connsiteX16" fmla="*/ 2485997 w 3644004"/>
              <a:gd name="connsiteY16" fmla="*/ 145542 h 2317325"/>
              <a:gd name="connsiteX17" fmla="*/ 2893820 w 3644004"/>
              <a:gd name="connsiteY17" fmla="*/ 37313 h 2317325"/>
              <a:gd name="connsiteX18" fmla="*/ 3061182 w 3644004"/>
              <a:gd name="connsiteY18" fmla="*/ 0 h 2317325"/>
              <a:gd name="connsiteX19" fmla="*/ 3071656 w 3644004"/>
              <a:gd name="connsiteY19" fmla="*/ 7419 h 2317325"/>
              <a:gd name="connsiteX20" fmla="*/ 3181413 w 3644004"/>
              <a:gd name="connsiteY20" fmla="*/ 7419 h 2317325"/>
              <a:gd name="connsiteX21" fmla="*/ 3144755 w 3644004"/>
              <a:gd name="connsiteY21" fmla="*/ 14838 h 2317325"/>
              <a:gd name="connsiteX22" fmla="*/ 2778608 w 3644004"/>
              <a:gd name="connsiteY22" fmla="*/ 104301 h 2317325"/>
              <a:gd name="connsiteX23" fmla="*/ 2172002 w 3644004"/>
              <a:gd name="connsiteY23" fmla="*/ 290866 h 2317325"/>
              <a:gd name="connsiteX24" fmla="*/ 2271284 w 3644004"/>
              <a:gd name="connsiteY24" fmla="*/ 287156 h 2317325"/>
              <a:gd name="connsiteX25" fmla="*/ 2250337 w 3644004"/>
              <a:gd name="connsiteY25" fmla="*/ 276028 h 2317325"/>
              <a:gd name="connsiteX26" fmla="*/ 2281758 w 3644004"/>
              <a:gd name="connsiteY26" fmla="*/ 276028 h 2317325"/>
              <a:gd name="connsiteX27" fmla="*/ 2271284 w 3644004"/>
              <a:gd name="connsiteY27" fmla="*/ 290866 h 2317325"/>
              <a:gd name="connsiteX28" fmla="*/ 2370567 w 3644004"/>
              <a:gd name="connsiteY28" fmla="*/ 279737 h 2317325"/>
              <a:gd name="connsiteX29" fmla="*/ 2365330 w 3644004"/>
              <a:gd name="connsiteY29" fmla="*/ 290866 h 2317325"/>
              <a:gd name="connsiteX30" fmla="*/ 2339146 w 3644004"/>
              <a:gd name="connsiteY30" fmla="*/ 294575 h 2317325"/>
              <a:gd name="connsiteX31" fmla="*/ 2339146 w 3644004"/>
              <a:gd name="connsiteY31" fmla="*/ 301994 h 2317325"/>
              <a:gd name="connsiteX32" fmla="*/ 2422718 w 3644004"/>
              <a:gd name="connsiteY32" fmla="*/ 294575 h 2317325"/>
              <a:gd name="connsiteX33" fmla="*/ 2339146 w 3644004"/>
              <a:gd name="connsiteY33" fmla="*/ 320760 h 2317325"/>
              <a:gd name="connsiteX34" fmla="*/ 2339146 w 3644004"/>
              <a:gd name="connsiteY34" fmla="*/ 335598 h 2317325"/>
              <a:gd name="connsiteX35" fmla="*/ 2668634 w 3644004"/>
              <a:gd name="connsiteY35" fmla="*/ 268391 h 2317325"/>
              <a:gd name="connsiteX36" fmla="*/ 2600554 w 3644004"/>
              <a:gd name="connsiteY36" fmla="*/ 301994 h 2317325"/>
              <a:gd name="connsiteX37" fmla="*/ 2631976 w 3644004"/>
              <a:gd name="connsiteY37" fmla="*/ 316832 h 2317325"/>
              <a:gd name="connsiteX38" fmla="*/ 3086931 w 3644004"/>
              <a:gd name="connsiteY38" fmla="*/ 201184 h 2317325"/>
              <a:gd name="connsiteX39" fmla="*/ 3207161 w 3644004"/>
              <a:gd name="connsiteY39" fmla="*/ 178709 h 2317325"/>
              <a:gd name="connsiteX40" fmla="*/ 3280477 w 3644004"/>
              <a:gd name="connsiteY40" fmla="*/ 189837 h 2317325"/>
              <a:gd name="connsiteX41" fmla="*/ 3343320 w 3644004"/>
              <a:gd name="connsiteY41" fmla="*/ 216022 h 2317325"/>
              <a:gd name="connsiteX42" fmla="*/ 3311899 w 3644004"/>
              <a:gd name="connsiteY42" fmla="*/ 238497 h 2317325"/>
              <a:gd name="connsiteX43" fmla="*/ 3285714 w 3644004"/>
              <a:gd name="connsiteY43" fmla="*/ 208603 h 2317325"/>
              <a:gd name="connsiteX44" fmla="*/ 3243819 w 3644004"/>
              <a:gd name="connsiteY44" fmla="*/ 219731 h 2317325"/>
              <a:gd name="connsiteX45" fmla="*/ 3123589 w 3644004"/>
              <a:gd name="connsiteY45" fmla="*/ 227150 h 2317325"/>
              <a:gd name="connsiteX46" fmla="*/ 3196905 w 3644004"/>
              <a:gd name="connsiteY46" fmla="*/ 230860 h 2317325"/>
              <a:gd name="connsiteX47" fmla="*/ 3071438 w 3644004"/>
              <a:gd name="connsiteY47" fmla="*/ 253335 h 2317325"/>
              <a:gd name="connsiteX48" fmla="*/ 3055727 w 3644004"/>
              <a:gd name="connsiteY48" fmla="*/ 264463 h 2317325"/>
              <a:gd name="connsiteX49" fmla="*/ 2543166 w 3644004"/>
              <a:gd name="connsiteY49" fmla="*/ 398659 h 2317325"/>
              <a:gd name="connsiteX50" fmla="*/ 2485561 w 3644004"/>
              <a:gd name="connsiteY50" fmla="*/ 409787 h 2317325"/>
              <a:gd name="connsiteX51" fmla="*/ 2208442 w 3644004"/>
              <a:gd name="connsiteY51" fmla="*/ 476994 h 2317325"/>
              <a:gd name="connsiteX52" fmla="*/ 2208442 w 3644004"/>
              <a:gd name="connsiteY52" fmla="*/ 491832 h 2317325"/>
              <a:gd name="connsiteX53" fmla="*/ 2422936 w 3644004"/>
              <a:gd name="connsiteY53" fmla="*/ 454519 h 2317325"/>
              <a:gd name="connsiteX54" fmla="*/ 2412462 w 3644004"/>
              <a:gd name="connsiteY54" fmla="*/ 469357 h 2317325"/>
              <a:gd name="connsiteX55" fmla="*/ 2506508 w 3644004"/>
              <a:gd name="connsiteY55" fmla="*/ 458228 h 2317325"/>
              <a:gd name="connsiteX56" fmla="*/ 2501271 w 3644004"/>
              <a:gd name="connsiteY56" fmla="*/ 450809 h 2317325"/>
              <a:gd name="connsiteX57" fmla="*/ 2841233 w 3644004"/>
              <a:gd name="connsiteY57" fmla="*/ 406078 h 2317325"/>
              <a:gd name="connsiteX58" fmla="*/ 3186432 w 3644004"/>
              <a:gd name="connsiteY58" fmla="*/ 305267 h 2317325"/>
              <a:gd name="connsiteX59" fmla="*/ 2700055 w 3644004"/>
              <a:gd name="connsiteY59" fmla="*/ 454519 h 2317325"/>
              <a:gd name="connsiteX60" fmla="*/ 2862181 w 3644004"/>
              <a:gd name="connsiteY60" fmla="*/ 428334 h 2317325"/>
              <a:gd name="connsiteX61" fmla="*/ 3165484 w 3644004"/>
              <a:gd name="connsiteY61" fmla="*/ 342580 h 2317325"/>
              <a:gd name="connsiteX62" fmla="*/ 3149773 w 3644004"/>
              <a:gd name="connsiteY62" fmla="*/ 365055 h 2317325"/>
              <a:gd name="connsiteX63" fmla="*/ 2982411 w 3644004"/>
              <a:gd name="connsiteY63" fmla="*/ 428553 h 2317325"/>
              <a:gd name="connsiteX64" fmla="*/ 2877891 w 3644004"/>
              <a:gd name="connsiteY64" fmla="*/ 454737 h 2317325"/>
              <a:gd name="connsiteX65" fmla="*/ 2982411 w 3644004"/>
              <a:gd name="connsiteY65" fmla="*/ 458447 h 2317325"/>
              <a:gd name="connsiteX66" fmla="*/ 2652923 w 3644004"/>
              <a:gd name="connsiteY66" fmla="*/ 551620 h 2317325"/>
              <a:gd name="connsiteX67" fmla="*/ 2783627 w 3644004"/>
              <a:gd name="connsiteY67" fmla="*/ 555329 h 2317325"/>
              <a:gd name="connsiteX68" fmla="*/ 2788864 w 3644004"/>
              <a:gd name="connsiteY68" fmla="*/ 570167 h 2317325"/>
              <a:gd name="connsiteX69" fmla="*/ 3275240 w 3644004"/>
              <a:gd name="connsiteY69" fmla="*/ 447100 h 2317325"/>
              <a:gd name="connsiteX70" fmla="*/ 3384997 w 3644004"/>
              <a:gd name="connsiteY70" fmla="*/ 465647 h 2317325"/>
              <a:gd name="connsiteX71" fmla="*/ 3113115 w 3644004"/>
              <a:gd name="connsiteY71" fmla="*/ 547692 h 2317325"/>
              <a:gd name="connsiteX72" fmla="*/ 3113115 w 3644004"/>
              <a:gd name="connsiteY72" fmla="*/ 566239 h 2317325"/>
              <a:gd name="connsiteX73" fmla="*/ 2825522 w 3644004"/>
              <a:gd name="connsiteY73" fmla="*/ 637156 h 2317325"/>
              <a:gd name="connsiteX74" fmla="*/ 2856944 w 3644004"/>
              <a:gd name="connsiteY74" fmla="*/ 640865 h 2317325"/>
              <a:gd name="connsiteX75" fmla="*/ 2773372 w 3644004"/>
              <a:gd name="connsiteY75" fmla="*/ 667050 h 2317325"/>
              <a:gd name="connsiteX76" fmla="*/ 2778608 w 3644004"/>
              <a:gd name="connsiteY76" fmla="*/ 681887 h 2317325"/>
              <a:gd name="connsiteX77" fmla="*/ 2684563 w 3644004"/>
              <a:gd name="connsiteY77" fmla="*/ 708072 h 2317325"/>
              <a:gd name="connsiteX78" fmla="*/ 2715984 w 3644004"/>
              <a:gd name="connsiteY78" fmla="*/ 700653 h 2317325"/>
              <a:gd name="connsiteX79" fmla="*/ 2663615 w 3644004"/>
              <a:gd name="connsiteY79" fmla="*/ 730547 h 2317325"/>
              <a:gd name="connsiteX80" fmla="*/ 2836214 w 3644004"/>
              <a:gd name="connsiteY80" fmla="*/ 693234 h 2317325"/>
              <a:gd name="connsiteX81" fmla="*/ 2810030 w 3644004"/>
              <a:gd name="connsiteY81" fmla="*/ 674687 h 2317325"/>
              <a:gd name="connsiteX82" fmla="*/ 2841451 w 3644004"/>
              <a:gd name="connsiteY82" fmla="*/ 689524 h 2317325"/>
              <a:gd name="connsiteX83" fmla="*/ 3055946 w 3644004"/>
              <a:gd name="connsiteY83" fmla="*/ 600061 h 2317325"/>
              <a:gd name="connsiteX84" fmla="*/ 3045472 w 3644004"/>
              <a:gd name="connsiteY84" fmla="*/ 596351 h 2317325"/>
              <a:gd name="connsiteX85" fmla="*/ 3197124 w 3644004"/>
              <a:gd name="connsiteY85" fmla="*/ 551620 h 2317325"/>
              <a:gd name="connsiteX86" fmla="*/ 3003577 w 3644004"/>
              <a:gd name="connsiteY86" fmla="*/ 637374 h 2317325"/>
              <a:gd name="connsiteX87" fmla="*/ 3003577 w 3644004"/>
              <a:gd name="connsiteY87" fmla="*/ 652212 h 2317325"/>
              <a:gd name="connsiteX88" fmla="*/ 2715984 w 3644004"/>
              <a:gd name="connsiteY88" fmla="*/ 782698 h 2317325"/>
              <a:gd name="connsiteX89" fmla="*/ 2830977 w 3644004"/>
              <a:gd name="connsiteY89" fmla="*/ 778988 h 2317325"/>
              <a:gd name="connsiteX90" fmla="*/ 2569569 w 3644004"/>
              <a:gd name="connsiteY90" fmla="*/ 834848 h 2317325"/>
              <a:gd name="connsiteX91" fmla="*/ 2616701 w 3644004"/>
              <a:gd name="connsiteY91" fmla="*/ 845977 h 2317325"/>
              <a:gd name="connsiteX92" fmla="*/ 2695255 w 3644004"/>
              <a:gd name="connsiteY92" fmla="*/ 831139 h 2317325"/>
              <a:gd name="connsiteX93" fmla="*/ 2726676 w 3644004"/>
              <a:gd name="connsiteY93" fmla="*/ 812592 h 2317325"/>
              <a:gd name="connsiteX94" fmla="*/ 2700491 w 3644004"/>
              <a:gd name="connsiteY94" fmla="*/ 849904 h 2317325"/>
              <a:gd name="connsiteX95" fmla="*/ 2705728 w 3644004"/>
              <a:gd name="connsiteY95" fmla="*/ 857323 h 2317325"/>
              <a:gd name="connsiteX96" fmla="*/ 2789301 w 3644004"/>
              <a:gd name="connsiteY96" fmla="*/ 831139 h 2317325"/>
              <a:gd name="connsiteX97" fmla="*/ 2621938 w 3644004"/>
              <a:gd name="connsiteY97" fmla="*/ 886999 h 2317325"/>
              <a:gd name="connsiteX98" fmla="*/ 2606227 w 3644004"/>
              <a:gd name="connsiteY98" fmla="*/ 909474 h 2317325"/>
              <a:gd name="connsiteX99" fmla="*/ 2574806 w 3644004"/>
              <a:gd name="connsiteY99" fmla="*/ 905765 h 2317325"/>
              <a:gd name="connsiteX100" fmla="*/ 2402207 w 3644004"/>
              <a:gd name="connsiteY100" fmla="*/ 984100 h 2317325"/>
              <a:gd name="connsiteX101" fmla="*/ 2543385 w 3644004"/>
              <a:gd name="connsiteY101" fmla="*/ 950496 h 2317325"/>
              <a:gd name="connsiteX102" fmla="*/ 2632194 w 3644004"/>
              <a:gd name="connsiteY102" fmla="*/ 913184 h 2317325"/>
              <a:gd name="connsiteX103" fmla="*/ 2632194 w 3644004"/>
              <a:gd name="connsiteY103" fmla="*/ 902055 h 2317325"/>
              <a:gd name="connsiteX104" fmla="*/ 2741950 w 3644004"/>
              <a:gd name="connsiteY104" fmla="*/ 868452 h 2317325"/>
              <a:gd name="connsiteX105" fmla="*/ 2731476 w 3644004"/>
              <a:gd name="connsiteY105" fmla="*/ 902055 h 2317325"/>
              <a:gd name="connsiteX106" fmla="*/ 2762898 w 3644004"/>
              <a:gd name="connsiteY106" fmla="*/ 898346 h 2317325"/>
              <a:gd name="connsiteX107" fmla="*/ 2726240 w 3644004"/>
              <a:gd name="connsiteY107" fmla="*/ 916893 h 2317325"/>
              <a:gd name="connsiteX108" fmla="*/ 2726240 w 3644004"/>
              <a:gd name="connsiteY108" fmla="*/ 902055 h 2317325"/>
              <a:gd name="connsiteX109" fmla="*/ 2694818 w 3644004"/>
              <a:gd name="connsiteY109" fmla="*/ 924530 h 2317325"/>
              <a:gd name="connsiteX110" fmla="*/ 2689581 w 3644004"/>
              <a:gd name="connsiteY110" fmla="*/ 913402 h 2317325"/>
              <a:gd name="connsiteX111" fmla="*/ 2642449 w 3644004"/>
              <a:gd name="connsiteY111" fmla="*/ 935877 h 2317325"/>
              <a:gd name="connsiteX112" fmla="*/ 2668634 w 3644004"/>
              <a:gd name="connsiteY112" fmla="*/ 943296 h 2317325"/>
              <a:gd name="connsiteX113" fmla="*/ 2658160 w 3644004"/>
              <a:gd name="connsiteY113" fmla="*/ 958134 h 2317325"/>
              <a:gd name="connsiteX114" fmla="*/ 2804575 w 3644004"/>
              <a:gd name="connsiteY114" fmla="*/ 920821 h 2317325"/>
              <a:gd name="connsiteX115" fmla="*/ 2762679 w 3644004"/>
              <a:gd name="connsiteY115" fmla="*/ 950715 h 2317325"/>
              <a:gd name="connsiteX116" fmla="*/ 3071220 w 3644004"/>
              <a:gd name="connsiteY116" fmla="*/ 857542 h 2317325"/>
              <a:gd name="connsiteX117" fmla="*/ 2914331 w 3644004"/>
              <a:gd name="connsiteY117" fmla="*/ 939586 h 2317325"/>
              <a:gd name="connsiteX118" fmla="*/ 2997903 w 3644004"/>
              <a:gd name="connsiteY118" fmla="*/ 943296 h 2317325"/>
              <a:gd name="connsiteX119" fmla="*/ 2841015 w 3644004"/>
              <a:gd name="connsiteY119" fmla="*/ 969480 h 2317325"/>
              <a:gd name="connsiteX120" fmla="*/ 2914331 w 3644004"/>
              <a:gd name="connsiteY120" fmla="*/ 965771 h 2317325"/>
              <a:gd name="connsiteX121" fmla="*/ 2815048 w 3644004"/>
              <a:gd name="connsiteY121" fmla="*/ 995665 h 2317325"/>
              <a:gd name="connsiteX122" fmla="*/ 2830759 w 3644004"/>
              <a:gd name="connsiteY122" fmla="*/ 1010503 h 2317325"/>
              <a:gd name="connsiteX123" fmla="*/ 2762679 w 3644004"/>
              <a:gd name="connsiteY123" fmla="*/ 1021631 h 2317325"/>
              <a:gd name="connsiteX124" fmla="*/ 2752206 w 3644004"/>
              <a:gd name="connsiteY124" fmla="*/ 1044106 h 2317325"/>
              <a:gd name="connsiteX125" fmla="*/ 2731258 w 3644004"/>
              <a:gd name="connsiteY125" fmla="*/ 1036687 h 2317325"/>
              <a:gd name="connsiteX126" fmla="*/ 2684126 w 3644004"/>
              <a:gd name="connsiteY126" fmla="*/ 1070290 h 2317325"/>
              <a:gd name="connsiteX127" fmla="*/ 2616047 w 3644004"/>
              <a:gd name="connsiteY127" fmla="*/ 1103894 h 2317325"/>
              <a:gd name="connsiteX128" fmla="*/ 2652705 w 3644004"/>
              <a:gd name="connsiteY128" fmla="*/ 1089056 h 2317325"/>
              <a:gd name="connsiteX129" fmla="*/ 2652705 w 3644004"/>
              <a:gd name="connsiteY129" fmla="*/ 1100184 h 2317325"/>
              <a:gd name="connsiteX130" fmla="*/ 2678889 w 3644004"/>
              <a:gd name="connsiteY130" fmla="*/ 1081637 h 2317325"/>
              <a:gd name="connsiteX131" fmla="*/ 2772935 w 3644004"/>
              <a:gd name="connsiteY131" fmla="*/ 1081637 h 2317325"/>
              <a:gd name="connsiteX132" fmla="*/ 2762461 w 3644004"/>
              <a:gd name="connsiteY132" fmla="*/ 1066799 h 2317325"/>
              <a:gd name="connsiteX133" fmla="*/ 2997903 w 3644004"/>
              <a:gd name="connsiteY133" fmla="*/ 1018358 h 2317325"/>
              <a:gd name="connsiteX134" fmla="*/ 2825304 w 3644004"/>
              <a:gd name="connsiteY134" fmla="*/ 1096693 h 2317325"/>
              <a:gd name="connsiteX135" fmla="*/ 3013614 w 3644004"/>
              <a:gd name="connsiteY135" fmla="*/ 1044542 h 2317325"/>
              <a:gd name="connsiteX136" fmla="*/ 3008377 w 3644004"/>
              <a:gd name="connsiteY136" fmla="*/ 1055671 h 2317325"/>
              <a:gd name="connsiteX137" fmla="*/ 2835778 w 3644004"/>
              <a:gd name="connsiteY137" fmla="*/ 1107822 h 2317325"/>
              <a:gd name="connsiteX138" fmla="*/ 2835778 w 3644004"/>
              <a:gd name="connsiteY138" fmla="*/ 1122659 h 2317325"/>
              <a:gd name="connsiteX139" fmla="*/ 2793883 w 3644004"/>
              <a:gd name="connsiteY139" fmla="*/ 1130078 h 2317325"/>
              <a:gd name="connsiteX140" fmla="*/ 2799120 w 3644004"/>
              <a:gd name="connsiteY140" fmla="*/ 1152553 h 2317325"/>
              <a:gd name="connsiteX141" fmla="*/ 2757224 w 3644004"/>
              <a:gd name="connsiteY141" fmla="*/ 1156263 h 2317325"/>
              <a:gd name="connsiteX142" fmla="*/ 2908876 w 3644004"/>
              <a:gd name="connsiteY142" fmla="*/ 1145134 h 2317325"/>
              <a:gd name="connsiteX143" fmla="*/ 2914113 w 3644004"/>
              <a:gd name="connsiteY143" fmla="*/ 1152553 h 2317325"/>
              <a:gd name="connsiteX144" fmla="*/ 2866981 w 3644004"/>
              <a:gd name="connsiteY144" fmla="*/ 1163682 h 2317325"/>
              <a:gd name="connsiteX145" fmla="*/ 2882692 w 3644004"/>
              <a:gd name="connsiteY145" fmla="*/ 1178520 h 2317325"/>
              <a:gd name="connsiteX146" fmla="*/ 2976738 w 3644004"/>
              <a:gd name="connsiteY146" fmla="*/ 1148626 h 2317325"/>
              <a:gd name="connsiteX147" fmla="*/ 2955790 w 3644004"/>
              <a:gd name="connsiteY147" fmla="*/ 1171101 h 2317325"/>
              <a:gd name="connsiteX148" fmla="*/ 2846034 w 3644004"/>
              <a:gd name="connsiteY148" fmla="*/ 1219542 h 2317325"/>
              <a:gd name="connsiteX149" fmla="*/ 2971501 w 3644004"/>
              <a:gd name="connsiteY149" fmla="*/ 1171101 h 2317325"/>
              <a:gd name="connsiteX150" fmla="*/ 3149337 w 3644004"/>
              <a:gd name="connsiteY150" fmla="*/ 1130078 h 2317325"/>
              <a:gd name="connsiteX151" fmla="*/ 3154574 w 3644004"/>
              <a:gd name="connsiteY151" fmla="*/ 1115240 h 2317325"/>
              <a:gd name="connsiteX152" fmla="*/ 3185995 w 3644004"/>
              <a:gd name="connsiteY152" fmla="*/ 1115240 h 2317325"/>
              <a:gd name="connsiteX153" fmla="*/ 3191232 w 3644004"/>
              <a:gd name="connsiteY153" fmla="*/ 1130078 h 2317325"/>
              <a:gd name="connsiteX154" fmla="*/ 3311462 w 3644004"/>
              <a:gd name="connsiteY154" fmla="*/ 1092765 h 2317325"/>
              <a:gd name="connsiteX155" fmla="*/ 3311462 w 3644004"/>
              <a:gd name="connsiteY155" fmla="*/ 1103894 h 2317325"/>
              <a:gd name="connsiteX156" fmla="*/ 3332410 w 3644004"/>
              <a:gd name="connsiteY156" fmla="*/ 1103894 h 2317325"/>
              <a:gd name="connsiteX157" fmla="*/ 3353358 w 3644004"/>
              <a:gd name="connsiteY157" fmla="*/ 1081419 h 2317325"/>
              <a:gd name="connsiteX158" fmla="*/ 3515483 w 3644004"/>
              <a:gd name="connsiteY158" fmla="*/ 1017921 h 2317325"/>
              <a:gd name="connsiteX159" fmla="*/ 3348121 w 3644004"/>
              <a:gd name="connsiteY159" fmla="*/ 1107385 h 2317325"/>
              <a:gd name="connsiteX160" fmla="*/ 3217416 w 3644004"/>
              <a:gd name="connsiteY160" fmla="*/ 1174592 h 2317325"/>
              <a:gd name="connsiteX161" fmla="*/ 2976956 w 3644004"/>
              <a:gd name="connsiteY161" fmla="*/ 1305078 h 2317325"/>
              <a:gd name="connsiteX162" fmla="*/ 2919350 w 3644004"/>
              <a:gd name="connsiteY162" fmla="*/ 1331262 h 2317325"/>
              <a:gd name="connsiteX163" fmla="*/ 2924587 w 3644004"/>
              <a:gd name="connsiteY163" fmla="*/ 1349810 h 2317325"/>
              <a:gd name="connsiteX164" fmla="*/ 2861744 w 3644004"/>
              <a:gd name="connsiteY164" fmla="*/ 1349810 h 2317325"/>
              <a:gd name="connsiteX165" fmla="*/ 3018633 w 3644004"/>
              <a:gd name="connsiteY165" fmla="*/ 1360938 h 2317325"/>
              <a:gd name="connsiteX166" fmla="*/ 3138863 w 3644004"/>
              <a:gd name="connsiteY166" fmla="*/ 1349810 h 2317325"/>
              <a:gd name="connsiteX167" fmla="*/ 3117916 w 3644004"/>
              <a:gd name="connsiteY167" fmla="*/ 1360938 h 2317325"/>
              <a:gd name="connsiteX168" fmla="*/ 3227672 w 3644004"/>
              <a:gd name="connsiteY168" fmla="*/ 1349810 h 2317325"/>
              <a:gd name="connsiteX169" fmla="*/ 3055073 w 3644004"/>
              <a:gd name="connsiteY169" fmla="*/ 1428145 h 2317325"/>
              <a:gd name="connsiteX170" fmla="*/ 3243383 w 3644004"/>
              <a:gd name="connsiteY170" fmla="*/ 1360938 h 2317325"/>
              <a:gd name="connsiteX171" fmla="*/ 3520502 w 3644004"/>
              <a:gd name="connsiteY171" fmla="*/ 1286312 h 2317325"/>
              <a:gd name="connsiteX172" fmla="*/ 3253857 w 3644004"/>
              <a:gd name="connsiteY172" fmla="*/ 1387123 h 2317325"/>
              <a:gd name="connsiteX173" fmla="*/ 3400271 w 3644004"/>
              <a:gd name="connsiteY173" fmla="*/ 1357229 h 2317325"/>
              <a:gd name="connsiteX174" fmla="*/ 3400271 w 3644004"/>
              <a:gd name="connsiteY174" fmla="*/ 1379704 h 2317325"/>
              <a:gd name="connsiteX175" fmla="*/ 3138863 w 3644004"/>
              <a:gd name="connsiteY175" fmla="*/ 1484223 h 2317325"/>
              <a:gd name="connsiteX176" fmla="*/ 3144100 w 3644004"/>
              <a:gd name="connsiteY176" fmla="*/ 1499061 h 2317325"/>
              <a:gd name="connsiteX177" fmla="*/ 2976738 w 3644004"/>
              <a:gd name="connsiteY177" fmla="*/ 1540083 h 2317325"/>
              <a:gd name="connsiteX178" fmla="*/ 3008159 w 3644004"/>
              <a:gd name="connsiteY178" fmla="*/ 1536374 h 2317325"/>
              <a:gd name="connsiteX179" fmla="*/ 2992448 w 3644004"/>
              <a:gd name="connsiteY179" fmla="*/ 1558849 h 2317325"/>
              <a:gd name="connsiteX180" fmla="*/ 3050054 w 3644004"/>
              <a:gd name="connsiteY180" fmla="*/ 1566268 h 2317325"/>
              <a:gd name="connsiteX181" fmla="*/ 2940297 w 3644004"/>
              <a:gd name="connsiteY181" fmla="*/ 1592452 h 2317325"/>
              <a:gd name="connsiteX182" fmla="*/ 2935061 w 3644004"/>
              <a:gd name="connsiteY182" fmla="*/ 1581324 h 2317325"/>
              <a:gd name="connsiteX183" fmla="*/ 2772935 w 3644004"/>
              <a:gd name="connsiteY183" fmla="*/ 1641112 h 2317325"/>
              <a:gd name="connsiteX184" fmla="*/ 2929824 w 3644004"/>
              <a:gd name="connsiteY184" fmla="*/ 1629984 h 2317325"/>
              <a:gd name="connsiteX185" fmla="*/ 3050054 w 3644004"/>
              <a:gd name="connsiteY185" fmla="*/ 1581542 h 2317325"/>
              <a:gd name="connsiteX186" fmla="*/ 3013396 w 3644004"/>
              <a:gd name="connsiteY186" fmla="*/ 1607727 h 2317325"/>
              <a:gd name="connsiteX187" fmla="*/ 3060528 w 3644004"/>
              <a:gd name="connsiteY187" fmla="*/ 1600308 h 2317325"/>
              <a:gd name="connsiteX188" fmla="*/ 3050054 w 3644004"/>
              <a:gd name="connsiteY188" fmla="*/ 1611436 h 2317325"/>
              <a:gd name="connsiteX189" fmla="*/ 3091949 w 3644004"/>
              <a:gd name="connsiteY189" fmla="*/ 1596598 h 2317325"/>
              <a:gd name="connsiteX190" fmla="*/ 3081476 w 3644004"/>
              <a:gd name="connsiteY190" fmla="*/ 1585470 h 2317325"/>
              <a:gd name="connsiteX191" fmla="*/ 3128608 w 3644004"/>
              <a:gd name="connsiteY191" fmla="*/ 1574342 h 2317325"/>
              <a:gd name="connsiteX192" fmla="*/ 3118134 w 3644004"/>
              <a:gd name="connsiteY192" fmla="*/ 1585470 h 2317325"/>
              <a:gd name="connsiteX193" fmla="*/ 3285496 w 3644004"/>
              <a:gd name="connsiteY193" fmla="*/ 1529610 h 2317325"/>
              <a:gd name="connsiteX194" fmla="*/ 3227890 w 3644004"/>
              <a:gd name="connsiteY194" fmla="*/ 1585470 h 2317325"/>
              <a:gd name="connsiteX195" fmla="*/ 3374305 w 3644004"/>
              <a:gd name="connsiteY195" fmla="*/ 1529610 h 2317325"/>
              <a:gd name="connsiteX196" fmla="*/ 3050054 w 3644004"/>
              <a:gd name="connsiteY196" fmla="*/ 1648967 h 2317325"/>
              <a:gd name="connsiteX197" fmla="*/ 3018633 w 3644004"/>
              <a:gd name="connsiteY197" fmla="*/ 1678861 h 2317325"/>
              <a:gd name="connsiteX198" fmla="*/ 2861744 w 3644004"/>
              <a:gd name="connsiteY198" fmla="*/ 1716174 h 2317325"/>
              <a:gd name="connsiteX199" fmla="*/ 2961027 w 3644004"/>
              <a:gd name="connsiteY199" fmla="*/ 1705046 h 2317325"/>
              <a:gd name="connsiteX200" fmla="*/ 2757006 w 3644004"/>
              <a:gd name="connsiteY200" fmla="*/ 1746068 h 2317325"/>
              <a:gd name="connsiteX201" fmla="*/ 2720348 w 3644004"/>
              <a:gd name="connsiteY201" fmla="*/ 1764615 h 2317325"/>
              <a:gd name="connsiteX202" fmla="*/ 2725585 w 3644004"/>
              <a:gd name="connsiteY202" fmla="*/ 1801928 h 2317325"/>
              <a:gd name="connsiteX203" fmla="*/ 2798902 w 3644004"/>
              <a:gd name="connsiteY203" fmla="*/ 1787090 h 2317325"/>
              <a:gd name="connsiteX204" fmla="*/ 2809375 w 3644004"/>
              <a:gd name="connsiteY204" fmla="*/ 1764615 h 2317325"/>
              <a:gd name="connsiteX205" fmla="*/ 2908658 w 3644004"/>
              <a:gd name="connsiteY205" fmla="*/ 1734721 h 2317325"/>
              <a:gd name="connsiteX206" fmla="*/ 2835341 w 3644004"/>
              <a:gd name="connsiteY206" fmla="*/ 1779453 h 2317325"/>
              <a:gd name="connsiteX207" fmla="*/ 2913895 w 3644004"/>
              <a:gd name="connsiteY207" fmla="*/ 1756978 h 2317325"/>
              <a:gd name="connsiteX208" fmla="*/ 2913895 w 3644004"/>
              <a:gd name="connsiteY208" fmla="*/ 1775526 h 2317325"/>
              <a:gd name="connsiteX209" fmla="*/ 3013178 w 3644004"/>
              <a:gd name="connsiteY209" fmla="*/ 1741922 h 2317325"/>
              <a:gd name="connsiteX210" fmla="*/ 3002704 w 3644004"/>
              <a:gd name="connsiteY210" fmla="*/ 1730794 h 2317325"/>
              <a:gd name="connsiteX211" fmla="*/ 3086276 w 3644004"/>
              <a:gd name="connsiteY211" fmla="*/ 1704609 h 2317325"/>
              <a:gd name="connsiteX212" fmla="*/ 3049618 w 3644004"/>
              <a:gd name="connsiteY212" fmla="*/ 1700900 h 2317325"/>
              <a:gd name="connsiteX213" fmla="*/ 3086276 w 3644004"/>
              <a:gd name="connsiteY213" fmla="*/ 1686062 h 2317325"/>
              <a:gd name="connsiteX214" fmla="*/ 3128171 w 3644004"/>
              <a:gd name="connsiteY214" fmla="*/ 1693481 h 2317325"/>
              <a:gd name="connsiteX215" fmla="*/ 3107223 w 3644004"/>
              <a:gd name="connsiteY215" fmla="*/ 1704609 h 2317325"/>
              <a:gd name="connsiteX216" fmla="*/ 3112460 w 3644004"/>
              <a:gd name="connsiteY216" fmla="*/ 1734503 h 2317325"/>
              <a:gd name="connsiteX217" fmla="*/ 3468133 w 3644004"/>
              <a:gd name="connsiteY217" fmla="*/ 1633693 h 2317325"/>
              <a:gd name="connsiteX218" fmla="*/ 3478607 w 3644004"/>
              <a:gd name="connsiteY218" fmla="*/ 1648531 h 2317325"/>
              <a:gd name="connsiteX219" fmla="*/ 3645969 w 3644004"/>
              <a:gd name="connsiteY219" fmla="*/ 1614928 h 2317325"/>
              <a:gd name="connsiteX220" fmla="*/ 3379324 w 3644004"/>
              <a:gd name="connsiteY220" fmla="*/ 1730576 h 2317325"/>
              <a:gd name="connsiteX221" fmla="*/ 3154355 w 3644004"/>
              <a:gd name="connsiteY221" fmla="*/ 1797782 h 2317325"/>
              <a:gd name="connsiteX222" fmla="*/ 2610373 w 3644004"/>
              <a:gd name="connsiteY222" fmla="*/ 1939615 h 2317325"/>
              <a:gd name="connsiteX223" fmla="*/ 2772499 w 3644004"/>
              <a:gd name="connsiteY223" fmla="*/ 1913431 h 2317325"/>
              <a:gd name="connsiteX224" fmla="*/ 2939861 w 3644004"/>
              <a:gd name="connsiteY224" fmla="*/ 1872408 h 2317325"/>
              <a:gd name="connsiteX225" fmla="*/ 3180322 w 3644004"/>
              <a:gd name="connsiteY225" fmla="*/ 1805201 h 2317325"/>
              <a:gd name="connsiteX226" fmla="*/ 3311026 w 3644004"/>
              <a:gd name="connsiteY226" fmla="*/ 1775307 h 2317325"/>
              <a:gd name="connsiteX227" fmla="*/ 2631103 w 3644004"/>
              <a:gd name="connsiteY227" fmla="*/ 1973000 h 2317325"/>
              <a:gd name="connsiteX228" fmla="*/ 2672998 w 3644004"/>
              <a:gd name="connsiteY228" fmla="*/ 1954453 h 2317325"/>
              <a:gd name="connsiteX229" fmla="*/ 2604918 w 3644004"/>
              <a:gd name="connsiteY229" fmla="*/ 1961872 h 2317325"/>
              <a:gd name="connsiteX230" fmla="*/ 2620629 w 3644004"/>
              <a:gd name="connsiteY230" fmla="*/ 1973000 h 2317325"/>
              <a:gd name="connsiteX231" fmla="*/ 2343510 w 3644004"/>
              <a:gd name="connsiteY231" fmla="*/ 2055045 h 2317325"/>
              <a:gd name="connsiteX232" fmla="*/ 2050680 w 3644004"/>
              <a:gd name="connsiteY232" fmla="*/ 2144509 h 2317325"/>
              <a:gd name="connsiteX233" fmla="*/ 1972127 w 3644004"/>
              <a:gd name="connsiteY233" fmla="*/ 2163056 h 2317325"/>
              <a:gd name="connsiteX234" fmla="*/ 1668823 w 3644004"/>
              <a:gd name="connsiteY234" fmla="*/ 2278704 h 2317325"/>
              <a:gd name="connsiteX235" fmla="*/ 1747377 w 3644004"/>
              <a:gd name="connsiteY235" fmla="*/ 2230263 h 2317325"/>
              <a:gd name="connsiteX236" fmla="*/ 1773561 w 3644004"/>
              <a:gd name="connsiteY236" fmla="*/ 2230263 h 2317325"/>
              <a:gd name="connsiteX237" fmla="*/ 1883318 w 3644004"/>
              <a:gd name="connsiteY237" fmla="*/ 2166765 h 2317325"/>
              <a:gd name="connsiteX238" fmla="*/ 1684534 w 3644004"/>
              <a:gd name="connsiteY238" fmla="*/ 2241391 h 2317325"/>
              <a:gd name="connsiteX239" fmla="*/ 1679297 w 3644004"/>
              <a:gd name="connsiteY239" fmla="*/ 2248810 h 2317325"/>
              <a:gd name="connsiteX240" fmla="*/ 1506698 w 3644004"/>
              <a:gd name="connsiteY240" fmla="*/ 2316017 h 2317325"/>
              <a:gd name="connsiteX241" fmla="*/ 1553830 w 3644004"/>
              <a:gd name="connsiteY241" fmla="*/ 2256229 h 2317325"/>
              <a:gd name="connsiteX242" fmla="*/ 1517172 w 3644004"/>
              <a:gd name="connsiteY242" fmla="*/ 2259938 h 2317325"/>
              <a:gd name="connsiteX243" fmla="*/ 1522409 w 3644004"/>
              <a:gd name="connsiteY243" fmla="*/ 2245100 h 2317325"/>
              <a:gd name="connsiteX244" fmla="*/ 1475277 w 3644004"/>
              <a:gd name="connsiteY244" fmla="*/ 2274995 h 2317325"/>
              <a:gd name="connsiteX245" fmla="*/ 1443855 w 3644004"/>
              <a:gd name="connsiteY245" fmla="*/ 2271285 h 2317325"/>
              <a:gd name="connsiteX246" fmla="*/ 1454329 w 3644004"/>
              <a:gd name="connsiteY246" fmla="*/ 2245100 h 2317325"/>
              <a:gd name="connsiteX247" fmla="*/ 1344572 w 3644004"/>
              <a:gd name="connsiteY247" fmla="*/ 2282414 h 2317325"/>
              <a:gd name="connsiteX248" fmla="*/ 1234816 w 3644004"/>
              <a:gd name="connsiteY248" fmla="*/ 2316017 h 2317325"/>
              <a:gd name="connsiteX249" fmla="*/ 1349809 w 3644004"/>
              <a:gd name="connsiteY249" fmla="*/ 2237682 h 2317325"/>
              <a:gd name="connsiteX250" fmla="*/ 1266237 w 3644004"/>
              <a:gd name="connsiteY250" fmla="*/ 2271285 h 2317325"/>
              <a:gd name="connsiteX251" fmla="*/ 1177428 w 3644004"/>
              <a:gd name="connsiteY251" fmla="*/ 2304888 h 2317325"/>
              <a:gd name="connsiteX252" fmla="*/ 1261000 w 3644004"/>
              <a:gd name="connsiteY252" fmla="*/ 2241391 h 2317325"/>
              <a:gd name="connsiteX253" fmla="*/ 1146007 w 3644004"/>
              <a:gd name="connsiteY253" fmla="*/ 2256229 h 2317325"/>
              <a:gd name="connsiteX254" fmla="*/ 1140770 w 3644004"/>
              <a:gd name="connsiteY254" fmla="*/ 2241391 h 2317325"/>
              <a:gd name="connsiteX255" fmla="*/ 1093638 w 3644004"/>
              <a:gd name="connsiteY255" fmla="*/ 2245100 h 2317325"/>
              <a:gd name="connsiteX256" fmla="*/ 1203394 w 3644004"/>
              <a:gd name="connsiteY256" fmla="*/ 2196659 h 2317325"/>
              <a:gd name="connsiteX257" fmla="*/ 1203394 w 3644004"/>
              <a:gd name="connsiteY257" fmla="*/ 2159346 h 2317325"/>
              <a:gd name="connsiteX258" fmla="*/ 1208631 w 3644004"/>
              <a:gd name="connsiteY258" fmla="*/ 2177894 h 2317325"/>
              <a:gd name="connsiteX259" fmla="*/ 1313151 w 3644004"/>
              <a:gd name="connsiteY259" fmla="*/ 2099559 h 2317325"/>
              <a:gd name="connsiteX260" fmla="*/ 1109130 w 3644004"/>
              <a:gd name="connsiteY260" fmla="*/ 2174184 h 2317325"/>
              <a:gd name="connsiteX261" fmla="*/ 1151026 w 3644004"/>
              <a:gd name="connsiteY261" fmla="*/ 2140581 h 2317325"/>
              <a:gd name="connsiteX262" fmla="*/ 758695 w 3644004"/>
              <a:gd name="connsiteY262" fmla="*/ 2312089 h 2317325"/>
              <a:gd name="connsiteX263" fmla="*/ 1035814 w 3644004"/>
              <a:gd name="connsiteY263" fmla="*/ 2155419 h 2317325"/>
              <a:gd name="connsiteX264" fmla="*/ 1051525 w 3644004"/>
              <a:gd name="connsiteY264" fmla="*/ 2159128 h 2317325"/>
              <a:gd name="connsiteX265" fmla="*/ 1150807 w 3644004"/>
              <a:gd name="connsiteY265" fmla="*/ 2099340 h 2317325"/>
              <a:gd name="connsiteX266" fmla="*/ 1145570 w 3644004"/>
              <a:gd name="connsiteY266" fmla="*/ 2091921 h 2317325"/>
              <a:gd name="connsiteX267" fmla="*/ 1041051 w 3644004"/>
              <a:gd name="connsiteY267" fmla="*/ 2136653 h 2317325"/>
              <a:gd name="connsiteX268" fmla="*/ 1051525 w 3644004"/>
              <a:gd name="connsiteY268" fmla="*/ 2118106 h 2317325"/>
              <a:gd name="connsiteX269" fmla="*/ 1014866 w 3644004"/>
              <a:gd name="connsiteY269" fmla="*/ 2129234 h 2317325"/>
              <a:gd name="connsiteX270" fmla="*/ 1014866 w 3644004"/>
              <a:gd name="connsiteY270" fmla="*/ 2147782 h 2317325"/>
              <a:gd name="connsiteX271" fmla="*/ 972971 w 3644004"/>
              <a:gd name="connsiteY271" fmla="*/ 2121597 h 2317325"/>
              <a:gd name="connsiteX272" fmla="*/ 962497 w 3644004"/>
              <a:gd name="connsiteY272" fmla="*/ 2147782 h 2317325"/>
              <a:gd name="connsiteX273" fmla="*/ 925839 w 3644004"/>
              <a:gd name="connsiteY273" fmla="*/ 2136653 h 2317325"/>
              <a:gd name="connsiteX274" fmla="*/ 664431 w 3644004"/>
              <a:gd name="connsiteY274" fmla="*/ 2229826 h 2317325"/>
              <a:gd name="connsiteX275" fmla="*/ 706326 w 3644004"/>
              <a:gd name="connsiteY275" fmla="*/ 2207351 h 2317325"/>
              <a:gd name="connsiteX276" fmla="*/ 701089 w 3644004"/>
              <a:gd name="connsiteY276" fmla="*/ 2196223 h 2317325"/>
              <a:gd name="connsiteX277" fmla="*/ 507542 w 3644004"/>
              <a:gd name="connsiteY277" fmla="*/ 2274558 h 2317325"/>
              <a:gd name="connsiteX278" fmla="*/ 784661 w 3644004"/>
              <a:gd name="connsiteY278" fmla="*/ 2121597 h 2317325"/>
              <a:gd name="connsiteX279" fmla="*/ 816083 w 3644004"/>
              <a:gd name="connsiteY279" fmla="*/ 2117888 h 2317325"/>
              <a:gd name="connsiteX280" fmla="*/ 800372 w 3644004"/>
              <a:gd name="connsiteY280" fmla="*/ 2114178 h 2317325"/>
              <a:gd name="connsiteX281" fmla="*/ 889181 w 3644004"/>
              <a:gd name="connsiteY281" fmla="*/ 2065737 h 2317325"/>
              <a:gd name="connsiteX282" fmla="*/ 988464 w 3644004"/>
              <a:gd name="connsiteY282" fmla="*/ 2021005 h 2317325"/>
              <a:gd name="connsiteX283" fmla="*/ 957042 w 3644004"/>
              <a:gd name="connsiteY283" fmla="*/ 2017296 h 2317325"/>
              <a:gd name="connsiteX284" fmla="*/ 936095 w 3644004"/>
              <a:gd name="connsiteY284" fmla="*/ 2050899 h 2317325"/>
              <a:gd name="connsiteX285" fmla="*/ 915147 w 3644004"/>
              <a:gd name="connsiteY285" fmla="*/ 2058318 h 2317325"/>
              <a:gd name="connsiteX286" fmla="*/ 904673 w 3644004"/>
              <a:gd name="connsiteY286" fmla="*/ 2050899 h 2317325"/>
              <a:gd name="connsiteX287" fmla="*/ 909910 w 3644004"/>
              <a:gd name="connsiteY287" fmla="*/ 2036061 h 2317325"/>
              <a:gd name="connsiteX288" fmla="*/ 862778 w 3644004"/>
              <a:gd name="connsiteY288" fmla="*/ 2043480 h 2317325"/>
              <a:gd name="connsiteX289" fmla="*/ 873252 w 3644004"/>
              <a:gd name="connsiteY289" fmla="*/ 2062027 h 2317325"/>
              <a:gd name="connsiteX290" fmla="*/ 847068 w 3644004"/>
              <a:gd name="connsiteY290" fmla="*/ 2084502 h 2317325"/>
              <a:gd name="connsiteX291" fmla="*/ 826120 w 3644004"/>
              <a:gd name="connsiteY291" fmla="*/ 2077083 h 2317325"/>
              <a:gd name="connsiteX292" fmla="*/ 847068 w 3644004"/>
              <a:gd name="connsiteY292" fmla="*/ 2058536 h 2317325"/>
              <a:gd name="connsiteX293" fmla="*/ 611626 w 3644004"/>
              <a:gd name="connsiteY293" fmla="*/ 2110687 h 2317325"/>
              <a:gd name="connsiteX294" fmla="*/ 574967 w 3644004"/>
              <a:gd name="connsiteY294" fmla="*/ 2103268 h 2317325"/>
              <a:gd name="connsiteX295" fmla="*/ 967298 w 3644004"/>
              <a:gd name="connsiteY295" fmla="*/ 1969073 h 2317325"/>
              <a:gd name="connsiteX296" fmla="*/ 967298 w 3644004"/>
              <a:gd name="connsiteY296" fmla="*/ 1928050 h 2317325"/>
              <a:gd name="connsiteX297" fmla="*/ 904455 w 3644004"/>
              <a:gd name="connsiteY297" fmla="*/ 1950525 h 2317325"/>
              <a:gd name="connsiteX298" fmla="*/ 789462 w 3644004"/>
              <a:gd name="connsiteY298" fmla="*/ 1980419 h 2317325"/>
              <a:gd name="connsiteX299" fmla="*/ 627336 w 3644004"/>
              <a:gd name="connsiteY299" fmla="*/ 2006604 h 2317325"/>
              <a:gd name="connsiteX300" fmla="*/ 778988 w 3644004"/>
              <a:gd name="connsiteY300" fmla="*/ 1920849 h 2317325"/>
              <a:gd name="connsiteX301" fmla="*/ 632573 w 3644004"/>
              <a:gd name="connsiteY301" fmla="*/ 1969291 h 2317325"/>
              <a:gd name="connsiteX302" fmla="*/ 763277 w 3644004"/>
              <a:gd name="connsiteY302" fmla="*/ 1890956 h 2317325"/>
              <a:gd name="connsiteX303" fmla="*/ 737093 w 3644004"/>
              <a:gd name="connsiteY303" fmla="*/ 1887246 h 2317325"/>
              <a:gd name="connsiteX304" fmla="*/ 883508 w 3644004"/>
              <a:gd name="connsiteY304" fmla="*/ 1808911 h 2317325"/>
              <a:gd name="connsiteX305" fmla="*/ 867797 w 3644004"/>
              <a:gd name="connsiteY305" fmla="*/ 1794073 h 2317325"/>
              <a:gd name="connsiteX306" fmla="*/ 852086 w 3644004"/>
              <a:gd name="connsiteY306" fmla="*/ 1827676 h 2317325"/>
              <a:gd name="connsiteX307" fmla="*/ 763277 w 3644004"/>
              <a:gd name="connsiteY307" fmla="*/ 1853861 h 2317325"/>
              <a:gd name="connsiteX308" fmla="*/ 841831 w 3644004"/>
              <a:gd name="connsiteY308" fmla="*/ 1805420 h 2317325"/>
              <a:gd name="connsiteX309" fmla="*/ 836594 w 3644004"/>
              <a:gd name="connsiteY309" fmla="*/ 1786872 h 2317325"/>
              <a:gd name="connsiteX310" fmla="*/ 768514 w 3644004"/>
              <a:gd name="connsiteY310" fmla="*/ 1809347 h 2317325"/>
              <a:gd name="connsiteX311" fmla="*/ 763277 w 3644004"/>
              <a:gd name="connsiteY311" fmla="*/ 1798219 h 2317325"/>
              <a:gd name="connsiteX312" fmla="*/ 684724 w 3644004"/>
              <a:gd name="connsiteY312" fmla="*/ 1813057 h 2317325"/>
              <a:gd name="connsiteX313" fmla="*/ 674250 w 3644004"/>
              <a:gd name="connsiteY313" fmla="*/ 1764615 h 2317325"/>
              <a:gd name="connsiteX314" fmla="*/ 726619 w 3644004"/>
              <a:gd name="connsiteY314" fmla="*/ 1746068 h 2317325"/>
              <a:gd name="connsiteX315" fmla="*/ 920166 w 3644004"/>
              <a:gd name="connsiteY315" fmla="*/ 1664023 h 2317325"/>
              <a:gd name="connsiteX316" fmla="*/ 920166 w 3644004"/>
              <a:gd name="connsiteY316" fmla="*/ 1645476 h 2317325"/>
              <a:gd name="connsiteX317" fmla="*/ 893981 w 3644004"/>
              <a:gd name="connsiteY317" fmla="*/ 1652895 h 2317325"/>
              <a:gd name="connsiteX318" fmla="*/ 951587 w 3644004"/>
              <a:gd name="connsiteY318" fmla="*/ 1619292 h 2317325"/>
              <a:gd name="connsiteX319" fmla="*/ 962061 w 3644004"/>
              <a:gd name="connsiteY319" fmla="*/ 1626710 h 2317325"/>
              <a:gd name="connsiteX320" fmla="*/ 1035378 w 3644004"/>
              <a:gd name="connsiteY320" fmla="*/ 1537247 h 2317325"/>
              <a:gd name="connsiteX321" fmla="*/ 684942 w 3644004"/>
              <a:gd name="connsiteY321" fmla="*/ 1641767 h 2317325"/>
              <a:gd name="connsiteX322" fmla="*/ 663994 w 3644004"/>
              <a:gd name="connsiteY322" fmla="*/ 1645476 h 2317325"/>
              <a:gd name="connsiteX323" fmla="*/ 737311 w 3644004"/>
              <a:gd name="connsiteY323" fmla="*/ 1604454 h 2317325"/>
              <a:gd name="connsiteX324" fmla="*/ 747785 w 3644004"/>
              <a:gd name="connsiteY324" fmla="*/ 1593325 h 2317325"/>
              <a:gd name="connsiteX325" fmla="*/ 711127 w 3644004"/>
              <a:gd name="connsiteY325" fmla="*/ 1585906 h 2317325"/>
              <a:gd name="connsiteX326" fmla="*/ 622317 w 3644004"/>
              <a:gd name="connsiteY326" fmla="*/ 1638057 h 2317325"/>
              <a:gd name="connsiteX327" fmla="*/ 617081 w 3644004"/>
              <a:gd name="connsiteY327" fmla="*/ 1597035 h 2317325"/>
              <a:gd name="connsiteX328" fmla="*/ 590896 w 3644004"/>
              <a:gd name="connsiteY328" fmla="*/ 1611873 h 2317325"/>
              <a:gd name="connsiteX329" fmla="*/ 575186 w 3644004"/>
              <a:gd name="connsiteY329" fmla="*/ 1597035 h 2317325"/>
              <a:gd name="connsiteX330" fmla="*/ 564712 w 3644004"/>
              <a:gd name="connsiteY330" fmla="*/ 1619510 h 2317325"/>
              <a:gd name="connsiteX331" fmla="*/ 538527 w 3644004"/>
              <a:gd name="connsiteY331" fmla="*/ 1612091 h 2317325"/>
              <a:gd name="connsiteX332" fmla="*/ 575186 w 3644004"/>
              <a:gd name="connsiteY332" fmla="*/ 1578487 h 2317325"/>
              <a:gd name="connsiteX333" fmla="*/ 549001 w 3644004"/>
              <a:gd name="connsiteY333" fmla="*/ 1574778 h 2317325"/>
              <a:gd name="connsiteX334" fmla="*/ 596133 w 3644004"/>
              <a:gd name="connsiteY334" fmla="*/ 1548594 h 2317325"/>
              <a:gd name="connsiteX335" fmla="*/ 590896 w 3644004"/>
              <a:gd name="connsiteY335" fmla="*/ 1530046 h 2317325"/>
              <a:gd name="connsiteX336" fmla="*/ 700653 w 3644004"/>
              <a:gd name="connsiteY336" fmla="*/ 1459130 h 2317325"/>
              <a:gd name="connsiteX337" fmla="*/ 758259 w 3644004"/>
              <a:gd name="connsiteY337" fmla="*/ 1429236 h 2317325"/>
              <a:gd name="connsiteX338" fmla="*/ 753022 w 3644004"/>
              <a:gd name="connsiteY338" fmla="*/ 1440364 h 2317325"/>
              <a:gd name="connsiteX339" fmla="*/ 773969 w 3644004"/>
              <a:gd name="connsiteY339" fmla="*/ 1436655 h 2317325"/>
              <a:gd name="connsiteX340" fmla="*/ 763495 w 3644004"/>
              <a:gd name="connsiteY340" fmla="*/ 1410470 h 2317325"/>
              <a:gd name="connsiteX341" fmla="*/ 700653 w 3644004"/>
              <a:gd name="connsiteY341" fmla="*/ 1432945 h 2317325"/>
              <a:gd name="connsiteX342" fmla="*/ 684942 w 3644004"/>
              <a:gd name="connsiteY342" fmla="*/ 1421817 h 2317325"/>
              <a:gd name="connsiteX343" fmla="*/ 350217 w 3644004"/>
              <a:gd name="connsiteY343" fmla="*/ 1544884 h 2317325"/>
              <a:gd name="connsiteX344" fmla="*/ 371165 w 3644004"/>
              <a:gd name="connsiteY344" fmla="*/ 1496443 h 2317325"/>
              <a:gd name="connsiteX345" fmla="*/ 324033 w 3644004"/>
              <a:gd name="connsiteY345" fmla="*/ 1496443 h 2317325"/>
              <a:gd name="connsiteX346" fmla="*/ 423316 w 3644004"/>
              <a:gd name="connsiteY346" fmla="*/ 1451711 h 2317325"/>
              <a:gd name="connsiteX347" fmla="*/ 653521 w 3644004"/>
              <a:gd name="connsiteY347" fmla="*/ 1302459 h 2317325"/>
              <a:gd name="connsiteX348" fmla="*/ 658758 w 3644004"/>
              <a:gd name="connsiteY348" fmla="*/ 1265147 h 2317325"/>
              <a:gd name="connsiteX349" fmla="*/ 590678 w 3644004"/>
              <a:gd name="connsiteY349" fmla="*/ 1309878 h 2317325"/>
              <a:gd name="connsiteX350" fmla="*/ 601152 w 3644004"/>
              <a:gd name="connsiteY350" fmla="*/ 1291331 h 2317325"/>
              <a:gd name="connsiteX351" fmla="*/ 324033 w 3644004"/>
              <a:gd name="connsiteY351" fmla="*/ 1369666 h 2317325"/>
              <a:gd name="connsiteX352" fmla="*/ 219513 w 3644004"/>
              <a:gd name="connsiteY352" fmla="*/ 1421817 h 2317325"/>
              <a:gd name="connsiteX353" fmla="*/ 198566 w 3644004"/>
              <a:gd name="connsiteY353" fmla="*/ 1421817 h 2317325"/>
              <a:gd name="connsiteX354" fmla="*/ 67861 w 3644004"/>
              <a:gd name="connsiteY354" fmla="*/ 1492733 h 2317325"/>
              <a:gd name="connsiteX355" fmla="*/ 146415 w 3644004"/>
              <a:gd name="connsiteY355" fmla="*/ 1432945 h 2317325"/>
              <a:gd name="connsiteX356" fmla="*/ 67861 w 3644004"/>
              <a:gd name="connsiteY356" fmla="*/ 1455420 h 2317325"/>
              <a:gd name="connsiteX357" fmla="*/ 235224 w 3644004"/>
              <a:gd name="connsiteY357" fmla="*/ 1362247 h 2317325"/>
              <a:gd name="connsiteX358" fmla="*/ 261408 w 3644004"/>
              <a:gd name="connsiteY358" fmla="*/ 1339772 h 2317325"/>
              <a:gd name="connsiteX359" fmla="*/ 250934 w 3644004"/>
              <a:gd name="connsiteY359" fmla="*/ 1354610 h 2317325"/>
              <a:gd name="connsiteX360" fmla="*/ 434008 w 3644004"/>
              <a:gd name="connsiteY360" fmla="*/ 1272566 h 2317325"/>
              <a:gd name="connsiteX361" fmla="*/ 428771 w 3644004"/>
              <a:gd name="connsiteY361" fmla="*/ 1283694 h 2317325"/>
              <a:gd name="connsiteX362" fmla="*/ 460192 w 3644004"/>
              <a:gd name="connsiteY362" fmla="*/ 1279984 h 2317325"/>
              <a:gd name="connsiteX363" fmla="*/ 460192 w 3644004"/>
              <a:gd name="connsiteY363" fmla="*/ 1246381 h 2317325"/>
              <a:gd name="connsiteX364" fmla="*/ 397349 w 3644004"/>
              <a:gd name="connsiteY364" fmla="*/ 1264928 h 2317325"/>
              <a:gd name="connsiteX365" fmla="*/ 397349 w 3644004"/>
              <a:gd name="connsiteY365" fmla="*/ 1287403 h 2317325"/>
              <a:gd name="connsiteX366" fmla="*/ 371165 w 3644004"/>
              <a:gd name="connsiteY366" fmla="*/ 1276275 h 2317325"/>
              <a:gd name="connsiteX367" fmla="*/ 282356 w 3644004"/>
              <a:gd name="connsiteY367" fmla="*/ 1317297 h 2317325"/>
              <a:gd name="connsiteX368" fmla="*/ 423534 w 3644004"/>
              <a:gd name="connsiteY368" fmla="*/ 1246381 h 2317325"/>
              <a:gd name="connsiteX369" fmla="*/ 486376 w 3644004"/>
              <a:gd name="connsiteY369" fmla="*/ 1190521 h 2317325"/>
              <a:gd name="connsiteX370" fmla="*/ 460192 w 3644004"/>
              <a:gd name="connsiteY370" fmla="*/ 1190521 h 2317325"/>
              <a:gd name="connsiteX371" fmla="*/ 0 w 3644004"/>
              <a:gd name="connsiteY371" fmla="*/ 1339772 h 2317325"/>
              <a:gd name="connsiteX372" fmla="*/ 313777 w 3644004"/>
              <a:gd name="connsiteY372" fmla="*/ 1197940 h 2317325"/>
              <a:gd name="connsiteX373" fmla="*/ 549219 w 3644004"/>
              <a:gd name="connsiteY373" fmla="*/ 1119605 h 2317325"/>
              <a:gd name="connsiteX374" fmla="*/ 564930 w 3644004"/>
              <a:gd name="connsiteY374" fmla="*/ 1123314 h 2317325"/>
              <a:gd name="connsiteX375" fmla="*/ 585877 w 3644004"/>
              <a:gd name="connsiteY375" fmla="*/ 1082292 h 2317325"/>
              <a:gd name="connsiteX376" fmla="*/ 633010 w 3644004"/>
              <a:gd name="connsiteY376" fmla="*/ 1071163 h 2317325"/>
              <a:gd name="connsiteX377" fmla="*/ 617299 w 3644004"/>
              <a:gd name="connsiteY377" fmla="*/ 1071163 h 2317325"/>
              <a:gd name="connsiteX378" fmla="*/ 633010 w 3644004"/>
              <a:gd name="connsiteY378" fmla="*/ 1052616 h 2317325"/>
              <a:gd name="connsiteX379" fmla="*/ 596351 w 3644004"/>
              <a:gd name="connsiteY379" fmla="*/ 1056325 h 2317325"/>
              <a:gd name="connsiteX380" fmla="*/ 591114 w 3644004"/>
              <a:gd name="connsiteY380" fmla="*/ 1041488 h 2317325"/>
              <a:gd name="connsiteX381" fmla="*/ 486595 w 3644004"/>
              <a:gd name="connsiteY381" fmla="*/ 1063963 h 2317325"/>
              <a:gd name="connsiteX382" fmla="*/ 544201 w 3644004"/>
              <a:gd name="connsiteY382" fmla="*/ 1045415 h 2317325"/>
              <a:gd name="connsiteX383" fmla="*/ 554674 w 3644004"/>
              <a:gd name="connsiteY383" fmla="*/ 1015521 h 2317325"/>
              <a:gd name="connsiteX384" fmla="*/ 538964 w 3644004"/>
              <a:gd name="connsiteY384" fmla="*/ 1015521 h 2317325"/>
              <a:gd name="connsiteX385" fmla="*/ 559911 w 3644004"/>
              <a:gd name="connsiteY385" fmla="*/ 996974 h 2317325"/>
              <a:gd name="connsiteX386" fmla="*/ 607043 w 3644004"/>
              <a:gd name="connsiteY386" fmla="*/ 996974 h 2317325"/>
              <a:gd name="connsiteX387" fmla="*/ 559911 w 3644004"/>
              <a:gd name="connsiteY387" fmla="*/ 974499 h 2317325"/>
              <a:gd name="connsiteX388" fmla="*/ 497068 w 3644004"/>
              <a:gd name="connsiteY388" fmla="*/ 985627 h 2317325"/>
              <a:gd name="connsiteX389" fmla="*/ 538964 w 3644004"/>
              <a:gd name="connsiteY389" fmla="*/ 952024 h 2317325"/>
              <a:gd name="connsiteX390" fmla="*/ 601806 w 3644004"/>
              <a:gd name="connsiteY390" fmla="*/ 925839 h 2317325"/>
              <a:gd name="connsiteX391" fmla="*/ 648938 w 3644004"/>
              <a:gd name="connsiteY391" fmla="*/ 903364 h 2317325"/>
              <a:gd name="connsiteX392" fmla="*/ 675123 w 3644004"/>
              <a:gd name="connsiteY392" fmla="*/ 892236 h 2317325"/>
              <a:gd name="connsiteX393" fmla="*/ 643702 w 3644004"/>
              <a:gd name="connsiteY393" fmla="*/ 903364 h 2317325"/>
              <a:gd name="connsiteX394" fmla="*/ 690834 w 3644004"/>
              <a:gd name="connsiteY394" fmla="*/ 869761 h 2317325"/>
              <a:gd name="connsiteX395" fmla="*/ 617517 w 3644004"/>
              <a:gd name="connsiteY395" fmla="*/ 877180 h 2317325"/>
              <a:gd name="connsiteX396" fmla="*/ 633228 w 3644004"/>
              <a:gd name="connsiteY396" fmla="*/ 907074 h 2317325"/>
              <a:gd name="connsiteX397" fmla="*/ 617517 w 3644004"/>
              <a:gd name="connsiteY397" fmla="*/ 903364 h 2317325"/>
              <a:gd name="connsiteX398" fmla="*/ 586096 w 3644004"/>
              <a:gd name="connsiteY398" fmla="*/ 910783 h 2317325"/>
              <a:gd name="connsiteX399" fmla="*/ 575622 w 3644004"/>
              <a:gd name="connsiteY399" fmla="*/ 903364 h 2317325"/>
              <a:gd name="connsiteX400" fmla="*/ 512779 w 3644004"/>
              <a:gd name="connsiteY400" fmla="*/ 933258 h 2317325"/>
              <a:gd name="connsiteX401" fmla="*/ 361127 w 3644004"/>
              <a:gd name="connsiteY401" fmla="*/ 970571 h 2317325"/>
              <a:gd name="connsiteX402" fmla="*/ 392549 w 3644004"/>
              <a:gd name="connsiteY402" fmla="*/ 944387 h 2317325"/>
              <a:gd name="connsiteX403" fmla="*/ 298503 w 3644004"/>
              <a:gd name="connsiteY403" fmla="*/ 966862 h 2317325"/>
              <a:gd name="connsiteX404" fmla="*/ 261845 w 3644004"/>
              <a:gd name="connsiteY404" fmla="*/ 966862 h 2317325"/>
              <a:gd name="connsiteX405" fmla="*/ 350654 w 3644004"/>
              <a:gd name="connsiteY405" fmla="*/ 925839 h 2317325"/>
              <a:gd name="connsiteX406" fmla="*/ 334943 w 3644004"/>
              <a:gd name="connsiteY406" fmla="*/ 918420 h 2317325"/>
              <a:gd name="connsiteX407" fmla="*/ 523253 w 3644004"/>
              <a:gd name="connsiteY407" fmla="*/ 862560 h 2317325"/>
              <a:gd name="connsiteX408" fmla="*/ 606825 w 3644004"/>
              <a:gd name="connsiteY408" fmla="*/ 814119 h 2317325"/>
              <a:gd name="connsiteX409" fmla="*/ 617299 w 3644004"/>
              <a:gd name="connsiteY409" fmla="*/ 799281 h 2317325"/>
              <a:gd name="connsiteX410" fmla="*/ 606825 w 3644004"/>
              <a:gd name="connsiteY410" fmla="*/ 829175 h 2317325"/>
              <a:gd name="connsiteX411" fmla="*/ 549219 w 3644004"/>
              <a:gd name="connsiteY411" fmla="*/ 844013 h 2317325"/>
              <a:gd name="connsiteX412" fmla="*/ 549219 w 3644004"/>
              <a:gd name="connsiteY412" fmla="*/ 858851 h 2317325"/>
              <a:gd name="connsiteX413" fmla="*/ 596351 w 3644004"/>
              <a:gd name="connsiteY413" fmla="*/ 836376 h 2317325"/>
              <a:gd name="connsiteX414" fmla="*/ 653957 w 3644004"/>
              <a:gd name="connsiteY414" fmla="*/ 825247 h 2317325"/>
              <a:gd name="connsiteX415" fmla="*/ 1030577 w 3644004"/>
              <a:gd name="connsiteY415" fmla="*/ 724437 h 2317325"/>
              <a:gd name="connsiteX416" fmla="*/ 1051525 w 3644004"/>
              <a:gd name="connsiteY416" fmla="*/ 713309 h 2317325"/>
              <a:gd name="connsiteX417" fmla="*/ 1088183 w 3644004"/>
              <a:gd name="connsiteY417" fmla="*/ 687124 h 2317325"/>
              <a:gd name="connsiteX418" fmla="*/ 1124841 w 3644004"/>
              <a:gd name="connsiteY418" fmla="*/ 657230 h 2317325"/>
              <a:gd name="connsiteX419" fmla="*/ 1135315 w 3644004"/>
              <a:gd name="connsiteY419" fmla="*/ 646102 h 2317325"/>
              <a:gd name="connsiteX420" fmla="*/ 1161499 w 3644004"/>
              <a:gd name="connsiteY420" fmla="*/ 646102 h 2317325"/>
              <a:gd name="connsiteX421" fmla="*/ 1177210 w 3644004"/>
              <a:gd name="connsiteY421" fmla="*/ 619917 h 2317325"/>
              <a:gd name="connsiteX422" fmla="*/ 1177210 w 3644004"/>
              <a:gd name="connsiteY422" fmla="*/ 631046 h 2317325"/>
              <a:gd name="connsiteX423" fmla="*/ 1198158 w 3644004"/>
              <a:gd name="connsiteY423" fmla="*/ 631046 h 2317325"/>
              <a:gd name="connsiteX424" fmla="*/ 1219105 w 3644004"/>
              <a:gd name="connsiteY424" fmla="*/ 601152 h 2317325"/>
              <a:gd name="connsiteX425" fmla="*/ 1151026 w 3644004"/>
              <a:gd name="connsiteY425" fmla="*/ 634755 h 2317325"/>
              <a:gd name="connsiteX426" fmla="*/ 1124841 w 3644004"/>
              <a:gd name="connsiteY426" fmla="*/ 631046 h 2317325"/>
              <a:gd name="connsiteX427" fmla="*/ 1250308 w 3644004"/>
              <a:gd name="connsiteY427" fmla="*/ 567548 h 2317325"/>
              <a:gd name="connsiteX428" fmla="*/ 1333880 w 3644004"/>
              <a:gd name="connsiteY428" fmla="*/ 545074 h 2317325"/>
              <a:gd name="connsiteX429" fmla="*/ 1156044 w 3644004"/>
              <a:gd name="connsiteY429" fmla="*/ 600934 h 2317325"/>
              <a:gd name="connsiteX430" fmla="*/ 727274 w 3644004"/>
              <a:gd name="connsiteY430" fmla="*/ 739057 h 2317325"/>
              <a:gd name="connsiteX431" fmla="*/ 711563 w 3644004"/>
              <a:gd name="connsiteY431" fmla="*/ 765241 h 2317325"/>
              <a:gd name="connsiteX432" fmla="*/ 643483 w 3644004"/>
              <a:gd name="connsiteY432" fmla="*/ 787716 h 2317325"/>
              <a:gd name="connsiteX433" fmla="*/ 685378 w 3644004"/>
              <a:gd name="connsiteY433" fmla="*/ 739275 h 2317325"/>
              <a:gd name="connsiteX434" fmla="*/ 549437 w 3644004"/>
              <a:gd name="connsiteY434" fmla="*/ 769169 h 2317325"/>
              <a:gd name="connsiteX435" fmla="*/ 586096 w 3644004"/>
              <a:gd name="connsiteY435" fmla="*/ 728147 h 2317325"/>
              <a:gd name="connsiteX436" fmla="*/ 638465 w 3644004"/>
              <a:gd name="connsiteY436" fmla="*/ 701962 h 2317325"/>
              <a:gd name="connsiteX437" fmla="*/ 648938 w 3644004"/>
              <a:gd name="connsiteY437" fmla="*/ 716800 h 2317325"/>
              <a:gd name="connsiteX438" fmla="*/ 680360 w 3644004"/>
              <a:gd name="connsiteY438" fmla="*/ 701962 h 2317325"/>
              <a:gd name="connsiteX439" fmla="*/ 706544 w 3644004"/>
              <a:gd name="connsiteY439" fmla="*/ 701962 h 2317325"/>
              <a:gd name="connsiteX440" fmla="*/ 863433 w 3644004"/>
              <a:gd name="connsiteY440" fmla="*/ 627336 h 2317325"/>
              <a:gd name="connsiteX441" fmla="*/ 915802 w 3644004"/>
              <a:gd name="connsiteY441" fmla="*/ 612499 h 2317325"/>
              <a:gd name="connsiteX442" fmla="*/ 905328 w 3644004"/>
              <a:gd name="connsiteY442" fmla="*/ 601370 h 2317325"/>
              <a:gd name="connsiteX443" fmla="*/ 926276 w 3644004"/>
              <a:gd name="connsiteY443" fmla="*/ 593951 h 2317325"/>
              <a:gd name="connsiteX444" fmla="*/ 926276 w 3644004"/>
              <a:gd name="connsiteY444" fmla="*/ 608789 h 2317325"/>
              <a:gd name="connsiteX445" fmla="*/ 968171 w 3644004"/>
              <a:gd name="connsiteY445" fmla="*/ 590242 h 2317325"/>
              <a:gd name="connsiteX446" fmla="*/ 957697 w 3644004"/>
              <a:gd name="connsiteY446" fmla="*/ 575404 h 2317325"/>
              <a:gd name="connsiteX447" fmla="*/ 1041269 w 3644004"/>
              <a:gd name="connsiteY447" fmla="*/ 538091 h 2317325"/>
              <a:gd name="connsiteX448" fmla="*/ 1025558 w 3644004"/>
              <a:gd name="connsiteY448" fmla="*/ 552929 h 2317325"/>
              <a:gd name="connsiteX449" fmla="*/ 1051743 w 3644004"/>
              <a:gd name="connsiteY449" fmla="*/ 556638 h 2317325"/>
              <a:gd name="connsiteX450" fmla="*/ 1077927 w 3644004"/>
              <a:gd name="connsiteY450" fmla="*/ 530454 h 2317325"/>
              <a:gd name="connsiteX451" fmla="*/ 1287185 w 3644004"/>
              <a:gd name="connsiteY451" fmla="*/ 444700 h 2317325"/>
              <a:gd name="connsiteX452" fmla="*/ 1271474 w 3644004"/>
              <a:gd name="connsiteY452" fmla="*/ 426152 h 2317325"/>
              <a:gd name="connsiteX453" fmla="*/ 1187902 w 3644004"/>
              <a:gd name="connsiteY453" fmla="*/ 470884 h 2317325"/>
              <a:gd name="connsiteX454" fmla="*/ 1140770 w 3644004"/>
              <a:gd name="connsiteY454" fmla="*/ 470884 h 2317325"/>
              <a:gd name="connsiteX455" fmla="*/ 1156481 w 3644004"/>
              <a:gd name="connsiteY455" fmla="*/ 456046 h 2317325"/>
              <a:gd name="connsiteX456" fmla="*/ 1172191 w 3644004"/>
              <a:gd name="connsiteY456" fmla="*/ 456046 h 2317325"/>
              <a:gd name="connsiteX457" fmla="*/ 1318606 w 3644004"/>
              <a:gd name="connsiteY457" fmla="*/ 385130 h 2317325"/>
              <a:gd name="connsiteX458" fmla="*/ 1454547 w 3644004"/>
              <a:gd name="connsiteY458" fmla="*/ 332979 h 2317325"/>
              <a:gd name="connsiteX459" fmla="*/ 1679515 w 3644004"/>
              <a:gd name="connsiteY459" fmla="*/ 262063 h 2317325"/>
              <a:gd name="connsiteX460" fmla="*/ 1695226 w 3644004"/>
              <a:gd name="connsiteY460" fmla="*/ 250935 h 2317325"/>
              <a:gd name="connsiteX461" fmla="*/ 1993293 w 3644004"/>
              <a:gd name="connsiteY461" fmla="*/ 135286 h 2317325"/>
              <a:gd name="connsiteX462" fmla="*/ 1988056 w 3644004"/>
              <a:gd name="connsiteY462" fmla="*/ 153834 h 2317325"/>
              <a:gd name="connsiteX463" fmla="*/ 1914739 w 3644004"/>
              <a:gd name="connsiteY463" fmla="*/ 180018 h 2317325"/>
              <a:gd name="connsiteX464" fmla="*/ 1810220 w 3644004"/>
              <a:gd name="connsiteY464" fmla="*/ 239806 h 2317325"/>
              <a:gd name="connsiteX465" fmla="*/ 1810220 w 3644004"/>
              <a:gd name="connsiteY465" fmla="*/ 247225 h 2317325"/>
              <a:gd name="connsiteX466" fmla="*/ 1831167 w 3644004"/>
              <a:gd name="connsiteY466" fmla="*/ 250935 h 2317325"/>
              <a:gd name="connsiteX467" fmla="*/ 1883536 w 3644004"/>
              <a:gd name="connsiteY467" fmla="*/ 221041 h 2317325"/>
              <a:gd name="connsiteX468" fmla="*/ 1873062 w 3644004"/>
              <a:gd name="connsiteY468" fmla="*/ 239588 h 2317325"/>
              <a:gd name="connsiteX469" fmla="*/ 2009003 w 3644004"/>
              <a:gd name="connsiteY469" fmla="*/ 202275 h 2317325"/>
              <a:gd name="connsiteX470" fmla="*/ 2029951 w 3644004"/>
              <a:gd name="connsiteY470" fmla="*/ 217113 h 2317325"/>
              <a:gd name="connsiteX471" fmla="*/ 2003766 w 3644004"/>
              <a:gd name="connsiteY471" fmla="*/ 224532 h 2317325"/>
              <a:gd name="connsiteX472" fmla="*/ 2040425 w 3644004"/>
              <a:gd name="connsiteY472" fmla="*/ 228241 h 2317325"/>
              <a:gd name="connsiteX473" fmla="*/ 2056135 w 3644004"/>
              <a:gd name="connsiteY473" fmla="*/ 209694 h 2317325"/>
              <a:gd name="connsiteX474" fmla="*/ 2103267 w 3644004"/>
              <a:gd name="connsiteY474" fmla="*/ 217113 h 2317325"/>
              <a:gd name="connsiteX475" fmla="*/ 2114832 w 3644004"/>
              <a:gd name="connsiteY475" fmla="*/ 198129 h 2317325"/>
              <a:gd name="connsiteX476" fmla="*/ 2114832 w 3644004"/>
              <a:gd name="connsiteY476" fmla="*/ 198129 h 2317325"/>
              <a:gd name="connsiteX477" fmla="*/ 2658596 w 3644004"/>
              <a:gd name="connsiteY477" fmla="*/ 869543 h 2317325"/>
              <a:gd name="connsiteX478" fmla="*/ 2642886 w 3644004"/>
              <a:gd name="connsiteY478" fmla="*/ 869543 h 2317325"/>
              <a:gd name="connsiteX479" fmla="*/ 2642886 w 3644004"/>
              <a:gd name="connsiteY479" fmla="*/ 876962 h 2317325"/>
              <a:gd name="connsiteX480" fmla="*/ 2658596 w 3644004"/>
              <a:gd name="connsiteY480" fmla="*/ 869543 h 2317325"/>
              <a:gd name="connsiteX481" fmla="*/ 2658596 w 3644004"/>
              <a:gd name="connsiteY481" fmla="*/ 869543 h 2317325"/>
              <a:gd name="connsiteX482" fmla="*/ 2595972 w 3644004"/>
              <a:gd name="connsiteY482" fmla="*/ 903146 h 2317325"/>
              <a:gd name="connsiteX483" fmla="*/ 2601209 w 3644004"/>
              <a:gd name="connsiteY483" fmla="*/ 892018 h 2317325"/>
              <a:gd name="connsiteX484" fmla="*/ 2585498 w 3644004"/>
              <a:gd name="connsiteY484" fmla="*/ 892018 h 2317325"/>
              <a:gd name="connsiteX485" fmla="*/ 2585498 w 3644004"/>
              <a:gd name="connsiteY485" fmla="*/ 903146 h 2317325"/>
              <a:gd name="connsiteX486" fmla="*/ 2595972 w 3644004"/>
              <a:gd name="connsiteY486" fmla="*/ 903146 h 2317325"/>
              <a:gd name="connsiteX487" fmla="*/ 2595972 w 3644004"/>
              <a:gd name="connsiteY487" fmla="*/ 903146 h 2317325"/>
              <a:gd name="connsiteX488" fmla="*/ 592860 w 3644004"/>
              <a:gd name="connsiteY488" fmla="*/ 1100839 h 2317325"/>
              <a:gd name="connsiteX489" fmla="*/ 613808 w 3644004"/>
              <a:gd name="connsiteY489" fmla="*/ 1086001 h 2317325"/>
              <a:gd name="connsiteX490" fmla="*/ 592860 w 3644004"/>
              <a:gd name="connsiteY490" fmla="*/ 1100839 h 2317325"/>
              <a:gd name="connsiteX491" fmla="*/ 592860 w 3644004"/>
              <a:gd name="connsiteY491" fmla="*/ 1100839 h 2317325"/>
              <a:gd name="connsiteX492" fmla="*/ 561439 w 3644004"/>
              <a:gd name="connsiteY492" fmla="*/ 962934 h 2317325"/>
              <a:gd name="connsiteX493" fmla="*/ 598097 w 3644004"/>
              <a:gd name="connsiteY493" fmla="*/ 955515 h 2317325"/>
              <a:gd name="connsiteX494" fmla="*/ 603334 w 3644004"/>
              <a:gd name="connsiteY494" fmla="*/ 944387 h 2317325"/>
              <a:gd name="connsiteX495" fmla="*/ 561439 w 3644004"/>
              <a:gd name="connsiteY495" fmla="*/ 962934 h 2317325"/>
              <a:gd name="connsiteX496" fmla="*/ 561439 w 3644004"/>
              <a:gd name="connsiteY496" fmla="*/ 962934 h 2317325"/>
              <a:gd name="connsiteX497" fmla="*/ 2083411 w 3644004"/>
              <a:gd name="connsiteY497" fmla="*/ 310068 h 2317325"/>
              <a:gd name="connsiteX498" fmla="*/ 2093885 w 3644004"/>
              <a:gd name="connsiteY498" fmla="*/ 321196 h 2317325"/>
              <a:gd name="connsiteX499" fmla="*/ 2135780 w 3644004"/>
              <a:gd name="connsiteY499" fmla="*/ 295012 h 2317325"/>
              <a:gd name="connsiteX500" fmla="*/ 2083411 w 3644004"/>
              <a:gd name="connsiteY500" fmla="*/ 310068 h 2317325"/>
              <a:gd name="connsiteX501" fmla="*/ 2083411 w 3644004"/>
              <a:gd name="connsiteY501" fmla="*/ 310068 h 2317325"/>
              <a:gd name="connsiteX502" fmla="*/ 2297905 w 3644004"/>
              <a:gd name="connsiteY502" fmla="*/ 321196 h 2317325"/>
              <a:gd name="connsiteX503" fmla="*/ 2313616 w 3644004"/>
              <a:gd name="connsiteY503" fmla="*/ 324906 h 2317325"/>
              <a:gd name="connsiteX504" fmla="*/ 2334564 w 3644004"/>
              <a:gd name="connsiteY504" fmla="*/ 306358 h 2317325"/>
              <a:gd name="connsiteX505" fmla="*/ 2297905 w 3644004"/>
              <a:gd name="connsiteY505" fmla="*/ 321196 h 2317325"/>
              <a:gd name="connsiteX506" fmla="*/ 2297905 w 3644004"/>
              <a:gd name="connsiteY506" fmla="*/ 321196 h 2317325"/>
              <a:gd name="connsiteX507" fmla="*/ 2454794 w 3644004"/>
              <a:gd name="connsiteY507" fmla="*/ 343671 h 2317325"/>
              <a:gd name="connsiteX508" fmla="*/ 2590735 w 3644004"/>
              <a:gd name="connsiteY508" fmla="*/ 328833 h 2317325"/>
              <a:gd name="connsiteX509" fmla="*/ 2595972 w 3644004"/>
              <a:gd name="connsiteY509" fmla="*/ 306358 h 2317325"/>
              <a:gd name="connsiteX510" fmla="*/ 2454794 w 3644004"/>
              <a:gd name="connsiteY510" fmla="*/ 343671 h 2317325"/>
              <a:gd name="connsiteX511" fmla="*/ 2454794 w 3644004"/>
              <a:gd name="connsiteY511" fmla="*/ 343671 h 2317325"/>
              <a:gd name="connsiteX512" fmla="*/ 1827239 w 3644004"/>
              <a:gd name="connsiteY512" fmla="*/ 388403 h 2317325"/>
              <a:gd name="connsiteX513" fmla="*/ 1822002 w 3644004"/>
              <a:gd name="connsiteY513" fmla="*/ 410878 h 2317325"/>
              <a:gd name="connsiteX514" fmla="*/ 1858661 w 3644004"/>
              <a:gd name="connsiteY514" fmla="*/ 392331 h 2317325"/>
              <a:gd name="connsiteX515" fmla="*/ 1827239 w 3644004"/>
              <a:gd name="connsiteY515" fmla="*/ 388403 h 2317325"/>
              <a:gd name="connsiteX516" fmla="*/ 1827239 w 3644004"/>
              <a:gd name="connsiteY516" fmla="*/ 388403 h 2317325"/>
              <a:gd name="connsiteX517" fmla="*/ 1957944 w 3644004"/>
              <a:gd name="connsiteY517" fmla="*/ 358509 h 2317325"/>
              <a:gd name="connsiteX518" fmla="*/ 1968417 w 3644004"/>
              <a:gd name="connsiteY518" fmla="*/ 365928 h 2317325"/>
              <a:gd name="connsiteX519" fmla="*/ 1989365 w 3644004"/>
              <a:gd name="connsiteY519" fmla="*/ 347381 h 2317325"/>
              <a:gd name="connsiteX520" fmla="*/ 2062681 w 3644004"/>
              <a:gd name="connsiteY520" fmla="*/ 321196 h 2317325"/>
              <a:gd name="connsiteX521" fmla="*/ 1863898 w 3644004"/>
              <a:gd name="connsiteY521" fmla="*/ 377056 h 2317325"/>
              <a:gd name="connsiteX522" fmla="*/ 1858661 w 3644004"/>
              <a:gd name="connsiteY522" fmla="*/ 391894 h 2317325"/>
              <a:gd name="connsiteX523" fmla="*/ 1957944 w 3644004"/>
              <a:gd name="connsiteY523" fmla="*/ 358509 h 2317325"/>
              <a:gd name="connsiteX524" fmla="*/ 1957944 w 3644004"/>
              <a:gd name="connsiteY524" fmla="*/ 358509 h 2317325"/>
              <a:gd name="connsiteX525" fmla="*/ 2276958 w 3644004"/>
              <a:gd name="connsiteY525" fmla="*/ 392113 h 2317325"/>
              <a:gd name="connsiteX526" fmla="*/ 2329327 w 3644004"/>
              <a:gd name="connsiteY526" fmla="*/ 377275 h 2317325"/>
              <a:gd name="connsiteX527" fmla="*/ 2324090 w 3644004"/>
              <a:gd name="connsiteY527" fmla="*/ 373565 h 2317325"/>
              <a:gd name="connsiteX528" fmla="*/ 2313616 w 3644004"/>
              <a:gd name="connsiteY528" fmla="*/ 373565 h 2317325"/>
              <a:gd name="connsiteX529" fmla="*/ 2276958 w 3644004"/>
              <a:gd name="connsiteY529" fmla="*/ 392113 h 2317325"/>
              <a:gd name="connsiteX530" fmla="*/ 2276958 w 3644004"/>
              <a:gd name="connsiteY530" fmla="*/ 392113 h 2317325"/>
              <a:gd name="connsiteX531" fmla="*/ 1351337 w 3644004"/>
              <a:gd name="connsiteY531" fmla="*/ 410878 h 2317325"/>
              <a:gd name="connsiteX532" fmla="*/ 1377521 w 3644004"/>
              <a:gd name="connsiteY532" fmla="*/ 399750 h 2317325"/>
              <a:gd name="connsiteX533" fmla="*/ 1351337 w 3644004"/>
              <a:gd name="connsiteY533" fmla="*/ 410878 h 2317325"/>
              <a:gd name="connsiteX534" fmla="*/ 1351337 w 3644004"/>
              <a:gd name="connsiteY534" fmla="*/ 410878 h 2317325"/>
              <a:gd name="connsiteX535" fmla="*/ 1675588 w 3644004"/>
              <a:gd name="connsiteY535" fmla="*/ 448191 h 2317325"/>
              <a:gd name="connsiteX536" fmla="*/ 1795818 w 3644004"/>
              <a:gd name="connsiteY536" fmla="*/ 410878 h 2317325"/>
              <a:gd name="connsiteX537" fmla="*/ 1675588 w 3644004"/>
              <a:gd name="connsiteY537" fmla="*/ 448191 h 2317325"/>
              <a:gd name="connsiteX538" fmla="*/ 1675588 w 3644004"/>
              <a:gd name="connsiteY538" fmla="*/ 448191 h 2317325"/>
              <a:gd name="connsiteX539" fmla="*/ 2114832 w 3644004"/>
              <a:gd name="connsiteY539" fmla="*/ 444263 h 2317325"/>
              <a:gd name="connsiteX540" fmla="*/ 2161964 w 3644004"/>
              <a:gd name="connsiteY540" fmla="*/ 425716 h 2317325"/>
              <a:gd name="connsiteX541" fmla="*/ 2114832 w 3644004"/>
              <a:gd name="connsiteY541" fmla="*/ 444263 h 2317325"/>
              <a:gd name="connsiteX542" fmla="*/ 2114832 w 3644004"/>
              <a:gd name="connsiteY542" fmla="*/ 444263 h 2317325"/>
              <a:gd name="connsiteX543" fmla="*/ 1581324 w 3644004"/>
              <a:gd name="connsiteY543" fmla="*/ 470448 h 2317325"/>
              <a:gd name="connsiteX544" fmla="*/ 1659877 w 3644004"/>
              <a:gd name="connsiteY544" fmla="*/ 451900 h 2317325"/>
              <a:gd name="connsiteX545" fmla="*/ 1581324 w 3644004"/>
              <a:gd name="connsiteY545" fmla="*/ 470448 h 2317325"/>
              <a:gd name="connsiteX546" fmla="*/ 1581324 w 3644004"/>
              <a:gd name="connsiteY546" fmla="*/ 470448 h 2317325"/>
              <a:gd name="connsiteX547" fmla="*/ 1989365 w 3644004"/>
              <a:gd name="connsiteY547" fmla="*/ 477867 h 2317325"/>
              <a:gd name="connsiteX548" fmla="*/ 2078174 w 3644004"/>
              <a:gd name="connsiteY548" fmla="*/ 455392 h 2317325"/>
              <a:gd name="connsiteX549" fmla="*/ 1989365 w 3644004"/>
              <a:gd name="connsiteY549" fmla="*/ 477867 h 2317325"/>
              <a:gd name="connsiteX550" fmla="*/ 1989365 w 3644004"/>
              <a:gd name="connsiteY550" fmla="*/ 477867 h 2317325"/>
              <a:gd name="connsiteX551" fmla="*/ 1544665 w 3644004"/>
              <a:gd name="connsiteY551" fmla="*/ 481576 h 2317325"/>
              <a:gd name="connsiteX552" fmla="*/ 1570850 w 3644004"/>
              <a:gd name="connsiteY552" fmla="*/ 477867 h 2317325"/>
              <a:gd name="connsiteX553" fmla="*/ 1565613 w 3644004"/>
              <a:gd name="connsiteY553" fmla="*/ 466738 h 2317325"/>
              <a:gd name="connsiteX554" fmla="*/ 1544665 w 3644004"/>
              <a:gd name="connsiteY554" fmla="*/ 481576 h 2317325"/>
              <a:gd name="connsiteX555" fmla="*/ 1544665 w 3644004"/>
              <a:gd name="connsiteY555" fmla="*/ 481576 h 2317325"/>
              <a:gd name="connsiteX556" fmla="*/ 2637649 w 3644004"/>
              <a:gd name="connsiteY556" fmla="*/ 489213 h 2317325"/>
              <a:gd name="connsiteX557" fmla="*/ 2700491 w 3644004"/>
              <a:gd name="connsiteY557" fmla="*/ 466738 h 2317325"/>
              <a:gd name="connsiteX558" fmla="*/ 2637649 w 3644004"/>
              <a:gd name="connsiteY558" fmla="*/ 489213 h 2317325"/>
              <a:gd name="connsiteX559" fmla="*/ 2637649 w 3644004"/>
              <a:gd name="connsiteY559" fmla="*/ 489213 h 2317325"/>
              <a:gd name="connsiteX560" fmla="*/ 1440146 w 3644004"/>
              <a:gd name="connsiteY560" fmla="*/ 518889 h 2317325"/>
              <a:gd name="connsiteX561" fmla="*/ 1539428 w 3644004"/>
              <a:gd name="connsiteY561" fmla="*/ 481576 h 2317325"/>
              <a:gd name="connsiteX562" fmla="*/ 1440146 w 3644004"/>
              <a:gd name="connsiteY562" fmla="*/ 518889 h 2317325"/>
              <a:gd name="connsiteX563" fmla="*/ 1440146 w 3644004"/>
              <a:gd name="connsiteY563" fmla="*/ 518889 h 2317325"/>
              <a:gd name="connsiteX564" fmla="*/ 1717265 w 3644004"/>
              <a:gd name="connsiteY564" fmla="*/ 559911 h 2317325"/>
              <a:gd name="connsiteX565" fmla="*/ 1973436 w 3644004"/>
              <a:gd name="connsiteY565" fmla="*/ 485286 h 2317325"/>
              <a:gd name="connsiteX566" fmla="*/ 1717265 w 3644004"/>
              <a:gd name="connsiteY566" fmla="*/ 559911 h 2317325"/>
              <a:gd name="connsiteX567" fmla="*/ 1717265 w 3644004"/>
              <a:gd name="connsiteY567" fmla="*/ 559911 h 2317325"/>
              <a:gd name="connsiteX568" fmla="*/ 1361592 w 3644004"/>
              <a:gd name="connsiteY568" fmla="*/ 545074 h 2317325"/>
              <a:gd name="connsiteX569" fmla="*/ 1429672 w 3644004"/>
              <a:gd name="connsiteY569" fmla="*/ 518889 h 2317325"/>
              <a:gd name="connsiteX570" fmla="*/ 1361592 w 3644004"/>
              <a:gd name="connsiteY570" fmla="*/ 545074 h 2317325"/>
              <a:gd name="connsiteX571" fmla="*/ 1361592 w 3644004"/>
              <a:gd name="connsiteY571" fmla="*/ 545074 h 2317325"/>
              <a:gd name="connsiteX572" fmla="*/ 1633693 w 3644004"/>
              <a:gd name="connsiteY572" fmla="*/ 593515 h 2317325"/>
              <a:gd name="connsiteX573" fmla="*/ 1717265 w 3644004"/>
              <a:gd name="connsiteY573" fmla="*/ 563621 h 2317325"/>
              <a:gd name="connsiteX574" fmla="*/ 1633693 w 3644004"/>
              <a:gd name="connsiteY574" fmla="*/ 593515 h 2317325"/>
              <a:gd name="connsiteX575" fmla="*/ 1633693 w 3644004"/>
              <a:gd name="connsiteY575" fmla="*/ 593515 h 2317325"/>
              <a:gd name="connsiteX576" fmla="*/ 979954 w 3644004"/>
              <a:gd name="connsiteY576" fmla="*/ 582386 h 2317325"/>
              <a:gd name="connsiteX577" fmla="*/ 1006138 w 3644004"/>
              <a:gd name="connsiteY577" fmla="*/ 567548 h 2317325"/>
              <a:gd name="connsiteX578" fmla="*/ 979954 w 3644004"/>
              <a:gd name="connsiteY578" fmla="*/ 582386 h 2317325"/>
              <a:gd name="connsiteX579" fmla="*/ 979954 w 3644004"/>
              <a:gd name="connsiteY579" fmla="*/ 582386 h 2317325"/>
              <a:gd name="connsiteX580" fmla="*/ 1555139 w 3644004"/>
              <a:gd name="connsiteY580" fmla="*/ 623409 h 2317325"/>
              <a:gd name="connsiteX581" fmla="*/ 1628456 w 3644004"/>
              <a:gd name="connsiteY581" fmla="*/ 589805 h 2317325"/>
              <a:gd name="connsiteX582" fmla="*/ 1555139 w 3644004"/>
              <a:gd name="connsiteY582" fmla="*/ 623409 h 2317325"/>
              <a:gd name="connsiteX583" fmla="*/ 1555139 w 3644004"/>
              <a:gd name="connsiteY583" fmla="*/ 623409 h 2317325"/>
              <a:gd name="connsiteX584" fmla="*/ 2611682 w 3644004"/>
              <a:gd name="connsiteY584" fmla="*/ 597224 h 2317325"/>
              <a:gd name="connsiteX585" fmla="*/ 2611682 w 3644004"/>
              <a:gd name="connsiteY585" fmla="*/ 604643 h 2317325"/>
              <a:gd name="connsiteX586" fmla="*/ 2658814 w 3644004"/>
              <a:gd name="connsiteY586" fmla="*/ 589805 h 2317325"/>
              <a:gd name="connsiteX587" fmla="*/ 2611682 w 3644004"/>
              <a:gd name="connsiteY587" fmla="*/ 597224 h 2317325"/>
              <a:gd name="connsiteX588" fmla="*/ 2611682 w 3644004"/>
              <a:gd name="connsiteY588" fmla="*/ 597224 h 2317325"/>
              <a:gd name="connsiteX589" fmla="*/ 2496471 w 3644004"/>
              <a:gd name="connsiteY589" fmla="*/ 608571 h 2317325"/>
              <a:gd name="connsiteX590" fmla="*/ 2527892 w 3644004"/>
              <a:gd name="connsiteY590" fmla="*/ 601152 h 2317325"/>
              <a:gd name="connsiteX591" fmla="*/ 2496471 w 3644004"/>
              <a:gd name="connsiteY591" fmla="*/ 608571 h 2317325"/>
              <a:gd name="connsiteX592" fmla="*/ 2496471 w 3644004"/>
              <a:gd name="connsiteY592" fmla="*/ 608571 h 2317325"/>
              <a:gd name="connsiteX593" fmla="*/ 1319915 w 3644004"/>
              <a:gd name="connsiteY593" fmla="*/ 757822 h 2317325"/>
              <a:gd name="connsiteX594" fmla="*/ 1382758 w 3644004"/>
              <a:gd name="connsiteY594" fmla="*/ 731638 h 2317325"/>
              <a:gd name="connsiteX595" fmla="*/ 1319915 w 3644004"/>
              <a:gd name="connsiteY595" fmla="*/ 757822 h 2317325"/>
              <a:gd name="connsiteX596" fmla="*/ 1319915 w 3644004"/>
              <a:gd name="connsiteY596" fmla="*/ 757822 h 2317325"/>
              <a:gd name="connsiteX597" fmla="*/ 1110658 w 3644004"/>
              <a:gd name="connsiteY597" fmla="*/ 828520 h 2317325"/>
              <a:gd name="connsiteX598" fmla="*/ 1304205 w 3644004"/>
              <a:gd name="connsiteY598" fmla="*/ 757604 h 2317325"/>
              <a:gd name="connsiteX599" fmla="*/ 1110658 w 3644004"/>
              <a:gd name="connsiteY599" fmla="*/ 828520 h 2317325"/>
              <a:gd name="connsiteX600" fmla="*/ 1110658 w 3644004"/>
              <a:gd name="connsiteY600" fmla="*/ 828520 h 2317325"/>
              <a:gd name="connsiteX601" fmla="*/ 770696 w 3644004"/>
              <a:gd name="connsiteY601" fmla="*/ 832230 h 2317325"/>
              <a:gd name="connsiteX602" fmla="*/ 812591 w 3644004"/>
              <a:gd name="connsiteY602" fmla="*/ 813683 h 2317325"/>
              <a:gd name="connsiteX603" fmla="*/ 770696 w 3644004"/>
              <a:gd name="connsiteY603" fmla="*/ 832230 h 2317325"/>
              <a:gd name="connsiteX604" fmla="*/ 770696 w 3644004"/>
              <a:gd name="connsiteY604" fmla="*/ 832230 h 2317325"/>
              <a:gd name="connsiteX605" fmla="*/ 1058289 w 3644004"/>
              <a:gd name="connsiteY605" fmla="*/ 847286 h 2317325"/>
              <a:gd name="connsiteX606" fmla="*/ 1084473 w 3644004"/>
              <a:gd name="connsiteY606" fmla="*/ 832448 h 2317325"/>
              <a:gd name="connsiteX607" fmla="*/ 1058289 w 3644004"/>
              <a:gd name="connsiteY607" fmla="*/ 847286 h 2317325"/>
              <a:gd name="connsiteX608" fmla="*/ 1058289 w 3644004"/>
              <a:gd name="connsiteY608" fmla="*/ 847286 h 2317325"/>
              <a:gd name="connsiteX609" fmla="*/ 2543603 w 3644004"/>
              <a:gd name="connsiteY609" fmla="*/ 858414 h 2317325"/>
              <a:gd name="connsiteX610" fmla="*/ 2548840 w 3644004"/>
              <a:gd name="connsiteY610" fmla="*/ 869543 h 2317325"/>
              <a:gd name="connsiteX611" fmla="*/ 2595972 w 3644004"/>
              <a:gd name="connsiteY611" fmla="*/ 862124 h 2317325"/>
              <a:gd name="connsiteX612" fmla="*/ 2611682 w 3644004"/>
              <a:gd name="connsiteY612" fmla="*/ 847286 h 2317325"/>
              <a:gd name="connsiteX613" fmla="*/ 2543603 w 3644004"/>
              <a:gd name="connsiteY613" fmla="*/ 858414 h 2317325"/>
              <a:gd name="connsiteX614" fmla="*/ 2543603 w 3644004"/>
              <a:gd name="connsiteY614" fmla="*/ 858414 h 2317325"/>
              <a:gd name="connsiteX615" fmla="*/ 713309 w 3644004"/>
              <a:gd name="connsiteY615" fmla="*/ 903146 h 2317325"/>
              <a:gd name="connsiteX616" fmla="*/ 734256 w 3644004"/>
              <a:gd name="connsiteY616" fmla="*/ 892018 h 2317325"/>
              <a:gd name="connsiteX617" fmla="*/ 713309 w 3644004"/>
              <a:gd name="connsiteY617" fmla="*/ 903146 h 2317325"/>
              <a:gd name="connsiteX618" fmla="*/ 713309 w 3644004"/>
              <a:gd name="connsiteY618" fmla="*/ 903146 h 2317325"/>
              <a:gd name="connsiteX619" fmla="*/ 770696 w 3644004"/>
              <a:gd name="connsiteY619" fmla="*/ 996537 h 2317325"/>
              <a:gd name="connsiteX620" fmla="*/ 807354 w 3644004"/>
              <a:gd name="connsiteY620" fmla="*/ 992828 h 2317325"/>
              <a:gd name="connsiteX621" fmla="*/ 864960 w 3644004"/>
              <a:gd name="connsiteY621" fmla="*/ 970353 h 2317325"/>
              <a:gd name="connsiteX622" fmla="*/ 964243 w 3644004"/>
              <a:gd name="connsiteY622" fmla="*/ 903146 h 2317325"/>
              <a:gd name="connsiteX623" fmla="*/ 770696 w 3644004"/>
              <a:gd name="connsiteY623" fmla="*/ 996537 h 2317325"/>
              <a:gd name="connsiteX624" fmla="*/ 770696 w 3644004"/>
              <a:gd name="connsiteY624" fmla="*/ 996537 h 2317325"/>
              <a:gd name="connsiteX625" fmla="*/ 634755 w 3644004"/>
              <a:gd name="connsiteY625" fmla="*/ 936750 h 2317325"/>
              <a:gd name="connsiteX626" fmla="*/ 676650 w 3644004"/>
              <a:gd name="connsiteY626" fmla="*/ 906856 h 2317325"/>
              <a:gd name="connsiteX627" fmla="*/ 634755 w 3644004"/>
              <a:gd name="connsiteY627" fmla="*/ 936750 h 2317325"/>
              <a:gd name="connsiteX628" fmla="*/ 634755 w 3644004"/>
              <a:gd name="connsiteY628" fmla="*/ 936750 h 2317325"/>
              <a:gd name="connsiteX629" fmla="*/ 2601209 w 3644004"/>
              <a:gd name="connsiteY629" fmla="*/ 974062 h 2317325"/>
              <a:gd name="connsiteX630" fmla="*/ 2653578 w 3644004"/>
              <a:gd name="connsiteY630" fmla="*/ 962934 h 2317325"/>
              <a:gd name="connsiteX631" fmla="*/ 2637867 w 3644004"/>
              <a:gd name="connsiteY631" fmla="*/ 948096 h 2317325"/>
              <a:gd name="connsiteX632" fmla="*/ 2601209 w 3644004"/>
              <a:gd name="connsiteY632" fmla="*/ 974062 h 2317325"/>
              <a:gd name="connsiteX633" fmla="*/ 2601209 w 3644004"/>
              <a:gd name="connsiteY633" fmla="*/ 974062 h 2317325"/>
              <a:gd name="connsiteX634" fmla="*/ 676650 w 3644004"/>
              <a:gd name="connsiteY634" fmla="*/ 970353 h 2317325"/>
              <a:gd name="connsiteX635" fmla="*/ 713309 w 3644004"/>
              <a:gd name="connsiteY635" fmla="*/ 955515 h 2317325"/>
              <a:gd name="connsiteX636" fmla="*/ 676650 w 3644004"/>
              <a:gd name="connsiteY636" fmla="*/ 970353 h 2317325"/>
              <a:gd name="connsiteX637" fmla="*/ 676650 w 3644004"/>
              <a:gd name="connsiteY637" fmla="*/ 970353 h 2317325"/>
              <a:gd name="connsiteX638" fmla="*/ 660940 w 3644004"/>
              <a:gd name="connsiteY638" fmla="*/ 985191 h 2317325"/>
              <a:gd name="connsiteX639" fmla="*/ 671413 w 3644004"/>
              <a:gd name="connsiteY639" fmla="*/ 966644 h 2317325"/>
              <a:gd name="connsiteX640" fmla="*/ 660940 w 3644004"/>
              <a:gd name="connsiteY640" fmla="*/ 985191 h 2317325"/>
              <a:gd name="connsiteX641" fmla="*/ 660940 w 3644004"/>
              <a:gd name="connsiteY641" fmla="*/ 985191 h 2317325"/>
              <a:gd name="connsiteX642" fmla="*/ 619044 w 3644004"/>
              <a:gd name="connsiteY642" fmla="*/ 981481 h 2317325"/>
              <a:gd name="connsiteX643" fmla="*/ 613808 w 3644004"/>
              <a:gd name="connsiteY643" fmla="*/ 992610 h 2317325"/>
              <a:gd name="connsiteX644" fmla="*/ 650466 w 3644004"/>
              <a:gd name="connsiteY644" fmla="*/ 988900 h 2317325"/>
              <a:gd name="connsiteX645" fmla="*/ 619044 w 3644004"/>
              <a:gd name="connsiteY645" fmla="*/ 981481 h 2317325"/>
              <a:gd name="connsiteX646" fmla="*/ 619044 w 3644004"/>
              <a:gd name="connsiteY646" fmla="*/ 981481 h 2317325"/>
              <a:gd name="connsiteX647" fmla="*/ 2580261 w 3644004"/>
              <a:gd name="connsiteY647" fmla="*/ 989119 h 2317325"/>
              <a:gd name="connsiteX648" fmla="*/ 2580261 w 3644004"/>
              <a:gd name="connsiteY648" fmla="*/ 1000247 h 2317325"/>
              <a:gd name="connsiteX649" fmla="*/ 2632630 w 3644004"/>
              <a:gd name="connsiteY649" fmla="*/ 981700 h 2317325"/>
              <a:gd name="connsiteX650" fmla="*/ 2580261 w 3644004"/>
              <a:gd name="connsiteY650" fmla="*/ 989119 h 2317325"/>
              <a:gd name="connsiteX651" fmla="*/ 2580261 w 3644004"/>
              <a:gd name="connsiteY651" fmla="*/ 989119 h 2317325"/>
              <a:gd name="connsiteX652" fmla="*/ 807354 w 3644004"/>
              <a:gd name="connsiteY652" fmla="*/ 1007666 h 2317325"/>
              <a:gd name="connsiteX653" fmla="*/ 828302 w 3644004"/>
              <a:gd name="connsiteY653" fmla="*/ 996537 h 2317325"/>
              <a:gd name="connsiteX654" fmla="*/ 807354 w 3644004"/>
              <a:gd name="connsiteY654" fmla="*/ 1007666 h 2317325"/>
              <a:gd name="connsiteX655" fmla="*/ 807354 w 3644004"/>
              <a:gd name="connsiteY655" fmla="*/ 1007666 h 2317325"/>
              <a:gd name="connsiteX656" fmla="*/ 671413 w 3644004"/>
              <a:gd name="connsiteY656" fmla="*/ 1030141 h 2317325"/>
              <a:gd name="connsiteX657" fmla="*/ 681887 w 3644004"/>
              <a:gd name="connsiteY657" fmla="*/ 1030141 h 2317325"/>
              <a:gd name="connsiteX658" fmla="*/ 676650 w 3644004"/>
              <a:gd name="connsiteY658" fmla="*/ 1015303 h 2317325"/>
              <a:gd name="connsiteX659" fmla="*/ 671413 w 3644004"/>
              <a:gd name="connsiteY659" fmla="*/ 1030141 h 2317325"/>
              <a:gd name="connsiteX660" fmla="*/ 671413 w 3644004"/>
              <a:gd name="connsiteY660" fmla="*/ 1030141 h 2317325"/>
              <a:gd name="connsiteX661" fmla="*/ 2601209 w 3644004"/>
              <a:gd name="connsiteY661" fmla="*/ 1112186 h 2317325"/>
              <a:gd name="connsiteX662" fmla="*/ 2585498 w 3644004"/>
              <a:gd name="connsiteY662" fmla="*/ 1101057 h 2317325"/>
              <a:gd name="connsiteX663" fmla="*/ 2601209 w 3644004"/>
              <a:gd name="connsiteY663" fmla="*/ 1112186 h 2317325"/>
              <a:gd name="connsiteX664" fmla="*/ 2601209 w 3644004"/>
              <a:gd name="connsiteY664" fmla="*/ 1112186 h 2317325"/>
              <a:gd name="connsiteX665" fmla="*/ 2742387 w 3644004"/>
              <a:gd name="connsiteY665" fmla="*/ 1130733 h 2317325"/>
              <a:gd name="connsiteX666" fmla="*/ 2820940 w 3644004"/>
              <a:gd name="connsiteY666" fmla="*/ 1100839 h 2317325"/>
              <a:gd name="connsiteX667" fmla="*/ 2742387 w 3644004"/>
              <a:gd name="connsiteY667" fmla="*/ 1130733 h 2317325"/>
              <a:gd name="connsiteX668" fmla="*/ 2742387 w 3644004"/>
              <a:gd name="connsiteY668" fmla="*/ 1130733 h 2317325"/>
              <a:gd name="connsiteX669" fmla="*/ 2564550 w 3644004"/>
              <a:gd name="connsiteY669" fmla="*/ 1115895 h 2317325"/>
              <a:gd name="connsiteX670" fmla="*/ 2580261 w 3644004"/>
              <a:gd name="connsiteY670" fmla="*/ 1115895 h 2317325"/>
              <a:gd name="connsiteX671" fmla="*/ 2569787 w 3644004"/>
              <a:gd name="connsiteY671" fmla="*/ 1104767 h 2317325"/>
              <a:gd name="connsiteX672" fmla="*/ 2564550 w 3644004"/>
              <a:gd name="connsiteY672" fmla="*/ 1115895 h 2317325"/>
              <a:gd name="connsiteX673" fmla="*/ 2564550 w 3644004"/>
              <a:gd name="connsiteY673" fmla="*/ 1115895 h 2317325"/>
              <a:gd name="connsiteX674" fmla="*/ 650466 w 3644004"/>
              <a:gd name="connsiteY674" fmla="*/ 1168046 h 2317325"/>
              <a:gd name="connsiteX675" fmla="*/ 671413 w 3644004"/>
              <a:gd name="connsiteY675" fmla="*/ 1138152 h 2317325"/>
              <a:gd name="connsiteX676" fmla="*/ 619044 w 3644004"/>
              <a:gd name="connsiteY676" fmla="*/ 1160627 h 2317325"/>
              <a:gd name="connsiteX677" fmla="*/ 629518 w 3644004"/>
              <a:gd name="connsiteY677" fmla="*/ 1145789 h 2317325"/>
              <a:gd name="connsiteX678" fmla="*/ 545946 w 3644004"/>
              <a:gd name="connsiteY678" fmla="*/ 1168264 h 2317325"/>
              <a:gd name="connsiteX679" fmla="*/ 535472 w 3644004"/>
              <a:gd name="connsiteY679" fmla="*/ 1205577 h 2317325"/>
              <a:gd name="connsiteX680" fmla="*/ 566894 w 3644004"/>
              <a:gd name="connsiteY680" fmla="*/ 1190739 h 2317325"/>
              <a:gd name="connsiteX681" fmla="*/ 545946 w 3644004"/>
              <a:gd name="connsiteY681" fmla="*/ 1190739 h 2317325"/>
              <a:gd name="connsiteX682" fmla="*/ 577368 w 3644004"/>
              <a:gd name="connsiteY682" fmla="*/ 1172192 h 2317325"/>
              <a:gd name="connsiteX683" fmla="*/ 650466 w 3644004"/>
              <a:gd name="connsiteY683" fmla="*/ 1168046 h 2317325"/>
              <a:gd name="connsiteX684" fmla="*/ 650466 w 3644004"/>
              <a:gd name="connsiteY684" fmla="*/ 1168046 h 2317325"/>
              <a:gd name="connsiteX685" fmla="*/ 598097 w 3644004"/>
              <a:gd name="connsiteY685" fmla="*/ 1186811 h 2317325"/>
              <a:gd name="connsiteX686" fmla="*/ 619044 w 3644004"/>
              <a:gd name="connsiteY686" fmla="*/ 1179392 h 2317325"/>
              <a:gd name="connsiteX687" fmla="*/ 598097 w 3644004"/>
              <a:gd name="connsiteY687" fmla="*/ 1186811 h 2317325"/>
              <a:gd name="connsiteX688" fmla="*/ 598097 w 3644004"/>
              <a:gd name="connsiteY688" fmla="*/ 1186811 h 2317325"/>
              <a:gd name="connsiteX689" fmla="*/ 2700491 w 3644004"/>
              <a:gd name="connsiteY689" fmla="*/ 1175465 h 2317325"/>
              <a:gd name="connsiteX690" fmla="*/ 2690018 w 3644004"/>
              <a:gd name="connsiteY690" fmla="*/ 1197940 h 2317325"/>
              <a:gd name="connsiteX691" fmla="*/ 2747624 w 3644004"/>
              <a:gd name="connsiteY691" fmla="*/ 1179392 h 2317325"/>
              <a:gd name="connsiteX692" fmla="*/ 2747624 w 3644004"/>
              <a:gd name="connsiteY692" fmla="*/ 1171974 h 2317325"/>
              <a:gd name="connsiteX693" fmla="*/ 2737150 w 3644004"/>
              <a:gd name="connsiteY693" fmla="*/ 1171974 h 2317325"/>
              <a:gd name="connsiteX694" fmla="*/ 2700491 w 3644004"/>
              <a:gd name="connsiteY694" fmla="*/ 1175465 h 2317325"/>
              <a:gd name="connsiteX695" fmla="*/ 2700491 w 3644004"/>
              <a:gd name="connsiteY695" fmla="*/ 1175465 h 2317325"/>
              <a:gd name="connsiteX696" fmla="*/ 2810248 w 3644004"/>
              <a:gd name="connsiteY696" fmla="*/ 1220197 h 2317325"/>
              <a:gd name="connsiteX697" fmla="*/ 2836432 w 3644004"/>
              <a:gd name="connsiteY697" fmla="*/ 1216487 h 2317325"/>
              <a:gd name="connsiteX698" fmla="*/ 2888801 w 3644004"/>
              <a:gd name="connsiteY698" fmla="*/ 1182884 h 2317325"/>
              <a:gd name="connsiteX699" fmla="*/ 2841669 w 3644004"/>
              <a:gd name="connsiteY699" fmla="*/ 1182884 h 2317325"/>
              <a:gd name="connsiteX700" fmla="*/ 2810248 w 3644004"/>
              <a:gd name="connsiteY700" fmla="*/ 1220197 h 2317325"/>
              <a:gd name="connsiteX701" fmla="*/ 2810248 w 3644004"/>
              <a:gd name="connsiteY701" fmla="*/ 1220197 h 2317325"/>
              <a:gd name="connsiteX702" fmla="*/ 2595972 w 3644004"/>
              <a:gd name="connsiteY702" fmla="*/ 1209068 h 2317325"/>
              <a:gd name="connsiteX703" fmla="*/ 2637867 w 3644004"/>
              <a:gd name="connsiteY703" fmla="*/ 1194230 h 2317325"/>
              <a:gd name="connsiteX704" fmla="*/ 2595972 w 3644004"/>
              <a:gd name="connsiteY704" fmla="*/ 1209068 h 2317325"/>
              <a:gd name="connsiteX705" fmla="*/ 2595972 w 3644004"/>
              <a:gd name="connsiteY705" fmla="*/ 1209068 h 2317325"/>
              <a:gd name="connsiteX706" fmla="*/ 2684781 w 3644004"/>
              <a:gd name="connsiteY706" fmla="*/ 1231543 h 2317325"/>
              <a:gd name="connsiteX707" fmla="*/ 2684781 w 3644004"/>
              <a:gd name="connsiteY707" fmla="*/ 1197940 h 2317325"/>
              <a:gd name="connsiteX708" fmla="*/ 2595972 w 3644004"/>
              <a:gd name="connsiteY708" fmla="*/ 1235253 h 2317325"/>
              <a:gd name="connsiteX709" fmla="*/ 2684781 w 3644004"/>
              <a:gd name="connsiteY709" fmla="*/ 1231543 h 2317325"/>
              <a:gd name="connsiteX710" fmla="*/ 2684781 w 3644004"/>
              <a:gd name="connsiteY710" fmla="*/ 1231543 h 2317325"/>
              <a:gd name="connsiteX711" fmla="*/ 493577 w 3644004"/>
              <a:gd name="connsiteY711" fmla="*/ 1246381 h 2317325"/>
              <a:gd name="connsiteX712" fmla="*/ 556420 w 3644004"/>
              <a:gd name="connsiteY712" fmla="*/ 1220197 h 2317325"/>
              <a:gd name="connsiteX713" fmla="*/ 483103 w 3644004"/>
              <a:gd name="connsiteY713" fmla="*/ 1235034 h 2317325"/>
              <a:gd name="connsiteX714" fmla="*/ 467393 w 3644004"/>
              <a:gd name="connsiteY714" fmla="*/ 1272347 h 2317325"/>
              <a:gd name="connsiteX715" fmla="*/ 650466 w 3644004"/>
              <a:gd name="connsiteY715" fmla="*/ 1216487 h 2317325"/>
              <a:gd name="connsiteX716" fmla="*/ 493577 w 3644004"/>
              <a:gd name="connsiteY716" fmla="*/ 1246381 h 2317325"/>
              <a:gd name="connsiteX717" fmla="*/ 493577 w 3644004"/>
              <a:gd name="connsiteY717" fmla="*/ 1246381 h 2317325"/>
              <a:gd name="connsiteX718" fmla="*/ 2527892 w 3644004"/>
              <a:gd name="connsiteY718" fmla="*/ 1253800 h 2317325"/>
              <a:gd name="connsiteX719" fmla="*/ 2538366 w 3644004"/>
              <a:gd name="connsiteY719" fmla="*/ 1227616 h 2317325"/>
              <a:gd name="connsiteX720" fmla="*/ 2527892 w 3644004"/>
              <a:gd name="connsiteY720" fmla="*/ 1253800 h 2317325"/>
              <a:gd name="connsiteX721" fmla="*/ 2527892 w 3644004"/>
              <a:gd name="connsiteY721" fmla="*/ 1253800 h 2317325"/>
              <a:gd name="connsiteX722" fmla="*/ 708072 w 3644004"/>
              <a:gd name="connsiteY722" fmla="*/ 1324716 h 2317325"/>
              <a:gd name="connsiteX723" fmla="*/ 729019 w 3644004"/>
              <a:gd name="connsiteY723" fmla="*/ 1306169 h 2317325"/>
              <a:gd name="connsiteX724" fmla="*/ 713309 w 3644004"/>
              <a:gd name="connsiteY724" fmla="*/ 1302459 h 2317325"/>
              <a:gd name="connsiteX725" fmla="*/ 650466 w 3644004"/>
              <a:gd name="connsiteY725" fmla="*/ 1328644 h 2317325"/>
              <a:gd name="connsiteX726" fmla="*/ 676650 w 3644004"/>
              <a:gd name="connsiteY726" fmla="*/ 1339772 h 2317325"/>
              <a:gd name="connsiteX727" fmla="*/ 708072 w 3644004"/>
              <a:gd name="connsiteY727" fmla="*/ 1324716 h 2317325"/>
              <a:gd name="connsiteX728" fmla="*/ 708072 w 3644004"/>
              <a:gd name="connsiteY728" fmla="*/ 1324716 h 2317325"/>
              <a:gd name="connsiteX729" fmla="*/ 603334 w 3644004"/>
              <a:gd name="connsiteY729" fmla="*/ 1354610 h 2317325"/>
              <a:gd name="connsiteX730" fmla="*/ 639992 w 3644004"/>
              <a:gd name="connsiteY730" fmla="*/ 1332135 h 2317325"/>
              <a:gd name="connsiteX731" fmla="*/ 603334 w 3644004"/>
              <a:gd name="connsiteY731" fmla="*/ 1354610 h 2317325"/>
              <a:gd name="connsiteX732" fmla="*/ 603334 w 3644004"/>
              <a:gd name="connsiteY732" fmla="*/ 1354610 h 2317325"/>
              <a:gd name="connsiteX733" fmla="*/ 551183 w 3644004"/>
              <a:gd name="connsiteY733" fmla="*/ 1388214 h 2317325"/>
              <a:gd name="connsiteX734" fmla="*/ 598315 w 3644004"/>
              <a:gd name="connsiteY734" fmla="*/ 1373376 h 2317325"/>
              <a:gd name="connsiteX735" fmla="*/ 598315 w 3644004"/>
              <a:gd name="connsiteY735" fmla="*/ 1350901 h 2317325"/>
              <a:gd name="connsiteX736" fmla="*/ 551183 w 3644004"/>
              <a:gd name="connsiteY736" fmla="*/ 1388214 h 2317325"/>
              <a:gd name="connsiteX737" fmla="*/ 551183 w 3644004"/>
              <a:gd name="connsiteY737" fmla="*/ 1388214 h 2317325"/>
              <a:gd name="connsiteX738" fmla="*/ 964243 w 3644004"/>
              <a:gd name="connsiteY738" fmla="*/ 1369448 h 2317325"/>
              <a:gd name="connsiteX739" fmla="*/ 964243 w 3644004"/>
              <a:gd name="connsiteY739" fmla="*/ 1354610 h 2317325"/>
              <a:gd name="connsiteX740" fmla="*/ 932822 w 3644004"/>
              <a:gd name="connsiteY740" fmla="*/ 1354610 h 2317325"/>
              <a:gd name="connsiteX741" fmla="*/ 917111 w 3644004"/>
              <a:gd name="connsiteY741" fmla="*/ 1373157 h 2317325"/>
              <a:gd name="connsiteX742" fmla="*/ 917111 w 3644004"/>
              <a:gd name="connsiteY742" fmla="*/ 1387995 h 2317325"/>
              <a:gd name="connsiteX743" fmla="*/ 964243 w 3644004"/>
              <a:gd name="connsiteY743" fmla="*/ 1369448 h 2317325"/>
              <a:gd name="connsiteX744" fmla="*/ 964243 w 3644004"/>
              <a:gd name="connsiteY744" fmla="*/ 1369448 h 2317325"/>
              <a:gd name="connsiteX745" fmla="*/ 828302 w 3644004"/>
              <a:gd name="connsiteY745" fmla="*/ 1451493 h 2317325"/>
              <a:gd name="connsiteX746" fmla="*/ 854486 w 3644004"/>
              <a:gd name="connsiteY746" fmla="*/ 1458912 h 2317325"/>
              <a:gd name="connsiteX747" fmla="*/ 1006138 w 3644004"/>
              <a:gd name="connsiteY747" fmla="*/ 1380576 h 2317325"/>
              <a:gd name="connsiteX748" fmla="*/ 828302 w 3644004"/>
              <a:gd name="connsiteY748" fmla="*/ 1451493 h 2317325"/>
              <a:gd name="connsiteX749" fmla="*/ 828302 w 3644004"/>
              <a:gd name="connsiteY749" fmla="*/ 1451493 h 2317325"/>
              <a:gd name="connsiteX750" fmla="*/ 2920223 w 3644004"/>
              <a:gd name="connsiteY750" fmla="*/ 1414398 h 2317325"/>
              <a:gd name="connsiteX751" fmla="*/ 2894038 w 3644004"/>
              <a:gd name="connsiteY751" fmla="*/ 1440583 h 2317325"/>
              <a:gd name="connsiteX752" fmla="*/ 2951644 w 3644004"/>
              <a:gd name="connsiteY752" fmla="*/ 1440583 h 2317325"/>
              <a:gd name="connsiteX753" fmla="*/ 2956881 w 3644004"/>
              <a:gd name="connsiteY753" fmla="*/ 1422035 h 2317325"/>
              <a:gd name="connsiteX754" fmla="*/ 3009250 w 3644004"/>
              <a:gd name="connsiteY754" fmla="*/ 1388432 h 2317325"/>
              <a:gd name="connsiteX755" fmla="*/ 2967355 w 3644004"/>
              <a:gd name="connsiteY755" fmla="*/ 1384722 h 2317325"/>
              <a:gd name="connsiteX756" fmla="*/ 2920223 w 3644004"/>
              <a:gd name="connsiteY756" fmla="*/ 1414398 h 2317325"/>
              <a:gd name="connsiteX757" fmla="*/ 2920223 w 3644004"/>
              <a:gd name="connsiteY757" fmla="*/ 1414398 h 2317325"/>
              <a:gd name="connsiteX758" fmla="*/ 2899275 w 3644004"/>
              <a:gd name="connsiteY758" fmla="*/ 1391923 h 2317325"/>
              <a:gd name="connsiteX759" fmla="*/ 2951644 w 3644004"/>
              <a:gd name="connsiteY759" fmla="*/ 1388214 h 2317325"/>
              <a:gd name="connsiteX760" fmla="*/ 2899275 w 3644004"/>
              <a:gd name="connsiteY760" fmla="*/ 1391923 h 2317325"/>
              <a:gd name="connsiteX761" fmla="*/ 2899275 w 3644004"/>
              <a:gd name="connsiteY761" fmla="*/ 1391923 h 2317325"/>
              <a:gd name="connsiteX762" fmla="*/ 2758097 w 3644004"/>
              <a:gd name="connsiteY762" fmla="*/ 1418108 h 2317325"/>
              <a:gd name="connsiteX763" fmla="*/ 2773808 w 3644004"/>
              <a:gd name="connsiteY763" fmla="*/ 1429236 h 2317325"/>
              <a:gd name="connsiteX764" fmla="*/ 2773808 w 3644004"/>
              <a:gd name="connsiteY764" fmla="*/ 1440364 h 2317325"/>
              <a:gd name="connsiteX765" fmla="*/ 2669288 w 3644004"/>
              <a:gd name="connsiteY765" fmla="*/ 1473968 h 2317325"/>
              <a:gd name="connsiteX766" fmla="*/ 2705946 w 3644004"/>
              <a:gd name="connsiteY766" fmla="*/ 1496443 h 2317325"/>
              <a:gd name="connsiteX767" fmla="*/ 2726894 w 3644004"/>
              <a:gd name="connsiteY767" fmla="*/ 1481605 h 2317325"/>
              <a:gd name="connsiteX768" fmla="*/ 2758315 w 3644004"/>
              <a:gd name="connsiteY768" fmla="*/ 1481605 h 2317325"/>
              <a:gd name="connsiteX769" fmla="*/ 2815921 w 3644004"/>
              <a:gd name="connsiteY769" fmla="*/ 1459130 h 2317325"/>
              <a:gd name="connsiteX770" fmla="*/ 2810684 w 3644004"/>
              <a:gd name="connsiteY770" fmla="*/ 1470258 h 2317325"/>
              <a:gd name="connsiteX771" fmla="*/ 2836869 w 3644004"/>
              <a:gd name="connsiteY771" fmla="*/ 1466549 h 2317325"/>
              <a:gd name="connsiteX772" fmla="*/ 2878764 w 3644004"/>
              <a:gd name="connsiteY772" fmla="*/ 1425526 h 2317325"/>
              <a:gd name="connsiteX773" fmla="*/ 2784718 w 3644004"/>
              <a:gd name="connsiteY773" fmla="*/ 1418108 h 2317325"/>
              <a:gd name="connsiteX774" fmla="*/ 2805666 w 3644004"/>
              <a:gd name="connsiteY774" fmla="*/ 1391923 h 2317325"/>
              <a:gd name="connsiteX775" fmla="*/ 2565205 w 3644004"/>
              <a:gd name="connsiteY775" fmla="*/ 1455420 h 2317325"/>
              <a:gd name="connsiteX776" fmla="*/ 2758097 w 3644004"/>
              <a:gd name="connsiteY776" fmla="*/ 1418108 h 2317325"/>
              <a:gd name="connsiteX777" fmla="*/ 2758097 w 3644004"/>
              <a:gd name="connsiteY777" fmla="*/ 1418108 h 2317325"/>
              <a:gd name="connsiteX778" fmla="*/ 2841669 w 3644004"/>
              <a:gd name="connsiteY778" fmla="*/ 1406761 h 2317325"/>
              <a:gd name="connsiteX779" fmla="*/ 2873091 w 3644004"/>
              <a:gd name="connsiteY779" fmla="*/ 1399342 h 2317325"/>
              <a:gd name="connsiteX780" fmla="*/ 2841669 w 3644004"/>
              <a:gd name="connsiteY780" fmla="*/ 1406761 h 2317325"/>
              <a:gd name="connsiteX781" fmla="*/ 2841669 w 3644004"/>
              <a:gd name="connsiteY781" fmla="*/ 1406761 h 2317325"/>
              <a:gd name="connsiteX782" fmla="*/ 456919 w 3644004"/>
              <a:gd name="connsiteY782" fmla="*/ 1436655 h 2317325"/>
              <a:gd name="connsiteX783" fmla="*/ 477867 w 3644004"/>
              <a:gd name="connsiteY783" fmla="*/ 1410470 h 2317325"/>
              <a:gd name="connsiteX784" fmla="*/ 456919 w 3644004"/>
              <a:gd name="connsiteY784" fmla="*/ 1436655 h 2317325"/>
              <a:gd name="connsiteX785" fmla="*/ 456919 w 3644004"/>
              <a:gd name="connsiteY785" fmla="*/ 1436655 h 2317325"/>
              <a:gd name="connsiteX786" fmla="*/ 3003795 w 3644004"/>
              <a:gd name="connsiteY786" fmla="*/ 1447783 h 2317325"/>
              <a:gd name="connsiteX787" fmla="*/ 3029979 w 3644004"/>
              <a:gd name="connsiteY787" fmla="*/ 1447783 h 2317325"/>
              <a:gd name="connsiteX788" fmla="*/ 3024743 w 3644004"/>
              <a:gd name="connsiteY788" fmla="*/ 1440364 h 2317325"/>
              <a:gd name="connsiteX789" fmla="*/ 3003795 w 3644004"/>
              <a:gd name="connsiteY789" fmla="*/ 1447783 h 2317325"/>
              <a:gd name="connsiteX790" fmla="*/ 3003795 w 3644004"/>
              <a:gd name="connsiteY790" fmla="*/ 1447783 h 2317325"/>
              <a:gd name="connsiteX791" fmla="*/ 2904512 w 3644004"/>
              <a:gd name="connsiteY791" fmla="*/ 1485096 h 2317325"/>
              <a:gd name="connsiteX792" fmla="*/ 2925460 w 3644004"/>
              <a:gd name="connsiteY792" fmla="*/ 1470258 h 2317325"/>
              <a:gd name="connsiteX793" fmla="*/ 2883564 w 3644004"/>
              <a:gd name="connsiteY793" fmla="*/ 1481387 h 2317325"/>
              <a:gd name="connsiteX794" fmla="*/ 2888801 w 3644004"/>
              <a:gd name="connsiteY794" fmla="*/ 1496225 h 2317325"/>
              <a:gd name="connsiteX795" fmla="*/ 3050927 w 3644004"/>
              <a:gd name="connsiteY795" fmla="*/ 1455202 h 2317325"/>
              <a:gd name="connsiteX796" fmla="*/ 2904512 w 3644004"/>
              <a:gd name="connsiteY796" fmla="*/ 1485096 h 2317325"/>
              <a:gd name="connsiteX797" fmla="*/ 2904512 w 3644004"/>
              <a:gd name="connsiteY797" fmla="*/ 1485096 h 2317325"/>
              <a:gd name="connsiteX798" fmla="*/ 2606446 w 3644004"/>
              <a:gd name="connsiteY798" fmla="*/ 1500152 h 2317325"/>
              <a:gd name="connsiteX799" fmla="*/ 2637867 w 3644004"/>
              <a:gd name="connsiteY799" fmla="*/ 1485314 h 2317325"/>
              <a:gd name="connsiteX800" fmla="*/ 2606446 w 3644004"/>
              <a:gd name="connsiteY800" fmla="*/ 1500152 h 2317325"/>
              <a:gd name="connsiteX801" fmla="*/ 2606446 w 3644004"/>
              <a:gd name="connsiteY801" fmla="*/ 1500152 h 2317325"/>
              <a:gd name="connsiteX802" fmla="*/ 2506945 w 3644004"/>
              <a:gd name="connsiteY802" fmla="*/ 1522409 h 2317325"/>
              <a:gd name="connsiteX803" fmla="*/ 2527892 w 3644004"/>
              <a:gd name="connsiteY803" fmla="*/ 1511281 h 2317325"/>
              <a:gd name="connsiteX804" fmla="*/ 2506945 w 3644004"/>
              <a:gd name="connsiteY804" fmla="*/ 1511281 h 2317325"/>
              <a:gd name="connsiteX805" fmla="*/ 2506945 w 3644004"/>
              <a:gd name="connsiteY805" fmla="*/ 1522409 h 2317325"/>
              <a:gd name="connsiteX806" fmla="*/ 2506945 w 3644004"/>
              <a:gd name="connsiteY806" fmla="*/ 1522409 h 2317325"/>
              <a:gd name="connsiteX807" fmla="*/ 603334 w 3644004"/>
              <a:gd name="connsiteY807" fmla="*/ 1544884 h 2317325"/>
              <a:gd name="connsiteX808" fmla="*/ 613808 w 3644004"/>
              <a:gd name="connsiteY808" fmla="*/ 1544884 h 2317325"/>
              <a:gd name="connsiteX809" fmla="*/ 619044 w 3644004"/>
              <a:gd name="connsiteY809" fmla="*/ 1533756 h 2317325"/>
              <a:gd name="connsiteX810" fmla="*/ 608571 w 3644004"/>
              <a:gd name="connsiteY810" fmla="*/ 1533756 h 2317325"/>
              <a:gd name="connsiteX811" fmla="*/ 603334 w 3644004"/>
              <a:gd name="connsiteY811" fmla="*/ 1544884 h 2317325"/>
              <a:gd name="connsiteX812" fmla="*/ 603334 w 3644004"/>
              <a:gd name="connsiteY812" fmla="*/ 1544884 h 2317325"/>
              <a:gd name="connsiteX813" fmla="*/ 786407 w 3644004"/>
              <a:gd name="connsiteY813" fmla="*/ 1578487 h 2317325"/>
              <a:gd name="connsiteX814" fmla="*/ 859723 w 3644004"/>
              <a:gd name="connsiteY814" fmla="*/ 1552303 h 2317325"/>
              <a:gd name="connsiteX815" fmla="*/ 786407 w 3644004"/>
              <a:gd name="connsiteY815" fmla="*/ 1578487 h 2317325"/>
              <a:gd name="connsiteX816" fmla="*/ 786407 w 3644004"/>
              <a:gd name="connsiteY816" fmla="*/ 1578487 h 2317325"/>
              <a:gd name="connsiteX817" fmla="*/ 1115895 w 3644004"/>
              <a:gd name="connsiteY817" fmla="*/ 1582197 h 2317325"/>
              <a:gd name="connsiteX818" fmla="*/ 1183974 w 3644004"/>
              <a:gd name="connsiteY818" fmla="*/ 1552303 h 2317325"/>
              <a:gd name="connsiteX819" fmla="*/ 1115895 w 3644004"/>
              <a:gd name="connsiteY819" fmla="*/ 1582197 h 2317325"/>
              <a:gd name="connsiteX820" fmla="*/ 1115895 w 3644004"/>
              <a:gd name="connsiteY820" fmla="*/ 1582197 h 2317325"/>
              <a:gd name="connsiteX821" fmla="*/ 2763334 w 3644004"/>
              <a:gd name="connsiteY821" fmla="*/ 1608381 h 2317325"/>
              <a:gd name="connsiteX822" fmla="*/ 2669288 w 3644004"/>
              <a:gd name="connsiteY822" fmla="*/ 1626929 h 2317325"/>
              <a:gd name="connsiteX823" fmla="*/ 2554295 w 3644004"/>
              <a:gd name="connsiteY823" fmla="*/ 1667951 h 2317325"/>
              <a:gd name="connsiteX824" fmla="*/ 2779263 w 3644004"/>
              <a:gd name="connsiteY824" fmla="*/ 1619510 h 2317325"/>
              <a:gd name="connsiteX825" fmla="*/ 2784500 w 3644004"/>
              <a:gd name="connsiteY825" fmla="*/ 1604672 h 2317325"/>
              <a:gd name="connsiteX826" fmla="*/ 2878546 w 3644004"/>
              <a:gd name="connsiteY826" fmla="*/ 1582197 h 2317325"/>
              <a:gd name="connsiteX827" fmla="*/ 2763334 w 3644004"/>
              <a:gd name="connsiteY827" fmla="*/ 1608381 h 2317325"/>
              <a:gd name="connsiteX828" fmla="*/ 2763334 w 3644004"/>
              <a:gd name="connsiteY828" fmla="*/ 1608381 h 2317325"/>
              <a:gd name="connsiteX829" fmla="*/ 922348 w 3644004"/>
              <a:gd name="connsiteY829" fmla="*/ 1641767 h 2317325"/>
              <a:gd name="connsiteX830" fmla="*/ 943295 w 3644004"/>
              <a:gd name="connsiteY830" fmla="*/ 1630638 h 2317325"/>
              <a:gd name="connsiteX831" fmla="*/ 922348 w 3644004"/>
              <a:gd name="connsiteY831" fmla="*/ 1641767 h 2317325"/>
              <a:gd name="connsiteX832" fmla="*/ 922348 w 3644004"/>
              <a:gd name="connsiteY832" fmla="*/ 1641767 h 2317325"/>
              <a:gd name="connsiteX833" fmla="*/ 885690 w 3644004"/>
              <a:gd name="connsiteY833" fmla="*/ 1768761 h 2317325"/>
              <a:gd name="connsiteX834" fmla="*/ 880453 w 3644004"/>
              <a:gd name="connsiteY834" fmla="*/ 1794946 h 2317325"/>
              <a:gd name="connsiteX835" fmla="*/ 948532 w 3644004"/>
              <a:gd name="connsiteY835" fmla="*/ 1761342 h 2317325"/>
              <a:gd name="connsiteX836" fmla="*/ 885690 w 3644004"/>
              <a:gd name="connsiteY836" fmla="*/ 1768761 h 2317325"/>
              <a:gd name="connsiteX837" fmla="*/ 885690 w 3644004"/>
              <a:gd name="connsiteY837" fmla="*/ 1768761 h 2317325"/>
              <a:gd name="connsiteX838" fmla="*/ 849250 w 3644004"/>
              <a:gd name="connsiteY838" fmla="*/ 1798437 h 2317325"/>
              <a:gd name="connsiteX839" fmla="*/ 859723 w 3644004"/>
              <a:gd name="connsiteY839" fmla="*/ 1779890 h 2317325"/>
              <a:gd name="connsiteX840" fmla="*/ 849250 w 3644004"/>
              <a:gd name="connsiteY840" fmla="*/ 1798437 h 2317325"/>
              <a:gd name="connsiteX841" fmla="*/ 849250 w 3644004"/>
              <a:gd name="connsiteY841" fmla="*/ 1798437 h 2317325"/>
              <a:gd name="connsiteX842" fmla="*/ 2611682 w 3644004"/>
              <a:gd name="connsiteY842" fmla="*/ 1824622 h 2317325"/>
              <a:gd name="connsiteX843" fmla="*/ 2643104 w 3644004"/>
              <a:gd name="connsiteY843" fmla="*/ 1828331 h 2317325"/>
              <a:gd name="connsiteX844" fmla="*/ 2648341 w 3644004"/>
              <a:gd name="connsiteY844" fmla="*/ 1813493 h 2317325"/>
              <a:gd name="connsiteX845" fmla="*/ 2664051 w 3644004"/>
              <a:gd name="connsiteY845" fmla="*/ 1813493 h 2317325"/>
              <a:gd name="connsiteX846" fmla="*/ 2669288 w 3644004"/>
              <a:gd name="connsiteY846" fmla="*/ 1820912 h 2317325"/>
              <a:gd name="connsiteX847" fmla="*/ 2679762 w 3644004"/>
              <a:gd name="connsiteY847" fmla="*/ 1820912 h 2317325"/>
              <a:gd name="connsiteX848" fmla="*/ 2705946 w 3644004"/>
              <a:gd name="connsiteY848" fmla="*/ 1787309 h 2317325"/>
              <a:gd name="connsiteX849" fmla="*/ 2611682 w 3644004"/>
              <a:gd name="connsiteY849" fmla="*/ 1824622 h 2317325"/>
              <a:gd name="connsiteX850" fmla="*/ 2611682 w 3644004"/>
              <a:gd name="connsiteY850" fmla="*/ 1824622 h 2317325"/>
              <a:gd name="connsiteX851" fmla="*/ 2580261 w 3644004"/>
              <a:gd name="connsiteY851" fmla="*/ 1843387 h 2317325"/>
              <a:gd name="connsiteX852" fmla="*/ 2601209 w 3644004"/>
              <a:gd name="connsiteY852" fmla="*/ 1847096 h 2317325"/>
              <a:gd name="connsiteX853" fmla="*/ 2622156 w 3644004"/>
              <a:gd name="connsiteY853" fmla="*/ 1835968 h 2317325"/>
              <a:gd name="connsiteX854" fmla="*/ 2580261 w 3644004"/>
              <a:gd name="connsiteY854" fmla="*/ 1843387 h 2317325"/>
              <a:gd name="connsiteX855" fmla="*/ 2580261 w 3644004"/>
              <a:gd name="connsiteY855" fmla="*/ 1843387 h 2317325"/>
              <a:gd name="connsiteX856" fmla="*/ 791644 w 3644004"/>
              <a:gd name="connsiteY856" fmla="*/ 1918013 h 2317325"/>
              <a:gd name="connsiteX857" fmla="*/ 828302 w 3644004"/>
              <a:gd name="connsiteY857" fmla="*/ 1895538 h 2317325"/>
              <a:gd name="connsiteX858" fmla="*/ 791644 w 3644004"/>
              <a:gd name="connsiteY858" fmla="*/ 1918013 h 2317325"/>
              <a:gd name="connsiteX859" fmla="*/ 791644 w 3644004"/>
              <a:gd name="connsiteY859" fmla="*/ 1918013 h 2317325"/>
              <a:gd name="connsiteX860" fmla="*/ 985191 w 3644004"/>
              <a:gd name="connsiteY860" fmla="*/ 1955107 h 2317325"/>
              <a:gd name="connsiteX861" fmla="*/ 1011375 w 3644004"/>
              <a:gd name="connsiteY861" fmla="*/ 1932632 h 2317325"/>
              <a:gd name="connsiteX862" fmla="*/ 1053270 w 3644004"/>
              <a:gd name="connsiteY862" fmla="*/ 1910157 h 2317325"/>
              <a:gd name="connsiteX863" fmla="*/ 985191 w 3644004"/>
              <a:gd name="connsiteY863" fmla="*/ 1955107 h 2317325"/>
              <a:gd name="connsiteX864" fmla="*/ 985191 w 3644004"/>
              <a:gd name="connsiteY864" fmla="*/ 1955107 h 2317325"/>
              <a:gd name="connsiteX865" fmla="*/ 2371003 w 3644004"/>
              <a:gd name="connsiteY865" fmla="*/ 2007476 h 2317325"/>
              <a:gd name="connsiteX866" fmla="*/ 2308161 w 3644004"/>
              <a:gd name="connsiteY866" fmla="*/ 2041080 h 2317325"/>
              <a:gd name="connsiteX867" fmla="*/ 2276740 w 3644004"/>
              <a:gd name="connsiteY867" fmla="*/ 2059627 h 2317325"/>
              <a:gd name="connsiteX868" fmla="*/ 2548622 w 3644004"/>
              <a:gd name="connsiteY868" fmla="*/ 1988711 h 2317325"/>
              <a:gd name="connsiteX869" fmla="*/ 2569569 w 3644004"/>
              <a:gd name="connsiteY869" fmla="*/ 1977582 h 2317325"/>
              <a:gd name="connsiteX870" fmla="*/ 2580043 w 3644004"/>
              <a:gd name="connsiteY870" fmla="*/ 1951398 h 2317325"/>
              <a:gd name="connsiteX871" fmla="*/ 2564332 w 3644004"/>
              <a:gd name="connsiteY871" fmla="*/ 1966236 h 2317325"/>
              <a:gd name="connsiteX872" fmla="*/ 2511963 w 3644004"/>
              <a:gd name="connsiteY872" fmla="*/ 1969945 h 2317325"/>
              <a:gd name="connsiteX873" fmla="*/ 2506726 w 3644004"/>
              <a:gd name="connsiteY873" fmla="*/ 1981074 h 2317325"/>
              <a:gd name="connsiteX874" fmla="*/ 2371003 w 3644004"/>
              <a:gd name="connsiteY874" fmla="*/ 2007476 h 2317325"/>
              <a:gd name="connsiteX875" fmla="*/ 2371003 w 3644004"/>
              <a:gd name="connsiteY875" fmla="*/ 2007476 h 2317325"/>
              <a:gd name="connsiteX876" fmla="*/ 2203641 w 3644004"/>
              <a:gd name="connsiteY876" fmla="*/ 2078393 h 2317325"/>
              <a:gd name="connsiteX877" fmla="*/ 2271721 w 3644004"/>
              <a:gd name="connsiteY877" fmla="*/ 2048499 h 2317325"/>
              <a:gd name="connsiteX878" fmla="*/ 2203641 w 3644004"/>
              <a:gd name="connsiteY878" fmla="*/ 2078393 h 2317325"/>
              <a:gd name="connsiteX879" fmla="*/ 2203641 w 3644004"/>
              <a:gd name="connsiteY879" fmla="*/ 2078393 h 2317325"/>
              <a:gd name="connsiteX880" fmla="*/ 948532 w 3644004"/>
              <a:gd name="connsiteY880" fmla="*/ 2108069 h 2317325"/>
              <a:gd name="connsiteX881" fmla="*/ 995664 w 3644004"/>
              <a:gd name="connsiteY881" fmla="*/ 2096940 h 2317325"/>
              <a:gd name="connsiteX882" fmla="*/ 985191 w 3644004"/>
              <a:gd name="connsiteY882" fmla="*/ 2082102 h 2317325"/>
              <a:gd name="connsiteX883" fmla="*/ 948532 w 3644004"/>
              <a:gd name="connsiteY883" fmla="*/ 2108069 h 2317325"/>
              <a:gd name="connsiteX884" fmla="*/ 948532 w 3644004"/>
              <a:gd name="connsiteY884" fmla="*/ 2108069 h 2317325"/>
              <a:gd name="connsiteX885" fmla="*/ 2109595 w 3644004"/>
              <a:gd name="connsiteY885" fmla="*/ 2108069 h 2317325"/>
              <a:gd name="connsiteX886" fmla="*/ 2161964 w 3644004"/>
              <a:gd name="connsiteY886" fmla="*/ 2089521 h 2317325"/>
              <a:gd name="connsiteX887" fmla="*/ 2109595 w 3644004"/>
              <a:gd name="connsiteY887" fmla="*/ 2108069 h 2317325"/>
              <a:gd name="connsiteX888" fmla="*/ 2109595 w 3644004"/>
              <a:gd name="connsiteY888" fmla="*/ 2108069 h 2317325"/>
              <a:gd name="connsiteX889" fmla="*/ 854486 w 3644004"/>
              <a:gd name="connsiteY889" fmla="*/ 2145381 h 2317325"/>
              <a:gd name="connsiteX890" fmla="*/ 917329 w 3644004"/>
              <a:gd name="connsiteY890" fmla="*/ 2115487 h 2317325"/>
              <a:gd name="connsiteX891" fmla="*/ 854486 w 3644004"/>
              <a:gd name="connsiteY891" fmla="*/ 2145381 h 2317325"/>
              <a:gd name="connsiteX892" fmla="*/ 854486 w 3644004"/>
              <a:gd name="connsiteY892" fmla="*/ 2145381 h 2317325"/>
              <a:gd name="connsiteX893" fmla="*/ 734038 w 3644004"/>
              <a:gd name="connsiteY893" fmla="*/ 2190331 h 2317325"/>
              <a:gd name="connsiteX894" fmla="*/ 775933 w 3644004"/>
              <a:gd name="connsiteY894" fmla="*/ 2167856 h 2317325"/>
              <a:gd name="connsiteX895" fmla="*/ 734038 w 3644004"/>
              <a:gd name="connsiteY895" fmla="*/ 2190331 h 2317325"/>
              <a:gd name="connsiteX896" fmla="*/ 734038 w 3644004"/>
              <a:gd name="connsiteY896" fmla="*/ 2190331 h 231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Lst>
            <a:rect l="l" t="t" r="r" b="b"/>
            <a:pathLst>
              <a:path w="3644004" h="2317325">
                <a:moveTo>
                  <a:pt x="2114832" y="198129"/>
                </a:moveTo>
                <a:cubicBezTo>
                  <a:pt x="2120069" y="190710"/>
                  <a:pt x="2125306" y="205548"/>
                  <a:pt x="2130543" y="201839"/>
                </a:cubicBezTo>
                <a:cubicBezTo>
                  <a:pt x="2130543" y="190710"/>
                  <a:pt x="2167201" y="183291"/>
                  <a:pt x="2188149" y="179364"/>
                </a:cubicBezTo>
                <a:cubicBezTo>
                  <a:pt x="2198623" y="183073"/>
                  <a:pt x="2198623" y="194202"/>
                  <a:pt x="2198623" y="201839"/>
                </a:cubicBezTo>
                <a:cubicBezTo>
                  <a:pt x="1942451" y="253989"/>
                  <a:pt x="1701772" y="321196"/>
                  <a:pt x="1487278" y="410660"/>
                </a:cubicBezTo>
                <a:cubicBezTo>
                  <a:pt x="1461093" y="403241"/>
                  <a:pt x="1434909" y="410660"/>
                  <a:pt x="1413961" y="414369"/>
                </a:cubicBezTo>
                <a:cubicBezTo>
                  <a:pt x="1403487" y="425498"/>
                  <a:pt x="1387777" y="436844"/>
                  <a:pt x="1361592" y="436844"/>
                </a:cubicBezTo>
                <a:cubicBezTo>
                  <a:pt x="1351119" y="440554"/>
                  <a:pt x="1345882" y="440554"/>
                  <a:pt x="1345882" y="455392"/>
                </a:cubicBezTo>
                <a:cubicBezTo>
                  <a:pt x="1309223" y="451682"/>
                  <a:pt x="1303987" y="470230"/>
                  <a:pt x="1283039" y="481576"/>
                </a:cubicBezTo>
                <a:cubicBezTo>
                  <a:pt x="1256854" y="474157"/>
                  <a:pt x="1230670" y="485286"/>
                  <a:pt x="1225433" y="500123"/>
                </a:cubicBezTo>
                <a:cubicBezTo>
                  <a:pt x="1178301" y="488995"/>
                  <a:pt x="1167827" y="522598"/>
                  <a:pt x="1141861" y="537436"/>
                </a:cubicBezTo>
                <a:cubicBezTo>
                  <a:pt x="1256854" y="500123"/>
                  <a:pt x="1392796" y="459101"/>
                  <a:pt x="1518481" y="421788"/>
                </a:cubicBezTo>
                <a:cubicBezTo>
                  <a:pt x="1586561" y="399313"/>
                  <a:pt x="1654422" y="380766"/>
                  <a:pt x="1712028" y="354581"/>
                </a:cubicBezTo>
                <a:cubicBezTo>
                  <a:pt x="1942233" y="302431"/>
                  <a:pt x="2140799" y="216458"/>
                  <a:pt x="2360530" y="168017"/>
                </a:cubicBezTo>
                <a:cubicBezTo>
                  <a:pt x="2360530" y="153179"/>
                  <a:pt x="2334345" y="156889"/>
                  <a:pt x="2323871" y="145542"/>
                </a:cubicBezTo>
                <a:cubicBezTo>
                  <a:pt x="2376240" y="123067"/>
                  <a:pt x="2433628" y="152961"/>
                  <a:pt x="2480760" y="130704"/>
                </a:cubicBezTo>
                <a:cubicBezTo>
                  <a:pt x="2485997" y="134414"/>
                  <a:pt x="2485997" y="138123"/>
                  <a:pt x="2485997" y="145542"/>
                </a:cubicBezTo>
                <a:cubicBezTo>
                  <a:pt x="2637649" y="119358"/>
                  <a:pt x="2778827" y="89682"/>
                  <a:pt x="2893820" y="37313"/>
                </a:cubicBezTo>
                <a:cubicBezTo>
                  <a:pt x="2961900" y="33603"/>
                  <a:pt x="2998340" y="3709"/>
                  <a:pt x="3061182" y="0"/>
                </a:cubicBezTo>
                <a:cubicBezTo>
                  <a:pt x="3071656" y="0"/>
                  <a:pt x="3071656" y="3709"/>
                  <a:pt x="3071656" y="7419"/>
                </a:cubicBezTo>
                <a:cubicBezTo>
                  <a:pt x="3103078" y="7419"/>
                  <a:pt x="3150210" y="0"/>
                  <a:pt x="3181413" y="7419"/>
                </a:cubicBezTo>
                <a:cubicBezTo>
                  <a:pt x="3170939" y="14838"/>
                  <a:pt x="3144755" y="3709"/>
                  <a:pt x="3144755" y="14838"/>
                </a:cubicBezTo>
                <a:cubicBezTo>
                  <a:pt x="2998340" y="29676"/>
                  <a:pt x="2914550" y="85754"/>
                  <a:pt x="2778608" y="104301"/>
                </a:cubicBezTo>
                <a:cubicBezTo>
                  <a:pt x="2569351" y="164089"/>
                  <a:pt x="2349838" y="212531"/>
                  <a:pt x="2172002" y="290866"/>
                </a:cubicBezTo>
                <a:cubicBezTo>
                  <a:pt x="2192949" y="317050"/>
                  <a:pt x="2229608" y="294575"/>
                  <a:pt x="2271284" y="287156"/>
                </a:cubicBezTo>
                <a:cubicBezTo>
                  <a:pt x="2271284" y="279737"/>
                  <a:pt x="2260811" y="279737"/>
                  <a:pt x="2250337" y="276028"/>
                </a:cubicBezTo>
                <a:cubicBezTo>
                  <a:pt x="2255574" y="272319"/>
                  <a:pt x="2271284" y="268609"/>
                  <a:pt x="2281758" y="276028"/>
                </a:cubicBezTo>
                <a:cubicBezTo>
                  <a:pt x="2281758" y="283447"/>
                  <a:pt x="2271284" y="283447"/>
                  <a:pt x="2271284" y="290866"/>
                </a:cubicBezTo>
                <a:cubicBezTo>
                  <a:pt x="2302706" y="317050"/>
                  <a:pt x="2328890" y="287156"/>
                  <a:pt x="2370567" y="279737"/>
                </a:cubicBezTo>
                <a:cubicBezTo>
                  <a:pt x="2370567" y="287156"/>
                  <a:pt x="2349620" y="290866"/>
                  <a:pt x="2365330" y="290866"/>
                </a:cubicBezTo>
                <a:cubicBezTo>
                  <a:pt x="2365330" y="301994"/>
                  <a:pt x="2344383" y="301994"/>
                  <a:pt x="2339146" y="294575"/>
                </a:cubicBezTo>
                <a:cubicBezTo>
                  <a:pt x="2344383" y="298285"/>
                  <a:pt x="2344383" y="301994"/>
                  <a:pt x="2339146" y="301994"/>
                </a:cubicBezTo>
                <a:cubicBezTo>
                  <a:pt x="2360093" y="309413"/>
                  <a:pt x="2391515" y="294575"/>
                  <a:pt x="2422718" y="294575"/>
                </a:cubicBezTo>
                <a:cubicBezTo>
                  <a:pt x="2407007" y="313123"/>
                  <a:pt x="2365112" y="309413"/>
                  <a:pt x="2339146" y="320760"/>
                </a:cubicBezTo>
                <a:cubicBezTo>
                  <a:pt x="2339146" y="331888"/>
                  <a:pt x="2349620" y="328179"/>
                  <a:pt x="2339146" y="335598"/>
                </a:cubicBezTo>
                <a:cubicBezTo>
                  <a:pt x="2433192" y="328179"/>
                  <a:pt x="2564114" y="290866"/>
                  <a:pt x="2668634" y="268391"/>
                </a:cubicBezTo>
                <a:cubicBezTo>
                  <a:pt x="2668634" y="294575"/>
                  <a:pt x="2616265" y="286938"/>
                  <a:pt x="2600554" y="301994"/>
                </a:cubicBezTo>
                <a:cubicBezTo>
                  <a:pt x="2616265" y="309413"/>
                  <a:pt x="2637212" y="301994"/>
                  <a:pt x="2631976" y="316832"/>
                </a:cubicBezTo>
                <a:cubicBezTo>
                  <a:pt x="2778390" y="283229"/>
                  <a:pt x="2945753" y="245916"/>
                  <a:pt x="3086931" y="201184"/>
                </a:cubicBezTo>
                <a:cubicBezTo>
                  <a:pt x="3123589" y="190056"/>
                  <a:pt x="3155010" y="175000"/>
                  <a:pt x="3207161" y="178709"/>
                </a:cubicBezTo>
                <a:cubicBezTo>
                  <a:pt x="3233345" y="178709"/>
                  <a:pt x="3254293" y="193547"/>
                  <a:pt x="3280477" y="189837"/>
                </a:cubicBezTo>
                <a:cubicBezTo>
                  <a:pt x="3290951" y="208385"/>
                  <a:pt x="3322372" y="208385"/>
                  <a:pt x="3343320" y="216022"/>
                </a:cubicBezTo>
                <a:cubicBezTo>
                  <a:pt x="3343320" y="230860"/>
                  <a:pt x="3317136" y="227150"/>
                  <a:pt x="3311899" y="238497"/>
                </a:cubicBezTo>
                <a:cubicBezTo>
                  <a:pt x="3296188" y="234787"/>
                  <a:pt x="3290951" y="223659"/>
                  <a:pt x="3285714" y="208603"/>
                </a:cubicBezTo>
                <a:cubicBezTo>
                  <a:pt x="3264767" y="208603"/>
                  <a:pt x="3243819" y="208603"/>
                  <a:pt x="3243819" y="219731"/>
                </a:cubicBezTo>
                <a:cubicBezTo>
                  <a:pt x="3217635" y="201184"/>
                  <a:pt x="3155010" y="216022"/>
                  <a:pt x="3123589" y="227150"/>
                </a:cubicBezTo>
                <a:cubicBezTo>
                  <a:pt x="3149773" y="234569"/>
                  <a:pt x="3170721" y="230860"/>
                  <a:pt x="3196905" y="230860"/>
                </a:cubicBezTo>
                <a:cubicBezTo>
                  <a:pt x="3165484" y="245698"/>
                  <a:pt x="3113333" y="241988"/>
                  <a:pt x="3071438" y="253335"/>
                </a:cubicBezTo>
                <a:cubicBezTo>
                  <a:pt x="3066201" y="253335"/>
                  <a:pt x="3060964" y="260754"/>
                  <a:pt x="3055727" y="264463"/>
                </a:cubicBezTo>
                <a:cubicBezTo>
                  <a:pt x="2883128" y="309195"/>
                  <a:pt x="2726240" y="357636"/>
                  <a:pt x="2543166" y="398659"/>
                </a:cubicBezTo>
                <a:cubicBezTo>
                  <a:pt x="2579825" y="413497"/>
                  <a:pt x="2516982" y="406078"/>
                  <a:pt x="2485561" y="409787"/>
                </a:cubicBezTo>
                <a:cubicBezTo>
                  <a:pt x="2396752" y="420915"/>
                  <a:pt x="2292014" y="465647"/>
                  <a:pt x="2208442" y="476994"/>
                </a:cubicBezTo>
                <a:cubicBezTo>
                  <a:pt x="2213679" y="484413"/>
                  <a:pt x="2213679" y="488122"/>
                  <a:pt x="2208442" y="491832"/>
                </a:cubicBezTo>
                <a:cubicBezTo>
                  <a:pt x="2260811" y="469357"/>
                  <a:pt x="2349620" y="473284"/>
                  <a:pt x="2422936" y="454519"/>
                </a:cubicBezTo>
                <a:cubicBezTo>
                  <a:pt x="2417699" y="461938"/>
                  <a:pt x="2412462" y="465647"/>
                  <a:pt x="2412462" y="469357"/>
                </a:cubicBezTo>
                <a:cubicBezTo>
                  <a:pt x="2443884" y="480485"/>
                  <a:pt x="2475305" y="461938"/>
                  <a:pt x="2506508" y="458228"/>
                </a:cubicBezTo>
                <a:cubicBezTo>
                  <a:pt x="2506508" y="454519"/>
                  <a:pt x="2485561" y="450809"/>
                  <a:pt x="2501271" y="450809"/>
                </a:cubicBezTo>
                <a:cubicBezTo>
                  <a:pt x="2600554" y="461938"/>
                  <a:pt x="2752206" y="424625"/>
                  <a:pt x="2841233" y="406078"/>
                </a:cubicBezTo>
                <a:cubicBezTo>
                  <a:pt x="2966700" y="379893"/>
                  <a:pt x="3060964" y="320323"/>
                  <a:pt x="3186432" y="305267"/>
                </a:cubicBezTo>
                <a:cubicBezTo>
                  <a:pt x="3034780" y="361128"/>
                  <a:pt x="2862181" y="402368"/>
                  <a:pt x="2700055" y="454519"/>
                </a:cubicBezTo>
                <a:cubicBezTo>
                  <a:pt x="2757661" y="473066"/>
                  <a:pt x="2815048" y="443390"/>
                  <a:pt x="2862181" y="428334"/>
                </a:cubicBezTo>
                <a:cubicBezTo>
                  <a:pt x="2982411" y="413497"/>
                  <a:pt x="3066201" y="368546"/>
                  <a:pt x="3165484" y="342580"/>
                </a:cubicBezTo>
                <a:cubicBezTo>
                  <a:pt x="3155010" y="346290"/>
                  <a:pt x="3155010" y="353709"/>
                  <a:pt x="3149773" y="365055"/>
                </a:cubicBezTo>
                <a:cubicBezTo>
                  <a:pt x="3097404" y="387530"/>
                  <a:pt x="3019069" y="391240"/>
                  <a:pt x="2982411" y="428553"/>
                </a:cubicBezTo>
                <a:cubicBezTo>
                  <a:pt x="2935279" y="428553"/>
                  <a:pt x="2903858" y="443390"/>
                  <a:pt x="2877891" y="454737"/>
                </a:cubicBezTo>
                <a:cubicBezTo>
                  <a:pt x="2904076" y="462156"/>
                  <a:pt x="2956445" y="443609"/>
                  <a:pt x="2982411" y="458447"/>
                </a:cubicBezTo>
                <a:cubicBezTo>
                  <a:pt x="2883128" y="503178"/>
                  <a:pt x="2752206" y="518234"/>
                  <a:pt x="2652923" y="551620"/>
                </a:cubicBezTo>
                <a:cubicBezTo>
                  <a:pt x="2694818" y="559039"/>
                  <a:pt x="2736495" y="559039"/>
                  <a:pt x="2783627" y="555329"/>
                </a:cubicBezTo>
                <a:cubicBezTo>
                  <a:pt x="2778390" y="562748"/>
                  <a:pt x="2783627" y="566457"/>
                  <a:pt x="2788864" y="570167"/>
                </a:cubicBezTo>
                <a:cubicBezTo>
                  <a:pt x="2971937" y="543982"/>
                  <a:pt x="3128826" y="499251"/>
                  <a:pt x="3275240" y="447100"/>
                </a:cubicBezTo>
                <a:cubicBezTo>
                  <a:pt x="3290951" y="473284"/>
                  <a:pt x="3374523" y="432262"/>
                  <a:pt x="3384997" y="465647"/>
                </a:cubicBezTo>
                <a:cubicBezTo>
                  <a:pt x="3290951" y="491832"/>
                  <a:pt x="3201924" y="521507"/>
                  <a:pt x="3113115" y="547692"/>
                </a:cubicBezTo>
                <a:cubicBezTo>
                  <a:pt x="3113115" y="555111"/>
                  <a:pt x="3113115" y="562530"/>
                  <a:pt x="3113115" y="566239"/>
                </a:cubicBezTo>
                <a:cubicBezTo>
                  <a:pt x="3019069" y="592424"/>
                  <a:pt x="2924805" y="614681"/>
                  <a:pt x="2825522" y="637156"/>
                </a:cubicBezTo>
                <a:cubicBezTo>
                  <a:pt x="2825522" y="648284"/>
                  <a:pt x="2846470" y="640865"/>
                  <a:pt x="2856944" y="640865"/>
                </a:cubicBezTo>
                <a:cubicBezTo>
                  <a:pt x="2841233" y="659412"/>
                  <a:pt x="2799338" y="659412"/>
                  <a:pt x="2773372" y="667050"/>
                </a:cubicBezTo>
                <a:cubicBezTo>
                  <a:pt x="2773372" y="674468"/>
                  <a:pt x="2778608" y="674468"/>
                  <a:pt x="2778608" y="681887"/>
                </a:cubicBezTo>
                <a:cubicBezTo>
                  <a:pt x="2741950" y="689306"/>
                  <a:pt x="2695036" y="681887"/>
                  <a:pt x="2684563" y="708072"/>
                </a:cubicBezTo>
                <a:cubicBezTo>
                  <a:pt x="2684563" y="711781"/>
                  <a:pt x="2715984" y="708072"/>
                  <a:pt x="2715984" y="700653"/>
                </a:cubicBezTo>
                <a:cubicBezTo>
                  <a:pt x="2736932" y="719200"/>
                  <a:pt x="2663615" y="711781"/>
                  <a:pt x="2663615" y="730547"/>
                </a:cubicBezTo>
                <a:cubicBezTo>
                  <a:pt x="2715984" y="723128"/>
                  <a:pt x="2794319" y="715709"/>
                  <a:pt x="2836214" y="693234"/>
                </a:cubicBezTo>
                <a:cubicBezTo>
                  <a:pt x="2825740" y="689524"/>
                  <a:pt x="2810030" y="693234"/>
                  <a:pt x="2810030" y="674687"/>
                </a:cubicBezTo>
                <a:cubicBezTo>
                  <a:pt x="2825740" y="674687"/>
                  <a:pt x="2830977" y="685815"/>
                  <a:pt x="2841451" y="689524"/>
                </a:cubicBezTo>
                <a:cubicBezTo>
                  <a:pt x="2914768" y="663340"/>
                  <a:pt x="2987866" y="633664"/>
                  <a:pt x="3055946" y="600061"/>
                </a:cubicBezTo>
                <a:cubicBezTo>
                  <a:pt x="3050709" y="592642"/>
                  <a:pt x="3045472" y="603770"/>
                  <a:pt x="3045472" y="596351"/>
                </a:cubicBezTo>
                <a:cubicBezTo>
                  <a:pt x="3092604" y="585223"/>
                  <a:pt x="3155228" y="544201"/>
                  <a:pt x="3197124" y="551620"/>
                </a:cubicBezTo>
                <a:cubicBezTo>
                  <a:pt x="3129044" y="577804"/>
                  <a:pt x="3066419" y="607480"/>
                  <a:pt x="3003577" y="637374"/>
                </a:cubicBezTo>
                <a:cubicBezTo>
                  <a:pt x="3003577" y="648502"/>
                  <a:pt x="3014051" y="644793"/>
                  <a:pt x="3003577" y="652212"/>
                </a:cubicBezTo>
                <a:cubicBezTo>
                  <a:pt x="2920005" y="696943"/>
                  <a:pt x="2841451" y="756731"/>
                  <a:pt x="2715984" y="782698"/>
                </a:cubicBezTo>
                <a:cubicBezTo>
                  <a:pt x="2752642" y="793826"/>
                  <a:pt x="2794537" y="771569"/>
                  <a:pt x="2830977" y="778988"/>
                </a:cubicBezTo>
                <a:cubicBezTo>
                  <a:pt x="2773372" y="801463"/>
                  <a:pt x="2637431" y="793826"/>
                  <a:pt x="2569569" y="834848"/>
                </a:cubicBezTo>
                <a:cubicBezTo>
                  <a:pt x="2595753" y="827429"/>
                  <a:pt x="2606227" y="834848"/>
                  <a:pt x="2616701" y="845977"/>
                </a:cubicBezTo>
                <a:cubicBezTo>
                  <a:pt x="2648122" y="842267"/>
                  <a:pt x="2669070" y="834848"/>
                  <a:pt x="2695255" y="831139"/>
                </a:cubicBezTo>
                <a:cubicBezTo>
                  <a:pt x="2695255" y="823720"/>
                  <a:pt x="2710965" y="816301"/>
                  <a:pt x="2726676" y="812592"/>
                </a:cubicBezTo>
                <a:cubicBezTo>
                  <a:pt x="2726676" y="816301"/>
                  <a:pt x="2705728" y="835067"/>
                  <a:pt x="2700491" y="849904"/>
                </a:cubicBezTo>
                <a:cubicBezTo>
                  <a:pt x="2705728" y="853614"/>
                  <a:pt x="2705728" y="853614"/>
                  <a:pt x="2705728" y="857323"/>
                </a:cubicBezTo>
                <a:cubicBezTo>
                  <a:pt x="2731913" y="849904"/>
                  <a:pt x="2768571" y="846195"/>
                  <a:pt x="2789301" y="831139"/>
                </a:cubicBezTo>
                <a:cubicBezTo>
                  <a:pt x="2757879" y="861033"/>
                  <a:pt x="2679544" y="879580"/>
                  <a:pt x="2621938" y="886999"/>
                </a:cubicBezTo>
                <a:cubicBezTo>
                  <a:pt x="2611464" y="886999"/>
                  <a:pt x="2616701" y="905546"/>
                  <a:pt x="2606227" y="909474"/>
                </a:cubicBezTo>
                <a:cubicBezTo>
                  <a:pt x="2595753" y="905765"/>
                  <a:pt x="2590517" y="902055"/>
                  <a:pt x="2574806" y="905765"/>
                </a:cubicBezTo>
                <a:cubicBezTo>
                  <a:pt x="2522437" y="935659"/>
                  <a:pt x="2454576" y="954206"/>
                  <a:pt x="2402207" y="984100"/>
                </a:cubicBezTo>
                <a:cubicBezTo>
                  <a:pt x="2449339" y="998938"/>
                  <a:pt x="2501490" y="939368"/>
                  <a:pt x="2543385" y="950496"/>
                </a:cubicBezTo>
                <a:cubicBezTo>
                  <a:pt x="2564332" y="931949"/>
                  <a:pt x="2590517" y="916893"/>
                  <a:pt x="2632194" y="913184"/>
                </a:cubicBezTo>
                <a:cubicBezTo>
                  <a:pt x="2637431" y="913184"/>
                  <a:pt x="2632194" y="909474"/>
                  <a:pt x="2632194" y="902055"/>
                </a:cubicBezTo>
                <a:cubicBezTo>
                  <a:pt x="2684563" y="909474"/>
                  <a:pt x="2689800" y="875871"/>
                  <a:pt x="2741950" y="868452"/>
                </a:cubicBezTo>
                <a:cubicBezTo>
                  <a:pt x="2731476" y="883290"/>
                  <a:pt x="2726240" y="883290"/>
                  <a:pt x="2731476" y="902055"/>
                </a:cubicBezTo>
                <a:cubicBezTo>
                  <a:pt x="2736713" y="887217"/>
                  <a:pt x="2752424" y="913184"/>
                  <a:pt x="2762898" y="898346"/>
                </a:cubicBezTo>
                <a:cubicBezTo>
                  <a:pt x="2768135" y="902055"/>
                  <a:pt x="2752424" y="920821"/>
                  <a:pt x="2726240" y="916893"/>
                </a:cubicBezTo>
                <a:cubicBezTo>
                  <a:pt x="2726240" y="913184"/>
                  <a:pt x="2726240" y="905765"/>
                  <a:pt x="2726240" y="902055"/>
                </a:cubicBezTo>
                <a:cubicBezTo>
                  <a:pt x="2689581" y="898346"/>
                  <a:pt x="2705292" y="913184"/>
                  <a:pt x="2694818" y="924530"/>
                </a:cubicBezTo>
                <a:cubicBezTo>
                  <a:pt x="2679108" y="928240"/>
                  <a:pt x="2689581" y="917111"/>
                  <a:pt x="2689581" y="913402"/>
                </a:cubicBezTo>
                <a:cubicBezTo>
                  <a:pt x="2658160" y="909692"/>
                  <a:pt x="2658160" y="928240"/>
                  <a:pt x="2642449" y="935877"/>
                </a:cubicBezTo>
                <a:cubicBezTo>
                  <a:pt x="2642449" y="943296"/>
                  <a:pt x="2652923" y="943296"/>
                  <a:pt x="2668634" y="943296"/>
                </a:cubicBezTo>
                <a:cubicBezTo>
                  <a:pt x="2668634" y="954424"/>
                  <a:pt x="2658160" y="950715"/>
                  <a:pt x="2658160" y="958134"/>
                </a:cubicBezTo>
                <a:cubicBezTo>
                  <a:pt x="2705292" y="976681"/>
                  <a:pt x="2762679" y="935659"/>
                  <a:pt x="2804575" y="920821"/>
                </a:cubicBezTo>
                <a:cubicBezTo>
                  <a:pt x="2809812" y="931949"/>
                  <a:pt x="2773153" y="939368"/>
                  <a:pt x="2762679" y="950715"/>
                </a:cubicBezTo>
                <a:cubicBezTo>
                  <a:pt x="2882910" y="947005"/>
                  <a:pt x="2966700" y="868670"/>
                  <a:pt x="3071220" y="857542"/>
                </a:cubicBezTo>
                <a:cubicBezTo>
                  <a:pt x="3039798" y="898564"/>
                  <a:pt x="2966700" y="913402"/>
                  <a:pt x="2914331" y="939586"/>
                </a:cubicBezTo>
                <a:cubicBezTo>
                  <a:pt x="2930042" y="947005"/>
                  <a:pt x="2971937" y="939586"/>
                  <a:pt x="2997903" y="943296"/>
                </a:cubicBezTo>
                <a:cubicBezTo>
                  <a:pt x="2945534" y="958134"/>
                  <a:pt x="2882910" y="943296"/>
                  <a:pt x="2841015" y="969480"/>
                </a:cubicBezTo>
                <a:cubicBezTo>
                  <a:pt x="2851489" y="973190"/>
                  <a:pt x="2888147" y="965771"/>
                  <a:pt x="2914331" y="965771"/>
                </a:cubicBezTo>
                <a:cubicBezTo>
                  <a:pt x="2903858" y="995665"/>
                  <a:pt x="2841015" y="984318"/>
                  <a:pt x="2815048" y="995665"/>
                </a:cubicBezTo>
                <a:cubicBezTo>
                  <a:pt x="2820285" y="1003084"/>
                  <a:pt x="2835996" y="999374"/>
                  <a:pt x="2830759" y="1010503"/>
                </a:cubicBezTo>
                <a:cubicBezTo>
                  <a:pt x="2804575" y="1014212"/>
                  <a:pt x="2788864" y="1029050"/>
                  <a:pt x="2762679" y="1021631"/>
                </a:cubicBezTo>
                <a:cubicBezTo>
                  <a:pt x="2746969" y="1025340"/>
                  <a:pt x="2762679" y="1032759"/>
                  <a:pt x="2752206" y="1044106"/>
                </a:cubicBezTo>
                <a:cubicBezTo>
                  <a:pt x="2736495" y="1047815"/>
                  <a:pt x="2741732" y="1036687"/>
                  <a:pt x="2731258" y="1036687"/>
                </a:cubicBezTo>
                <a:cubicBezTo>
                  <a:pt x="2726021" y="1055234"/>
                  <a:pt x="2684126" y="1044106"/>
                  <a:pt x="2684126" y="1070290"/>
                </a:cubicBezTo>
                <a:cubicBezTo>
                  <a:pt x="2652705" y="1059162"/>
                  <a:pt x="2626520" y="1081419"/>
                  <a:pt x="2616047" y="1103894"/>
                </a:cubicBezTo>
                <a:cubicBezTo>
                  <a:pt x="2642231" y="1111313"/>
                  <a:pt x="2631757" y="1089056"/>
                  <a:pt x="2652705" y="1089056"/>
                </a:cubicBezTo>
                <a:cubicBezTo>
                  <a:pt x="2652705" y="1092765"/>
                  <a:pt x="2652705" y="1096475"/>
                  <a:pt x="2652705" y="1100184"/>
                </a:cubicBezTo>
                <a:cubicBezTo>
                  <a:pt x="2668415" y="1096475"/>
                  <a:pt x="2689363" y="1096475"/>
                  <a:pt x="2678889" y="1081637"/>
                </a:cubicBezTo>
                <a:cubicBezTo>
                  <a:pt x="2699837" y="1089056"/>
                  <a:pt x="2741732" y="1089056"/>
                  <a:pt x="2772935" y="1081637"/>
                </a:cubicBezTo>
                <a:cubicBezTo>
                  <a:pt x="2767698" y="1077928"/>
                  <a:pt x="2757224" y="1077928"/>
                  <a:pt x="2762461" y="1066799"/>
                </a:cubicBezTo>
                <a:cubicBezTo>
                  <a:pt x="2846034" y="1089274"/>
                  <a:pt x="2919350" y="1014648"/>
                  <a:pt x="2997903" y="1018358"/>
                </a:cubicBezTo>
                <a:cubicBezTo>
                  <a:pt x="2961245" y="1059380"/>
                  <a:pt x="2861962" y="1055671"/>
                  <a:pt x="2825304" y="1096693"/>
                </a:cubicBezTo>
                <a:cubicBezTo>
                  <a:pt x="2893384" y="1096693"/>
                  <a:pt x="2950771" y="1059380"/>
                  <a:pt x="3013614" y="1044542"/>
                </a:cubicBezTo>
                <a:cubicBezTo>
                  <a:pt x="3013614" y="1048252"/>
                  <a:pt x="2992666" y="1051961"/>
                  <a:pt x="3008377" y="1055671"/>
                </a:cubicBezTo>
                <a:cubicBezTo>
                  <a:pt x="2940297" y="1070509"/>
                  <a:pt x="2903858" y="1104112"/>
                  <a:pt x="2835778" y="1107822"/>
                </a:cubicBezTo>
                <a:cubicBezTo>
                  <a:pt x="2830541" y="1115240"/>
                  <a:pt x="2851489" y="1118950"/>
                  <a:pt x="2835778" y="1122659"/>
                </a:cubicBezTo>
                <a:cubicBezTo>
                  <a:pt x="2820067" y="1115240"/>
                  <a:pt x="2809593" y="1133788"/>
                  <a:pt x="2793883" y="1130078"/>
                </a:cubicBezTo>
                <a:cubicBezTo>
                  <a:pt x="2788646" y="1141207"/>
                  <a:pt x="2799120" y="1141207"/>
                  <a:pt x="2799120" y="1152553"/>
                </a:cubicBezTo>
                <a:cubicBezTo>
                  <a:pt x="2778172" y="1148844"/>
                  <a:pt x="2772935" y="1156263"/>
                  <a:pt x="2757224" y="1156263"/>
                </a:cubicBezTo>
                <a:cubicBezTo>
                  <a:pt x="2762461" y="1212123"/>
                  <a:pt x="2872218" y="1156263"/>
                  <a:pt x="2908876" y="1145134"/>
                </a:cubicBezTo>
                <a:cubicBezTo>
                  <a:pt x="2903639" y="1148844"/>
                  <a:pt x="2903639" y="1152553"/>
                  <a:pt x="2914113" y="1152553"/>
                </a:cubicBezTo>
                <a:cubicBezTo>
                  <a:pt x="2903639" y="1159972"/>
                  <a:pt x="2887929" y="1156263"/>
                  <a:pt x="2866981" y="1163682"/>
                </a:cubicBezTo>
                <a:cubicBezTo>
                  <a:pt x="2866981" y="1174810"/>
                  <a:pt x="2872218" y="1178520"/>
                  <a:pt x="2882692" y="1178520"/>
                </a:cubicBezTo>
                <a:cubicBezTo>
                  <a:pt x="2919350" y="1171101"/>
                  <a:pt x="2956008" y="1152335"/>
                  <a:pt x="2976738" y="1148626"/>
                </a:cubicBezTo>
                <a:cubicBezTo>
                  <a:pt x="2992448" y="1156045"/>
                  <a:pt x="2945316" y="1167173"/>
                  <a:pt x="2955790" y="1171101"/>
                </a:cubicBezTo>
                <a:cubicBezTo>
                  <a:pt x="2913895" y="1189648"/>
                  <a:pt x="2872218" y="1197285"/>
                  <a:pt x="2846034" y="1219542"/>
                </a:cubicBezTo>
                <a:cubicBezTo>
                  <a:pt x="2882692" y="1215832"/>
                  <a:pt x="2976738" y="1200995"/>
                  <a:pt x="2971501" y="1171101"/>
                </a:cubicBezTo>
                <a:cubicBezTo>
                  <a:pt x="3039580" y="1167391"/>
                  <a:pt x="3091731" y="1144916"/>
                  <a:pt x="3149337" y="1130078"/>
                </a:cubicBezTo>
                <a:cubicBezTo>
                  <a:pt x="3128389" y="1130078"/>
                  <a:pt x="3138863" y="1122659"/>
                  <a:pt x="3154574" y="1115240"/>
                </a:cubicBezTo>
                <a:cubicBezTo>
                  <a:pt x="3170284" y="1115240"/>
                  <a:pt x="3175521" y="1126369"/>
                  <a:pt x="3185995" y="1115240"/>
                </a:cubicBezTo>
                <a:cubicBezTo>
                  <a:pt x="3201706" y="1115240"/>
                  <a:pt x="3201706" y="1126369"/>
                  <a:pt x="3191232" y="1130078"/>
                </a:cubicBezTo>
                <a:cubicBezTo>
                  <a:pt x="3238364" y="1115240"/>
                  <a:pt x="3274804" y="1100184"/>
                  <a:pt x="3311462" y="1092765"/>
                </a:cubicBezTo>
                <a:cubicBezTo>
                  <a:pt x="3316699" y="1096475"/>
                  <a:pt x="3306226" y="1100184"/>
                  <a:pt x="3311462" y="1103894"/>
                </a:cubicBezTo>
                <a:cubicBezTo>
                  <a:pt x="3327173" y="1107603"/>
                  <a:pt x="3321936" y="1096475"/>
                  <a:pt x="3332410" y="1103894"/>
                </a:cubicBezTo>
                <a:cubicBezTo>
                  <a:pt x="3342884" y="1100184"/>
                  <a:pt x="3348121" y="1092765"/>
                  <a:pt x="3353358" y="1081419"/>
                </a:cubicBezTo>
                <a:cubicBezTo>
                  <a:pt x="3431911" y="1077709"/>
                  <a:pt x="3452640" y="1032978"/>
                  <a:pt x="3515483" y="1017921"/>
                </a:cubicBezTo>
                <a:cubicBezTo>
                  <a:pt x="3494535" y="1066363"/>
                  <a:pt x="3410963" y="1081419"/>
                  <a:pt x="3348121" y="1107385"/>
                </a:cubicBezTo>
                <a:cubicBezTo>
                  <a:pt x="3300989" y="1129860"/>
                  <a:pt x="3264548" y="1159536"/>
                  <a:pt x="3217416" y="1174592"/>
                </a:cubicBezTo>
                <a:cubicBezTo>
                  <a:pt x="3154574" y="1230452"/>
                  <a:pt x="3039580" y="1249218"/>
                  <a:pt x="2976956" y="1305078"/>
                </a:cubicBezTo>
                <a:cubicBezTo>
                  <a:pt x="2940297" y="1301368"/>
                  <a:pt x="2945534" y="1327553"/>
                  <a:pt x="2919350" y="1331262"/>
                </a:cubicBezTo>
                <a:cubicBezTo>
                  <a:pt x="2914113" y="1338681"/>
                  <a:pt x="2924587" y="1338681"/>
                  <a:pt x="2924587" y="1349810"/>
                </a:cubicBezTo>
                <a:cubicBezTo>
                  <a:pt x="2903639" y="1338681"/>
                  <a:pt x="2887929" y="1353519"/>
                  <a:pt x="2861744" y="1349810"/>
                </a:cubicBezTo>
                <a:cubicBezTo>
                  <a:pt x="2893166" y="1372285"/>
                  <a:pt x="2992448" y="1327335"/>
                  <a:pt x="3018633" y="1360938"/>
                </a:cubicBezTo>
                <a:cubicBezTo>
                  <a:pt x="3071002" y="1372066"/>
                  <a:pt x="3091949" y="1338463"/>
                  <a:pt x="3138863" y="1349810"/>
                </a:cubicBezTo>
                <a:cubicBezTo>
                  <a:pt x="3144100" y="1364648"/>
                  <a:pt x="3123152" y="1357229"/>
                  <a:pt x="3117916" y="1360938"/>
                </a:cubicBezTo>
                <a:cubicBezTo>
                  <a:pt x="3165047" y="1379485"/>
                  <a:pt x="3180758" y="1342391"/>
                  <a:pt x="3227672" y="1349810"/>
                </a:cubicBezTo>
                <a:cubicBezTo>
                  <a:pt x="3180540" y="1379704"/>
                  <a:pt x="3107442" y="1398251"/>
                  <a:pt x="3055073" y="1428145"/>
                </a:cubicBezTo>
                <a:cubicBezTo>
                  <a:pt x="3123152" y="1424435"/>
                  <a:pt x="3191014" y="1390832"/>
                  <a:pt x="3243383" y="1360938"/>
                </a:cubicBezTo>
                <a:cubicBezTo>
                  <a:pt x="3342666" y="1342391"/>
                  <a:pt x="3410745" y="1301150"/>
                  <a:pt x="3520502" y="1286312"/>
                </a:cubicBezTo>
                <a:cubicBezTo>
                  <a:pt x="3452422" y="1316206"/>
                  <a:pt x="3347902" y="1357229"/>
                  <a:pt x="3253857" y="1387123"/>
                </a:cubicBezTo>
                <a:cubicBezTo>
                  <a:pt x="3306226" y="1394542"/>
                  <a:pt x="3353139" y="1368575"/>
                  <a:pt x="3400271" y="1357229"/>
                </a:cubicBezTo>
                <a:cubicBezTo>
                  <a:pt x="3400271" y="1364648"/>
                  <a:pt x="3400271" y="1372066"/>
                  <a:pt x="3400271" y="1379704"/>
                </a:cubicBezTo>
                <a:cubicBezTo>
                  <a:pt x="3300989" y="1405888"/>
                  <a:pt x="3232909" y="1454329"/>
                  <a:pt x="3138863" y="1484223"/>
                </a:cubicBezTo>
                <a:cubicBezTo>
                  <a:pt x="3144100" y="1487933"/>
                  <a:pt x="3144100" y="1491642"/>
                  <a:pt x="3144100" y="1499061"/>
                </a:cubicBezTo>
                <a:cubicBezTo>
                  <a:pt x="3091731" y="1487933"/>
                  <a:pt x="3039580" y="1532665"/>
                  <a:pt x="2976738" y="1540083"/>
                </a:cubicBezTo>
                <a:cubicBezTo>
                  <a:pt x="2987211" y="1554921"/>
                  <a:pt x="2997685" y="1536374"/>
                  <a:pt x="3008159" y="1536374"/>
                </a:cubicBezTo>
                <a:cubicBezTo>
                  <a:pt x="3002922" y="1543793"/>
                  <a:pt x="2997685" y="1554921"/>
                  <a:pt x="2992448" y="1558849"/>
                </a:cubicBezTo>
                <a:cubicBezTo>
                  <a:pt x="3008159" y="1566268"/>
                  <a:pt x="3023870" y="1566268"/>
                  <a:pt x="3050054" y="1566268"/>
                </a:cubicBezTo>
                <a:cubicBezTo>
                  <a:pt x="3018633" y="1588743"/>
                  <a:pt x="2961245" y="1566268"/>
                  <a:pt x="2940297" y="1592452"/>
                </a:cubicBezTo>
                <a:cubicBezTo>
                  <a:pt x="2940297" y="1588743"/>
                  <a:pt x="2935061" y="1585034"/>
                  <a:pt x="2935061" y="1581324"/>
                </a:cubicBezTo>
                <a:cubicBezTo>
                  <a:pt x="2877455" y="1599871"/>
                  <a:pt x="2814830" y="1614928"/>
                  <a:pt x="2772935" y="1641112"/>
                </a:cubicBezTo>
                <a:cubicBezTo>
                  <a:pt x="2830541" y="1633693"/>
                  <a:pt x="2882692" y="1641112"/>
                  <a:pt x="2929824" y="1629984"/>
                </a:cubicBezTo>
                <a:cubicBezTo>
                  <a:pt x="2976956" y="1622565"/>
                  <a:pt x="2997903" y="1585252"/>
                  <a:pt x="3050054" y="1581542"/>
                </a:cubicBezTo>
                <a:cubicBezTo>
                  <a:pt x="3039580" y="1592671"/>
                  <a:pt x="3018633" y="1592671"/>
                  <a:pt x="3013396" y="1607727"/>
                </a:cubicBezTo>
                <a:cubicBezTo>
                  <a:pt x="3029107" y="1604017"/>
                  <a:pt x="3039580" y="1600308"/>
                  <a:pt x="3060528" y="1600308"/>
                </a:cubicBezTo>
                <a:cubicBezTo>
                  <a:pt x="3055291" y="1604017"/>
                  <a:pt x="3050054" y="1604017"/>
                  <a:pt x="3050054" y="1611436"/>
                </a:cubicBezTo>
                <a:cubicBezTo>
                  <a:pt x="3071002" y="1611436"/>
                  <a:pt x="3071002" y="1596598"/>
                  <a:pt x="3091949" y="1596598"/>
                </a:cubicBezTo>
                <a:cubicBezTo>
                  <a:pt x="3091949" y="1592889"/>
                  <a:pt x="3081476" y="1592889"/>
                  <a:pt x="3081476" y="1585470"/>
                </a:cubicBezTo>
                <a:cubicBezTo>
                  <a:pt x="3107660" y="1585470"/>
                  <a:pt x="3107660" y="1574342"/>
                  <a:pt x="3128608" y="1574342"/>
                </a:cubicBezTo>
                <a:cubicBezTo>
                  <a:pt x="3128608" y="1581761"/>
                  <a:pt x="3118134" y="1578051"/>
                  <a:pt x="3118134" y="1585470"/>
                </a:cubicBezTo>
                <a:cubicBezTo>
                  <a:pt x="3186213" y="1574342"/>
                  <a:pt x="3222653" y="1544448"/>
                  <a:pt x="3285496" y="1529610"/>
                </a:cubicBezTo>
                <a:cubicBezTo>
                  <a:pt x="3280259" y="1559504"/>
                  <a:pt x="3248838" y="1570632"/>
                  <a:pt x="3227890" y="1585470"/>
                </a:cubicBezTo>
                <a:cubicBezTo>
                  <a:pt x="3290733" y="1578051"/>
                  <a:pt x="3316699" y="1544448"/>
                  <a:pt x="3374305" y="1529610"/>
                </a:cubicBezTo>
                <a:cubicBezTo>
                  <a:pt x="3300989" y="1593107"/>
                  <a:pt x="3159811" y="1611654"/>
                  <a:pt x="3050054" y="1648967"/>
                </a:cubicBezTo>
                <a:cubicBezTo>
                  <a:pt x="3039580" y="1660096"/>
                  <a:pt x="3018633" y="1663805"/>
                  <a:pt x="3018633" y="1678861"/>
                </a:cubicBezTo>
                <a:cubicBezTo>
                  <a:pt x="2971501" y="1678861"/>
                  <a:pt x="2903639" y="1682571"/>
                  <a:pt x="2861744" y="1716174"/>
                </a:cubicBezTo>
                <a:cubicBezTo>
                  <a:pt x="2898402" y="1712465"/>
                  <a:pt x="2924587" y="1705046"/>
                  <a:pt x="2961027" y="1705046"/>
                </a:cubicBezTo>
                <a:cubicBezTo>
                  <a:pt x="2898184" y="1719884"/>
                  <a:pt x="2830323" y="1749778"/>
                  <a:pt x="2757006" y="1746068"/>
                </a:cubicBezTo>
                <a:cubicBezTo>
                  <a:pt x="2777954" y="1753487"/>
                  <a:pt x="2741296" y="1760906"/>
                  <a:pt x="2720348" y="1764615"/>
                </a:cubicBezTo>
                <a:cubicBezTo>
                  <a:pt x="2720348" y="1779453"/>
                  <a:pt x="2730822" y="1787090"/>
                  <a:pt x="2725585" y="1801928"/>
                </a:cubicBezTo>
                <a:cubicBezTo>
                  <a:pt x="2751769" y="1798219"/>
                  <a:pt x="2767480" y="1787090"/>
                  <a:pt x="2798902" y="1787090"/>
                </a:cubicBezTo>
                <a:cubicBezTo>
                  <a:pt x="2783191" y="1768543"/>
                  <a:pt x="2809375" y="1783381"/>
                  <a:pt x="2809375" y="1764615"/>
                </a:cubicBezTo>
                <a:cubicBezTo>
                  <a:pt x="2846034" y="1772034"/>
                  <a:pt x="2866981" y="1738431"/>
                  <a:pt x="2908658" y="1734721"/>
                </a:cubicBezTo>
                <a:cubicBezTo>
                  <a:pt x="2892947" y="1757196"/>
                  <a:pt x="2851052" y="1757196"/>
                  <a:pt x="2835341" y="1779453"/>
                </a:cubicBezTo>
                <a:cubicBezTo>
                  <a:pt x="2872000" y="1779453"/>
                  <a:pt x="2877237" y="1756978"/>
                  <a:pt x="2913895" y="1756978"/>
                </a:cubicBezTo>
                <a:cubicBezTo>
                  <a:pt x="2934842" y="1756978"/>
                  <a:pt x="2903421" y="1764397"/>
                  <a:pt x="2913895" y="1775526"/>
                </a:cubicBezTo>
                <a:cubicBezTo>
                  <a:pt x="2929605" y="1753051"/>
                  <a:pt x="2997467" y="1768107"/>
                  <a:pt x="3013178" y="1741922"/>
                </a:cubicBezTo>
                <a:cubicBezTo>
                  <a:pt x="3013178" y="1734503"/>
                  <a:pt x="3013178" y="1730794"/>
                  <a:pt x="3002704" y="1730794"/>
                </a:cubicBezTo>
                <a:cubicBezTo>
                  <a:pt x="3028888" y="1719665"/>
                  <a:pt x="3060310" y="1712246"/>
                  <a:pt x="3086276" y="1704609"/>
                </a:cubicBezTo>
                <a:cubicBezTo>
                  <a:pt x="3086276" y="1693481"/>
                  <a:pt x="3060091" y="1700900"/>
                  <a:pt x="3049618" y="1700900"/>
                </a:cubicBezTo>
                <a:cubicBezTo>
                  <a:pt x="3054855" y="1689771"/>
                  <a:pt x="3075802" y="1689771"/>
                  <a:pt x="3086276" y="1686062"/>
                </a:cubicBezTo>
                <a:cubicBezTo>
                  <a:pt x="3086276" y="1704609"/>
                  <a:pt x="3107223" y="1689771"/>
                  <a:pt x="3128171" y="1693481"/>
                </a:cubicBezTo>
                <a:cubicBezTo>
                  <a:pt x="3122934" y="1697190"/>
                  <a:pt x="3112460" y="1697190"/>
                  <a:pt x="3107223" y="1704609"/>
                </a:cubicBezTo>
                <a:cubicBezTo>
                  <a:pt x="3122934" y="1715738"/>
                  <a:pt x="3122934" y="1715738"/>
                  <a:pt x="3112460" y="1734503"/>
                </a:cubicBezTo>
                <a:cubicBezTo>
                  <a:pt x="3243165" y="1697190"/>
                  <a:pt x="3337429" y="1641330"/>
                  <a:pt x="3468133" y="1633693"/>
                </a:cubicBezTo>
                <a:cubicBezTo>
                  <a:pt x="3468133" y="1644821"/>
                  <a:pt x="3468133" y="1648531"/>
                  <a:pt x="3478607" y="1648531"/>
                </a:cubicBezTo>
                <a:cubicBezTo>
                  <a:pt x="3525739" y="1622346"/>
                  <a:pt x="3577889" y="1614928"/>
                  <a:pt x="3645969" y="1614928"/>
                </a:cubicBezTo>
                <a:cubicBezTo>
                  <a:pt x="3567416" y="1659659"/>
                  <a:pt x="3457659" y="1685844"/>
                  <a:pt x="3379324" y="1730576"/>
                </a:cubicBezTo>
                <a:cubicBezTo>
                  <a:pt x="3306007" y="1756760"/>
                  <a:pt x="3217198" y="1767888"/>
                  <a:pt x="3154355" y="1797782"/>
                </a:cubicBezTo>
                <a:cubicBezTo>
                  <a:pt x="2955572" y="1835095"/>
                  <a:pt x="2803920" y="1902302"/>
                  <a:pt x="2610373" y="1939615"/>
                </a:cubicBezTo>
                <a:cubicBezTo>
                  <a:pt x="2662742" y="1947034"/>
                  <a:pt x="2725367" y="1935906"/>
                  <a:pt x="2772499" y="1913431"/>
                </a:cubicBezTo>
                <a:cubicBezTo>
                  <a:pt x="2840578" y="1924559"/>
                  <a:pt x="2871781" y="1876118"/>
                  <a:pt x="2939861" y="1872408"/>
                </a:cubicBezTo>
                <a:cubicBezTo>
                  <a:pt x="3013178" y="1842514"/>
                  <a:pt x="3096750" y="1823967"/>
                  <a:pt x="3180322" y="1805201"/>
                </a:cubicBezTo>
                <a:cubicBezTo>
                  <a:pt x="3216980" y="1786654"/>
                  <a:pt x="3274368" y="1782726"/>
                  <a:pt x="3311026" y="1775307"/>
                </a:cubicBezTo>
                <a:cubicBezTo>
                  <a:pt x="3086058" y="1838805"/>
                  <a:pt x="2866545" y="1909503"/>
                  <a:pt x="2631103" y="1973000"/>
                </a:cubicBezTo>
                <a:cubicBezTo>
                  <a:pt x="2631103" y="1954453"/>
                  <a:pt x="2657287" y="1961872"/>
                  <a:pt x="2672998" y="1954453"/>
                </a:cubicBezTo>
                <a:cubicBezTo>
                  <a:pt x="2657287" y="1947034"/>
                  <a:pt x="2620629" y="1958162"/>
                  <a:pt x="2604918" y="1961872"/>
                </a:cubicBezTo>
                <a:cubicBezTo>
                  <a:pt x="2604918" y="1976710"/>
                  <a:pt x="2620629" y="1965581"/>
                  <a:pt x="2620629" y="1973000"/>
                </a:cubicBezTo>
                <a:cubicBezTo>
                  <a:pt x="2542075" y="2010313"/>
                  <a:pt x="2437556" y="2025151"/>
                  <a:pt x="2343510" y="2055045"/>
                </a:cubicBezTo>
                <a:cubicBezTo>
                  <a:pt x="2254701" y="2088648"/>
                  <a:pt x="2144726" y="2110905"/>
                  <a:pt x="2050680" y="2144509"/>
                </a:cubicBezTo>
                <a:cubicBezTo>
                  <a:pt x="2014022" y="2133380"/>
                  <a:pt x="1987837" y="2137090"/>
                  <a:pt x="1972127" y="2163056"/>
                </a:cubicBezTo>
                <a:cubicBezTo>
                  <a:pt x="1867607" y="2204078"/>
                  <a:pt x="1762869" y="2230263"/>
                  <a:pt x="1668823" y="2278704"/>
                </a:cubicBezTo>
                <a:cubicBezTo>
                  <a:pt x="1658350" y="2252519"/>
                  <a:pt x="1731666" y="2252519"/>
                  <a:pt x="1747377" y="2230263"/>
                </a:cubicBezTo>
                <a:cubicBezTo>
                  <a:pt x="1757851" y="2230263"/>
                  <a:pt x="1763087" y="2230263"/>
                  <a:pt x="1773561" y="2230263"/>
                </a:cubicBezTo>
                <a:cubicBezTo>
                  <a:pt x="1799746" y="2204078"/>
                  <a:pt x="1852115" y="2192950"/>
                  <a:pt x="1883318" y="2166765"/>
                </a:cubicBezTo>
                <a:cubicBezTo>
                  <a:pt x="1804764" y="2166765"/>
                  <a:pt x="1752614" y="2233972"/>
                  <a:pt x="1684534" y="2241391"/>
                </a:cubicBezTo>
                <a:cubicBezTo>
                  <a:pt x="1679297" y="2241391"/>
                  <a:pt x="1684534" y="2245100"/>
                  <a:pt x="1679297" y="2248810"/>
                </a:cubicBezTo>
                <a:cubicBezTo>
                  <a:pt x="1605981" y="2259938"/>
                  <a:pt x="1564304" y="2293542"/>
                  <a:pt x="1506698" y="2316017"/>
                </a:cubicBezTo>
                <a:cubicBezTo>
                  <a:pt x="1522409" y="2297469"/>
                  <a:pt x="1553830" y="2282414"/>
                  <a:pt x="1553830" y="2256229"/>
                </a:cubicBezTo>
                <a:cubicBezTo>
                  <a:pt x="1532882" y="2256229"/>
                  <a:pt x="1532882" y="2263648"/>
                  <a:pt x="1517172" y="2259938"/>
                </a:cubicBezTo>
                <a:cubicBezTo>
                  <a:pt x="1511935" y="2252519"/>
                  <a:pt x="1517172" y="2248810"/>
                  <a:pt x="1522409" y="2245100"/>
                </a:cubicBezTo>
                <a:cubicBezTo>
                  <a:pt x="1480513" y="2241391"/>
                  <a:pt x="1480513" y="2259938"/>
                  <a:pt x="1475277" y="2274995"/>
                </a:cubicBezTo>
                <a:cubicBezTo>
                  <a:pt x="1464803" y="2286123"/>
                  <a:pt x="1464803" y="2267576"/>
                  <a:pt x="1443855" y="2271285"/>
                </a:cubicBezTo>
                <a:cubicBezTo>
                  <a:pt x="1438618" y="2256447"/>
                  <a:pt x="1454329" y="2256447"/>
                  <a:pt x="1454329" y="2245100"/>
                </a:cubicBezTo>
                <a:cubicBezTo>
                  <a:pt x="1417671" y="2245100"/>
                  <a:pt x="1365520" y="2263648"/>
                  <a:pt x="1344572" y="2282414"/>
                </a:cubicBezTo>
                <a:cubicBezTo>
                  <a:pt x="1297440" y="2282414"/>
                  <a:pt x="1271256" y="2330855"/>
                  <a:pt x="1234816" y="2316017"/>
                </a:cubicBezTo>
                <a:cubicBezTo>
                  <a:pt x="1261000" y="2278704"/>
                  <a:pt x="1318388" y="2267576"/>
                  <a:pt x="1349809" y="2237682"/>
                </a:cubicBezTo>
                <a:cubicBezTo>
                  <a:pt x="1334099" y="2241391"/>
                  <a:pt x="1266237" y="2245100"/>
                  <a:pt x="1266237" y="2271285"/>
                </a:cubicBezTo>
                <a:cubicBezTo>
                  <a:pt x="1229579" y="2267576"/>
                  <a:pt x="1208631" y="2293760"/>
                  <a:pt x="1177428" y="2304888"/>
                </a:cubicBezTo>
                <a:cubicBezTo>
                  <a:pt x="1182665" y="2282414"/>
                  <a:pt x="1245508" y="2267576"/>
                  <a:pt x="1261000" y="2241391"/>
                </a:cubicBezTo>
                <a:cubicBezTo>
                  <a:pt x="1213868" y="2241391"/>
                  <a:pt x="1187684" y="2256229"/>
                  <a:pt x="1146007" y="2256229"/>
                </a:cubicBezTo>
                <a:cubicBezTo>
                  <a:pt x="1140770" y="2252519"/>
                  <a:pt x="1130296" y="2248810"/>
                  <a:pt x="1140770" y="2241391"/>
                </a:cubicBezTo>
                <a:cubicBezTo>
                  <a:pt x="1114586" y="2237682"/>
                  <a:pt x="1114586" y="2248810"/>
                  <a:pt x="1093638" y="2245100"/>
                </a:cubicBezTo>
                <a:cubicBezTo>
                  <a:pt x="1130296" y="2230263"/>
                  <a:pt x="1172191" y="2218916"/>
                  <a:pt x="1203394" y="2196659"/>
                </a:cubicBezTo>
                <a:cubicBezTo>
                  <a:pt x="1187684" y="2189240"/>
                  <a:pt x="1177210" y="2163056"/>
                  <a:pt x="1203394" y="2159346"/>
                </a:cubicBezTo>
                <a:cubicBezTo>
                  <a:pt x="1213868" y="2166765"/>
                  <a:pt x="1198158" y="2174184"/>
                  <a:pt x="1208631" y="2177894"/>
                </a:cubicBezTo>
                <a:cubicBezTo>
                  <a:pt x="1255763" y="2159346"/>
                  <a:pt x="1302677" y="2133162"/>
                  <a:pt x="1313151" y="2099559"/>
                </a:cubicBezTo>
                <a:cubicBezTo>
                  <a:pt x="1245071" y="2110687"/>
                  <a:pt x="1182447" y="2155419"/>
                  <a:pt x="1109130" y="2174184"/>
                </a:cubicBezTo>
                <a:cubicBezTo>
                  <a:pt x="1124841" y="2163056"/>
                  <a:pt x="1135315" y="2151709"/>
                  <a:pt x="1151026" y="2140581"/>
                </a:cubicBezTo>
                <a:cubicBezTo>
                  <a:pt x="1009848" y="2189022"/>
                  <a:pt x="905328" y="2263648"/>
                  <a:pt x="758695" y="2312089"/>
                </a:cubicBezTo>
                <a:cubicBezTo>
                  <a:pt x="847504" y="2259938"/>
                  <a:pt x="952242" y="2218916"/>
                  <a:pt x="1035814" y="2155419"/>
                </a:cubicBezTo>
                <a:cubicBezTo>
                  <a:pt x="1041051" y="2155419"/>
                  <a:pt x="1046288" y="2162838"/>
                  <a:pt x="1051525" y="2159128"/>
                </a:cubicBezTo>
                <a:cubicBezTo>
                  <a:pt x="1077709" y="2136653"/>
                  <a:pt x="1135097" y="2132944"/>
                  <a:pt x="1150807" y="2099340"/>
                </a:cubicBezTo>
                <a:cubicBezTo>
                  <a:pt x="1150807" y="2095631"/>
                  <a:pt x="1145570" y="2095631"/>
                  <a:pt x="1145570" y="2091921"/>
                </a:cubicBezTo>
                <a:cubicBezTo>
                  <a:pt x="1103675" y="2103050"/>
                  <a:pt x="1072254" y="2121815"/>
                  <a:pt x="1041051" y="2136653"/>
                </a:cubicBezTo>
                <a:cubicBezTo>
                  <a:pt x="1025340" y="2132944"/>
                  <a:pt x="1051525" y="2125525"/>
                  <a:pt x="1051525" y="2118106"/>
                </a:cubicBezTo>
                <a:cubicBezTo>
                  <a:pt x="1035814" y="2118106"/>
                  <a:pt x="1025340" y="2125525"/>
                  <a:pt x="1014866" y="2129234"/>
                </a:cubicBezTo>
                <a:cubicBezTo>
                  <a:pt x="1020103" y="2140363"/>
                  <a:pt x="1025340" y="2136653"/>
                  <a:pt x="1014866" y="2147782"/>
                </a:cubicBezTo>
                <a:cubicBezTo>
                  <a:pt x="1004393" y="2140363"/>
                  <a:pt x="999156" y="2125307"/>
                  <a:pt x="972971" y="2121597"/>
                </a:cubicBezTo>
                <a:cubicBezTo>
                  <a:pt x="952024" y="2125307"/>
                  <a:pt x="972971" y="2140144"/>
                  <a:pt x="962497" y="2147782"/>
                </a:cubicBezTo>
                <a:cubicBezTo>
                  <a:pt x="941550" y="2140363"/>
                  <a:pt x="920602" y="2144072"/>
                  <a:pt x="925839" y="2136653"/>
                </a:cubicBezTo>
                <a:cubicBezTo>
                  <a:pt x="821319" y="2151491"/>
                  <a:pt x="753240" y="2200151"/>
                  <a:pt x="664431" y="2229826"/>
                </a:cubicBezTo>
                <a:cubicBezTo>
                  <a:pt x="674905" y="2211279"/>
                  <a:pt x="690615" y="2218698"/>
                  <a:pt x="706326" y="2207351"/>
                </a:cubicBezTo>
                <a:cubicBezTo>
                  <a:pt x="706326" y="2203642"/>
                  <a:pt x="701089" y="2199932"/>
                  <a:pt x="701089" y="2196223"/>
                </a:cubicBezTo>
                <a:cubicBezTo>
                  <a:pt x="633010" y="2222407"/>
                  <a:pt x="580859" y="2256011"/>
                  <a:pt x="507542" y="2274558"/>
                </a:cubicBezTo>
                <a:cubicBezTo>
                  <a:pt x="606825" y="2214770"/>
                  <a:pt x="706326" y="2192513"/>
                  <a:pt x="784661" y="2121597"/>
                </a:cubicBezTo>
                <a:cubicBezTo>
                  <a:pt x="789898" y="2136435"/>
                  <a:pt x="805609" y="2125307"/>
                  <a:pt x="816083" y="2117888"/>
                </a:cubicBezTo>
                <a:cubicBezTo>
                  <a:pt x="821319" y="2106759"/>
                  <a:pt x="805609" y="2125307"/>
                  <a:pt x="800372" y="2114178"/>
                </a:cubicBezTo>
                <a:cubicBezTo>
                  <a:pt x="821319" y="2091703"/>
                  <a:pt x="899655" y="2091703"/>
                  <a:pt x="889181" y="2065737"/>
                </a:cubicBezTo>
                <a:cubicBezTo>
                  <a:pt x="915365" y="2069446"/>
                  <a:pt x="967734" y="2043262"/>
                  <a:pt x="988464" y="2021005"/>
                </a:cubicBezTo>
                <a:cubicBezTo>
                  <a:pt x="983227" y="2009877"/>
                  <a:pt x="962279" y="2024715"/>
                  <a:pt x="957042" y="2017296"/>
                </a:cubicBezTo>
                <a:cubicBezTo>
                  <a:pt x="951805" y="2028424"/>
                  <a:pt x="936095" y="2032133"/>
                  <a:pt x="936095" y="2050899"/>
                </a:cubicBezTo>
                <a:cubicBezTo>
                  <a:pt x="925621" y="2047190"/>
                  <a:pt x="909910" y="2039771"/>
                  <a:pt x="915147" y="2058318"/>
                </a:cubicBezTo>
                <a:cubicBezTo>
                  <a:pt x="904673" y="2058318"/>
                  <a:pt x="909910" y="2035843"/>
                  <a:pt x="904673" y="2050899"/>
                </a:cubicBezTo>
                <a:cubicBezTo>
                  <a:pt x="878489" y="2050899"/>
                  <a:pt x="909910" y="2039771"/>
                  <a:pt x="909910" y="2036061"/>
                </a:cubicBezTo>
                <a:cubicBezTo>
                  <a:pt x="883726" y="2032352"/>
                  <a:pt x="878489" y="2039771"/>
                  <a:pt x="862778" y="2043480"/>
                </a:cubicBezTo>
                <a:cubicBezTo>
                  <a:pt x="862778" y="2054609"/>
                  <a:pt x="852304" y="2058318"/>
                  <a:pt x="873252" y="2062027"/>
                </a:cubicBezTo>
                <a:cubicBezTo>
                  <a:pt x="862778" y="2069446"/>
                  <a:pt x="852304" y="2073156"/>
                  <a:pt x="847068" y="2084502"/>
                </a:cubicBezTo>
                <a:cubicBezTo>
                  <a:pt x="841831" y="2084502"/>
                  <a:pt x="841831" y="2073374"/>
                  <a:pt x="826120" y="2077083"/>
                </a:cubicBezTo>
                <a:cubicBezTo>
                  <a:pt x="831357" y="2069665"/>
                  <a:pt x="841831" y="2065955"/>
                  <a:pt x="847068" y="2058536"/>
                </a:cubicBezTo>
                <a:cubicBezTo>
                  <a:pt x="758259" y="2054827"/>
                  <a:pt x="679705" y="2088430"/>
                  <a:pt x="611626" y="2110687"/>
                </a:cubicBezTo>
                <a:cubicBezTo>
                  <a:pt x="590678" y="2114396"/>
                  <a:pt x="590678" y="2103268"/>
                  <a:pt x="574967" y="2103268"/>
                </a:cubicBezTo>
                <a:cubicBezTo>
                  <a:pt x="726619" y="2065955"/>
                  <a:pt x="825902" y="2002458"/>
                  <a:pt x="967298" y="1969073"/>
                </a:cubicBezTo>
                <a:cubicBezTo>
                  <a:pt x="962061" y="1950525"/>
                  <a:pt x="967298" y="1946598"/>
                  <a:pt x="967298" y="1928050"/>
                </a:cubicBezTo>
                <a:cubicBezTo>
                  <a:pt x="946350" y="1935469"/>
                  <a:pt x="899218" y="1939179"/>
                  <a:pt x="904455" y="1950525"/>
                </a:cubicBezTo>
                <a:cubicBezTo>
                  <a:pt x="873034" y="1943106"/>
                  <a:pt x="815646" y="1965363"/>
                  <a:pt x="789462" y="1980419"/>
                </a:cubicBezTo>
                <a:cubicBezTo>
                  <a:pt x="737093" y="1965581"/>
                  <a:pt x="679705" y="2014023"/>
                  <a:pt x="627336" y="2006604"/>
                </a:cubicBezTo>
                <a:cubicBezTo>
                  <a:pt x="663994" y="1973000"/>
                  <a:pt x="747567" y="1973000"/>
                  <a:pt x="778988" y="1920849"/>
                </a:cubicBezTo>
                <a:cubicBezTo>
                  <a:pt x="742330" y="1931978"/>
                  <a:pt x="690179" y="1954453"/>
                  <a:pt x="632573" y="1969291"/>
                </a:cubicBezTo>
                <a:cubicBezTo>
                  <a:pt x="658758" y="1931978"/>
                  <a:pt x="716145" y="1913431"/>
                  <a:pt x="763277" y="1890956"/>
                </a:cubicBezTo>
                <a:cubicBezTo>
                  <a:pt x="768514" y="1879827"/>
                  <a:pt x="747567" y="1887246"/>
                  <a:pt x="737093" y="1887246"/>
                </a:cubicBezTo>
                <a:cubicBezTo>
                  <a:pt x="784225" y="1868699"/>
                  <a:pt x="867797" y="1849933"/>
                  <a:pt x="883508" y="1808911"/>
                </a:cubicBezTo>
                <a:cubicBezTo>
                  <a:pt x="873034" y="1805201"/>
                  <a:pt x="857323" y="1805201"/>
                  <a:pt x="867797" y="1794073"/>
                </a:cubicBezTo>
                <a:cubicBezTo>
                  <a:pt x="846849" y="1790363"/>
                  <a:pt x="841612" y="1820257"/>
                  <a:pt x="852086" y="1827676"/>
                </a:cubicBezTo>
                <a:cubicBezTo>
                  <a:pt x="825902" y="1820257"/>
                  <a:pt x="784007" y="1838805"/>
                  <a:pt x="763277" y="1853861"/>
                </a:cubicBezTo>
                <a:cubicBezTo>
                  <a:pt x="763277" y="1831386"/>
                  <a:pt x="831357" y="1831386"/>
                  <a:pt x="841831" y="1805420"/>
                </a:cubicBezTo>
                <a:cubicBezTo>
                  <a:pt x="841831" y="1798001"/>
                  <a:pt x="831357" y="1798001"/>
                  <a:pt x="836594" y="1786872"/>
                </a:cubicBezTo>
                <a:cubicBezTo>
                  <a:pt x="810409" y="1790582"/>
                  <a:pt x="778988" y="1794291"/>
                  <a:pt x="768514" y="1809347"/>
                </a:cubicBezTo>
                <a:cubicBezTo>
                  <a:pt x="758040" y="1809347"/>
                  <a:pt x="773751" y="1805638"/>
                  <a:pt x="763277" y="1798219"/>
                </a:cubicBezTo>
                <a:cubicBezTo>
                  <a:pt x="731856" y="1801928"/>
                  <a:pt x="721382" y="1816766"/>
                  <a:pt x="684724" y="1813057"/>
                </a:cubicBezTo>
                <a:cubicBezTo>
                  <a:pt x="705671" y="1798219"/>
                  <a:pt x="679487" y="1783163"/>
                  <a:pt x="674250" y="1764615"/>
                </a:cubicBezTo>
                <a:cubicBezTo>
                  <a:pt x="689961" y="1753487"/>
                  <a:pt x="731856" y="1764615"/>
                  <a:pt x="726619" y="1746068"/>
                </a:cubicBezTo>
                <a:cubicBezTo>
                  <a:pt x="810191" y="1734940"/>
                  <a:pt x="831139" y="1675152"/>
                  <a:pt x="920166" y="1664023"/>
                </a:cubicBezTo>
                <a:cubicBezTo>
                  <a:pt x="920166" y="1656604"/>
                  <a:pt x="920166" y="1652895"/>
                  <a:pt x="920166" y="1645476"/>
                </a:cubicBezTo>
                <a:cubicBezTo>
                  <a:pt x="899218" y="1641767"/>
                  <a:pt x="909692" y="1656604"/>
                  <a:pt x="893981" y="1652895"/>
                </a:cubicBezTo>
                <a:cubicBezTo>
                  <a:pt x="899218" y="1623001"/>
                  <a:pt x="925403" y="1630420"/>
                  <a:pt x="951587" y="1619292"/>
                </a:cubicBezTo>
                <a:cubicBezTo>
                  <a:pt x="951587" y="1626710"/>
                  <a:pt x="941113" y="1630420"/>
                  <a:pt x="962061" y="1626710"/>
                </a:cubicBezTo>
                <a:cubicBezTo>
                  <a:pt x="967298" y="1596817"/>
                  <a:pt x="1003956" y="1563213"/>
                  <a:pt x="1035378" y="1537247"/>
                </a:cubicBezTo>
                <a:cubicBezTo>
                  <a:pt x="915147" y="1559722"/>
                  <a:pt x="789680" y="1600744"/>
                  <a:pt x="684942" y="1641767"/>
                </a:cubicBezTo>
                <a:cubicBezTo>
                  <a:pt x="690179" y="1630638"/>
                  <a:pt x="658758" y="1638057"/>
                  <a:pt x="663994" y="1645476"/>
                </a:cubicBezTo>
                <a:cubicBezTo>
                  <a:pt x="648284" y="1619292"/>
                  <a:pt x="716363" y="1604454"/>
                  <a:pt x="737311" y="1604454"/>
                </a:cubicBezTo>
                <a:cubicBezTo>
                  <a:pt x="747785" y="1600744"/>
                  <a:pt x="732074" y="1593325"/>
                  <a:pt x="747785" y="1593325"/>
                </a:cubicBezTo>
                <a:cubicBezTo>
                  <a:pt x="742548" y="1585906"/>
                  <a:pt x="716363" y="1593325"/>
                  <a:pt x="711127" y="1585906"/>
                </a:cubicBezTo>
                <a:cubicBezTo>
                  <a:pt x="684942" y="1604454"/>
                  <a:pt x="653521" y="1623219"/>
                  <a:pt x="622317" y="1638057"/>
                </a:cubicBezTo>
                <a:cubicBezTo>
                  <a:pt x="611844" y="1623219"/>
                  <a:pt x="632791" y="1615582"/>
                  <a:pt x="617081" y="1597035"/>
                </a:cubicBezTo>
                <a:cubicBezTo>
                  <a:pt x="590896" y="1593325"/>
                  <a:pt x="617081" y="1611873"/>
                  <a:pt x="590896" y="1611873"/>
                </a:cubicBezTo>
                <a:cubicBezTo>
                  <a:pt x="564712" y="1611873"/>
                  <a:pt x="590896" y="1600744"/>
                  <a:pt x="575186" y="1597035"/>
                </a:cubicBezTo>
                <a:cubicBezTo>
                  <a:pt x="564712" y="1604454"/>
                  <a:pt x="575186" y="1611873"/>
                  <a:pt x="564712" y="1619510"/>
                </a:cubicBezTo>
                <a:cubicBezTo>
                  <a:pt x="549001" y="1615800"/>
                  <a:pt x="549001" y="1619510"/>
                  <a:pt x="538527" y="1612091"/>
                </a:cubicBezTo>
                <a:cubicBezTo>
                  <a:pt x="538527" y="1593543"/>
                  <a:pt x="559475" y="1585906"/>
                  <a:pt x="575186" y="1578487"/>
                </a:cubicBezTo>
                <a:cubicBezTo>
                  <a:pt x="575186" y="1571068"/>
                  <a:pt x="559475" y="1578487"/>
                  <a:pt x="549001" y="1574778"/>
                </a:cubicBezTo>
                <a:cubicBezTo>
                  <a:pt x="564712" y="1567359"/>
                  <a:pt x="575186" y="1556231"/>
                  <a:pt x="596133" y="1548594"/>
                </a:cubicBezTo>
                <a:cubicBezTo>
                  <a:pt x="596133" y="1541175"/>
                  <a:pt x="585659" y="1541175"/>
                  <a:pt x="590896" y="1530046"/>
                </a:cubicBezTo>
                <a:cubicBezTo>
                  <a:pt x="622317" y="1515208"/>
                  <a:pt x="721600" y="1515208"/>
                  <a:pt x="700653" y="1459130"/>
                </a:cubicBezTo>
                <a:cubicBezTo>
                  <a:pt x="737311" y="1459130"/>
                  <a:pt x="726837" y="1429236"/>
                  <a:pt x="758259" y="1429236"/>
                </a:cubicBezTo>
                <a:cubicBezTo>
                  <a:pt x="753022" y="1429236"/>
                  <a:pt x="753022" y="1432945"/>
                  <a:pt x="753022" y="1440364"/>
                </a:cubicBezTo>
                <a:cubicBezTo>
                  <a:pt x="763495" y="1440364"/>
                  <a:pt x="763495" y="1432945"/>
                  <a:pt x="773969" y="1436655"/>
                </a:cubicBezTo>
                <a:cubicBezTo>
                  <a:pt x="773969" y="1425526"/>
                  <a:pt x="768732" y="1418108"/>
                  <a:pt x="763495" y="1410470"/>
                </a:cubicBezTo>
                <a:cubicBezTo>
                  <a:pt x="732074" y="1410470"/>
                  <a:pt x="721600" y="1425308"/>
                  <a:pt x="700653" y="1432945"/>
                </a:cubicBezTo>
                <a:cubicBezTo>
                  <a:pt x="690179" y="1432945"/>
                  <a:pt x="695416" y="1421817"/>
                  <a:pt x="684942" y="1421817"/>
                </a:cubicBezTo>
                <a:cubicBezTo>
                  <a:pt x="554238" y="1451711"/>
                  <a:pt x="454737" y="1492733"/>
                  <a:pt x="350217" y="1544884"/>
                </a:cubicBezTo>
                <a:cubicBezTo>
                  <a:pt x="350217" y="1530046"/>
                  <a:pt x="350217" y="1507571"/>
                  <a:pt x="371165" y="1496443"/>
                </a:cubicBezTo>
                <a:cubicBezTo>
                  <a:pt x="360691" y="1485314"/>
                  <a:pt x="334507" y="1492733"/>
                  <a:pt x="324033" y="1496443"/>
                </a:cubicBezTo>
                <a:cubicBezTo>
                  <a:pt x="355454" y="1466549"/>
                  <a:pt x="386875" y="1462839"/>
                  <a:pt x="423316" y="1451711"/>
                </a:cubicBezTo>
                <a:cubicBezTo>
                  <a:pt x="454737" y="1384504"/>
                  <a:pt x="548783" y="1336063"/>
                  <a:pt x="653521" y="1302459"/>
                </a:cubicBezTo>
                <a:cubicBezTo>
                  <a:pt x="648284" y="1287622"/>
                  <a:pt x="663994" y="1276275"/>
                  <a:pt x="658758" y="1265147"/>
                </a:cubicBezTo>
                <a:cubicBezTo>
                  <a:pt x="627336" y="1276275"/>
                  <a:pt x="616862" y="1298750"/>
                  <a:pt x="590678" y="1309878"/>
                </a:cubicBezTo>
                <a:cubicBezTo>
                  <a:pt x="580204" y="1306169"/>
                  <a:pt x="601152" y="1298750"/>
                  <a:pt x="601152" y="1291331"/>
                </a:cubicBezTo>
                <a:cubicBezTo>
                  <a:pt x="517580" y="1295040"/>
                  <a:pt x="428552" y="1339772"/>
                  <a:pt x="324033" y="1369666"/>
                </a:cubicBezTo>
                <a:cubicBezTo>
                  <a:pt x="297848" y="1380795"/>
                  <a:pt x="250716" y="1410689"/>
                  <a:pt x="219513" y="1421817"/>
                </a:cubicBezTo>
                <a:cubicBezTo>
                  <a:pt x="214276" y="1421817"/>
                  <a:pt x="203802" y="1418108"/>
                  <a:pt x="198566" y="1421817"/>
                </a:cubicBezTo>
                <a:cubicBezTo>
                  <a:pt x="146197" y="1440364"/>
                  <a:pt x="104520" y="1466549"/>
                  <a:pt x="67861" y="1492733"/>
                </a:cubicBezTo>
                <a:cubicBezTo>
                  <a:pt x="67861" y="1470258"/>
                  <a:pt x="120230" y="1451711"/>
                  <a:pt x="146415" y="1432945"/>
                </a:cubicBezTo>
                <a:cubicBezTo>
                  <a:pt x="114993" y="1436655"/>
                  <a:pt x="94046" y="1447783"/>
                  <a:pt x="67861" y="1455420"/>
                </a:cubicBezTo>
                <a:cubicBezTo>
                  <a:pt x="109757" y="1414398"/>
                  <a:pt x="182855" y="1395633"/>
                  <a:pt x="235224" y="1362247"/>
                </a:cubicBezTo>
                <a:cubicBezTo>
                  <a:pt x="235224" y="1351119"/>
                  <a:pt x="240461" y="1339772"/>
                  <a:pt x="261408" y="1339772"/>
                </a:cubicBezTo>
                <a:cubicBezTo>
                  <a:pt x="266645" y="1350901"/>
                  <a:pt x="245698" y="1343482"/>
                  <a:pt x="250934" y="1354610"/>
                </a:cubicBezTo>
                <a:cubicBezTo>
                  <a:pt x="313777" y="1336063"/>
                  <a:pt x="381639" y="1313588"/>
                  <a:pt x="434008" y="1272566"/>
                </a:cubicBezTo>
                <a:cubicBezTo>
                  <a:pt x="449718" y="1276275"/>
                  <a:pt x="428771" y="1279984"/>
                  <a:pt x="428771" y="1283694"/>
                </a:cubicBezTo>
                <a:cubicBezTo>
                  <a:pt x="434008" y="1291113"/>
                  <a:pt x="449718" y="1279984"/>
                  <a:pt x="460192" y="1279984"/>
                </a:cubicBezTo>
                <a:cubicBezTo>
                  <a:pt x="454955" y="1265147"/>
                  <a:pt x="444481" y="1261437"/>
                  <a:pt x="460192" y="1246381"/>
                </a:cubicBezTo>
                <a:cubicBezTo>
                  <a:pt x="434008" y="1246381"/>
                  <a:pt x="418297" y="1261219"/>
                  <a:pt x="397349" y="1264928"/>
                </a:cubicBezTo>
                <a:cubicBezTo>
                  <a:pt x="418297" y="1264928"/>
                  <a:pt x="407823" y="1276057"/>
                  <a:pt x="397349" y="1287403"/>
                </a:cubicBezTo>
                <a:cubicBezTo>
                  <a:pt x="392112" y="1264928"/>
                  <a:pt x="376402" y="1294822"/>
                  <a:pt x="371165" y="1276275"/>
                </a:cubicBezTo>
                <a:cubicBezTo>
                  <a:pt x="339743" y="1287403"/>
                  <a:pt x="313559" y="1306169"/>
                  <a:pt x="282356" y="1317297"/>
                </a:cubicBezTo>
                <a:cubicBezTo>
                  <a:pt x="319014" y="1287403"/>
                  <a:pt x="371165" y="1250091"/>
                  <a:pt x="423534" y="1246381"/>
                </a:cubicBezTo>
                <a:cubicBezTo>
                  <a:pt x="449718" y="1231543"/>
                  <a:pt x="475903" y="1216487"/>
                  <a:pt x="486376" y="1190521"/>
                </a:cubicBezTo>
                <a:cubicBezTo>
                  <a:pt x="481140" y="1186811"/>
                  <a:pt x="449718" y="1190521"/>
                  <a:pt x="460192" y="1190521"/>
                </a:cubicBezTo>
                <a:cubicBezTo>
                  <a:pt x="287593" y="1227834"/>
                  <a:pt x="156889" y="1291331"/>
                  <a:pt x="0" y="1339772"/>
                </a:cubicBezTo>
                <a:cubicBezTo>
                  <a:pt x="94046" y="1283912"/>
                  <a:pt x="219731" y="1254018"/>
                  <a:pt x="313777" y="1197940"/>
                </a:cubicBezTo>
                <a:cubicBezTo>
                  <a:pt x="418297" y="1183102"/>
                  <a:pt x="475903" y="1156917"/>
                  <a:pt x="549219" y="1119605"/>
                </a:cubicBezTo>
                <a:cubicBezTo>
                  <a:pt x="554456" y="1123314"/>
                  <a:pt x="554456" y="1130733"/>
                  <a:pt x="564930" y="1123314"/>
                </a:cubicBezTo>
                <a:cubicBezTo>
                  <a:pt x="591114" y="1115895"/>
                  <a:pt x="570167" y="1097130"/>
                  <a:pt x="585877" y="1082292"/>
                </a:cubicBezTo>
                <a:cubicBezTo>
                  <a:pt x="596351" y="1086001"/>
                  <a:pt x="638246" y="1089711"/>
                  <a:pt x="633010" y="1071163"/>
                </a:cubicBezTo>
                <a:cubicBezTo>
                  <a:pt x="627773" y="1063744"/>
                  <a:pt x="627773" y="1071163"/>
                  <a:pt x="617299" y="1071163"/>
                </a:cubicBezTo>
                <a:cubicBezTo>
                  <a:pt x="627773" y="1063744"/>
                  <a:pt x="606825" y="1052616"/>
                  <a:pt x="633010" y="1052616"/>
                </a:cubicBezTo>
                <a:cubicBezTo>
                  <a:pt x="622536" y="1041488"/>
                  <a:pt x="606825" y="1056325"/>
                  <a:pt x="596351" y="1056325"/>
                </a:cubicBezTo>
                <a:cubicBezTo>
                  <a:pt x="606825" y="1048906"/>
                  <a:pt x="596351" y="1048906"/>
                  <a:pt x="591114" y="1041488"/>
                </a:cubicBezTo>
                <a:cubicBezTo>
                  <a:pt x="559693" y="1056325"/>
                  <a:pt x="523035" y="1060035"/>
                  <a:pt x="486595" y="1063963"/>
                </a:cubicBezTo>
                <a:cubicBezTo>
                  <a:pt x="491832" y="1049125"/>
                  <a:pt x="523253" y="1052834"/>
                  <a:pt x="544201" y="1045415"/>
                </a:cubicBezTo>
                <a:cubicBezTo>
                  <a:pt x="533727" y="1026868"/>
                  <a:pt x="554674" y="1030577"/>
                  <a:pt x="554674" y="1015521"/>
                </a:cubicBezTo>
                <a:cubicBezTo>
                  <a:pt x="554674" y="1008102"/>
                  <a:pt x="549437" y="1022940"/>
                  <a:pt x="538964" y="1015521"/>
                </a:cubicBezTo>
                <a:cubicBezTo>
                  <a:pt x="549437" y="1011812"/>
                  <a:pt x="549437" y="1000683"/>
                  <a:pt x="559911" y="996974"/>
                </a:cubicBezTo>
                <a:cubicBezTo>
                  <a:pt x="586096" y="1004393"/>
                  <a:pt x="575622" y="1000683"/>
                  <a:pt x="607043" y="996974"/>
                </a:cubicBezTo>
                <a:cubicBezTo>
                  <a:pt x="601806" y="982136"/>
                  <a:pt x="570385" y="989555"/>
                  <a:pt x="559911" y="974499"/>
                </a:cubicBezTo>
                <a:cubicBezTo>
                  <a:pt x="528490" y="978208"/>
                  <a:pt x="523253" y="985627"/>
                  <a:pt x="497068" y="985627"/>
                </a:cubicBezTo>
                <a:cubicBezTo>
                  <a:pt x="507542" y="963152"/>
                  <a:pt x="549437" y="974499"/>
                  <a:pt x="538964" y="952024"/>
                </a:cubicBezTo>
                <a:cubicBezTo>
                  <a:pt x="559911" y="955733"/>
                  <a:pt x="596569" y="944605"/>
                  <a:pt x="601806" y="925839"/>
                </a:cubicBezTo>
                <a:cubicBezTo>
                  <a:pt x="622754" y="925839"/>
                  <a:pt x="643702" y="922130"/>
                  <a:pt x="648938" y="903364"/>
                </a:cubicBezTo>
                <a:cubicBezTo>
                  <a:pt x="654175" y="914493"/>
                  <a:pt x="680360" y="903364"/>
                  <a:pt x="675123" y="892236"/>
                </a:cubicBezTo>
                <a:cubicBezTo>
                  <a:pt x="675123" y="884817"/>
                  <a:pt x="648938" y="895945"/>
                  <a:pt x="643702" y="903364"/>
                </a:cubicBezTo>
                <a:cubicBezTo>
                  <a:pt x="643702" y="888527"/>
                  <a:pt x="675123" y="869761"/>
                  <a:pt x="690834" y="869761"/>
                </a:cubicBezTo>
                <a:cubicBezTo>
                  <a:pt x="680360" y="854923"/>
                  <a:pt x="633228" y="869761"/>
                  <a:pt x="617517" y="877180"/>
                </a:cubicBezTo>
                <a:cubicBezTo>
                  <a:pt x="612280" y="892018"/>
                  <a:pt x="622754" y="899655"/>
                  <a:pt x="633228" y="907074"/>
                </a:cubicBezTo>
                <a:cubicBezTo>
                  <a:pt x="627991" y="910783"/>
                  <a:pt x="612280" y="914493"/>
                  <a:pt x="617517" y="903364"/>
                </a:cubicBezTo>
                <a:cubicBezTo>
                  <a:pt x="607043" y="903364"/>
                  <a:pt x="591333" y="903364"/>
                  <a:pt x="586096" y="910783"/>
                </a:cubicBezTo>
                <a:cubicBezTo>
                  <a:pt x="580859" y="910783"/>
                  <a:pt x="586096" y="903364"/>
                  <a:pt x="575622" y="903364"/>
                </a:cubicBezTo>
                <a:cubicBezTo>
                  <a:pt x="549437" y="907074"/>
                  <a:pt x="523253" y="914493"/>
                  <a:pt x="512779" y="933258"/>
                </a:cubicBezTo>
                <a:cubicBezTo>
                  <a:pt x="449936" y="925839"/>
                  <a:pt x="418733" y="966862"/>
                  <a:pt x="361127" y="970571"/>
                </a:cubicBezTo>
                <a:cubicBezTo>
                  <a:pt x="366364" y="959443"/>
                  <a:pt x="382075" y="955733"/>
                  <a:pt x="392549" y="944387"/>
                </a:cubicBezTo>
                <a:cubicBezTo>
                  <a:pt x="376838" y="933258"/>
                  <a:pt x="308977" y="944387"/>
                  <a:pt x="298503" y="966862"/>
                </a:cubicBezTo>
                <a:cubicBezTo>
                  <a:pt x="288029" y="966862"/>
                  <a:pt x="272318" y="966862"/>
                  <a:pt x="261845" y="966862"/>
                </a:cubicBezTo>
                <a:cubicBezTo>
                  <a:pt x="288029" y="948314"/>
                  <a:pt x="319451" y="936968"/>
                  <a:pt x="350654" y="925839"/>
                </a:cubicBezTo>
                <a:cubicBezTo>
                  <a:pt x="350654" y="918420"/>
                  <a:pt x="329706" y="936968"/>
                  <a:pt x="334943" y="918420"/>
                </a:cubicBezTo>
                <a:cubicBezTo>
                  <a:pt x="403023" y="907292"/>
                  <a:pt x="449936" y="881108"/>
                  <a:pt x="523253" y="862560"/>
                </a:cubicBezTo>
                <a:cubicBezTo>
                  <a:pt x="544201" y="844013"/>
                  <a:pt x="575622" y="814119"/>
                  <a:pt x="606825" y="814119"/>
                </a:cubicBezTo>
                <a:cubicBezTo>
                  <a:pt x="622536" y="814119"/>
                  <a:pt x="601588" y="795572"/>
                  <a:pt x="617299" y="799281"/>
                </a:cubicBezTo>
                <a:cubicBezTo>
                  <a:pt x="638246" y="799281"/>
                  <a:pt x="601588" y="814119"/>
                  <a:pt x="606825" y="829175"/>
                </a:cubicBezTo>
                <a:cubicBezTo>
                  <a:pt x="585877" y="821756"/>
                  <a:pt x="580641" y="851650"/>
                  <a:pt x="549219" y="844013"/>
                </a:cubicBezTo>
                <a:cubicBezTo>
                  <a:pt x="549219" y="847722"/>
                  <a:pt x="549219" y="855141"/>
                  <a:pt x="549219" y="858851"/>
                </a:cubicBezTo>
                <a:cubicBezTo>
                  <a:pt x="575404" y="858851"/>
                  <a:pt x="585877" y="844013"/>
                  <a:pt x="596351" y="836376"/>
                </a:cubicBezTo>
                <a:cubicBezTo>
                  <a:pt x="612062" y="843795"/>
                  <a:pt x="648720" y="840085"/>
                  <a:pt x="653957" y="825247"/>
                </a:cubicBezTo>
                <a:cubicBezTo>
                  <a:pt x="779424" y="795353"/>
                  <a:pt x="910128" y="769387"/>
                  <a:pt x="1030577" y="724437"/>
                </a:cubicBezTo>
                <a:cubicBezTo>
                  <a:pt x="1035814" y="728147"/>
                  <a:pt x="1056761" y="724437"/>
                  <a:pt x="1051525" y="713309"/>
                </a:cubicBezTo>
                <a:cubicBezTo>
                  <a:pt x="1077709" y="720728"/>
                  <a:pt x="1088183" y="705890"/>
                  <a:pt x="1088183" y="687124"/>
                </a:cubicBezTo>
                <a:cubicBezTo>
                  <a:pt x="1109130" y="683415"/>
                  <a:pt x="1130078" y="679705"/>
                  <a:pt x="1124841" y="657230"/>
                </a:cubicBezTo>
                <a:cubicBezTo>
                  <a:pt x="1140552" y="664649"/>
                  <a:pt x="1135315" y="660940"/>
                  <a:pt x="1135315" y="646102"/>
                </a:cubicBezTo>
                <a:cubicBezTo>
                  <a:pt x="1140552" y="642392"/>
                  <a:pt x="1151026" y="642392"/>
                  <a:pt x="1161499" y="646102"/>
                </a:cubicBezTo>
                <a:cubicBezTo>
                  <a:pt x="1171973" y="642392"/>
                  <a:pt x="1166736" y="623627"/>
                  <a:pt x="1177210" y="619917"/>
                </a:cubicBezTo>
                <a:cubicBezTo>
                  <a:pt x="1198158" y="623627"/>
                  <a:pt x="1171973" y="627336"/>
                  <a:pt x="1177210" y="631046"/>
                </a:cubicBezTo>
                <a:cubicBezTo>
                  <a:pt x="1177210" y="638465"/>
                  <a:pt x="1187684" y="623627"/>
                  <a:pt x="1198158" y="631046"/>
                </a:cubicBezTo>
                <a:cubicBezTo>
                  <a:pt x="1208631" y="616208"/>
                  <a:pt x="1198158" y="608571"/>
                  <a:pt x="1219105" y="601152"/>
                </a:cubicBezTo>
                <a:cubicBezTo>
                  <a:pt x="1198158" y="608571"/>
                  <a:pt x="1156262" y="608571"/>
                  <a:pt x="1151026" y="634755"/>
                </a:cubicBezTo>
                <a:cubicBezTo>
                  <a:pt x="1135315" y="638465"/>
                  <a:pt x="1135315" y="616208"/>
                  <a:pt x="1124841" y="631046"/>
                </a:cubicBezTo>
                <a:cubicBezTo>
                  <a:pt x="1140552" y="601152"/>
                  <a:pt x="1224124" y="593733"/>
                  <a:pt x="1250308" y="567548"/>
                </a:cubicBezTo>
                <a:cubicBezTo>
                  <a:pt x="1286967" y="567548"/>
                  <a:pt x="1313151" y="560130"/>
                  <a:pt x="1333880" y="545074"/>
                </a:cubicBezTo>
                <a:cubicBezTo>
                  <a:pt x="1271038" y="548783"/>
                  <a:pt x="1218887" y="578677"/>
                  <a:pt x="1156044" y="600934"/>
                </a:cubicBezTo>
                <a:cubicBezTo>
                  <a:pt x="1014866" y="649375"/>
                  <a:pt x="852741" y="682978"/>
                  <a:pt x="727274" y="739057"/>
                </a:cubicBezTo>
                <a:cubicBezTo>
                  <a:pt x="727274" y="750185"/>
                  <a:pt x="722037" y="757604"/>
                  <a:pt x="711563" y="765241"/>
                </a:cubicBezTo>
                <a:cubicBezTo>
                  <a:pt x="674905" y="761532"/>
                  <a:pt x="674905" y="783789"/>
                  <a:pt x="643483" y="787716"/>
                </a:cubicBezTo>
                <a:cubicBezTo>
                  <a:pt x="648720" y="765241"/>
                  <a:pt x="685378" y="765241"/>
                  <a:pt x="685378" y="739275"/>
                </a:cubicBezTo>
                <a:cubicBezTo>
                  <a:pt x="638246" y="746694"/>
                  <a:pt x="601806" y="772878"/>
                  <a:pt x="549437" y="769169"/>
                </a:cubicBezTo>
                <a:cubicBezTo>
                  <a:pt x="565148" y="758041"/>
                  <a:pt x="580859" y="746694"/>
                  <a:pt x="586096" y="728147"/>
                </a:cubicBezTo>
                <a:cubicBezTo>
                  <a:pt x="601806" y="735566"/>
                  <a:pt x="617517" y="713309"/>
                  <a:pt x="638465" y="701962"/>
                </a:cubicBezTo>
                <a:cubicBezTo>
                  <a:pt x="643702" y="701962"/>
                  <a:pt x="648938" y="705672"/>
                  <a:pt x="648938" y="716800"/>
                </a:cubicBezTo>
                <a:cubicBezTo>
                  <a:pt x="659412" y="713091"/>
                  <a:pt x="690834" y="705672"/>
                  <a:pt x="680360" y="701962"/>
                </a:cubicBezTo>
                <a:cubicBezTo>
                  <a:pt x="690834" y="694543"/>
                  <a:pt x="690834" y="709381"/>
                  <a:pt x="706544" y="701962"/>
                </a:cubicBezTo>
                <a:cubicBezTo>
                  <a:pt x="737966" y="660940"/>
                  <a:pt x="837248" y="657230"/>
                  <a:pt x="863433" y="627336"/>
                </a:cubicBezTo>
                <a:cubicBezTo>
                  <a:pt x="879144" y="627336"/>
                  <a:pt x="905328" y="631046"/>
                  <a:pt x="915802" y="612499"/>
                </a:cubicBezTo>
                <a:cubicBezTo>
                  <a:pt x="910565" y="608789"/>
                  <a:pt x="900091" y="608789"/>
                  <a:pt x="905328" y="601370"/>
                </a:cubicBezTo>
                <a:cubicBezTo>
                  <a:pt x="921039" y="590242"/>
                  <a:pt x="921039" y="616208"/>
                  <a:pt x="926276" y="593951"/>
                </a:cubicBezTo>
                <a:cubicBezTo>
                  <a:pt x="941986" y="593951"/>
                  <a:pt x="926276" y="601370"/>
                  <a:pt x="926276" y="608789"/>
                </a:cubicBezTo>
                <a:cubicBezTo>
                  <a:pt x="947223" y="605080"/>
                  <a:pt x="952460" y="593951"/>
                  <a:pt x="968171" y="590242"/>
                </a:cubicBezTo>
                <a:cubicBezTo>
                  <a:pt x="973408" y="579113"/>
                  <a:pt x="952460" y="586532"/>
                  <a:pt x="957697" y="575404"/>
                </a:cubicBezTo>
                <a:cubicBezTo>
                  <a:pt x="989118" y="564275"/>
                  <a:pt x="1004829" y="545510"/>
                  <a:pt x="1041269" y="538091"/>
                </a:cubicBezTo>
                <a:cubicBezTo>
                  <a:pt x="1041269" y="549219"/>
                  <a:pt x="1025558" y="545510"/>
                  <a:pt x="1025558" y="552929"/>
                </a:cubicBezTo>
                <a:cubicBezTo>
                  <a:pt x="1025558" y="560348"/>
                  <a:pt x="1041269" y="541800"/>
                  <a:pt x="1051743" y="556638"/>
                </a:cubicBezTo>
                <a:cubicBezTo>
                  <a:pt x="1056980" y="545510"/>
                  <a:pt x="1083164" y="549219"/>
                  <a:pt x="1077927" y="530454"/>
                </a:cubicBezTo>
                <a:cubicBezTo>
                  <a:pt x="1166736" y="515616"/>
                  <a:pt x="1208631" y="466956"/>
                  <a:pt x="1287185" y="444700"/>
                </a:cubicBezTo>
                <a:cubicBezTo>
                  <a:pt x="1281948" y="433571"/>
                  <a:pt x="1281948" y="426152"/>
                  <a:pt x="1271474" y="426152"/>
                </a:cubicBezTo>
                <a:cubicBezTo>
                  <a:pt x="1255763" y="448627"/>
                  <a:pt x="1203394" y="444700"/>
                  <a:pt x="1187902" y="470884"/>
                </a:cubicBezTo>
                <a:cubicBezTo>
                  <a:pt x="1166955" y="470884"/>
                  <a:pt x="1166955" y="470884"/>
                  <a:pt x="1140770" y="470884"/>
                </a:cubicBezTo>
                <a:cubicBezTo>
                  <a:pt x="1140770" y="463465"/>
                  <a:pt x="1156481" y="467175"/>
                  <a:pt x="1156481" y="456046"/>
                </a:cubicBezTo>
                <a:cubicBezTo>
                  <a:pt x="1161718" y="452337"/>
                  <a:pt x="1161718" y="456046"/>
                  <a:pt x="1172191" y="456046"/>
                </a:cubicBezTo>
                <a:cubicBezTo>
                  <a:pt x="1208850" y="426152"/>
                  <a:pt x="1287185" y="422443"/>
                  <a:pt x="1318606" y="385130"/>
                </a:cubicBezTo>
                <a:cubicBezTo>
                  <a:pt x="1381449" y="385130"/>
                  <a:pt x="1407415" y="355236"/>
                  <a:pt x="1454547" y="332979"/>
                </a:cubicBezTo>
                <a:cubicBezTo>
                  <a:pt x="1522627" y="303085"/>
                  <a:pt x="1616673" y="284538"/>
                  <a:pt x="1679515" y="262063"/>
                </a:cubicBezTo>
                <a:cubicBezTo>
                  <a:pt x="1684752" y="258353"/>
                  <a:pt x="1705700" y="265772"/>
                  <a:pt x="1695226" y="250935"/>
                </a:cubicBezTo>
                <a:cubicBezTo>
                  <a:pt x="1799746" y="228460"/>
                  <a:pt x="1888773" y="168890"/>
                  <a:pt x="1993293" y="135286"/>
                </a:cubicBezTo>
                <a:cubicBezTo>
                  <a:pt x="1998529" y="146415"/>
                  <a:pt x="1988056" y="146415"/>
                  <a:pt x="1988056" y="153834"/>
                </a:cubicBezTo>
                <a:cubicBezTo>
                  <a:pt x="1946161" y="142705"/>
                  <a:pt x="1956634" y="180018"/>
                  <a:pt x="1914739" y="180018"/>
                </a:cubicBezTo>
                <a:cubicBezTo>
                  <a:pt x="1899029" y="213622"/>
                  <a:pt x="1851896" y="224750"/>
                  <a:pt x="1810220" y="239806"/>
                </a:cubicBezTo>
                <a:cubicBezTo>
                  <a:pt x="1810220" y="243516"/>
                  <a:pt x="1810220" y="243516"/>
                  <a:pt x="1810220" y="247225"/>
                </a:cubicBezTo>
                <a:cubicBezTo>
                  <a:pt x="1815456" y="250935"/>
                  <a:pt x="1825930" y="250935"/>
                  <a:pt x="1831167" y="250935"/>
                </a:cubicBezTo>
                <a:cubicBezTo>
                  <a:pt x="1825930" y="232387"/>
                  <a:pt x="1867825" y="236097"/>
                  <a:pt x="1883536" y="221041"/>
                </a:cubicBezTo>
                <a:cubicBezTo>
                  <a:pt x="1899247" y="228460"/>
                  <a:pt x="1873062" y="232169"/>
                  <a:pt x="1873062" y="239588"/>
                </a:cubicBezTo>
                <a:cubicBezTo>
                  <a:pt x="1925431" y="239588"/>
                  <a:pt x="1951616" y="209694"/>
                  <a:pt x="2009003" y="202275"/>
                </a:cubicBezTo>
                <a:cubicBezTo>
                  <a:pt x="2009003" y="213403"/>
                  <a:pt x="2024714" y="213403"/>
                  <a:pt x="2029951" y="217113"/>
                </a:cubicBezTo>
                <a:cubicBezTo>
                  <a:pt x="2024714" y="224532"/>
                  <a:pt x="2003766" y="217113"/>
                  <a:pt x="2003766" y="224532"/>
                </a:cubicBezTo>
                <a:cubicBezTo>
                  <a:pt x="2003766" y="231951"/>
                  <a:pt x="2029951" y="224532"/>
                  <a:pt x="2040425" y="228241"/>
                </a:cubicBezTo>
                <a:cubicBezTo>
                  <a:pt x="2045661" y="224532"/>
                  <a:pt x="2056135" y="220822"/>
                  <a:pt x="2056135" y="209694"/>
                </a:cubicBezTo>
                <a:cubicBezTo>
                  <a:pt x="2077083" y="209694"/>
                  <a:pt x="2092794" y="213403"/>
                  <a:pt x="2103267" y="217113"/>
                </a:cubicBezTo>
                <a:cubicBezTo>
                  <a:pt x="2109595" y="212967"/>
                  <a:pt x="2130543" y="201839"/>
                  <a:pt x="2114832" y="198129"/>
                </a:cubicBezTo>
                <a:lnTo>
                  <a:pt x="2114832" y="198129"/>
                </a:lnTo>
                <a:close/>
                <a:moveTo>
                  <a:pt x="2658596" y="869543"/>
                </a:moveTo>
                <a:cubicBezTo>
                  <a:pt x="2653359" y="869543"/>
                  <a:pt x="2648122" y="869543"/>
                  <a:pt x="2642886" y="869543"/>
                </a:cubicBezTo>
                <a:cubicBezTo>
                  <a:pt x="2642886" y="873252"/>
                  <a:pt x="2642886" y="873252"/>
                  <a:pt x="2642886" y="876962"/>
                </a:cubicBezTo>
                <a:cubicBezTo>
                  <a:pt x="2648122" y="877180"/>
                  <a:pt x="2658596" y="877180"/>
                  <a:pt x="2658596" y="869543"/>
                </a:cubicBezTo>
                <a:lnTo>
                  <a:pt x="2658596" y="869543"/>
                </a:lnTo>
                <a:close/>
                <a:moveTo>
                  <a:pt x="2595972" y="903146"/>
                </a:moveTo>
                <a:cubicBezTo>
                  <a:pt x="2595972" y="899437"/>
                  <a:pt x="2606446" y="899437"/>
                  <a:pt x="2601209" y="892018"/>
                </a:cubicBezTo>
                <a:cubicBezTo>
                  <a:pt x="2595972" y="892018"/>
                  <a:pt x="2590735" y="892018"/>
                  <a:pt x="2585498" y="892018"/>
                </a:cubicBezTo>
                <a:cubicBezTo>
                  <a:pt x="2595972" y="899437"/>
                  <a:pt x="2575024" y="903146"/>
                  <a:pt x="2585498" y="903146"/>
                </a:cubicBezTo>
                <a:cubicBezTo>
                  <a:pt x="2585498" y="899437"/>
                  <a:pt x="2590735" y="903146"/>
                  <a:pt x="2595972" y="903146"/>
                </a:cubicBezTo>
                <a:lnTo>
                  <a:pt x="2595972" y="903146"/>
                </a:lnTo>
                <a:close/>
                <a:moveTo>
                  <a:pt x="592860" y="1100839"/>
                </a:moveTo>
                <a:cubicBezTo>
                  <a:pt x="592860" y="1089711"/>
                  <a:pt x="619044" y="1100839"/>
                  <a:pt x="613808" y="1086001"/>
                </a:cubicBezTo>
                <a:cubicBezTo>
                  <a:pt x="598097" y="1093420"/>
                  <a:pt x="582386" y="1089711"/>
                  <a:pt x="592860" y="1100839"/>
                </a:cubicBezTo>
                <a:lnTo>
                  <a:pt x="592860" y="1100839"/>
                </a:lnTo>
                <a:close/>
                <a:moveTo>
                  <a:pt x="561439" y="962934"/>
                </a:moveTo>
                <a:cubicBezTo>
                  <a:pt x="577149" y="962934"/>
                  <a:pt x="577149" y="951806"/>
                  <a:pt x="598097" y="955515"/>
                </a:cubicBezTo>
                <a:cubicBezTo>
                  <a:pt x="598097" y="951806"/>
                  <a:pt x="603334" y="948096"/>
                  <a:pt x="603334" y="944387"/>
                </a:cubicBezTo>
                <a:cubicBezTo>
                  <a:pt x="587623" y="947878"/>
                  <a:pt x="571912" y="951806"/>
                  <a:pt x="561439" y="962934"/>
                </a:cubicBezTo>
                <a:lnTo>
                  <a:pt x="561439" y="962934"/>
                </a:lnTo>
                <a:close/>
                <a:moveTo>
                  <a:pt x="2083411" y="310068"/>
                </a:moveTo>
                <a:cubicBezTo>
                  <a:pt x="2093885" y="310068"/>
                  <a:pt x="2088648" y="317487"/>
                  <a:pt x="2093885" y="321196"/>
                </a:cubicBezTo>
                <a:cubicBezTo>
                  <a:pt x="2120069" y="321196"/>
                  <a:pt x="2130543" y="310068"/>
                  <a:pt x="2135780" y="295012"/>
                </a:cubicBezTo>
                <a:cubicBezTo>
                  <a:pt x="2109595" y="295230"/>
                  <a:pt x="2099121" y="302649"/>
                  <a:pt x="2083411" y="310068"/>
                </a:cubicBezTo>
                <a:lnTo>
                  <a:pt x="2083411" y="310068"/>
                </a:lnTo>
                <a:close/>
                <a:moveTo>
                  <a:pt x="2297905" y="321196"/>
                </a:moveTo>
                <a:cubicBezTo>
                  <a:pt x="2303142" y="321196"/>
                  <a:pt x="2313616" y="321196"/>
                  <a:pt x="2313616" y="324906"/>
                </a:cubicBezTo>
                <a:cubicBezTo>
                  <a:pt x="2318853" y="317487"/>
                  <a:pt x="2329327" y="313777"/>
                  <a:pt x="2334564" y="306358"/>
                </a:cubicBezTo>
                <a:cubicBezTo>
                  <a:pt x="2318635" y="310068"/>
                  <a:pt x="2292669" y="306358"/>
                  <a:pt x="2297905" y="321196"/>
                </a:cubicBezTo>
                <a:lnTo>
                  <a:pt x="2297905" y="321196"/>
                </a:lnTo>
                <a:close/>
                <a:moveTo>
                  <a:pt x="2454794" y="343671"/>
                </a:moveTo>
                <a:cubicBezTo>
                  <a:pt x="2501926" y="347381"/>
                  <a:pt x="2548840" y="336252"/>
                  <a:pt x="2590735" y="328833"/>
                </a:cubicBezTo>
                <a:cubicBezTo>
                  <a:pt x="2585498" y="317705"/>
                  <a:pt x="2590735" y="317705"/>
                  <a:pt x="2595972" y="306358"/>
                </a:cubicBezTo>
                <a:cubicBezTo>
                  <a:pt x="2559314" y="321196"/>
                  <a:pt x="2491234" y="317487"/>
                  <a:pt x="2454794" y="343671"/>
                </a:cubicBezTo>
                <a:lnTo>
                  <a:pt x="2454794" y="343671"/>
                </a:lnTo>
                <a:close/>
                <a:moveTo>
                  <a:pt x="1827239" y="388403"/>
                </a:moveTo>
                <a:cubicBezTo>
                  <a:pt x="1827239" y="399531"/>
                  <a:pt x="1801055" y="406950"/>
                  <a:pt x="1822002" y="410878"/>
                </a:cubicBezTo>
                <a:cubicBezTo>
                  <a:pt x="1822002" y="396040"/>
                  <a:pt x="1858661" y="407169"/>
                  <a:pt x="1858661" y="392331"/>
                </a:cubicBezTo>
                <a:cubicBezTo>
                  <a:pt x="1853206" y="388403"/>
                  <a:pt x="1842732" y="388403"/>
                  <a:pt x="1827239" y="388403"/>
                </a:cubicBezTo>
                <a:lnTo>
                  <a:pt x="1827239" y="388403"/>
                </a:lnTo>
                <a:close/>
                <a:moveTo>
                  <a:pt x="1957944" y="358509"/>
                </a:moveTo>
                <a:cubicBezTo>
                  <a:pt x="1957944" y="362219"/>
                  <a:pt x="1963180" y="365928"/>
                  <a:pt x="1968417" y="365928"/>
                </a:cubicBezTo>
                <a:cubicBezTo>
                  <a:pt x="1978891" y="362219"/>
                  <a:pt x="1984128" y="351090"/>
                  <a:pt x="1989365" y="347381"/>
                </a:cubicBezTo>
                <a:cubicBezTo>
                  <a:pt x="2015549" y="351090"/>
                  <a:pt x="2052208" y="336252"/>
                  <a:pt x="2062681" y="321196"/>
                </a:cubicBezTo>
                <a:cubicBezTo>
                  <a:pt x="1989365" y="332325"/>
                  <a:pt x="1937214" y="365928"/>
                  <a:pt x="1863898" y="377056"/>
                </a:cubicBezTo>
                <a:cubicBezTo>
                  <a:pt x="1869135" y="388185"/>
                  <a:pt x="1848187" y="384475"/>
                  <a:pt x="1858661" y="391894"/>
                </a:cubicBezTo>
                <a:cubicBezTo>
                  <a:pt x="1900338" y="384694"/>
                  <a:pt x="1931759" y="373565"/>
                  <a:pt x="1957944" y="358509"/>
                </a:cubicBezTo>
                <a:lnTo>
                  <a:pt x="1957944" y="358509"/>
                </a:lnTo>
                <a:close/>
                <a:moveTo>
                  <a:pt x="2276958" y="392113"/>
                </a:moveTo>
                <a:cubicBezTo>
                  <a:pt x="2297905" y="392113"/>
                  <a:pt x="2318853" y="388403"/>
                  <a:pt x="2329327" y="377275"/>
                </a:cubicBezTo>
                <a:cubicBezTo>
                  <a:pt x="2329327" y="377275"/>
                  <a:pt x="2324090" y="377275"/>
                  <a:pt x="2324090" y="373565"/>
                </a:cubicBezTo>
                <a:cubicBezTo>
                  <a:pt x="2324090" y="373565"/>
                  <a:pt x="2318853" y="373565"/>
                  <a:pt x="2313616" y="373565"/>
                </a:cubicBezTo>
                <a:cubicBezTo>
                  <a:pt x="2318635" y="392113"/>
                  <a:pt x="2276958" y="380984"/>
                  <a:pt x="2276958" y="392113"/>
                </a:cubicBezTo>
                <a:lnTo>
                  <a:pt x="2276958" y="392113"/>
                </a:lnTo>
                <a:close/>
                <a:moveTo>
                  <a:pt x="1351337" y="410878"/>
                </a:moveTo>
                <a:cubicBezTo>
                  <a:pt x="1367047" y="410878"/>
                  <a:pt x="1377521" y="410878"/>
                  <a:pt x="1377521" y="399750"/>
                </a:cubicBezTo>
                <a:cubicBezTo>
                  <a:pt x="1366829" y="403241"/>
                  <a:pt x="1351337" y="399531"/>
                  <a:pt x="1351337" y="410878"/>
                </a:cubicBezTo>
                <a:lnTo>
                  <a:pt x="1351337" y="410878"/>
                </a:lnTo>
                <a:close/>
                <a:moveTo>
                  <a:pt x="1675588" y="448191"/>
                </a:moveTo>
                <a:cubicBezTo>
                  <a:pt x="1712246" y="440772"/>
                  <a:pt x="1764397" y="429644"/>
                  <a:pt x="1795818" y="410878"/>
                </a:cubicBezTo>
                <a:cubicBezTo>
                  <a:pt x="1748686" y="418297"/>
                  <a:pt x="1701554" y="425716"/>
                  <a:pt x="1675588" y="448191"/>
                </a:cubicBezTo>
                <a:lnTo>
                  <a:pt x="1675588" y="448191"/>
                </a:lnTo>
                <a:close/>
                <a:moveTo>
                  <a:pt x="2114832" y="444263"/>
                </a:moveTo>
                <a:cubicBezTo>
                  <a:pt x="2135780" y="440554"/>
                  <a:pt x="2151490" y="436844"/>
                  <a:pt x="2161964" y="425716"/>
                </a:cubicBezTo>
                <a:cubicBezTo>
                  <a:pt x="2146254" y="418297"/>
                  <a:pt x="2120069" y="429425"/>
                  <a:pt x="2114832" y="444263"/>
                </a:cubicBezTo>
                <a:lnTo>
                  <a:pt x="2114832" y="444263"/>
                </a:lnTo>
                <a:close/>
                <a:moveTo>
                  <a:pt x="1581324" y="470448"/>
                </a:moveTo>
                <a:cubicBezTo>
                  <a:pt x="1602271" y="466738"/>
                  <a:pt x="1638930" y="463029"/>
                  <a:pt x="1659877" y="451900"/>
                </a:cubicBezTo>
                <a:cubicBezTo>
                  <a:pt x="1633693" y="448191"/>
                  <a:pt x="1581324" y="459319"/>
                  <a:pt x="1581324" y="470448"/>
                </a:cubicBezTo>
                <a:lnTo>
                  <a:pt x="1581324" y="470448"/>
                </a:lnTo>
                <a:close/>
                <a:moveTo>
                  <a:pt x="1989365" y="477867"/>
                </a:moveTo>
                <a:cubicBezTo>
                  <a:pt x="2020786" y="481576"/>
                  <a:pt x="2057445" y="470448"/>
                  <a:pt x="2078174" y="455392"/>
                </a:cubicBezTo>
                <a:cubicBezTo>
                  <a:pt x="2046752" y="455610"/>
                  <a:pt x="1999621" y="459319"/>
                  <a:pt x="1989365" y="477867"/>
                </a:cubicBezTo>
                <a:lnTo>
                  <a:pt x="1989365" y="477867"/>
                </a:lnTo>
                <a:close/>
                <a:moveTo>
                  <a:pt x="1544665" y="481576"/>
                </a:moveTo>
                <a:cubicBezTo>
                  <a:pt x="1555139" y="481576"/>
                  <a:pt x="1555139" y="477867"/>
                  <a:pt x="1570850" y="477867"/>
                </a:cubicBezTo>
                <a:cubicBezTo>
                  <a:pt x="1570850" y="474157"/>
                  <a:pt x="1576087" y="470448"/>
                  <a:pt x="1565613" y="466738"/>
                </a:cubicBezTo>
                <a:cubicBezTo>
                  <a:pt x="1560376" y="474157"/>
                  <a:pt x="1544665" y="474157"/>
                  <a:pt x="1544665" y="481576"/>
                </a:cubicBezTo>
                <a:lnTo>
                  <a:pt x="1544665" y="481576"/>
                </a:lnTo>
                <a:close/>
                <a:moveTo>
                  <a:pt x="2637649" y="489213"/>
                </a:moveTo>
                <a:cubicBezTo>
                  <a:pt x="2653359" y="481794"/>
                  <a:pt x="2684781" y="478085"/>
                  <a:pt x="2700491" y="466738"/>
                </a:cubicBezTo>
                <a:cubicBezTo>
                  <a:pt x="2663833" y="470448"/>
                  <a:pt x="2627393" y="466738"/>
                  <a:pt x="2637649" y="489213"/>
                </a:cubicBezTo>
                <a:lnTo>
                  <a:pt x="2637649" y="489213"/>
                </a:lnTo>
                <a:close/>
                <a:moveTo>
                  <a:pt x="1440146" y="518889"/>
                </a:moveTo>
                <a:cubicBezTo>
                  <a:pt x="1466330" y="500342"/>
                  <a:pt x="1523718" y="504051"/>
                  <a:pt x="1539428" y="481576"/>
                </a:cubicBezTo>
                <a:cubicBezTo>
                  <a:pt x="1508225" y="492923"/>
                  <a:pt x="1445383" y="500342"/>
                  <a:pt x="1440146" y="518889"/>
                </a:cubicBezTo>
                <a:lnTo>
                  <a:pt x="1440146" y="518889"/>
                </a:lnTo>
                <a:close/>
                <a:moveTo>
                  <a:pt x="1717265" y="559911"/>
                </a:moveTo>
                <a:cubicBezTo>
                  <a:pt x="1790581" y="552492"/>
                  <a:pt x="1900338" y="515180"/>
                  <a:pt x="1973436" y="485286"/>
                </a:cubicBezTo>
                <a:cubicBezTo>
                  <a:pt x="1884627" y="500342"/>
                  <a:pt x="1785344" y="522598"/>
                  <a:pt x="1717265" y="559911"/>
                </a:cubicBezTo>
                <a:lnTo>
                  <a:pt x="1717265" y="559911"/>
                </a:lnTo>
                <a:close/>
                <a:moveTo>
                  <a:pt x="1361592" y="545074"/>
                </a:moveTo>
                <a:cubicBezTo>
                  <a:pt x="1377303" y="533945"/>
                  <a:pt x="1413961" y="537655"/>
                  <a:pt x="1429672" y="518889"/>
                </a:cubicBezTo>
                <a:cubicBezTo>
                  <a:pt x="1403487" y="526526"/>
                  <a:pt x="1366829" y="522598"/>
                  <a:pt x="1361592" y="545074"/>
                </a:cubicBezTo>
                <a:lnTo>
                  <a:pt x="1361592" y="545074"/>
                </a:lnTo>
                <a:close/>
                <a:moveTo>
                  <a:pt x="1633693" y="593515"/>
                </a:moveTo>
                <a:cubicBezTo>
                  <a:pt x="1665114" y="586096"/>
                  <a:pt x="1701772" y="582386"/>
                  <a:pt x="1717265" y="563621"/>
                </a:cubicBezTo>
                <a:cubicBezTo>
                  <a:pt x="1696317" y="552492"/>
                  <a:pt x="1644166" y="574967"/>
                  <a:pt x="1633693" y="593515"/>
                </a:cubicBezTo>
                <a:lnTo>
                  <a:pt x="1633693" y="593515"/>
                </a:lnTo>
                <a:close/>
                <a:moveTo>
                  <a:pt x="979954" y="582386"/>
                </a:moveTo>
                <a:cubicBezTo>
                  <a:pt x="995664" y="582386"/>
                  <a:pt x="1006138" y="582386"/>
                  <a:pt x="1006138" y="567548"/>
                </a:cubicBezTo>
                <a:cubicBezTo>
                  <a:pt x="990427" y="567548"/>
                  <a:pt x="979954" y="571258"/>
                  <a:pt x="979954" y="582386"/>
                </a:cubicBezTo>
                <a:lnTo>
                  <a:pt x="979954" y="582386"/>
                </a:lnTo>
                <a:close/>
                <a:moveTo>
                  <a:pt x="1555139" y="623409"/>
                </a:moveTo>
                <a:cubicBezTo>
                  <a:pt x="1581324" y="612280"/>
                  <a:pt x="1612745" y="608571"/>
                  <a:pt x="1628456" y="589805"/>
                </a:cubicBezTo>
                <a:cubicBezTo>
                  <a:pt x="1602271" y="601152"/>
                  <a:pt x="1565613" y="601152"/>
                  <a:pt x="1555139" y="623409"/>
                </a:cubicBezTo>
                <a:lnTo>
                  <a:pt x="1555139" y="623409"/>
                </a:lnTo>
                <a:close/>
                <a:moveTo>
                  <a:pt x="2611682" y="597224"/>
                </a:moveTo>
                <a:cubicBezTo>
                  <a:pt x="2616919" y="597224"/>
                  <a:pt x="2616919" y="600934"/>
                  <a:pt x="2611682" y="604643"/>
                </a:cubicBezTo>
                <a:cubicBezTo>
                  <a:pt x="2632630" y="604643"/>
                  <a:pt x="2653578" y="600934"/>
                  <a:pt x="2658814" y="589805"/>
                </a:cubicBezTo>
                <a:cubicBezTo>
                  <a:pt x="2637649" y="589805"/>
                  <a:pt x="2622156" y="589805"/>
                  <a:pt x="2611682" y="597224"/>
                </a:cubicBezTo>
                <a:lnTo>
                  <a:pt x="2611682" y="597224"/>
                </a:lnTo>
                <a:close/>
                <a:moveTo>
                  <a:pt x="2496471" y="608571"/>
                </a:moveTo>
                <a:cubicBezTo>
                  <a:pt x="2512182" y="608571"/>
                  <a:pt x="2527892" y="608571"/>
                  <a:pt x="2527892" y="601152"/>
                </a:cubicBezTo>
                <a:cubicBezTo>
                  <a:pt x="2512182" y="601152"/>
                  <a:pt x="2501708" y="601152"/>
                  <a:pt x="2496471" y="608571"/>
                </a:cubicBezTo>
                <a:lnTo>
                  <a:pt x="2496471" y="608571"/>
                </a:lnTo>
                <a:close/>
                <a:moveTo>
                  <a:pt x="1319915" y="757822"/>
                </a:moveTo>
                <a:cubicBezTo>
                  <a:pt x="1335626" y="746694"/>
                  <a:pt x="1372284" y="746694"/>
                  <a:pt x="1382758" y="731638"/>
                </a:cubicBezTo>
                <a:cubicBezTo>
                  <a:pt x="1361592" y="739057"/>
                  <a:pt x="1309442" y="742766"/>
                  <a:pt x="1319915" y="757822"/>
                </a:cubicBezTo>
                <a:lnTo>
                  <a:pt x="1319915" y="757822"/>
                </a:lnTo>
                <a:close/>
                <a:moveTo>
                  <a:pt x="1110658" y="828520"/>
                </a:moveTo>
                <a:cubicBezTo>
                  <a:pt x="1178737" y="806045"/>
                  <a:pt x="1246599" y="783789"/>
                  <a:pt x="1304205" y="757604"/>
                </a:cubicBezTo>
                <a:cubicBezTo>
                  <a:pt x="1230888" y="772660"/>
                  <a:pt x="1142079" y="795135"/>
                  <a:pt x="1110658" y="828520"/>
                </a:cubicBezTo>
                <a:lnTo>
                  <a:pt x="1110658" y="828520"/>
                </a:lnTo>
                <a:close/>
                <a:moveTo>
                  <a:pt x="770696" y="832230"/>
                </a:moveTo>
                <a:cubicBezTo>
                  <a:pt x="786407" y="828520"/>
                  <a:pt x="812591" y="832230"/>
                  <a:pt x="812591" y="813683"/>
                </a:cubicBezTo>
                <a:cubicBezTo>
                  <a:pt x="796881" y="821102"/>
                  <a:pt x="781170" y="824811"/>
                  <a:pt x="770696" y="832230"/>
                </a:cubicBezTo>
                <a:lnTo>
                  <a:pt x="770696" y="832230"/>
                </a:lnTo>
                <a:close/>
                <a:moveTo>
                  <a:pt x="1058289" y="847286"/>
                </a:moveTo>
                <a:cubicBezTo>
                  <a:pt x="1074000" y="847286"/>
                  <a:pt x="1079237" y="839867"/>
                  <a:pt x="1084473" y="832448"/>
                </a:cubicBezTo>
                <a:cubicBezTo>
                  <a:pt x="1068763" y="832230"/>
                  <a:pt x="1068763" y="839867"/>
                  <a:pt x="1058289" y="847286"/>
                </a:cubicBezTo>
                <a:lnTo>
                  <a:pt x="1058289" y="847286"/>
                </a:lnTo>
                <a:close/>
                <a:moveTo>
                  <a:pt x="2543603" y="858414"/>
                </a:moveTo>
                <a:cubicBezTo>
                  <a:pt x="2554077" y="862124"/>
                  <a:pt x="2533129" y="862124"/>
                  <a:pt x="2548840" y="869543"/>
                </a:cubicBezTo>
                <a:cubicBezTo>
                  <a:pt x="2575024" y="873252"/>
                  <a:pt x="2575024" y="850995"/>
                  <a:pt x="2595972" y="862124"/>
                </a:cubicBezTo>
                <a:cubicBezTo>
                  <a:pt x="2590735" y="850995"/>
                  <a:pt x="2611682" y="854705"/>
                  <a:pt x="2611682" y="847286"/>
                </a:cubicBezTo>
                <a:cubicBezTo>
                  <a:pt x="2590735" y="839867"/>
                  <a:pt x="2559314" y="850995"/>
                  <a:pt x="2543603" y="858414"/>
                </a:cubicBezTo>
                <a:lnTo>
                  <a:pt x="2543603" y="858414"/>
                </a:lnTo>
                <a:close/>
                <a:moveTo>
                  <a:pt x="713309" y="903146"/>
                </a:moveTo>
                <a:cubicBezTo>
                  <a:pt x="729019" y="903146"/>
                  <a:pt x="734256" y="899437"/>
                  <a:pt x="734256" y="892018"/>
                </a:cubicBezTo>
                <a:cubicBezTo>
                  <a:pt x="723564" y="892018"/>
                  <a:pt x="713309" y="892018"/>
                  <a:pt x="713309" y="903146"/>
                </a:cubicBezTo>
                <a:lnTo>
                  <a:pt x="713309" y="903146"/>
                </a:lnTo>
                <a:close/>
                <a:moveTo>
                  <a:pt x="770696" y="996537"/>
                </a:moveTo>
                <a:cubicBezTo>
                  <a:pt x="775933" y="1000247"/>
                  <a:pt x="796881" y="992828"/>
                  <a:pt x="807354" y="992828"/>
                </a:cubicBezTo>
                <a:cubicBezTo>
                  <a:pt x="812591" y="977990"/>
                  <a:pt x="838776" y="962934"/>
                  <a:pt x="864960" y="970353"/>
                </a:cubicBezTo>
                <a:cubicBezTo>
                  <a:pt x="880671" y="933040"/>
                  <a:pt x="948532" y="933040"/>
                  <a:pt x="964243" y="903146"/>
                </a:cubicBezTo>
                <a:cubicBezTo>
                  <a:pt x="885690" y="910783"/>
                  <a:pt x="817828" y="962934"/>
                  <a:pt x="770696" y="996537"/>
                </a:cubicBezTo>
                <a:lnTo>
                  <a:pt x="770696" y="996537"/>
                </a:lnTo>
                <a:close/>
                <a:moveTo>
                  <a:pt x="634755" y="936750"/>
                </a:moveTo>
                <a:cubicBezTo>
                  <a:pt x="655703" y="933040"/>
                  <a:pt x="681887" y="918202"/>
                  <a:pt x="676650" y="906856"/>
                </a:cubicBezTo>
                <a:cubicBezTo>
                  <a:pt x="666176" y="918202"/>
                  <a:pt x="639992" y="921912"/>
                  <a:pt x="634755" y="936750"/>
                </a:cubicBezTo>
                <a:lnTo>
                  <a:pt x="634755" y="936750"/>
                </a:lnTo>
                <a:close/>
                <a:moveTo>
                  <a:pt x="2601209" y="974062"/>
                </a:moveTo>
                <a:cubicBezTo>
                  <a:pt x="2622156" y="974062"/>
                  <a:pt x="2643104" y="974062"/>
                  <a:pt x="2653578" y="962934"/>
                </a:cubicBezTo>
                <a:cubicBezTo>
                  <a:pt x="2632630" y="962934"/>
                  <a:pt x="2643104" y="955515"/>
                  <a:pt x="2637867" y="948096"/>
                </a:cubicBezTo>
                <a:cubicBezTo>
                  <a:pt x="2622156" y="955515"/>
                  <a:pt x="2606446" y="959225"/>
                  <a:pt x="2601209" y="974062"/>
                </a:cubicBezTo>
                <a:lnTo>
                  <a:pt x="2601209" y="974062"/>
                </a:lnTo>
                <a:close/>
                <a:moveTo>
                  <a:pt x="676650" y="970353"/>
                </a:moveTo>
                <a:cubicBezTo>
                  <a:pt x="697598" y="970353"/>
                  <a:pt x="708072" y="962934"/>
                  <a:pt x="713309" y="955515"/>
                </a:cubicBezTo>
                <a:cubicBezTo>
                  <a:pt x="697598" y="959225"/>
                  <a:pt x="681887" y="959225"/>
                  <a:pt x="676650" y="970353"/>
                </a:cubicBezTo>
                <a:lnTo>
                  <a:pt x="676650" y="970353"/>
                </a:lnTo>
                <a:close/>
                <a:moveTo>
                  <a:pt x="660940" y="985191"/>
                </a:moveTo>
                <a:cubicBezTo>
                  <a:pt x="660940" y="977772"/>
                  <a:pt x="687124" y="974062"/>
                  <a:pt x="671413" y="966644"/>
                </a:cubicBezTo>
                <a:cubicBezTo>
                  <a:pt x="671413" y="974062"/>
                  <a:pt x="645229" y="977772"/>
                  <a:pt x="660940" y="985191"/>
                </a:cubicBezTo>
                <a:lnTo>
                  <a:pt x="660940" y="985191"/>
                </a:lnTo>
                <a:close/>
                <a:moveTo>
                  <a:pt x="619044" y="981481"/>
                </a:moveTo>
                <a:cubicBezTo>
                  <a:pt x="619044" y="985191"/>
                  <a:pt x="619044" y="992610"/>
                  <a:pt x="613808" y="992610"/>
                </a:cubicBezTo>
                <a:cubicBezTo>
                  <a:pt x="629518" y="996319"/>
                  <a:pt x="629518" y="985191"/>
                  <a:pt x="650466" y="988900"/>
                </a:cubicBezTo>
                <a:cubicBezTo>
                  <a:pt x="645229" y="974062"/>
                  <a:pt x="634755" y="981481"/>
                  <a:pt x="619044" y="981481"/>
                </a:cubicBezTo>
                <a:lnTo>
                  <a:pt x="619044" y="981481"/>
                </a:lnTo>
                <a:close/>
                <a:moveTo>
                  <a:pt x="2580261" y="989119"/>
                </a:moveTo>
                <a:cubicBezTo>
                  <a:pt x="2580261" y="992828"/>
                  <a:pt x="2580261" y="996537"/>
                  <a:pt x="2580261" y="1000247"/>
                </a:cubicBezTo>
                <a:cubicBezTo>
                  <a:pt x="2606446" y="1000247"/>
                  <a:pt x="2627393" y="996537"/>
                  <a:pt x="2632630" y="981700"/>
                </a:cubicBezTo>
                <a:cubicBezTo>
                  <a:pt x="2606446" y="974062"/>
                  <a:pt x="2601209" y="1000247"/>
                  <a:pt x="2580261" y="989119"/>
                </a:cubicBezTo>
                <a:lnTo>
                  <a:pt x="2580261" y="989119"/>
                </a:lnTo>
                <a:close/>
                <a:moveTo>
                  <a:pt x="807354" y="1007666"/>
                </a:moveTo>
                <a:cubicBezTo>
                  <a:pt x="812591" y="1000247"/>
                  <a:pt x="833539" y="1007666"/>
                  <a:pt x="828302" y="996537"/>
                </a:cubicBezTo>
                <a:cubicBezTo>
                  <a:pt x="817828" y="996537"/>
                  <a:pt x="796881" y="1003956"/>
                  <a:pt x="807354" y="1007666"/>
                </a:cubicBezTo>
                <a:lnTo>
                  <a:pt x="807354" y="1007666"/>
                </a:lnTo>
                <a:close/>
                <a:moveTo>
                  <a:pt x="671413" y="1030141"/>
                </a:moveTo>
                <a:cubicBezTo>
                  <a:pt x="676650" y="1030141"/>
                  <a:pt x="676650" y="1030141"/>
                  <a:pt x="681887" y="1030141"/>
                </a:cubicBezTo>
                <a:cubicBezTo>
                  <a:pt x="681887" y="1022722"/>
                  <a:pt x="681887" y="1019012"/>
                  <a:pt x="676650" y="1015303"/>
                </a:cubicBezTo>
                <a:cubicBezTo>
                  <a:pt x="671413" y="1022504"/>
                  <a:pt x="666176" y="1022504"/>
                  <a:pt x="671413" y="1030141"/>
                </a:cubicBezTo>
                <a:lnTo>
                  <a:pt x="671413" y="1030141"/>
                </a:lnTo>
                <a:close/>
                <a:moveTo>
                  <a:pt x="2601209" y="1112186"/>
                </a:moveTo>
                <a:cubicBezTo>
                  <a:pt x="2601209" y="1104767"/>
                  <a:pt x="2590735" y="1089711"/>
                  <a:pt x="2585498" y="1101057"/>
                </a:cubicBezTo>
                <a:cubicBezTo>
                  <a:pt x="2601209" y="1100839"/>
                  <a:pt x="2585498" y="1119605"/>
                  <a:pt x="2601209" y="1112186"/>
                </a:cubicBezTo>
                <a:lnTo>
                  <a:pt x="2601209" y="1112186"/>
                </a:lnTo>
                <a:close/>
                <a:moveTo>
                  <a:pt x="2742387" y="1130733"/>
                </a:moveTo>
                <a:cubicBezTo>
                  <a:pt x="2773808" y="1123314"/>
                  <a:pt x="2805229" y="1115895"/>
                  <a:pt x="2820940" y="1100839"/>
                </a:cubicBezTo>
                <a:cubicBezTo>
                  <a:pt x="2789519" y="1108476"/>
                  <a:pt x="2763334" y="1115895"/>
                  <a:pt x="2742387" y="1130733"/>
                </a:cubicBezTo>
                <a:lnTo>
                  <a:pt x="2742387" y="1130733"/>
                </a:lnTo>
                <a:close/>
                <a:moveTo>
                  <a:pt x="2564550" y="1115895"/>
                </a:moveTo>
                <a:cubicBezTo>
                  <a:pt x="2569787" y="1115895"/>
                  <a:pt x="2575024" y="1115895"/>
                  <a:pt x="2580261" y="1115895"/>
                </a:cubicBezTo>
                <a:cubicBezTo>
                  <a:pt x="2580261" y="1108476"/>
                  <a:pt x="2580261" y="1108476"/>
                  <a:pt x="2569787" y="1104767"/>
                </a:cubicBezTo>
                <a:cubicBezTo>
                  <a:pt x="2569787" y="1112186"/>
                  <a:pt x="2569787" y="1112186"/>
                  <a:pt x="2564550" y="1115895"/>
                </a:cubicBezTo>
                <a:lnTo>
                  <a:pt x="2564550" y="1115895"/>
                </a:lnTo>
                <a:close/>
                <a:moveTo>
                  <a:pt x="650466" y="1168046"/>
                </a:moveTo>
                <a:cubicBezTo>
                  <a:pt x="650466" y="1153208"/>
                  <a:pt x="666176" y="1149498"/>
                  <a:pt x="671413" y="1138152"/>
                </a:cubicBezTo>
                <a:cubicBezTo>
                  <a:pt x="645229" y="1138152"/>
                  <a:pt x="639992" y="1152990"/>
                  <a:pt x="619044" y="1160627"/>
                </a:cubicBezTo>
                <a:cubicBezTo>
                  <a:pt x="619044" y="1153208"/>
                  <a:pt x="624281" y="1149498"/>
                  <a:pt x="629518" y="1145789"/>
                </a:cubicBezTo>
                <a:cubicBezTo>
                  <a:pt x="587623" y="1142080"/>
                  <a:pt x="571912" y="1156917"/>
                  <a:pt x="545946" y="1168264"/>
                </a:cubicBezTo>
                <a:cubicBezTo>
                  <a:pt x="551183" y="1179392"/>
                  <a:pt x="509288" y="1186811"/>
                  <a:pt x="535472" y="1205577"/>
                </a:cubicBezTo>
                <a:cubicBezTo>
                  <a:pt x="551183" y="1205577"/>
                  <a:pt x="566894" y="1201867"/>
                  <a:pt x="566894" y="1190739"/>
                </a:cubicBezTo>
                <a:cubicBezTo>
                  <a:pt x="556420" y="1187030"/>
                  <a:pt x="545946" y="1198158"/>
                  <a:pt x="545946" y="1190739"/>
                </a:cubicBezTo>
                <a:cubicBezTo>
                  <a:pt x="556420" y="1187030"/>
                  <a:pt x="561657" y="1175901"/>
                  <a:pt x="577368" y="1172192"/>
                </a:cubicBezTo>
                <a:cubicBezTo>
                  <a:pt x="592860" y="1190521"/>
                  <a:pt x="624281" y="1164336"/>
                  <a:pt x="650466" y="1168046"/>
                </a:cubicBezTo>
                <a:lnTo>
                  <a:pt x="650466" y="1168046"/>
                </a:lnTo>
                <a:close/>
                <a:moveTo>
                  <a:pt x="598097" y="1186811"/>
                </a:moveTo>
                <a:cubicBezTo>
                  <a:pt x="592860" y="1179392"/>
                  <a:pt x="624281" y="1190521"/>
                  <a:pt x="619044" y="1179392"/>
                </a:cubicBezTo>
                <a:cubicBezTo>
                  <a:pt x="608571" y="1179174"/>
                  <a:pt x="582386" y="1183102"/>
                  <a:pt x="598097" y="1186811"/>
                </a:cubicBezTo>
                <a:lnTo>
                  <a:pt x="598097" y="1186811"/>
                </a:lnTo>
                <a:close/>
                <a:moveTo>
                  <a:pt x="2700491" y="1175465"/>
                </a:moveTo>
                <a:cubicBezTo>
                  <a:pt x="2705728" y="1190303"/>
                  <a:pt x="2690018" y="1186593"/>
                  <a:pt x="2690018" y="1197940"/>
                </a:cubicBezTo>
                <a:cubicBezTo>
                  <a:pt x="2716202" y="1205359"/>
                  <a:pt x="2721439" y="1183102"/>
                  <a:pt x="2747624" y="1179392"/>
                </a:cubicBezTo>
                <a:cubicBezTo>
                  <a:pt x="2747624" y="1179392"/>
                  <a:pt x="2747624" y="1175683"/>
                  <a:pt x="2747624" y="1171974"/>
                </a:cubicBezTo>
                <a:cubicBezTo>
                  <a:pt x="2742387" y="1171974"/>
                  <a:pt x="2742387" y="1171974"/>
                  <a:pt x="2737150" y="1171974"/>
                </a:cubicBezTo>
                <a:cubicBezTo>
                  <a:pt x="2731913" y="1183102"/>
                  <a:pt x="2726676" y="1175465"/>
                  <a:pt x="2700491" y="1175465"/>
                </a:cubicBezTo>
                <a:lnTo>
                  <a:pt x="2700491" y="1175465"/>
                </a:lnTo>
                <a:close/>
                <a:moveTo>
                  <a:pt x="2810248" y="1220197"/>
                </a:moveTo>
                <a:cubicBezTo>
                  <a:pt x="2810248" y="1209068"/>
                  <a:pt x="2825959" y="1216487"/>
                  <a:pt x="2836432" y="1216487"/>
                </a:cubicBezTo>
                <a:cubicBezTo>
                  <a:pt x="2841669" y="1197940"/>
                  <a:pt x="2878328" y="1201649"/>
                  <a:pt x="2888801" y="1182884"/>
                </a:cubicBezTo>
                <a:cubicBezTo>
                  <a:pt x="2867854" y="1179174"/>
                  <a:pt x="2857380" y="1194012"/>
                  <a:pt x="2841669" y="1182884"/>
                </a:cubicBezTo>
                <a:cubicBezTo>
                  <a:pt x="2836432" y="1197940"/>
                  <a:pt x="2799774" y="1209068"/>
                  <a:pt x="2810248" y="1220197"/>
                </a:cubicBezTo>
                <a:lnTo>
                  <a:pt x="2810248" y="1220197"/>
                </a:lnTo>
                <a:close/>
                <a:moveTo>
                  <a:pt x="2595972" y="1209068"/>
                </a:moveTo>
                <a:cubicBezTo>
                  <a:pt x="2616919" y="1209068"/>
                  <a:pt x="2637867" y="1209068"/>
                  <a:pt x="2637867" y="1194230"/>
                </a:cubicBezTo>
                <a:cubicBezTo>
                  <a:pt x="2616919" y="1197940"/>
                  <a:pt x="2606446" y="1201649"/>
                  <a:pt x="2595972" y="1209068"/>
                </a:cubicBezTo>
                <a:lnTo>
                  <a:pt x="2595972" y="1209068"/>
                </a:lnTo>
                <a:close/>
                <a:moveTo>
                  <a:pt x="2684781" y="1231543"/>
                </a:moveTo>
                <a:cubicBezTo>
                  <a:pt x="2669070" y="1220415"/>
                  <a:pt x="2684781" y="1220415"/>
                  <a:pt x="2684781" y="1197940"/>
                </a:cubicBezTo>
                <a:cubicBezTo>
                  <a:pt x="2648122" y="1209068"/>
                  <a:pt x="2616701" y="1216487"/>
                  <a:pt x="2595972" y="1235253"/>
                </a:cubicBezTo>
                <a:cubicBezTo>
                  <a:pt x="2632412" y="1250091"/>
                  <a:pt x="2658596" y="1212778"/>
                  <a:pt x="2684781" y="1231543"/>
                </a:cubicBezTo>
                <a:lnTo>
                  <a:pt x="2684781" y="1231543"/>
                </a:lnTo>
                <a:close/>
                <a:moveTo>
                  <a:pt x="493577" y="1246381"/>
                </a:moveTo>
                <a:cubicBezTo>
                  <a:pt x="519762" y="1235253"/>
                  <a:pt x="551183" y="1235253"/>
                  <a:pt x="556420" y="1220197"/>
                </a:cubicBezTo>
                <a:cubicBezTo>
                  <a:pt x="530235" y="1223906"/>
                  <a:pt x="514525" y="1235034"/>
                  <a:pt x="483103" y="1235034"/>
                </a:cubicBezTo>
                <a:cubicBezTo>
                  <a:pt x="472630" y="1246163"/>
                  <a:pt x="456919" y="1257509"/>
                  <a:pt x="467393" y="1272347"/>
                </a:cubicBezTo>
                <a:cubicBezTo>
                  <a:pt x="535472" y="1257509"/>
                  <a:pt x="592860" y="1238744"/>
                  <a:pt x="650466" y="1216487"/>
                </a:cubicBezTo>
                <a:cubicBezTo>
                  <a:pt x="592860" y="1220197"/>
                  <a:pt x="545946" y="1250091"/>
                  <a:pt x="493577" y="1246381"/>
                </a:cubicBezTo>
                <a:lnTo>
                  <a:pt x="493577" y="1246381"/>
                </a:lnTo>
                <a:close/>
                <a:moveTo>
                  <a:pt x="2527892" y="1253800"/>
                </a:moveTo>
                <a:cubicBezTo>
                  <a:pt x="2527892" y="1246381"/>
                  <a:pt x="2548840" y="1235253"/>
                  <a:pt x="2538366" y="1227616"/>
                </a:cubicBezTo>
                <a:cubicBezTo>
                  <a:pt x="2533129" y="1231543"/>
                  <a:pt x="2512182" y="1242672"/>
                  <a:pt x="2527892" y="1253800"/>
                </a:cubicBezTo>
                <a:lnTo>
                  <a:pt x="2527892" y="1253800"/>
                </a:lnTo>
                <a:close/>
                <a:moveTo>
                  <a:pt x="708072" y="1324716"/>
                </a:moveTo>
                <a:cubicBezTo>
                  <a:pt x="708072" y="1313588"/>
                  <a:pt x="734256" y="1321007"/>
                  <a:pt x="729019" y="1306169"/>
                </a:cubicBezTo>
                <a:cubicBezTo>
                  <a:pt x="718545" y="1302459"/>
                  <a:pt x="713309" y="1317297"/>
                  <a:pt x="713309" y="1302459"/>
                </a:cubicBezTo>
                <a:cubicBezTo>
                  <a:pt x="681887" y="1309878"/>
                  <a:pt x="687124" y="1328644"/>
                  <a:pt x="650466" y="1328644"/>
                </a:cubicBezTo>
                <a:cubicBezTo>
                  <a:pt x="645229" y="1339772"/>
                  <a:pt x="660940" y="1339772"/>
                  <a:pt x="676650" y="1339772"/>
                </a:cubicBezTo>
                <a:cubicBezTo>
                  <a:pt x="681887" y="1324716"/>
                  <a:pt x="713309" y="1302459"/>
                  <a:pt x="708072" y="1324716"/>
                </a:cubicBezTo>
                <a:lnTo>
                  <a:pt x="708072" y="1324716"/>
                </a:lnTo>
                <a:close/>
                <a:moveTo>
                  <a:pt x="603334" y="1354610"/>
                </a:moveTo>
                <a:cubicBezTo>
                  <a:pt x="619044" y="1354610"/>
                  <a:pt x="655703" y="1343482"/>
                  <a:pt x="639992" y="1332135"/>
                </a:cubicBezTo>
                <a:cubicBezTo>
                  <a:pt x="634755" y="1343482"/>
                  <a:pt x="608571" y="1339772"/>
                  <a:pt x="603334" y="1354610"/>
                </a:cubicBezTo>
                <a:lnTo>
                  <a:pt x="603334" y="1354610"/>
                </a:lnTo>
                <a:close/>
                <a:moveTo>
                  <a:pt x="551183" y="1388214"/>
                </a:moveTo>
                <a:cubicBezTo>
                  <a:pt x="566894" y="1391923"/>
                  <a:pt x="582604" y="1380795"/>
                  <a:pt x="598315" y="1373376"/>
                </a:cubicBezTo>
                <a:cubicBezTo>
                  <a:pt x="598315" y="1365957"/>
                  <a:pt x="587841" y="1358538"/>
                  <a:pt x="598315" y="1350901"/>
                </a:cubicBezTo>
                <a:cubicBezTo>
                  <a:pt x="571912" y="1354610"/>
                  <a:pt x="545946" y="1377085"/>
                  <a:pt x="551183" y="1388214"/>
                </a:cubicBezTo>
                <a:lnTo>
                  <a:pt x="551183" y="1388214"/>
                </a:lnTo>
                <a:close/>
                <a:moveTo>
                  <a:pt x="964243" y="1369448"/>
                </a:moveTo>
                <a:cubicBezTo>
                  <a:pt x="943295" y="1369448"/>
                  <a:pt x="953769" y="1362029"/>
                  <a:pt x="964243" y="1354610"/>
                </a:cubicBezTo>
                <a:cubicBezTo>
                  <a:pt x="959006" y="1350901"/>
                  <a:pt x="943295" y="1350901"/>
                  <a:pt x="932822" y="1354610"/>
                </a:cubicBezTo>
                <a:cubicBezTo>
                  <a:pt x="948532" y="1369448"/>
                  <a:pt x="932822" y="1373157"/>
                  <a:pt x="917111" y="1373157"/>
                </a:cubicBezTo>
                <a:cubicBezTo>
                  <a:pt x="917111" y="1380576"/>
                  <a:pt x="917111" y="1384286"/>
                  <a:pt x="917111" y="1387995"/>
                </a:cubicBezTo>
                <a:cubicBezTo>
                  <a:pt x="953769" y="1384504"/>
                  <a:pt x="938059" y="1377085"/>
                  <a:pt x="964243" y="1369448"/>
                </a:cubicBezTo>
                <a:lnTo>
                  <a:pt x="964243" y="1369448"/>
                </a:lnTo>
                <a:close/>
                <a:moveTo>
                  <a:pt x="828302" y="1451493"/>
                </a:moveTo>
                <a:cubicBezTo>
                  <a:pt x="838776" y="1455202"/>
                  <a:pt x="838776" y="1462621"/>
                  <a:pt x="854486" y="1458912"/>
                </a:cubicBezTo>
                <a:cubicBezTo>
                  <a:pt x="885908" y="1429018"/>
                  <a:pt x="964243" y="1414180"/>
                  <a:pt x="1006138" y="1380576"/>
                </a:cubicBezTo>
                <a:cubicBezTo>
                  <a:pt x="943295" y="1399342"/>
                  <a:pt x="849250" y="1399342"/>
                  <a:pt x="828302" y="1451493"/>
                </a:cubicBezTo>
                <a:lnTo>
                  <a:pt x="828302" y="1451493"/>
                </a:lnTo>
                <a:close/>
                <a:moveTo>
                  <a:pt x="2920223" y="1414398"/>
                </a:moveTo>
                <a:cubicBezTo>
                  <a:pt x="2914986" y="1425526"/>
                  <a:pt x="2899275" y="1429236"/>
                  <a:pt x="2894038" y="1440583"/>
                </a:cubicBezTo>
                <a:cubicBezTo>
                  <a:pt x="2904512" y="1466767"/>
                  <a:pt x="2930696" y="1440583"/>
                  <a:pt x="2951644" y="1440583"/>
                </a:cubicBezTo>
                <a:cubicBezTo>
                  <a:pt x="2962118" y="1433164"/>
                  <a:pt x="2951644" y="1433164"/>
                  <a:pt x="2956881" y="1422035"/>
                </a:cubicBezTo>
                <a:cubicBezTo>
                  <a:pt x="2988302" y="1422035"/>
                  <a:pt x="2988302" y="1395851"/>
                  <a:pt x="3009250" y="1388432"/>
                </a:cubicBezTo>
                <a:cubicBezTo>
                  <a:pt x="3004013" y="1384722"/>
                  <a:pt x="2983065" y="1384722"/>
                  <a:pt x="2967355" y="1384722"/>
                </a:cubicBezTo>
                <a:cubicBezTo>
                  <a:pt x="2982847" y="1410470"/>
                  <a:pt x="2951426" y="1414398"/>
                  <a:pt x="2920223" y="1414398"/>
                </a:cubicBezTo>
                <a:lnTo>
                  <a:pt x="2920223" y="1414398"/>
                </a:lnTo>
                <a:close/>
                <a:moveTo>
                  <a:pt x="2899275" y="1391923"/>
                </a:moveTo>
                <a:cubicBezTo>
                  <a:pt x="2888801" y="1395633"/>
                  <a:pt x="2956881" y="1399342"/>
                  <a:pt x="2951644" y="1388214"/>
                </a:cubicBezTo>
                <a:cubicBezTo>
                  <a:pt x="2935933" y="1388214"/>
                  <a:pt x="2909749" y="1384504"/>
                  <a:pt x="2899275" y="1391923"/>
                </a:cubicBezTo>
                <a:lnTo>
                  <a:pt x="2899275" y="1391923"/>
                </a:lnTo>
                <a:close/>
                <a:moveTo>
                  <a:pt x="2758097" y="1418108"/>
                </a:moveTo>
                <a:cubicBezTo>
                  <a:pt x="2742387" y="1429236"/>
                  <a:pt x="2768571" y="1418108"/>
                  <a:pt x="2773808" y="1429236"/>
                </a:cubicBezTo>
                <a:cubicBezTo>
                  <a:pt x="2773808" y="1432945"/>
                  <a:pt x="2773808" y="1436655"/>
                  <a:pt x="2773808" y="1440364"/>
                </a:cubicBezTo>
                <a:cubicBezTo>
                  <a:pt x="2721439" y="1444074"/>
                  <a:pt x="2705728" y="1473968"/>
                  <a:pt x="2669288" y="1473968"/>
                </a:cubicBezTo>
                <a:cubicBezTo>
                  <a:pt x="2679762" y="1477677"/>
                  <a:pt x="2721657" y="1496443"/>
                  <a:pt x="2705946" y="1496443"/>
                </a:cubicBezTo>
                <a:cubicBezTo>
                  <a:pt x="2711183" y="1496443"/>
                  <a:pt x="2726894" y="1481605"/>
                  <a:pt x="2726894" y="1481605"/>
                </a:cubicBezTo>
                <a:cubicBezTo>
                  <a:pt x="2732131" y="1477895"/>
                  <a:pt x="2753079" y="1485314"/>
                  <a:pt x="2758315" y="1481605"/>
                </a:cubicBezTo>
                <a:cubicBezTo>
                  <a:pt x="2774026" y="1474186"/>
                  <a:pt x="2784500" y="1455420"/>
                  <a:pt x="2815921" y="1459130"/>
                </a:cubicBezTo>
                <a:cubicBezTo>
                  <a:pt x="2815921" y="1466549"/>
                  <a:pt x="2810684" y="1466549"/>
                  <a:pt x="2810684" y="1470258"/>
                </a:cubicBezTo>
                <a:cubicBezTo>
                  <a:pt x="2826395" y="1473968"/>
                  <a:pt x="2826395" y="1466549"/>
                  <a:pt x="2836869" y="1466549"/>
                </a:cubicBezTo>
                <a:cubicBezTo>
                  <a:pt x="2831632" y="1444074"/>
                  <a:pt x="2863053" y="1440364"/>
                  <a:pt x="2878764" y="1425526"/>
                </a:cubicBezTo>
                <a:cubicBezTo>
                  <a:pt x="2842106" y="1429236"/>
                  <a:pt x="2800211" y="1440364"/>
                  <a:pt x="2784718" y="1418108"/>
                </a:cubicBezTo>
                <a:cubicBezTo>
                  <a:pt x="2795192" y="1410689"/>
                  <a:pt x="2810903" y="1399560"/>
                  <a:pt x="2805666" y="1391923"/>
                </a:cubicBezTo>
                <a:cubicBezTo>
                  <a:pt x="2716857" y="1410470"/>
                  <a:pt x="2638303" y="1421817"/>
                  <a:pt x="2565205" y="1455420"/>
                </a:cubicBezTo>
                <a:cubicBezTo>
                  <a:pt x="2622156" y="1447783"/>
                  <a:pt x="2705728" y="1410470"/>
                  <a:pt x="2758097" y="1418108"/>
                </a:cubicBezTo>
                <a:lnTo>
                  <a:pt x="2758097" y="1418108"/>
                </a:lnTo>
                <a:close/>
                <a:moveTo>
                  <a:pt x="2841669" y="1406761"/>
                </a:moveTo>
                <a:cubicBezTo>
                  <a:pt x="2857380" y="1406761"/>
                  <a:pt x="2867854" y="1406761"/>
                  <a:pt x="2873091" y="1399342"/>
                </a:cubicBezTo>
                <a:cubicBezTo>
                  <a:pt x="2862617" y="1399342"/>
                  <a:pt x="2846906" y="1399342"/>
                  <a:pt x="2841669" y="1406761"/>
                </a:cubicBezTo>
                <a:lnTo>
                  <a:pt x="2841669" y="1406761"/>
                </a:lnTo>
                <a:close/>
                <a:moveTo>
                  <a:pt x="456919" y="1436655"/>
                </a:moveTo>
                <a:cubicBezTo>
                  <a:pt x="467393" y="1432945"/>
                  <a:pt x="493577" y="1421817"/>
                  <a:pt x="477867" y="1410470"/>
                </a:cubicBezTo>
                <a:cubicBezTo>
                  <a:pt x="477867" y="1418108"/>
                  <a:pt x="446445" y="1425526"/>
                  <a:pt x="456919" y="1436655"/>
                </a:cubicBezTo>
                <a:lnTo>
                  <a:pt x="456919" y="1436655"/>
                </a:lnTo>
                <a:close/>
                <a:moveTo>
                  <a:pt x="3003795" y="1447783"/>
                </a:moveTo>
                <a:cubicBezTo>
                  <a:pt x="3014269" y="1447783"/>
                  <a:pt x="3019506" y="1447783"/>
                  <a:pt x="3029979" y="1447783"/>
                </a:cubicBezTo>
                <a:cubicBezTo>
                  <a:pt x="3029979" y="1444074"/>
                  <a:pt x="3029979" y="1440364"/>
                  <a:pt x="3024743" y="1440364"/>
                </a:cubicBezTo>
                <a:cubicBezTo>
                  <a:pt x="3024743" y="1444074"/>
                  <a:pt x="3003795" y="1440364"/>
                  <a:pt x="3003795" y="1447783"/>
                </a:cubicBezTo>
                <a:lnTo>
                  <a:pt x="3003795" y="1447783"/>
                </a:lnTo>
                <a:close/>
                <a:moveTo>
                  <a:pt x="2904512" y="1485096"/>
                </a:moveTo>
                <a:cubicBezTo>
                  <a:pt x="2904512" y="1477677"/>
                  <a:pt x="2920223" y="1481387"/>
                  <a:pt x="2925460" y="1470258"/>
                </a:cubicBezTo>
                <a:cubicBezTo>
                  <a:pt x="2904512" y="1470258"/>
                  <a:pt x="2894038" y="1477677"/>
                  <a:pt x="2883564" y="1481387"/>
                </a:cubicBezTo>
                <a:cubicBezTo>
                  <a:pt x="2904512" y="1481387"/>
                  <a:pt x="2883564" y="1485096"/>
                  <a:pt x="2888801" y="1496225"/>
                </a:cubicBezTo>
                <a:cubicBezTo>
                  <a:pt x="2951644" y="1492515"/>
                  <a:pt x="3014269" y="1481387"/>
                  <a:pt x="3050927" y="1455202"/>
                </a:cubicBezTo>
                <a:cubicBezTo>
                  <a:pt x="3003795" y="1451493"/>
                  <a:pt x="2941170" y="1485096"/>
                  <a:pt x="2904512" y="1485096"/>
                </a:cubicBezTo>
                <a:lnTo>
                  <a:pt x="2904512" y="1485096"/>
                </a:lnTo>
                <a:close/>
                <a:moveTo>
                  <a:pt x="2606446" y="1500152"/>
                </a:moveTo>
                <a:cubicBezTo>
                  <a:pt x="2627393" y="1503862"/>
                  <a:pt x="2627393" y="1492733"/>
                  <a:pt x="2637867" y="1485314"/>
                </a:cubicBezTo>
                <a:cubicBezTo>
                  <a:pt x="2622156" y="1485096"/>
                  <a:pt x="2611682" y="1492733"/>
                  <a:pt x="2606446" y="1500152"/>
                </a:cubicBezTo>
                <a:lnTo>
                  <a:pt x="2606446" y="1500152"/>
                </a:lnTo>
                <a:close/>
                <a:moveTo>
                  <a:pt x="2506945" y="1522409"/>
                </a:moveTo>
                <a:cubicBezTo>
                  <a:pt x="2517419" y="1522409"/>
                  <a:pt x="2522655" y="1514990"/>
                  <a:pt x="2527892" y="1511281"/>
                </a:cubicBezTo>
                <a:cubicBezTo>
                  <a:pt x="2517419" y="1511281"/>
                  <a:pt x="2512182" y="1511281"/>
                  <a:pt x="2506945" y="1511281"/>
                </a:cubicBezTo>
                <a:cubicBezTo>
                  <a:pt x="2506945" y="1514990"/>
                  <a:pt x="2506945" y="1518700"/>
                  <a:pt x="2506945" y="1522409"/>
                </a:cubicBezTo>
                <a:lnTo>
                  <a:pt x="2506945" y="1522409"/>
                </a:lnTo>
                <a:close/>
                <a:moveTo>
                  <a:pt x="603334" y="1544884"/>
                </a:moveTo>
                <a:cubicBezTo>
                  <a:pt x="608571" y="1544884"/>
                  <a:pt x="608571" y="1544884"/>
                  <a:pt x="613808" y="1544884"/>
                </a:cubicBezTo>
                <a:cubicBezTo>
                  <a:pt x="613808" y="1541175"/>
                  <a:pt x="619044" y="1541175"/>
                  <a:pt x="619044" y="1533756"/>
                </a:cubicBezTo>
                <a:cubicBezTo>
                  <a:pt x="613808" y="1533756"/>
                  <a:pt x="613808" y="1533756"/>
                  <a:pt x="608571" y="1533756"/>
                </a:cubicBezTo>
                <a:cubicBezTo>
                  <a:pt x="608571" y="1541175"/>
                  <a:pt x="603334" y="1541175"/>
                  <a:pt x="603334" y="1544884"/>
                </a:cubicBezTo>
                <a:lnTo>
                  <a:pt x="603334" y="1544884"/>
                </a:lnTo>
                <a:close/>
                <a:moveTo>
                  <a:pt x="786407" y="1578487"/>
                </a:moveTo>
                <a:cubicBezTo>
                  <a:pt x="817828" y="1574778"/>
                  <a:pt x="844013" y="1567359"/>
                  <a:pt x="859723" y="1552303"/>
                </a:cubicBezTo>
                <a:cubicBezTo>
                  <a:pt x="838776" y="1563431"/>
                  <a:pt x="791644" y="1559722"/>
                  <a:pt x="786407" y="1578487"/>
                </a:cubicBezTo>
                <a:lnTo>
                  <a:pt x="786407" y="1578487"/>
                </a:lnTo>
                <a:close/>
                <a:moveTo>
                  <a:pt x="1115895" y="1582197"/>
                </a:moveTo>
                <a:cubicBezTo>
                  <a:pt x="1136842" y="1571068"/>
                  <a:pt x="1189211" y="1567359"/>
                  <a:pt x="1183974" y="1552303"/>
                </a:cubicBezTo>
                <a:cubicBezTo>
                  <a:pt x="1173501" y="1556012"/>
                  <a:pt x="1100184" y="1559722"/>
                  <a:pt x="1115895" y="1582197"/>
                </a:cubicBezTo>
                <a:lnTo>
                  <a:pt x="1115895" y="1582197"/>
                </a:lnTo>
                <a:close/>
                <a:moveTo>
                  <a:pt x="2763334" y="1608381"/>
                </a:moveTo>
                <a:cubicBezTo>
                  <a:pt x="2742387" y="1589834"/>
                  <a:pt x="2700491" y="1619510"/>
                  <a:pt x="2669288" y="1626929"/>
                </a:cubicBezTo>
                <a:cubicBezTo>
                  <a:pt x="2622156" y="1641767"/>
                  <a:pt x="2564769" y="1641767"/>
                  <a:pt x="2554295" y="1667951"/>
                </a:cubicBezTo>
                <a:cubicBezTo>
                  <a:pt x="2643104" y="1656823"/>
                  <a:pt x="2684999" y="1615800"/>
                  <a:pt x="2779263" y="1619510"/>
                </a:cubicBezTo>
                <a:cubicBezTo>
                  <a:pt x="2789737" y="1615800"/>
                  <a:pt x="2768789" y="1608381"/>
                  <a:pt x="2784500" y="1604672"/>
                </a:cubicBezTo>
                <a:cubicBezTo>
                  <a:pt x="2805448" y="1597253"/>
                  <a:pt x="2857817" y="1604672"/>
                  <a:pt x="2878546" y="1582197"/>
                </a:cubicBezTo>
                <a:cubicBezTo>
                  <a:pt x="2836432" y="1582197"/>
                  <a:pt x="2794537" y="1585906"/>
                  <a:pt x="2763334" y="1608381"/>
                </a:cubicBezTo>
                <a:lnTo>
                  <a:pt x="2763334" y="1608381"/>
                </a:lnTo>
                <a:close/>
                <a:moveTo>
                  <a:pt x="922348" y="1641767"/>
                </a:moveTo>
                <a:cubicBezTo>
                  <a:pt x="932822" y="1641767"/>
                  <a:pt x="943295" y="1638057"/>
                  <a:pt x="943295" y="1630638"/>
                </a:cubicBezTo>
                <a:cubicBezTo>
                  <a:pt x="927585" y="1630638"/>
                  <a:pt x="922348" y="1638057"/>
                  <a:pt x="922348" y="1641767"/>
                </a:cubicBezTo>
                <a:lnTo>
                  <a:pt x="922348" y="1641767"/>
                </a:lnTo>
                <a:close/>
                <a:moveTo>
                  <a:pt x="885690" y="1768761"/>
                </a:moveTo>
                <a:cubicBezTo>
                  <a:pt x="890927" y="1783599"/>
                  <a:pt x="869979" y="1783599"/>
                  <a:pt x="880453" y="1794946"/>
                </a:cubicBezTo>
                <a:cubicBezTo>
                  <a:pt x="911874" y="1787527"/>
                  <a:pt x="927585" y="1772471"/>
                  <a:pt x="948532" y="1761342"/>
                </a:cubicBezTo>
                <a:cubicBezTo>
                  <a:pt x="927585" y="1749996"/>
                  <a:pt x="922348" y="1776180"/>
                  <a:pt x="885690" y="1768761"/>
                </a:cubicBezTo>
                <a:lnTo>
                  <a:pt x="885690" y="1768761"/>
                </a:lnTo>
                <a:close/>
                <a:moveTo>
                  <a:pt x="849250" y="1798437"/>
                </a:moveTo>
                <a:cubicBezTo>
                  <a:pt x="854486" y="1791018"/>
                  <a:pt x="864960" y="1791018"/>
                  <a:pt x="859723" y="1779890"/>
                </a:cubicBezTo>
                <a:cubicBezTo>
                  <a:pt x="844013" y="1776180"/>
                  <a:pt x="838776" y="1794728"/>
                  <a:pt x="849250" y="1798437"/>
                </a:cubicBezTo>
                <a:lnTo>
                  <a:pt x="849250" y="1798437"/>
                </a:lnTo>
                <a:close/>
                <a:moveTo>
                  <a:pt x="2611682" y="1824622"/>
                </a:moveTo>
                <a:cubicBezTo>
                  <a:pt x="2616919" y="1828331"/>
                  <a:pt x="2627393" y="1828331"/>
                  <a:pt x="2643104" y="1828331"/>
                </a:cubicBezTo>
                <a:cubicBezTo>
                  <a:pt x="2643104" y="1820912"/>
                  <a:pt x="2632630" y="1817203"/>
                  <a:pt x="2648341" y="1813493"/>
                </a:cubicBezTo>
                <a:cubicBezTo>
                  <a:pt x="2653578" y="1813493"/>
                  <a:pt x="2658814" y="1813493"/>
                  <a:pt x="2664051" y="1813493"/>
                </a:cubicBezTo>
                <a:cubicBezTo>
                  <a:pt x="2658814" y="1820912"/>
                  <a:pt x="2653578" y="1820912"/>
                  <a:pt x="2669288" y="1820912"/>
                </a:cubicBezTo>
                <a:cubicBezTo>
                  <a:pt x="2669288" y="1820912"/>
                  <a:pt x="2674525" y="1820912"/>
                  <a:pt x="2679762" y="1820912"/>
                </a:cubicBezTo>
                <a:cubicBezTo>
                  <a:pt x="2674525" y="1806074"/>
                  <a:pt x="2700710" y="1802365"/>
                  <a:pt x="2705946" y="1787309"/>
                </a:cubicBezTo>
                <a:cubicBezTo>
                  <a:pt x="2679544" y="1776180"/>
                  <a:pt x="2622156" y="1798437"/>
                  <a:pt x="2611682" y="1824622"/>
                </a:cubicBezTo>
                <a:lnTo>
                  <a:pt x="2611682" y="1824622"/>
                </a:lnTo>
                <a:close/>
                <a:moveTo>
                  <a:pt x="2580261" y="1843387"/>
                </a:moveTo>
                <a:cubicBezTo>
                  <a:pt x="2595972" y="1847096"/>
                  <a:pt x="2601209" y="1832259"/>
                  <a:pt x="2601209" y="1847096"/>
                </a:cubicBezTo>
                <a:cubicBezTo>
                  <a:pt x="2616919" y="1847096"/>
                  <a:pt x="2616919" y="1839678"/>
                  <a:pt x="2622156" y="1835968"/>
                </a:cubicBezTo>
                <a:cubicBezTo>
                  <a:pt x="2611682" y="1824622"/>
                  <a:pt x="2580261" y="1820912"/>
                  <a:pt x="2580261" y="1843387"/>
                </a:cubicBezTo>
                <a:lnTo>
                  <a:pt x="2580261" y="1843387"/>
                </a:lnTo>
                <a:close/>
                <a:moveTo>
                  <a:pt x="791644" y="1918013"/>
                </a:moveTo>
                <a:cubicBezTo>
                  <a:pt x="807354" y="1910594"/>
                  <a:pt x="828302" y="1921722"/>
                  <a:pt x="828302" y="1895538"/>
                </a:cubicBezTo>
                <a:cubicBezTo>
                  <a:pt x="812591" y="1902957"/>
                  <a:pt x="786407" y="1902957"/>
                  <a:pt x="791644" y="1918013"/>
                </a:cubicBezTo>
                <a:lnTo>
                  <a:pt x="791644" y="1918013"/>
                </a:lnTo>
                <a:close/>
                <a:moveTo>
                  <a:pt x="985191" y="1955107"/>
                </a:moveTo>
                <a:cubicBezTo>
                  <a:pt x="1006138" y="1955107"/>
                  <a:pt x="1006138" y="1940270"/>
                  <a:pt x="1011375" y="1932632"/>
                </a:cubicBezTo>
                <a:cubicBezTo>
                  <a:pt x="1027086" y="1936342"/>
                  <a:pt x="1042796" y="1917795"/>
                  <a:pt x="1053270" y="1910157"/>
                </a:cubicBezTo>
                <a:cubicBezTo>
                  <a:pt x="1011375" y="1910376"/>
                  <a:pt x="1000901" y="1932851"/>
                  <a:pt x="985191" y="1955107"/>
                </a:cubicBezTo>
                <a:lnTo>
                  <a:pt x="985191" y="1955107"/>
                </a:lnTo>
                <a:close/>
                <a:moveTo>
                  <a:pt x="2371003" y="2007476"/>
                </a:moveTo>
                <a:cubicBezTo>
                  <a:pt x="2350056" y="2018605"/>
                  <a:pt x="2318635" y="2022314"/>
                  <a:pt x="2308161" y="2041080"/>
                </a:cubicBezTo>
                <a:cubicBezTo>
                  <a:pt x="2287213" y="2033661"/>
                  <a:pt x="2276740" y="2044789"/>
                  <a:pt x="2276740" y="2059627"/>
                </a:cubicBezTo>
                <a:cubicBezTo>
                  <a:pt x="2370785" y="2063337"/>
                  <a:pt x="2433628" y="1996130"/>
                  <a:pt x="2548622" y="1988711"/>
                </a:cubicBezTo>
                <a:cubicBezTo>
                  <a:pt x="2543385" y="1977582"/>
                  <a:pt x="2564332" y="1981292"/>
                  <a:pt x="2569569" y="1977582"/>
                </a:cubicBezTo>
                <a:cubicBezTo>
                  <a:pt x="2569569" y="1962745"/>
                  <a:pt x="2574806" y="1955107"/>
                  <a:pt x="2580043" y="1951398"/>
                </a:cubicBezTo>
                <a:cubicBezTo>
                  <a:pt x="2564332" y="1947689"/>
                  <a:pt x="2548622" y="1958817"/>
                  <a:pt x="2564332" y="1966236"/>
                </a:cubicBezTo>
                <a:cubicBezTo>
                  <a:pt x="2538148" y="1966236"/>
                  <a:pt x="2543385" y="1962526"/>
                  <a:pt x="2511963" y="1969945"/>
                </a:cubicBezTo>
                <a:cubicBezTo>
                  <a:pt x="2501490" y="1973655"/>
                  <a:pt x="2517200" y="1981074"/>
                  <a:pt x="2506726" y="1981074"/>
                </a:cubicBezTo>
                <a:cubicBezTo>
                  <a:pt x="2454794" y="1970164"/>
                  <a:pt x="2423372" y="2033443"/>
                  <a:pt x="2371003" y="2007476"/>
                </a:cubicBezTo>
                <a:lnTo>
                  <a:pt x="2371003" y="2007476"/>
                </a:lnTo>
                <a:close/>
                <a:moveTo>
                  <a:pt x="2203641" y="2078393"/>
                </a:moveTo>
                <a:cubicBezTo>
                  <a:pt x="2229826" y="2082102"/>
                  <a:pt x="2261247" y="2067264"/>
                  <a:pt x="2271721" y="2048499"/>
                </a:cubicBezTo>
                <a:cubicBezTo>
                  <a:pt x="2240300" y="2052208"/>
                  <a:pt x="2214115" y="2059627"/>
                  <a:pt x="2203641" y="2078393"/>
                </a:cubicBezTo>
                <a:lnTo>
                  <a:pt x="2203641" y="2078393"/>
                </a:lnTo>
                <a:close/>
                <a:moveTo>
                  <a:pt x="948532" y="2108069"/>
                </a:moveTo>
                <a:cubicBezTo>
                  <a:pt x="974717" y="2111778"/>
                  <a:pt x="969480" y="2093231"/>
                  <a:pt x="995664" y="2096940"/>
                </a:cubicBezTo>
                <a:cubicBezTo>
                  <a:pt x="995664" y="2089521"/>
                  <a:pt x="995664" y="2085812"/>
                  <a:pt x="985191" y="2082102"/>
                </a:cubicBezTo>
                <a:cubicBezTo>
                  <a:pt x="979954" y="2093231"/>
                  <a:pt x="953769" y="2093231"/>
                  <a:pt x="948532" y="2108069"/>
                </a:cubicBezTo>
                <a:lnTo>
                  <a:pt x="948532" y="2108069"/>
                </a:lnTo>
                <a:close/>
                <a:moveTo>
                  <a:pt x="2109595" y="2108069"/>
                </a:moveTo>
                <a:cubicBezTo>
                  <a:pt x="2120069" y="2096940"/>
                  <a:pt x="2156727" y="2104359"/>
                  <a:pt x="2161964" y="2089521"/>
                </a:cubicBezTo>
                <a:cubicBezTo>
                  <a:pt x="2141017" y="2093231"/>
                  <a:pt x="2109595" y="2100650"/>
                  <a:pt x="2109595" y="2108069"/>
                </a:cubicBezTo>
                <a:lnTo>
                  <a:pt x="2109595" y="2108069"/>
                </a:lnTo>
                <a:close/>
                <a:moveTo>
                  <a:pt x="854486" y="2145381"/>
                </a:moveTo>
                <a:cubicBezTo>
                  <a:pt x="875434" y="2137962"/>
                  <a:pt x="922566" y="2130544"/>
                  <a:pt x="917329" y="2115487"/>
                </a:cubicBezTo>
                <a:cubicBezTo>
                  <a:pt x="906637" y="2134253"/>
                  <a:pt x="859723" y="2123125"/>
                  <a:pt x="854486" y="2145381"/>
                </a:cubicBezTo>
                <a:lnTo>
                  <a:pt x="854486" y="2145381"/>
                </a:lnTo>
                <a:close/>
                <a:moveTo>
                  <a:pt x="734038" y="2190331"/>
                </a:moveTo>
                <a:cubicBezTo>
                  <a:pt x="739275" y="2179203"/>
                  <a:pt x="770696" y="2182912"/>
                  <a:pt x="775933" y="2167856"/>
                </a:cubicBezTo>
                <a:cubicBezTo>
                  <a:pt x="744512" y="2164147"/>
                  <a:pt x="728801" y="2182694"/>
                  <a:pt x="734038" y="2190331"/>
                </a:cubicBezTo>
                <a:lnTo>
                  <a:pt x="734038" y="2190331"/>
                </a:lnTo>
                <a:close/>
              </a:path>
            </a:pathLst>
          </a:custGeom>
          <a:blipFill>
            <a:blip r:embed="rId5"/>
            <a:stretch>
              <a:fillRect/>
            </a:stretch>
          </a:blipFill>
          <a:ln w="2177" cap="flat">
            <a:noFill/>
            <a:prstDash val="solid"/>
            <a:miter/>
          </a:ln>
        </p:spPr>
        <p:txBody>
          <a:bodyPr rtlCol="0" anchor="ctr"/>
          <a:lstStyle/>
          <a:p>
            <a:endParaRPr lang="zh-CN" altLang="en-US"/>
          </a:p>
        </p:txBody>
      </p:sp>
      <p:sp>
        <p:nvSpPr>
          <p:cNvPr id="32" name="图形 3">
            <a:extLst>
              <a:ext uri="{FF2B5EF4-FFF2-40B4-BE49-F238E27FC236}">
                <a16:creationId xmlns:a16="http://schemas.microsoft.com/office/drawing/2014/main" id="{DAE36C09-8080-B102-A1A0-FF03D92930E3}"/>
              </a:ext>
            </a:extLst>
          </p:cNvPr>
          <p:cNvSpPr/>
          <p:nvPr/>
        </p:nvSpPr>
        <p:spPr>
          <a:xfrm>
            <a:off x="875234" y="4301644"/>
            <a:ext cx="3151558" cy="2004165"/>
          </a:xfrm>
          <a:custGeom>
            <a:avLst/>
            <a:gdLst>
              <a:gd name="connsiteX0" fmla="*/ 2114832 w 3644004"/>
              <a:gd name="connsiteY0" fmla="*/ 198129 h 2317325"/>
              <a:gd name="connsiteX1" fmla="*/ 2130543 w 3644004"/>
              <a:gd name="connsiteY1" fmla="*/ 201839 h 2317325"/>
              <a:gd name="connsiteX2" fmla="*/ 2188149 w 3644004"/>
              <a:gd name="connsiteY2" fmla="*/ 179364 h 2317325"/>
              <a:gd name="connsiteX3" fmla="*/ 2198623 w 3644004"/>
              <a:gd name="connsiteY3" fmla="*/ 201839 h 2317325"/>
              <a:gd name="connsiteX4" fmla="*/ 1487278 w 3644004"/>
              <a:gd name="connsiteY4" fmla="*/ 410660 h 2317325"/>
              <a:gd name="connsiteX5" fmla="*/ 1413961 w 3644004"/>
              <a:gd name="connsiteY5" fmla="*/ 414369 h 2317325"/>
              <a:gd name="connsiteX6" fmla="*/ 1361592 w 3644004"/>
              <a:gd name="connsiteY6" fmla="*/ 436844 h 2317325"/>
              <a:gd name="connsiteX7" fmla="*/ 1345882 w 3644004"/>
              <a:gd name="connsiteY7" fmla="*/ 455392 h 2317325"/>
              <a:gd name="connsiteX8" fmla="*/ 1283039 w 3644004"/>
              <a:gd name="connsiteY8" fmla="*/ 481576 h 2317325"/>
              <a:gd name="connsiteX9" fmla="*/ 1225433 w 3644004"/>
              <a:gd name="connsiteY9" fmla="*/ 500123 h 2317325"/>
              <a:gd name="connsiteX10" fmla="*/ 1141861 w 3644004"/>
              <a:gd name="connsiteY10" fmla="*/ 537436 h 2317325"/>
              <a:gd name="connsiteX11" fmla="*/ 1518481 w 3644004"/>
              <a:gd name="connsiteY11" fmla="*/ 421788 h 2317325"/>
              <a:gd name="connsiteX12" fmla="*/ 1712028 w 3644004"/>
              <a:gd name="connsiteY12" fmla="*/ 354581 h 2317325"/>
              <a:gd name="connsiteX13" fmla="*/ 2360530 w 3644004"/>
              <a:gd name="connsiteY13" fmla="*/ 168017 h 2317325"/>
              <a:gd name="connsiteX14" fmla="*/ 2323871 w 3644004"/>
              <a:gd name="connsiteY14" fmla="*/ 145542 h 2317325"/>
              <a:gd name="connsiteX15" fmla="*/ 2480760 w 3644004"/>
              <a:gd name="connsiteY15" fmla="*/ 130704 h 2317325"/>
              <a:gd name="connsiteX16" fmla="*/ 2485997 w 3644004"/>
              <a:gd name="connsiteY16" fmla="*/ 145542 h 2317325"/>
              <a:gd name="connsiteX17" fmla="*/ 2893820 w 3644004"/>
              <a:gd name="connsiteY17" fmla="*/ 37313 h 2317325"/>
              <a:gd name="connsiteX18" fmla="*/ 3061182 w 3644004"/>
              <a:gd name="connsiteY18" fmla="*/ 0 h 2317325"/>
              <a:gd name="connsiteX19" fmla="*/ 3071656 w 3644004"/>
              <a:gd name="connsiteY19" fmla="*/ 7419 h 2317325"/>
              <a:gd name="connsiteX20" fmla="*/ 3181413 w 3644004"/>
              <a:gd name="connsiteY20" fmla="*/ 7419 h 2317325"/>
              <a:gd name="connsiteX21" fmla="*/ 3144755 w 3644004"/>
              <a:gd name="connsiteY21" fmla="*/ 14838 h 2317325"/>
              <a:gd name="connsiteX22" fmla="*/ 2778608 w 3644004"/>
              <a:gd name="connsiteY22" fmla="*/ 104301 h 2317325"/>
              <a:gd name="connsiteX23" fmla="*/ 2172002 w 3644004"/>
              <a:gd name="connsiteY23" fmla="*/ 290866 h 2317325"/>
              <a:gd name="connsiteX24" fmla="*/ 2271284 w 3644004"/>
              <a:gd name="connsiteY24" fmla="*/ 287156 h 2317325"/>
              <a:gd name="connsiteX25" fmla="*/ 2250337 w 3644004"/>
              <a:gd name="connsiteY25" fmla="*/ 276028 h 2317325"/>
              <a:gd name="connsiteX26" fmla="*/ 2281758 w 3644004"/>
              <a:gd name="connsiteY26" fmla="*/ 276028 h 2317325"/>
              <a:gd name="connsiteX27" fmla="*/ 2271284 w 3644004"/>
              <a:gd name="connsiteY27" fmla="*/ 290866 h 2317325"/>
              <a:gd name="connsiteX28" fmla="*/ 2370567 w 3644004"/>
              <a:gd name="connsiteY28" fmla="*/ 279737 h 2317325"/>
              <a:gd name="connsiteX29" fmla="*/ 2365330 w 3644004"/>
              <a:gd name="connsiteY29" fmla="*/ 290866 h 2317325"/>
              <a:gd name="connsiteX30" fmla="*/ 2339146 w 3644004"/>
              <a:gd name="connsiteY30" fmla="*/ 294575 h 2317325"/>
              <a:gd name="connsiteX31" fmla="*/ 2339146 w 3644004"/>
              <a:gd name="connsiteY31" fmla="*/ 301994 h 2317325"/>
              <a:gd name="connsiteX32" fmla="*/ 2422718 w 3644004"/>
              <a:gd name="connsiteY32" fmla="*/ 294575 h 2317325"/>
              <a:gd name="connsiteX33" fmla="*/ 2339146 w 3644004"/>
              <a:gd name="connsiteY33" fmla="*/ 320760 h 2317325"/>
              <a:gd name="connsiteX34" fmla="*/ 2339146 w 3644004"/>
              <a:gd name="connsiteY34" fmla="*/ 335598 h 2317325"/>
              <a:gd name="connsiteX35" fmla="*/ 2668634 w 3644004"/>
              <a:gd name="connsiteY35" fmla="*/ 268391 h 2317325"/>
              <a:gd name="connsiteX36" fmla="*/ 2600554 w 3644004"/>
              <a:gd name="connsiteY36" fmla="*/ 301994 h 2317325"/>
              <a:gd name="connsiteX37" fmla="*/ 2631976 w 3644004"/>
              <a:gd name="connsiteY37" fmla="*/ 316832 h 2317325"/>
              <a:gd name="connsiteX38" fmla="*/ 3086931 w 3644004"/>
              <a:gd name="connsiteY38" fmla="*/ 201184 h 2317325"/>
              <a:gd name="connsiteX39" fmla="*/ 3207161 w 3644004"/>
              <a:gd name="connsiteY39" fmla="*/ 178709 h 2317325"/>
              <a:gd name="connsiteX40" fmla="*/ 3280477 w 3644004"/>
              <a:gd name="connsiteY40" fmla="*/ 189837 h 2317325"/>
              <a:gd name="connsiteX41" fmla="*/ 3343320 w 3644004"/>
              <a:gd name="connsiteY41" fmla="*/ 216022 h 2317325"/>
              <a:gd name="connsiteX42" fmla="*/ 3311899 w 3644004"/>
              <a:gd name="connsiteY42" fmla="*/ 238497 h 2317325"/>
              <a:gd name="connsiteX43" fmla="*/ 3285714 w 3644004"/>
              <a:gd name="connsiteY43" fmla="*/ 208603 h 2317325"/>
              <a:gd name="connsiteX44" fmla="*/ 3243819 w 3644004"/>
              <a:gd name="connsiteY44" fmla="*/ 219731 h 2317325"/>
              <a:gd name="connsiteX45" fmla="*/ 3123589 w 3644004"/>
              <a:gd name="connsiteY45" fmla="*/ 227150 h 2317325"/>
              <a:gd name="connsiteX46" fmla="*/ 3196905 w 3644004"/>
              <a:gd name="connsiteY46" fmla="*/ 230860 h 2317325"/>
              <a:gd name="connsiteX47" fmla="*/ 3071438 w 3644004"/>
              <a:gd name="connsiteY47" fmla="*/ 253335 h 2317325"/>
              <a:gd name="connsiteX48" fmla="*/ 3055727 w 3644004"/>
              <a:gd name="connsiteY48" fmla="*/ 264463 h 2317325"/>
              <a:gd name="connsiteX49" fmla="*/ 2543166 w 3644004"/>
              <a:gd name="connsiteY49" fmla="*/ 398659 h 2317325"/>
              <a:gd name="connsiteX50" fmla="*/ 2485561 w 3644004"/>
              <a:gd name="connsiteY50" fmla="*/ 409787 h 2317325"/>
              <a:gd name="connsiteX51" fmla="*/ 2208442 w 3644004"/>
              <a:gd name="connsiteY51" fmla="*/ 476994 h 2317325"/>
              <a:gd name="connsiteX52" fmla="*/ 2208442 w 3644004"/>
              <a:gd name="connsiteY52" fmla="*/ 491832 h 2317325"/>
              <a:gd name="connsiteX53" fmla="*/ 2422936 w 3644004"/>
              <a:gd name="connsiteY53" fmla="*/ 454519 h 2317325"/>
              <a:gd name="connsiteX54" fmla="*/ 2412462 w 3644004"/>
              <a:gd name="connsiteY54" fmla="*/ 469357 h 2317325"/>
              <a:gd name="connsiteX55" fmla="*/ 2506508 w 3644004"/>
              <a:gd name="connsiteY55" fmla="*/ 458228 h 2317325"/>
              <a:gd name="connsiteX56" fmla="*/ 2501271 w 3644004"/>
              <a:gd name="connsiteY56" fmla="*/ 450809 h 2317325"/>
              <a:gd name="connsiteX57" fmla="*/ 2841233 w 3644004"/>
              <a:gd name="connsiteY57" fmla="*/ 406078 h 2317325"/>
              <a:gd name="connsiteX58" fmla="*/ 3186432 w 3644004"/>
              <a:gd name="connsiteY58" fmla="*/ 305267 h 2317325"/>
              <a:gd name="connsiteX59" fmla="*/ 2700055 w 3644004"/>
              <a:gd name="connsiteY59" fmla="*/ 454519 h 2317325"/>
              <a:gd name="connsiteX60" fmla="*/ 2862181 w 3644004"/>
              <a:gd name="connsiteY60" fmla="*/ 428334 h 2317325"/>
              <a:gd name="connsiteX61" fmla="*/ 3165484 w 3644004"/>
              <a:gd name="connsiteY61" fmla="*/ 342580 h 2317325"/>
              <a:gd name="connsiteX62" fmla="*/ 3149773 w 3644004"/>
              <a:gd name="connsiteY62" fmla="*/ 365055 h 2317325"/>
              <a:gd name="connsiteX63" fmla="*/ 2982411 w 3644004"/>
              <a:gd name="connsiteY63" fmla="*/ 428553 h 2317325"/>
              <a:gd name="connsiteX64" fmla="*/ 2877891 w 3644004"/>
              <a:gd name="connsiteY64" fmla="*/ 454737 h 2317325"/>
              <a:gd name="connsiteX65" fmla="*/ 2982411 w 3644004"/>
              <a:gd name="connsiteY65" fmla="*/ 458447 h 2317325"/>
              <a:gd name="connsiteX66" fmla="*/ 2652923 w 3644004"/>
              <a:gd name="connsiteY66" fmla="*/ 551620 h 2317325"/>
              <a:gd name="connsiteX67" fmla="*/ 2783627 w 3644004"/>
              <a:gd name="connsiteY67" fmla="*/ 555329 h 2317325"/>
              <a:gd name="connsiteX68" fmla="*/ 2788864 w 3644004"/>
              <a:gd name="connsiteY68" fmla="*/ 570167 h 2317325"/>
              <a:gd name="connsiteX69" fmla="*/ 3275240 w 3644004"/>
              <a:gd name="connsiteY69" fmla="*/ 447100 h 2317325"/>
              <a:gd name="connsiteX70" fmla="*/ 3384997 w 3644004"/>
              <a:gd name="connsiteY70" fmla="*/ 465647 h 2317325"/>
              <a:gd name="connsiteX71" fmla="*/ 3113115 w 3644004"/>
              <a:gd name="connsiteY71" fmla="*/ 547692 h 2317325"/>
              <a:gd name="connsiteX72" fmla="*/ 3113115 w 3644004"/>
              <a:gd name="connsiteY72" fmla="*/ 566239 h 2317325"/>
              <a:gd name="connsiteX73" fmla="*/ 2825522 w 3644004"/>
              <a:gd name="connsiteY73" fmla="*/ 637156 h 2317325"/>
              <a:gd name="connsiteX74" fmla="*/ 2856944 w 3644004"/>
              <a:gd name="connsiteY74" fmla="*/ 640865 h 2317325"/>
              <a:gd name="connsiteX75" fmla="*/ 2773372 w 3644004"/>
              <a:gd name="connsiteY75" fmla="*/ 667050 h 2317325"/>
              <a:gd name="connsiteX76" fmla="*/ 2778608 w 3644004"/>
              <a:gd name="connsiteY76" fmla="*/ 681887 h 2317325"/>
              <a:gd name="connsiteX77" fmla="*/ 2684563 w 3644004"/>
              <a:gd name="connsiteY77" fmla="*/ 708072 h 2317325"/>
              <a:gd name="connsiteX78" fmla="*/ 2715984 w 3644004"/>
              <a:gd name="connsiteY78" fmla="*/ 700653 h 2317325"/>
              <a:gd name="connsiteX79" fmla="*/ 2663615 w 3644004"/>
              <a:gd name="connsiteY79" fmla="*/ 730547 h 2317325"/>
              <a:gd name="connsiteX80" fmla="*/ 2836214 w 3644004"/>
              <a:gd name="connsiteY80" fmla="*/ 693234 h 2317325"/>
              <a:gd name="connsiteX81" fmla="*/ 2810030 w 3644004"/>
              <a:gd name="connsiteY81" fmla="*/ 674687 h 2317325"/>
              <a:gd name="connsiteX82" fmla="*/ 2841451 w 3644004"/>
              <a:gd name="connsiteY82" fmla="*/ 689524 h 2317325"/>
              <a:gd name="connsiteX83" fmla="*/ 3055946 w 3644004"/>
              <a:gd name="connsiteY83" fmla="*/ 600061 h 2317325"/>
              <a:gd name="connsiteX84" fmla="*/ 3045472 w 3644004"/>
              <a:gd name="connsiteY84" fmla="*/ 596351 h 2317325"/>
              <a:gd name="connsiteX85" fmla="*/ 3197124 w 3644004"/>
              <a:gd name="connsiteY85" fmla="*/ 551620 h 2317325"/>
              <a:gd name="connsiteX86" fmla="*/ 3003577 w 3644004"/>
              <a:gd name="connsiteY86" fmla="*/ 637374 h 2317325"/>
              <a:gd name="connsiteX87" fmla="*/ 3003577 w 3644004"/>
              <a:gd name="connsiteY87" fmla="*/ 652212 h 2317325"/>
              <a:gd name="connsiteX88" fmla="*/ 2715984 w 3644004"/>
              <a:gd name="connsiteY88" fmla="*/ 782698 h 2317325"/>
              <a:gd name="connsiteX89" fmla="*/ 2830977 w 3644004"/>
              <a:gd name="connsiteY89" fmla="*/ 778988 h 2317325"/>
              <a:gd name="connsiteX90" fmla="*/ 2569569 w 3644004"/>
              <a:gd name="connsiteY90" fmla="*/ 834848 h 2317325"/>
              <a:gd name="connsiteX91" fmla="*/ 2616701 w 3644004"/>
              <a:gd name="connsiteY91" fmla="*/ 845977 h 2317325"/>
              <a:gd name="connsiteX92" fmla="*/ 2695255 w 3644004"/>
              <a:gd name="connsiteY92" fmla="*/ 831139 h 2317325"/>
              <a:gd name="connsiteX93" fmla="*/ 2726676 w 3644004"/>
              <a:gd name="connsiteY93" fmla="*/ 812592 h 2317325"/>
              <a:gd name="connsiteX94" fmla="*/ 2700491 w 3644004"/>
              <a:gd name="connsiteY94" fmla="*/ 849904 h 2317325"/>
              <a:gd name="connsiteX95" fmla="*/ 2705728 w 3644004"/>
              <a:gd name="connsiteY95" fmla="*/ 857323 h 2317325"/>
              <a:gd name="connsiteX96" fmla="*/ 2789301 w 3644004"/>
              <a:gd name="connsiteY96" fmla="*/ 831139 h 2317325"/>
              <a:gd name="connsiteX97" fmla="*/ 2621938 w 3644004"/>
              <a:gd name="connsiteY97" fmla="*/ 886999 h 2317325"/>
              <a:gd name="connsiteX98" fmla="*/ 2606227 w 3644004"/>
              <a:gd name="connsiteY98" fmla="*/ 909474 h 2317325"/>
              <a:gd name="connsiteX99" fmla="*/ 2574806 w 3644004"/>
              <a:gd name="connsiteY99" fmla="*/ 905765 h 2317325"/>
              <a:gd name="connsiteX100" fmla="*/ 2402207 w 3644004"/>
              <a:gd name="connsiteY100" fmla="*/ 984100 h 2317325"/>
              <a:gd name="connsiteX101" fmla="*/ 2543385 w 3644004"/>
              <a:gd name="connsiteY101" fmla="*/ 950496 h 2317325"/>
              <a:gd name="connsiteX102" fmla="*/ 2632194 w 3644004"/>
              <a:gd name="connsiteY102" fmla="*/ 913184 h 2317325"/>
              <a:gd name="connsiteX103" fmla="*/ 2632194 w 3644004"/>
              <a:gd name="connsiteY103" fmla="*/ 902055 h 2317325"/>
              <a:gd name="connsiteX104" fmla="*/ 2741950 w 3644004"/>
              <a:gd name="connsiteY104" fmla="*/ 868452 h 2317325"/>
              <a:gd name="connsiteX105" fmla="*/ 2731476 w 3644004"/>
              <a:gd name="connsiteY105" fmla="*/ 902055 h 2317325"/>
              <a:gd name="connsiteX106" fmla="*/ 2762898 w 3644004"/>
              <a:gd name="connsiteY106" fmla="*/ 898346 h 2317325"/>
              <a:gd name="connsiteX107" fmla="*/ 2726240 w 3644004"/>
              <a:gd name="connsiteY107" fmla="*/ 916893 h 2317325"/>
              <a:gd name="connsiteX108" fmla="*/ 2726240 w 3644004"/>
              <a:gd name="connsiteY108" fmla="*/ 902055 h 2317325"/>
              <a:gd name="connsiteX109" fmla="*/ 2694818 w 3644004"/>
              <a:gd name="connsiteY109" fmla="*/ 924530 h 2317325"/>
              <a:gd name="connsiteX110" fmla="*/ 2689581 w 3644004"/>
              <a:gd name="connsiteY110" fmla="*/ 913402 h 2317325"/>
              <a:gd name="connsiteX111" fmla="*/ 2642449 w 3644004"/>
              <a:gd name="connsiteY111" fmla="*/ 935877 h 2317325"/>
              <a:gd name="connsiteX112" fmla="*/ 2668634 w 3644004"/>
              <a:gd name="connsiteY112" fmla="*/ 943296 h 2317325"/>
              <a:gd name="connsiteX113" fmla="*/ 2658160 w 3644004"/>
              <a:gd name="connsiteY113" fmla="*/ 958134 h 2317325"/>
              <a:gd name="connsiteX114" fmla="*/ 2804575 w 3644004"/>
              <a:gd name="connsiteY114" fmla="*/ 920821 h 2317325"/>
              <a:gd name="connsiteX115" fmla="*/ 2762679 w 3644004"/>
              <a:gd name="connsiteY115" fmla="*/ 950715 h 2317325"/>
              <a:gd name="connsiteX116" fmla="*/ 3071220 w 3644004"/>
              <a:gd name="connsiteY116" fmla="*/ 857542 h 2317325"/>
              <a:gd name="connsiteX117" fmla="*/ 2914331 w 3644004"/>
              <a:gd name="connsiteY117" fmla="*/ 939586 h 2317325"/>
              <a:gd name="connsiteX118" fmla="*/ 2997903 w 3644004"/>
              <a:gd name="connsiteY118" fmla="*/ 943296 h 2317325"/>
              <a:gd name="connsiteX119" fmla="*/ 2841015 w 3644004"/>
              <a:gd name="connsiteY119" fmla="*/ 969480 h 2317325"/>
              <a:gd name="connsiteX120" fmla="*/ 2914331 w 3644004"/>
              <a:gd name="connsiteY120" fmla="*/ 965771 h 2317325"/>
              <a:gd name="connsiteX121" fmla="*/ 2815048 w 3644004"/>
              <a:gd name="connsiteY121" fmla="*/ 995665 h 2317325"/>
              <a:gd name="connsiteX122" fmla="*/ 2830759 w 3644004"/>
              <a:gd name="connsiteY122" fmla="*/ 1010503 h 2317325"/>
              <a:gd name="connsiteX123" fmla="*/ 2762679 w 3644004"/>
              <a:gd name="connsiteY123" fmla="*/ 1021631 h 2317325"/>
              <a:gd name="connsiteX124" fmla="*/ 2752206 w 3644004"/>
              <a:gd name="connsiteY124" fmla="*/ 1044106 h 2317325"/>
              <a:gd name="connsiteX125" fmla="*/ 2731258 w 3644004"/>
              <a:gd name="connsiteY125" fmla="*/ 1036687 h 2317325"/>
              <a:gd name="connsiteX126" fmla="*/ 2684126 w 3644004"/>
              <a:gd name="connsiteY126" fmla="*/ 1070290 h 2317325"/>
              <a:gd name="connsiteX127" fmla="*/ 2616047 w 3644004"/>
              <a:gd name="connsiteY127" fmla="*/ 1103894 h 2317325"/>
              <a:gd name="connsiteX128" fmla="*/ 2652705 w 3644004"/>
              <a:gd name="connsiteY128" fmla="*/ 1089056 h 2317325"/>
              <a:gd name="connsiteX129" fmla="*/ 2652705 w 3644004"/>
              <a:gd name="connsiteY129" fmla="*/ 1100184 h 2317325"/>
              <a:gd name="connsiteX130" fmla="*/ 2678889 w 3644004"/>
              <a:gd name="connsiteY130" fmla="*/ 1081637 h 2317325"/>
              <a:gd name="connsiteX131" fmla="*/ 2772935 w 3644004"/>
              <a:gd name="connsiteY131" fmla="*/ 1081637 h 2317325"/>
              <a:gd name="connsiteX132" fmla="*/ 2762461 w 3644004"/>
              <a:gd name="connsiteY132" fmla="*/ 1066799 h 2317325"/>
              <a:gd name="connsiteX133" fmla="*/ 2997903 w 3644004"/>
              <a:gd name="connsiteY133" fmla="*/ 1018358 h 2317325"/>
              <a:gd name="connsiteX134" fmla="*/ 2825304 w 3644004"/>
              <a:gd name="connsiteY134" fmla="*/ 1096693 h 2317325"/>
              <a:gd name="connsiteX135" fmla="*/ 3013614 w 3644004"/>
              <a:gd name="connsiteY135" fmla="*/ 1044542 h 2317325"/>
              <a:gd name="connsiteX136" fmla="*/ 3008377 w 3644004"/>
              <a:gd name="connsiteY136" fmla="*/ 1055671 h 2317325"/>
              <a:gd name="connsiteX137" fmla="*/ 2835778 w 3644004"/>
              <a:gd name="connsiteY137" fmla="*/ 1107822 h 2317325"/>
              <a:gd name="connsiteX138" fmla="*/ 2835778 w 3644004"/>
              <a:gd name="connsiteY138" fmla="*/ 1122659 h 2317325"/>
              <a:gd name="connsiteX139" fmla="*/ 2793883 w 3644004"/>
              <a:gd name="connsiteY139" fmla="*/ 1130078 h 2317325"/>
              <a:gd name="connsiteX140" fmla="*/ 2799120 w 3644004"/>
              <a:gd name="connsiteY140" fmla="*/ 1152553 h 2317325"/>
              <a:gd name="connsiteX141" fmla="*/ 2757224 w 3644004"/>
              <a:gd name="connsiteY141" fmla="*/ 1156263 h 2317325"/>
              <a:gd name="connsiteX142" fmla="*/ 2908876 w 3644004"/>
              <a:gd name="connsiteY142" fmla="*/ 1145134 h 2317325"/>
              <a:gd name="connsiteX143" fmla="*/ 2914113 w 3644004"/>
              <a:gd name="connsiteY143" fmla="*/ 1152553 h 2317325"/>
              <a:gd name="connsiteX144" fmla="*/ 2866981 w 3644004"/>
              <a:gd name="connsiteY144" fmla="*/ 1163682 h 2317325"/>
              <a:gd name="connsiteX145" fmla="*/ 2882692 w 3644004"/>
              <a:gd name="connsiteY145" fmla="*/ 1178520 h 2317325"/>
              <a:gd name="connsiteX146" fmla="*/ 2976738 w 3644004"/>
              <a:gd name="connsiteY146" fmla="*/ 1148626 h 2317325"/>
              <a:gd name="connsiteX147" fmla="*/ 2955790 w 3644004"/>
              <a:gd name="connsiteY147" fmla="*/ 1171101 h 2317325"/>
              <a:gd name="connsiteX148" fmla="*/ 2846034 w 3644004"/>
              <a:gd name="connsiteY148" fmla="*/ 1219542 h 2317325"/>
              <a:gd name="connsiteX149" fmla="*/ 2971501 w 3644004"/>
              <a:gd name="connsiteY149" fmla="*/ 1171101 h 2317325"/>
              <a:gd name="connsiteX150" fmla="*/ 3149337 w 3644004"/>
              <a:gd name="connsiteY150" fmla="*/ 1130078 h 2317325"/>
              <a:gd name="connsiteX151" fmla="*/ 3154574 w 3644004"/>
              <a:gd name="connsiteY151" fmla="*/ 1115240 h 2317325"/>
              <a:gd name="connsiteX152" fmla="*/ 3185995 w 3644004"/>
              <a:gd name="connsiteY152" fmla="*/ 1115240 h 2317325"/>
              <a:gd name="connsiteX153" fmla="*/ 3191232 w 3644004"/>
              <a:gd name="connsiteY153" fmla="*/ 1130078 h 2317325"/>
              <a:gd name="connsiteX154" fmla="*/ 3311462 w 3644004"/>
              <a:gd name="connsiteY154" fmla="*/ 1092765 h 2317325"/>
              <a:gd name="connsiteX155" fmla="*/ 3311462 w 3644004"/>
              <a:gd name="connsiteY155" fmla="*/ 1103894 h 2317325"/>
              <a:gd name="connsiteX156" fmla="*/ 3332410 w 3644004"/>
              <a:gd name="connsiteY156" fmla="*/ 1103894 h 2317325"/>
              <a:gd name="connsiteX157" fmla="*/ 3353358 w 3644004"/>
              <a:gd name="connsiteY157" fmla="*/ 1081419 h 2317325"/>
              <a:gd name="connsiteX158" fmla="*/ 3515483 w 3644004"/>
              <a:gd name="connsiteY158" fmla="*/ 1017921 h 2317325"/>
              <a:gd name="connsiteX159" fmla="*/ 3348121 w 3644004"/>
              <a:gd name="connsiteY159" fmla="*/ 1107385 h 2317325"/>
              <a:gd name="connsiteX160" fmla="*/ 3217416 w 3644004"/>
              <a:gd name="connsiteY160" fmla="*/ 1174592 h 2317325"/>
              <a:gd name="connsiteX161" fmla="*/ 2976956 w 3644004"/>
              <a:gd name="connsiteY161" fmla="*/ 1305078 h 2317325"/>
              <a:gd name="connsiteX162" fmla="*/ 2919350 w 3644004"/>
              <a:gd name="connsiteY162" fmla="*/ 1331262 h 2317325"/>
              <a:gd name="connsiteX163" fmla="*/ 2924587 w 3644004"/>
              <a:gd name="connsiteY163" fmla="*/ 1349810 h 2317325"/>
              <a:gd name="connsiteX164" fmla="*/ 2861744 w 3644004"/>
              <a:gd name="connsiteY164" fmla="*/ 1349810 h 2317325"/>
              <a:gd name="connsiteX165" fmla="*/ 3018633 w 3644004"/>
              <a:gd name="connsiteY165" fmla="*/ 1360938 h 2317325"/>
              <a:gd name="connsiteX166" fmla="*/ 3138863 w 3644004"/>
              <a:gd name="connsiteY166" fmla="*/ 1349810 h 2317325"/>
              <a:gd name="connsiteX167" fmla="*/ 3117916 w 3644004"/>
              <a:gd name="connsiteY167" fmla="*/ 1360938 h 2317325"/>
              <a:gd name="connsiteX168" fmla="*/ 3227672 w 3644004"/>
              <a:gd name="connsiteY168" fmla="*/ 1349810 h 2317325"/>
              <a:gd name="connsiteX169" fmla="*/ 3055073 w 3644004"/>
              <a:gd name="connsiteY169" fmla="*/ 1428145 h 2317325"/>
              <a:gd name="connsiteX170" fmla="*/ 3243383 w 3644004"/>
              <a:gd name="connsiteY170" fmla="*/ 1360938 h 2317325"/>
              <a:gd name="connsiteX171" fmla="*/ 3520502 w 3644004"/>
              <a:gd name="connsiteY171" fmla="*/ 1286312 h 2317325"/>
              <a:gd name="connsiteX172" fmla="*/ 3253857 w 3644004"/>
              <a:gd name="connsiteY172" fmla="*/ 1387123 h 2317325"/>
              <a:gd name="connsiteX173" fmla="*/ 3400271 w 3644004"/>
              <a:gd name="connsiteY173" fmla="*/ 1357229 h 2317325"/>
              <a:gd name="connsiteX174" fmla="*/ 3400271 w 3644004"/>
              <a:gd name="connsiteY174" fmla="*/ 1379704 h 2317325"/>
              <a:gd name="connsiteX175" fmla="*/ 3138863 w 3644004"/>
              <a:gd name="connsiteY175" fmla="*/ 1484223 h 2317325"/>
              <a:gd name="connsiteX176" fmla="*/ 3144100 w 3644004"/>
              <a:gd name="connsiteY176" fmla="*/ 1499061 h 2317325"/>
              <a:gd name="connsiteX177" fmla="*/ 2976738 w 3644004"/>
              <a:gd name="connsiteY177" fmla="*/ 1540083 h 2317325"/>
              <a:gd name="connsiteX178" fmla="*/ 3008159 w 3644004"/>
              <a:gd name="connsiteY178" fmla="*/ 1536374 h 2317325"/>
              <a:gd name="connsiteX179" fmla="*/ 2992448 w 3644004"/>
              <a:gd name="connsiteY179" fmla="*/ 1558849 h 2317325"/>
              <a:gd name="connsiteX180" fmla="*/ 3050054 w 3644004"/>
              <a:gd name="connsiteY180" fmla="*/ 1566268 h 2317325"/>
              <a:gd name="connsiteX181" fmla="*/ 2940297 w 3644004"/>
              <a:gd name="connsiteY181" fmla="*/ 1592452 h 2317325"/>
              <a:gd name="connsiteX182" fmla="*/ 2935061 w 3644004"/>
              <a:gd name="connsiteY182" fmla="*/ 1581324 h 2317325"/>
              <a:gd name="connsiteX183" fmla="*/ 2772935 w 3644004"/>
              <a:gd name="connsiteY183" fmla="*/ 1641112 h 2317325"/>
              <a:gd name="connsiteX184" fmla="*/ 2929824 w 3644004"/>
              <a:gd name="connsiteY184" fmla="*/ 1629984 h 2317325"/>
              <a:gd name="connsiteX185" fmla="*/ 3050054 w 3644004"/>
              <a:gd name="connsiteY185" fmla="*/ 1581542 h 2317325"/>
              <a:gd name="connsiteX186" fmla="*/ 3013396 w 3644004"/>
              <a:gd name="connsiteY186" fmla="*/ 1607727 h 2317325"/>
              <a:gd name="connsiteX187" fmla="*/ 3060528 w 3644004"/>
              <a:gd name="connsiteY187" fmla="*/ 1600308 h 2317325"/>
              <a:gd name="connsiteX188" fmla="*/ 3050054 w 3644004"/>
              <a:gd name="connsiteY188" fmla="*/ 1611436 h 2317325"/>
              <a:gd name="connsiteX189" fmla="*/ 3091949 w 3644004"/>
              <a:gd name="connsiteY189" fmla="*/ 1596598 h 2317325"/>
              <a:gd name="connsiteX190" fmla="*/ 3081476 w 3644004"/>
              <a:gd name="connsiteY190" fmla="*/ 1585470 h 2317325"/>
              <a:gd name="connsiteX191" fmla="*/ 3128608 w 3644004"/>
              <a:gd name="connsiteY191" fmla="*/ 1574342 h 2317325"/>
              <a:gd name="connsiteX192" fmla="*/ 3118134 w 3644004"/>
              <a:gd name="connsiteY192" fmla="*/ 1585470 h 2317325"/>
              <a:gd name="connsiteX193" fmla="*/ 3285496 w 3644004"/>
              <a:gd name="connsiteY193" fmla="*/ 1529610 h 2317325"/>
              <a:gd name="connsiteX194" fmla="*/ 3227890 w 3644004"/>
              <a:gd name="connsiteY194" fmla="*/ 1585470 h 2317325"/>
              <a:gd name="connsiteX195" fmla="*/ 3374305 w 3644004"/>
              <a:gd name="connsiteY195" fmla="*/ 1529610 h 2317325"/>
              <a:gd name="connsiteX196" fmla="*/ 3050054 w 3644004"/>
              <a:gd name="connsiteY196" fmla="*/ 1648967 h 2317325"/>
              <a:gd name="connsiteX197" fmla="*/ 3018633 w 3644004"/>
              <a:gd name="connsiteY197" fmla="*/ 1678861 h 2317325"/>
              <a:gd name="connsiteX198" fmla="*/ 2861744 w 3644004"/>
              <a:gd name="connsiteY198" fmla="*/ 1716174 h 2317325"/>
              <a:gd name="connsiteX199" fmla="*/ 2961027 w 3644004"/>
              <a:gd name="connsiteY199" fmla="*/ 1705046 h 2317325"/>
              <a:gd name="connsiteX200" fmla="*/ 2757006 w 3644004"/>
              <a:gd name="connsiteY200" fmla="*/ 1746068 h 2317325"/>
              <a:gd name="connsiteX201" fmla="*/ 2720348 w 3644004"/>
              <a:gd name="connsiteY201" fmla="*/ 1764615 h 2317325"/>
              <a:gd name="connsiteX202" fmla="*/ 2725585 w 3644004"/>
              <a:gd name="connsiteY202" fmla="*/ 1801928 h 2317325"/>
              <a:gd name="connsiteX203" fmla="*/ 2798902 w 3644004"/>
              <a:gd name="connsiteY203" fmla="*/ 1787090 h 2317325"/>
              <a:gd name="connsiteX204" fmla="*/ 2809375 w 3644004"/>
              <a:gd name="connsiteY204" fmla="*/ 1764615 h 2317325"/>
              <a:gd name="connsiteX205" fmla="*/ 2908658 w 3644004"/>
              <a:gd name="connsiteY205" fmla="*/ 1734721 h 2317325"/>
              <a:gd name="connsiteX206" fmla="*/ 2835341 w 3644004"/>
              <a:gd name="connsiteY206" fmla="*/ 1779453 h 2317325"/>
              <a:gd name="connsiteX207" fmla="*/ 2913895 w 3644004"/>
              <a:gd name="connsiteY207" fmla="*/ 1756978 h 2317325"/>
              <a:gd name="connsiteX208" fmla="*/ 2913895 w 3644004"/>
              <a:gd name="connsiteY208" fmla="*/ 1775526 h 2317325"/>
              <a:gd name="connsiteX209" fmla="*/ 3013178 w 3644004"/>
              <a:gd name="connsiteY209" fmla="*/ 1741922 h 2317325"/>
              <a:gd name="connsiteX210" fmla="*/ 3002704 w 3644004"/>
              <a:gd name="connsiteY210" fmla="*/ 1730794 h 2317325"/>
              <a:gd name="connsiteX211" fmla="*/ 3086276 w 3644004"/>
              <a:gd name="connsiteY211" fmla="*/ 1704609 h 2317325"/>
              <a:gd name="connsiteX212" fmla="*/ 3049618 w 3644004"/>
              <a:gd name="connsiteY212" fmla="*/ 1700900 h 2317325"/>
              <a:gd name="connsiteX213" fmla="*/ 3086276 w 3644004"/>
              <a:gd name="connsiteY213" fmla="*/ 1686062 h 2317325"/>
              <a:gd name="connsiteX214" fmla="*/ 3128171 w 3644004"/>
              <a:gd name="connsiteY214" fmla="*/ 1693481 h 2317325"/>
              <a:gd name="connsiteX215" fmla="*/ 3107223 w 3644004"/>
              <a:gd name="connsiteY215" fmla="*/ 1704609 h 2317325"/>
              <a:gd name="connsiteX216" fmla="*/ 3112460 w 3644004"/>
              <a:gd name="connsiteY216" fmla="*/ 1734503 h 2317325"/>
              <a:gd name="connsiteX217" fmla="*/ 3468133 w 3644004"/>
              <a:gd name="connsiteY217" fmla="*/ 1633693 h 2317325"/>
              <a:gd name="connsiteX218" fmla="*/ 3478607 w 3644004"/>
              <a:gd name="connsiteY218" fmla="*/ 1648531 h 2317325"/>
              <a:gd name="connsiteX219" fmla="*/ 3645969 w 3644004"/>
              <a:gd name="connsiteY219" fmla="*/ 1614928 h 2317325"/>
              <a:gd name="connsiteX220" fmla="*/ 3379324 w 3644004"/>
              <a:gd name="connsiteY220" fmla="*/ 1730576 h 2317325"/>
              <a:gd name="connsiteX221" fmla="*/ 3154355 w 3644004"/>
              <a:gd name="connsiteY221" fmla="*/ 1797782 h 2317325"/>
              <a:gd name="connsiteX222" fmla="*/ 2610373 w 3644004"/>
              <a:gd name="connsiteY222" fmla="*/ 1939615 h 2317325"/>
              <a:gd name="connsiteX223" fmla="*/ 2772499 w 3644004"/>
              <a:gd name="connsiteY223" fmla="*/ 1913431 h 2317325"/>
              <a:gd name="connsiteX224" fmla="*/ 2939861 w 3644004"/>
              <a:gd name="connsiteY224" fmla="*/ 1872408 h 2317325"/>
              <a:gd name="connsiteX225" fmla="*/ 3180322 w 3644004"/>
              <a:gd name="connsiteY225" fmla="*/ 1805201 h 2317325"/>
              <a:gd name="connsiteX226" fmla="*/ 3311026 w 3644004"/>
              <a:gd name="connsiteY226" fmla="*/ 1775307 h 2317325"/>
              <a:gd name="connsiteX227" fmla="*/ 2631103 w 3644004"/>
              <a:gd name="connsiteY227" fmla="*/ 1973000 h 2317325"/>
              <a:gd name="connsiteX228" fmla="*/ 2672998 w 3644004"/>
              <a:gd name="connsiteY228" fmla="*/ 1954453 h 2317325"/>
              <a:gd name="connsiteX229" fmla="*/ 2604918 w 3644004"/>
              <a:gd name="connsiteY229" fmla="*/ 1961872 h 2317325"/>
              <a:gd name="connsiteX230" fmla="*/ 2620629 w 3644004"/>
              <a:gd name="connsiteY230" fmla="*/ 1973000 h 2317325"/>
              <a:gd name="connsiteX231" fmla="*/ 2343510 w 3644004"/>
              <a:gd name="connsiteY231" fmla="*/ 2055045 h 2317325"/>
              <a:gd name="connsiteX232" fmla="*/ 2050680 w 3644004"/>
              <a:gd name="connsiteY232" fmla="*/ 2144509 h 2317325"/>
              <a:gd name="connsiteX233" fmla="*/ 1972127 w 3644004"/>
              <a:gd name="connsiteY233" fmla="*/ 2163056 h 2317325"/>
              <a:gd name="connsiteX234" fmla="*/ 1668823 w 3644004"/>
              <a:gd name="connsiteY234" fmla="*/ 2278704 h 2317325"/>
              <a:gd name="connsiteX235" fmla="*/ 1747377 w 3644004"/>
              <a:gd name="connsiteY235" fmla="*/ 2230263 h 2317325"/>
              <a:gd name="connsiteX236" fmla="*/ 1773561 w 3644004"/>
              <a:gd name="connsiteY236" fmla="*/ 2230263 h 2317325"/>
              <a:gd name="connsiteX237" fmla="*/ 1883318 w 3644004"/>
              <a:gd name="connsiteY237" fmla="*/ 2166765 h 2317325"/>
              <a:gd name="connsiteX238" fmla="*/ 1684534 w 3644004"/>
              <a:gd name="connsiteY238" fmla="*/ 2241391 h 2317325"/>
              <a:gd name="connsiteX239" fmla="*/ 1679297 w 3644004"/>
              <a:gd name="connsiteY239" fmla="*/ 2248810 h 2317325"/>
              <a:gd name="connsiteX240" fmla="*/ 1506698 w 3644004"/>
              <a:gd name="connsiteY240" fmla="*/ 2316017 h 2317325"/>
              <a:gd name="connsiteX241" fmla="*/ 1553830 w 3644004"/>
              <a:gd name="connsiteY241" fmla="*/ 2256229 h 2317325"/>
              <a:gd name="connsiteX242" fmla="*/ 1517172 w 3644004"/>
              <a:gd name="connsiteY242" fmla="*/ 2259938 h 2317325"/>
              <a:gd name="connsiteX243" fmla="*/ 1522409 w 3644004"/>
              <a:gd name="connsiteY243" fmla="*/ 2245100 h 2317325"/>
              <a:gd name="connsiteX244" fmla="*/ 1475277 w 3644004"/>
              <a:gd name="connsiteY244" fmla="*/ 2274995 h 2317325"/>
              <a:gd name="connsiteX245" fmla="*/ 1443855 w 3644004"/>
              <a:gd name="connsiteY245" fmla="*/ 2271285 h 2317325"/>
              <a:gd name="connsiteX246" fmla="*/ 1454329 w 3644004"/>
              <a:gd name="connsiteY246" fmla="*/ 2245100 h 2317325"/>
              <a:gd name="connsiteX247" fmla="*/ 1344572 w 3644004"/>
              <a:gd name="connsiteY247" fmla="*/ 2282414 h 2317325"/>
              <a:gd name="connsiteX248" fmla="*/ 1234816 w 3644004"/>
              <a:gd name="connsiteY248" fmla="*/ 2316017 h 2317325"/>
              <a:gd name="connsiteX249" fmla="*/ 1349809 w 3644004"/>
              <a:gd name="connsiteY249" fmla="*/ 2237682 h 2317325"/>
              <a:gd name="connsiteX250" fmla="*/ 1266237 w 3644004"/>
              <a:gd name="connsiteY250" fmla="*/ 2271285 h 2317325"/>
              <a:gd name="connsiteX251" fmla="*/ 1177428 w 3644004"/>
              <a:gd name="connsiteY251" fmla="*/ 2304888 h 2317325"/>
              <a:gd name="connsiteX252" fmla="*/ 1261000 w 3644004"/>
              <a:gd name="connsiteY252" fmla="*/ 2241391 h 2317325"/>
              <a:gd name="connsiteX253" fmla="*/ 1146007 w 3644004"/>
              <a:gd name="connsiteY253" fmla="*/ 2256229 h 2317325"/>
              <a:gd name="connsiteX254" fmla="*/ 1140770 w 3644004"/>
              <a:gd name="connsiteY254" fmla="*/ 2241391 h 2317325"/>
              <a:gd name="connsiteX255" fmla="*/ 1093638 w 3644004"/>
              <a:gd name="connsiteY255" fmla="*/ 2245100 h 2317325"/>
              <a:gd name="connsiteX256" fmla="*/ 1203394 w 3644004"/>
              <a:gd name="connsiteY256" fmla="*/ 2196659 h 2317325"/>
              <a:gd name="connsiteX257" fmla="*/ 1203394 w 3644004"/>
              <a:gd name="connsiteY257" fmla="*/ 2159346 h 2317325"/>
              <a:gd name="connsiteX258" fmla="*/ 1208631 w 3644004"/>
              <a:gd name="connsiteY258" fmla="*/ 2177894 h 2317325"/>
              <a:gd name="connsiteX259" fmla="*/ 1313151 w 3644004"/>
              <a:gd name="connsiteY259" fmla="*/ 2099559 h 2317325"/>
              <a:gd name="connsiteX260" fmla="*/ 1109130 w 3644004"/>
              <a:gd name="connsiteY260" fmla="*/ 2174184 h 2317325"/>
              <a:gd name="connsiteX261" fmla="*/ 1151026 w 3644004"/>
              <a:gd name="connsiteY261" fmla="*/ 2140581 h 2317325"/>
              <a:gd name="connsiteX262" fmla="*/ 758695 w 3644004"/>
              <a:gd name="connsiteY262" fmla="*/ 2312089 h 2317325"/>
              <a:gd name="connsiteX263" fmla="*/ 1035814 w 3644004"/>
              <a:gd name="connsiteY263" fmla="*/ 2155419 h 2317325"/>
              <a:gd name="connsiteX264" fmla="*/ 1051525 w 3644004"/>
              <a:gd name="connsiteY264" fmla="*/ 2159128 h 2317325"/>
              <a:gd name="connsiteX265" fmla="*/ 1150807 w 3644004"/>
              <a:gd name="connsiteY265" fmla="*/ 2099340 h 2317325"/>
              <a:gd name="connsiteX266" fmla="*/ 1145570 w 3644004"/>
              <a:gd name="connsiteY266" fmla="*/ 2091921 h 2317325"/>
              <a:gd name="connsiteX267" fmla="*/ 1041051 w 3644004"/>
              <a:gd name="connsiteY267" fmla="*/ 2136653 h 2317325"/>
              <a:gd name="connsiteX268" fmla="*/ 1051525 w 3644004"/>
              <a:gd name="connsiteY268" fmla="*/ 2118106 h 2317325"/>
              <a:gd name="connsiteX269" fmla="*/ 1014866 w 3644004"/>
              <a:gd name="connsiteY269" fmla="*/ 2129234 h 2317325"/>
              <a:gd name="connsiteX270" fmla="*/ 1014866 w 3644004"/>
              <a:gd name="connsiteY270" fmla="*/ 2147782 h 2317325"/>
              <a:gd name="connsiteX271" fmla="*/ 972971 w 3644004"/>
              <a:gd name="connsiteY271" fmla="*/ 2121597 h 2317325"/>
              <a:gd name="connsiteX272" fmla="*/ 962497 w 3644004"/>
              <a:gd name="connsiteY272" fmla="*/ 2147782 h 2317325"/>
              <a:gd name="connsiteX273" fmla="*/ 925839 w 3644004"/>
              <a:gd name="connsiteY273" fmla="*/ 2136653 h 2317325"/>
              <a:gd name="connsiteX274" fmla="*/ 664431 w 3644004"/>
              <a:gd name="connsiteY274" fmla="*/ 2229826 h 2317325"/>
              <a:gd name="connsiteX275" fmla="*/ 706326 w 3644004"/>
              <a:gd name="connsiteY275" fmla="*/ 2207351 h 2317325"/>
              <a:gd name="connsiteX276" fmla="*/ 701089 w 3644004"/>
              <a:gd name="connsiteY276" fmla="*/ 2196223 h 2317325"/>
              <a:gd name="connsiteX277" fmla="*/ 507542 w 3644004"/>
              <a:gd name="connsiteY277" fmla="*/ 2274558 h 2317325"/>
              <a:gd name="connsiteX278" fmla="*/ 784661 w 3644004"/>
              <a:gd name="connsiteY278" fmla="*/ 2121597 h 2317325"/>
              <a:gd name="connsiteX279" fmla="*/ 816083 w 3644004"/>
              <a:gd name="connsiteY279" fmla="*/ 2117888 h 2317325"/>
              <a:gd name="connsiteX280" fmla="*/ 800372 w 3644004"/>
              <a:gd name="connsiteY280" fmla="*/ 2114178 h 2317325"/>
              <a:gd name="connsiteX281" fmla="*/ 889181 w 3644004"/>
              <a:gd name="connsiteY281" fmla="*/ 2065737 h 2317325"/>
              <a:gd name="connsiteX282" fmla="*/ 988464 w 3644004"/>
              <a:gd name="connsiteY282" fmla="*/ 2021005 h 2317325"/>
              <a:gd name="connsiteX283" fmla="*/ 957042 w 3644004"/>
              <a:gd name="connsiteY283" fmla="*/ 2017296 h 2317325"/>
              <a:gd name="connsiteX284" fmla="*/ 936095 w 3644004"/>
              <a:gd name="connsiteY284" fmla="*/ 2050899 h 2317325"/>
              <a:gd name="connsiteX285" fmla="*/ 915147 w 3644004"/>
              <a:gd name="connsiteY285" fmla="*/ 2058318 h 2317325"/>
              <a:gd name="connsiteX286" fmla="*/ 904673 w 3644004"/>
              <a:gd name="connsiteY286" fmla="*/ 2050899 h 2317325"/>
              <a:gd name="connsiteX287" fmla="*/ 909910 w 3644004"/>
              <a:gd name="connsiteY287" fmla="*/ 2036061 h 2317325"/>
              <a:gd name="connsiteX288" fmla="*/ 862778 w 3644004"/>
              <a:gd name="connsiteY288" fmla="*/ 2043480 h 2317325"/>
              <a:gd name="connsiteX289" fmla="*/ 873252 w 3644004"/>
              <a:gd name="connsiteY289" fmla="*/ 2062027 h 2317325"/>
              <a:gd name="connsiteX290" fmla="*/ 847068 w 3644004"/>
              <a:gd name="connsiteY290" fmla="*/ 2084502 h 2317325"/>
              <a:gd name="connsiteX291" fmla="*/ 826120 w 3644004"/>
              <a:gd name="connsiteY291" fmla="*/ 2077083 h 2317325"/>
              <a:gd name="connsiteX292" fmla="*/ 847068 w 3644004"/>
              <a:gd name="connsiteY292" fmla="*/ 2058536 h 2317325"/>
              <a:gd name="connsiteX293" fmla="*/ 611626 w 3644004"/>
              <a:gd name="connsiteY293" fmla="*/ 2110687 h 2317325"/>
              <a:gd name="connsiteX294" fmla="*/ 574967 w 3644004"/>
              <a:gd name="connsiteY294" fmla="*/ 2103268 h 2317325"/>
              <a:gd name="connsiteX295" fmla="*/ 967298 w 3644004"/>
              <a:gd name="connsiteY295" fmla="*/ 1969073 h 2317325"/>
              <a:gd name="connsiteX296" fmla="*/ 967298 w 3644004"/>
              <a:gd name="connsiteY296" fmla="*/ 1928050 h 2317325"/>
              <a:gd name="connsiteX297" fmla="*/ 904455 w 3644004"/>
              <a:gd name="connsiteY297" fmla="*/ 1950525 h 2317325"/>
              <a:gd name="connsiteX298" fmla="*/ 789462 w 3644004"/>
              <a:gd name="connsiteY298" fmla="*/ 1980419 h 2317325"/>
              <a:gd name="connsiteX299" fmla="*/ 627336 w 3644004"/>
              <a:gd name="connsiteY299" fmla="*/ 2006604 h 2317325"/>
              <a:gd name="connsiteX300" fmla="*/ 778988 w 3644004"/>
              <a:gd name="connsiteY300" fmla="*/ 1920849 h 2317325"/>
              <a:gd name="connsiteX301" fmla="*/ 632573 w 3644004"/>
              <a:gd name="connsiteY301" fmla="*/ 1969291 h 2317325"/>
              <a:gd name="connsiteX302" fmla="*/ 763277 w 3644004"/>
              <a:gd name="connsiteY302" fmla="*/ 1890956 h 2317325"/>
              <a:gd name="connsiteX303" fmla="*/ 737093 w 3644004"/>
              <a:gd name="connsiteY303" fmla="*/ 1887246 h 2317325"/>
              <a:gd name="connsiteX304" fmla="*/ 883508 w 3644004"/>
              <a:gd name="connsiteY304" fmla="*/ 1808911 h 2317325"/>
              <a:gd name="connsiteX305" fmla="*/ 867797 w 3644004"/>
              <a:gd name="connsiteY305" fmla="*/ 1794073 h 2317325"/>
              <a:gd name="connsiteX306" fmla="*/ 852086 w 3644004"/>
              <a:gd name="connsiteY306" fmla="*/ 1827676 h 2317325"/>
              <a:gd name="connsiteX307" fmla="*/ 763277 w 3644004"/>
              <a:gd name="connsiteY307" fmla="*/ 1853861 h 2317325"/>
              <a:gd name="connsiteX308" fmla="*/ 841831 w 3644004"/>
              <a:gd name="connsiteY308" fmla="*/ 1805420 h 2317325"/>
              <a:gd name="connsiteX309" fmla="*/ 836594 w 3644004"/>
              <a:gd name="connsiteY309" fmla="*/ 1786872 h 2317325"/>
              <a:gd name="connsiteX310" fmla="*/ 768514 w 3644004"/>
              <a:gd name="connsiteY310" fmla="*/ 1809347 h 2317325"/>
              <a:gd name="connsiteX311" fmla="*/ 763277 w 3644004"/>
              <a:gd name="connsiteY311" fmla="*/ 1798219 h 2317325"/>
              <a:gd name="connsiteX312" fmla="*/ 684724 w 3644004"/>
              <a:gd name="connsiteY312" fmla="*/ 1813057 h 2317325"/>
              <a:gd name="connsiteX313" fmla="*/ 674250 w 3644004"/>
              <a:gd name="connsiteY313" fmla="*/ 1764615 h 2317325"/>
              <a:gd name="connsiteX314" fmla="*/ 726619 w 3644004"/>
              <a:gd name="connsiteY314" fmla="*/ 1746068 h 2317325"/>
              <a:gd name="connsiteX315" fmla="*/ 920166 w 3644004"/>
              <a:gd name="connsiteY315" fmla="*/ 1664023 h 2317325"/>
              <a:gd name="connsiteX316" fmla="*/ 920166 w 3644004"/>
              <a:gd name="connsiteY316" fmla="*/ 1645476 h 2317325"/>
              <a:gd name="connsiteX317" fmla="*/ 893981 w 3644004"/>
              <a:gd name="connsiteY317" fmla="*/ 1652895 h 2317325"/>
              <a:gd name="connsiteX318" fmla="*/ 951587 w 3644004"/>
              <a:gd name="connsiteY318" fmla="*/ 1619292 h 2317325"/>
              <a:gd name="connsiteX319" fmla="*/ 962061 w 3644004"/>
              <a:gd name="connsiteY319" fmla="*/ 1626710 h 2317325"/>
              <a:gd name="connsiteX320" fmla="*/ 1035378 w 3644004"/>
              <a:gd name="connsiteY320" fmla="*/ 1537247 h 2317325"/>
              <a:gd name="connsiteX321" fmla="*/ 684942 w 3644004"/>
              <a:gd name="connsiteY321" fmla="*/ 1641767 h 2317325"/>
              <a:gd name="connsiteX322" fmla="*/ 663994 w 3644004"/>
              <a:gd name="connsiteY322" fmla="*/ 1645476 h 2317325"/>
              <a:gd name="connsiteX323" fmla="*/ 737311 w 3644004"/>
              <a:gd name="connsiteY323" fmla="*/ 1604454 h 2317325"/>
              <a:gd name="connsiteX324" fmla="*/ 747785 w 3644004"/>
              <a:gd name="connsiteY324" fmla="*/ 1593325 h 2317325"/>
              <a:gd name="connsiteX325" fmla="*/ 711127 w 3644004"/>
              <a:gd name="connsiteY325" fmla="*/ 1585906 h 2317325"/>
              <a:gd name="connsiteX326" fmla="*/ 622317 w 3644004"/>
              <a:gd name="connsiteY326" fmla="*/ 1638057 h 2317325"/>
              <a:gd name="connsiteX327" fmla="*/ 617081 w 3644004"/>
              <a:gd name="connsiteY327" fmla="*/ 1597035 h 2317325"/>
              <a:gd name="connsiteX328" fmla="*/ 590896 w 3644004"/>
              <a:gd name="connsiteY328" fmla="*/ 1611873 h 2317325"/>
              <a:gd name="connsiteX329" fmla="*/ 575186 w 3644004"/>
              <a:gd name="connsiteY329" fmla="*/ 1597035 h 2317325"/>
              <a:gd name="connsiteX330" fmla="*/ 564712 w 3644004"/>
              <a:gd name="connsiteY330" fmla="*/ 1619510 h 2317325"/>
              <a:gd name="connsiteX331" fmla="*/ 538527 w 3644004"/>
              <a:gd name="connsiteY331" fmla="*/ 1612091 h 2317325"/>
              <a:gd name="connsiteX332" fmla="*/ 575186 w 3644004"/>
              <a:gd name="connsiteY332" fmla="*/ 1578487 h 2317325"/>
              <a:gd name="connsiteX333" fmla="*/ 549001 w 3644004"/>
              <a:gd name="connsiteY333" fmla="*/ 1574778 h 2317325"/>
              <a:gd name="connsiteX334" fmla="*/ 596133 w 3644004"/>
              <a:gd name="connsiteY334" fmla="*/ 1548594 h 2317325"/>
              <a:gd name="connsiteX335" fmla="*/ 590896 w 3644004"/>
              <a:gd name="connsiteY335" fmla="*/ 1530046 h 2317325"/>
              <a:gd name="connsiteX336" fmla="*/ 700653 w 3644004"/>
              <a:gd name="connsiteY336" fmla="*/ 1459130 h 2317325"/>
              <a:gd name="connsiteX337" fmla="*/ 758259 w 3644004"/>
              <a:gd name="connsiteY337" fmla="*/ 1429236 h 2317325"/>
              <a:gd name="connsiteX338" fmla="*/ 753022 w 3644004"/>
              <a:gd name="connsiteY338" fmla="*/ 1440364 h 2317325"/>
              <a:gd name="connsiteX339" fmla="*/ 773969 w 3644004"/>
              <a:gd name="connsiteY339" fmla="*/ 1436655 h 2317325"/>
              <a:gd name="connsiteX340" fmla="*/ 763495 w 3644004"/>
              <a:gd name="connsiteY340" fmla="*/ 1410470 h 2317325"/>
              <a:gd name="connsiteX341" fmla="*/ 700653 w 3644004"/>
              <a:gd name="connsiteY341" fmla="*/ 1432945 h 2317325"/>
              <a:gd name="connsiteX342" fmla="*/ 684942 w 3644004"/>
              <a:gd name="connsiteY342" fmla="*/ 1421817 h 2317325"/>
              <a:gd name="connsiteX343" fmla="*/ 350217 w 3644004"/>
              <a:gd name="connsiteY343" fmla="*/ 1544884 h 2317325"/>
              <a:gd name="connsiteX344" fmla="*/ 371165 w 3644004"/>
              <a:gd name="connsiteY344" fmla="*/ 1496443 h 2317325"/>
              <a:gd name="connsiteX345" fmla="*/ 324033 w 3644004"/>
              <a:gd name="connsiteY345" fmla="*/ 1496443 h 2317325"/>
              <a:gd name="connsiteX346" fmla="*/ 423316 w 3644004"/>
              <a:gd name="connsiteY346" fmla="*/ 1451711 h 2317325"/>
              <a:gd name="connsiteX347" fmla="*/ 653521 w 3644004"/>
              <a:gd name="connsiteY347" fmla="*/ 1302459 h 2317325"/>
              <a:gd name="connsiteX348" fmla="*/ 658758 w 3644004"/>
              <a:gd name="connsiteY348" fmla="*/ 1265147 h 2317325"/>
              <a:gd name="connsiteX349" fmla="*/ 590678 w 3644004"/>
              <a:gd name="connsiteY349" fmla="*/ 1309878 h 2317325"/>
              <a:gd name="connsiteX350" fmla="*/ 601152 w 3644004"/>
              <a:gd name="connsiteY350" fmla="*/ 1291331 h 2317325"/>
              <a:gd name="connsiteX351" fmla="*/ 324033 w 3644004"/>
              <a:gd name="connsiteY351" fmla="*/ 1369666 h 2317325"/>
              <a:gd name="connsiteX352" fmla="*/ 219513 w 3644004"/>
              <a:gd name="connsiteY352" fmla="*/ 1421817 h 2317325"/>
              <a:gd name="connsiteX353" fmla="*/ 198566 w 3644004"/>
              <a:gd name="connsiteY353" fmla="*/ 1421817 h 2317325"/>
              <a:gd name="connsiteX354" fmla="*/ 67861 w 3644004"/>
              <a:gd name="connsiteY354" fmla="*/ 1492733 h 2317325"/>
              <a:gd name="connsiteX355" fmla="*/ 146415 w 3644004"/>
              <a:gd name="connsiteY355" fmla="*/ 1432945 h 2317325"/>
              <a:gd name="connsiteX356" fmla="*/ 67861 w 3644004"/>
              <a:gd name="connsiteY356" fmla="*/ 1455420 h 2317325"/>
              <a:gd name="connsiteX357" fmla="*/ 235224 w 3644004"/>
              <a:gd name="connsiteY357" fmla="*/ 1362247 h 2317325"/>
              <a:gd name="connsiteX358" fmla="*/ 261408 w 3644004"/>
              <a:gd name="connsiteY358" fmla="*/ 1339772 h 2317325"/>
              <a:gd name="connsiteX359" fmla="*/ 250934 w 3644004"/>
              <a:gd name="connsiteY359" fmla="*/ 1354610 h 2317325"/>
              <a:gd name="connsiteX360" fmla="*/ 434008 w 3644004"/>
              <a:gd name="connsiteY360" fmla="*/ 1272566 h 2317325"/>
              <a:gd name="connsiteX361" fmla="*/ 428771 w 3644004"/>
              <a:gd name="connsiteY361" fmla="*/ 1283694 h 2317325"/>
              <a:gd name="connsiteX362" fmla="*/ 460192 w 3644004"/>
              <a:gd name="connsiteY362" fmla="*/ 1279984 h 2317325"/>
              <a:gd name="connsiteX363" fmla="*/ 460192 w 3644004"/>
              <a:gd name="connsiteY363" fmla="*/ 1246381 h 2317325"/>
              <a:gd name="connsiteX364" fmla="*/ 397349 w 3644004"/>
              <a:gd name="connsiteY364" fmla="*/ 1264928 h 2317325"/>
              <a:gd name="connsiteX365" fmla="*/ 397349 w 3644004"/>
              <a:gd name="connsiteY365" fmla="*/ 1287403 h 2317325"/>
              <a:gd name="connsiteX366" fmla="*/ 371165 w 3644004"/>
              <a:gd name="connsiteY366" fmla="*/ 1276275 h 2317325"/>
              <a:gd name="connsiteX367" fmla="*/ 282356 w 3644004"/>
              <a:gd name="connsiteY367" fmla="*/ 1317297 h 2317325"/>
              <a:gd name="connsiteX368" fmla="*/ 423534 w 3644004"/>
              <a:gd name="connsiteY368" fmla="*/ 1246381 h 2317325"/>
              <a:gd name="connsiteX369" fmla="*/ 486376 w 3644004"/>
              <a:gd name="connsiteY369" fmla="*/ 1190521 h 2317325"/>
              <a:gd name="connsiteX370" fmla="*/ 460192 w 3644004"/>
              <a:gd name="connsiteY370" fmla="*/ 1190521 h 2317325"/>
              <a:gd name="connsiteX371" fmla="*/ 0 w 3644004"/>
              <a:gd name="connsiteY371" fmla="*/ 1339772 h 2317325"/>
              <a:gd name="connsiteX372" fmla="*/ 313777 w 3644004"/>
              <a:gd name="connsiteY372" fmla="*/ 1197940 h 2317325"/>
              <a:gd name="connsiteX373" fmla="*/ 549219 w 3644004"/>
              <a:gd name="connsiteY373" fmla="*/ 1119605 h 2317325"/>
              <a:gd name="connsiteX374" fmla="*/ 564930 w 3644004"/>
              <a:gd name="connsiteY374" fmla="*/ 1123314 h 2317325"/>
              <a:gd name="connsiteX375" fmla="*/ 585877 w 3644004"/>
              <a:gd name="connsiteY375" fmla="*/ 1082292 h 2317325"/>
              <a:gd name="connsiteX376" fmla="*/ 633010 w 3644004"/>
              <a:gd name="connsiteY376" fmla="*/ 1071163 h 2317325"/>
              <a:gd name="connsiteX377" fmla="*/ 617299 w 3644004"/>
              <a:gd name="connsiteY377" fmla="*/ 1071163 h 2317325"/>
              <a:gd name="connsiteX378" fmla="*/ 633010 w 3644004"/>
              <a:gd name="connsiteY378" fmla="*/ 1052616 h 2317325"/>
              <a:gd name="connsiteX379" fmla="*/ 596351 w 3644004"/>
              <a:gd name="connsiteY379" fmla="*/ 1056325 h 2317325"/>
              <a:gd name="connsiteX380" fmla="*/ 591114 w 3644004"/>
              <a:gd name="connsiteY380" fmla="*/ 1041488 h 2317325"/>
              <a:gd name="connsiteX381" fmla="*/ 486595 w 3644004"/>
              <a:gd name="connsiteY381" fmla="*/ 1063963 h 2317325"/>
              <a:gd name="connsiteX382" fmla="*/ 544201 w 3644004"/>
              <a:gd name="connsiteY382" fmla="*/ 1045415 h 2317325"/>
              <a:gd name="connsiteX383" fmla="*/ 554674 w 3644004"/>
              <a:gd name="connsiteY383" fmla="*/ 1015521 h 2317325"/>
              <a:gd name="connsiteX384" fmla="*/ 538964 w 3644004"/>
              <a:gd name="connsiteY384" fmla="*/ 1015521 h 2317325"/>
              <a:gd name="connsiteX385" fmla="*/ 559911 w 3644004"/>
              <a:gd name="connsiteY385" fmla="*/ 996974 h 2317325"/>
              <a:gd name="connsiteX386" fmla="*/ 607043 w 3644004"/>
              <a:gd name="connsiteY386" fmla="*/ 996974 h 2317325"/>
              <a:gd name="connsiteX387" fmla="*/ 559911 w 3644004"/>
              <a:gd name="connsiteY387" fmla="*/ 974499 h 2317325"/>
              <a:gd name="connsiteX388" fmla="*/ 497068 w 3644004"/>
              <a:gd name="connsiteY388" fmla="*/ 985627 h 2317325"/>
              <a:gd name="connsiteX389" fmla="*/ 538964 w 3644004"/>
              <a:gd name="connsiteY389" fmla="*/ 952024 h 2317325"/>
              <a:gd name="connsiteX390" fmla="*/ 601806 w 3644004"/>
              <a:gd name="connsiteY390" fmla="*/ 925839 h 2317325"/>
              <a:gd name="connsiteX391" fmla="*/ 648938 w 3644004"/>
              <a:gd name="connsiteY391" fmla="*/ 903364 h 2317325"/>
              <a:gd name="connsiteX392" fmla="*/ 675123 w 3644004"/>
              <a:gd name="connsiteY392" fmla="*/ 892236 h 2317325"/>
              <a:gd name="connsiteX393" fmla="*/ 643702 w 3644004"/>
              <a:gd name="connsiteY393" fmla="*/ 903364 h 2317325"/>
              <a:gd name="connsiteX394" fmla="*/ 690834 w 3644004"/>
              <a:gd name="connsiteY394" fmla="*/ 869761 h 2317325"/>
              <a:gd name="connsiteX395" fmla="*/ 617517 w 3644004"/>
              <a:gd name="connsiteY395" fmla="*/ 877180 h 2317325"/>
              <a:gd name="connsiteX396" fmla="*/ 633228 w 3644004"/>
              <a:gd name="connsiteY396" fmla="*/ 907074 h 2317325"/>
              <a:gd name="connsiteX397" fmla="*/ 617517 w 3644004"/>
              <a:gd name="connsiteY397" fmla="*/ 903364 h 2317325"/>
              <a:gd name="connsiteX398" fmla="*/ 586096 w 3644004"/>
              <a:gd name="connsiteY398" fmla="*/ 910783 h 2317325"/>
              <a:gd name="connsiteX399" fmla="*/ 575622 w 3644004"/>
              <a:gd name="connsiteY399" fmla="*/ 903364 h 2317325"/>
              <a:gd name="connsiteX400" fmla="*/ 512779 w 3644004"/>
              <a:gd name="connsiteY400" fmla="*/ 933258 h 2317325"/>
              <a:gd name="connsiteX401" fmla="*/ 361127 w 3644004"/>
              <a:gd name="connsiteY401" fmla="*/ 970571 h 2317325"/>
              <a:gd name="connsiteX402" fmla="*/ 392549 w 3644004"/>
              <a:gd name="connsiteY402" fmla="*/ 944387 h 2317325"/>
              <a:gd name="connsiteX403" fmla="*/ 298503 w 3644004"/>
              <a:gd name="connsiteY403" fmla="*/ 966862 h 2317325"/>
              <a:gd name="connsiteX404" fmla="*/ 261845 w 3644004"/>
              <a:gd name="connsiteY404" fmla="*/ 966862 h 2317325"/>
              <a:gd name="connsiteX405" fmla="*/ 350654 w 3644004"/>
              <a:gd name="connsiteY405" fmla="*/ 925839 h 2317325"/>
              <a:gd name="connsiteX406" fmla="*/ 334943 w 3644004"/>
              <a:gd name="connsiteY406" fmla="*/ 918420 h 2317325"/>
              <a:gd name="connsiteX407" fmla="*/ 523253 w 3644004"/>
              <a:gd name="connsiteY407" fmla="*/ 862560 h 2317325"/>
              <a:gd name="connsiteX408" fmla="*/ 606825 w 3644004"/>
              <a:gd name="connsiteY408" fmla="*/ 814119 h 2317325"/>
              <a:gd name="connsiteX409" fmla="*/ 617299 w 3644004"/>
              <a:gd name="connsiteY409" fmla="*/ 799281 h 2317325"/>
              <a:gd name="connsiteX410" fmla="*/ 606825 w 3644004"/>
              <a:gd name="connsiteY410" fmla="*/ 829175 h 2317325"/>
              <a:gd name="connsiteX411" fmla="*/ 549219 w 3644004"/>
              <a:gd name="connsiteY411" fmla="*/ 844013 h 2317325"/>
              <a:gd name="connsiteX412" fmla="*/ 549219 w 3644004"/>
              <a:gd name="connsiteY412" fmla="*/ 858851 h 2317325"/>
              <a:gd name="connsiteX413" fmla="*/ 596351 w 3644004"/>
              <a:gd name="connsiteY413" fmla="*/ 836376 h 2317325"/>
              <a:gd name="connsiteX414" fmla="*/ 653957 w 3644004"/>
              <a:gd name="connsiteY414" fmla="*/ 825247 h 2317325"/>
              <a:gd name="connsiteX415" fmla="*/ 1030577 w 3644004"/>
              <a:gd name="connsiteY415" fmla="*/ 724437 h 2317325"/>
              <a:gd name="connsiteX416" fmla="*/ 1051525 w 3644004"/>
              <a:gd name="connsiteY416" fmla="*/ 713309 h 2317325"/>
              <a:gd name="connsiteX417" fmla="*/ 1088183 w 3644004"/>
              <a:gd name="connsiteY417" fmla="*/ 687124 h 2317325"/>
              <a:gd name="connsiteX418" fmla="*/ 1124841 w 3644004"/>
              <a:gd name="connsiteY418" fmla="*/ 657230 h 2317325"/>
              <a:gd name="connsiteX419" fmla="*/ 1135315 w 3644004"/>
              <a:gd name="connsiteY419" fmla="*/ 646102 h 2317325"/>
              <a:gd name="connsiteX420" fmla="*/ 1161499 w 3644004"/>
              <a:gd name="connsiteY420" fmla="*/ 646102 h 2317325"/>
              <a:gd name="connsiteX421" fmla="*/ 1177210 w 3644004"/>
              <a:gd name="connsiteY421" fmla="*/ 619917 h 2317325"/>
              <a:gd name="connsiteX422" fmla="*/ 1177210 w 3644004"/>
              <a:gd name="connsiteY422" fmla="*/ 631046 h 2317325"/>
              <a:gd name="connsiteX423" fmla="*/ 1198158 w 3644004"/>
              <a:gd name="connsiteY423" fmla="*/ 631046 h 2317325"/>
              <a:gd name="connsiteX424" fmla="*/ 1219105 w 3644004"/>
              <a:gd name="connsiteY424" fmla="*/ 601152 h 2317325"/>
              <a:gd name="connsiteX425" fmla="*/ 1151026 w 3644004"/>
              <a:gd name="connsiteY425" fmla="*/ 634755 h 2317325"/>
              <a:gd name="connsiteX426" fmla="*/ 1124841 w 3644004"/>
              <a:gd name="connsiteY426" fmla="*/ 631046 h 2317325"/>
              <a:gd name="connsiteX427" fmla="*/ 1250308 w 3644004"/>
              <a:gd name="connsiteY427" fmla="*/ 567548 h 2317325"/>
              <a:gd name="connsiteX428" fmla="*/ 1333880 w 3644004"/>
              <a:gd name="connsiteY428" fmla="*/ 545074 h 2317325"/>
              <a:gd name="connsiteX429" fmla="*/ 1156044 w 3644004"/>
              <a:gd name="connsiteY429" fmla="*/ 600934 h 2317325"/>
              <a:gd name="connsiteX430" fmla="*/ 727274 w 3644004"/>
              <a:gd name="connsiteY430" fmla="*/ 739057 h 2317325"/>
              <a:gd name="connsiteX431" fmla="*/ 711563 w 3644004"/>
              <a:gd name="connsiteY431" fmla="*/ 765241 h 2317325"/>
              <a:gd name="connsiteX432" fmla="*/ 643483 w 3644004"/>
              <a:gd name="connsiteY432" fmla="*/ 787716 h 2317325"/>
              <a:gd name="connsiteX433" fmla="*/ 685378 w 3644004"/>
              <a:gd name="connsiteY433" fmla="*/ 739275 h 2317325"/>
              <a:gd name="connsiteX434" fmla="*/ 549437 w 3644004"/>
              <a:gd name="connsiteY434" fmla="*/ 769169 h 2317325"/>
              <a:gd name="connsiteX435" fmla="*/ 586096 w 3644004"/>
              <a:gd name="connsiteY435" fmla="*/ 728147 h 2317325"/>
              <a:gd name="connsiteX436" fmla="*/ 638465 w 3644004"/>
              <a:gd name="connsiteY436" fmla="*/ 701962 h 2317325"/>
              <a:gd name="connsiteX437" fmla="*/ 648938 w 3644004"/>
              <a:gd name="connsiteY437" fmla="*/ 716800 h 2317325"/>
              <a:gd name="connsiteX438" fmla="*/ 680360 w 3644004"/>
              <a:gd name="connsiteY438" fmla="*/ 701962 h 2317325"/>
              <a:gd name="connsiteX439" fmla="*/ 706544 w 3644004"/>
              <a:gd name="connsiteY439" fmla="*/ 701962 h 2317325"/>
              <a:gd name="connsiteX440" fmla="*/ 863433 w 3644004"/>
              <a:gd name="connsiteY440" fmla="*/ 627336 h 2317325"/>
              <a:gd name="connsiteX441" fmla="*/ 915802 w 3644004"/>
              <a:gd name="connsiteY441" fmla="*/ 612499 h 2317325"/>
              <a:gd name="connsiteX442" fmla="*/ 905328 w 3644004"/>
              <a:gd name="connsiteY442" fmla="*/ 601370 h 2317325"/>
              <a:gd name="connsiteX443" fmla="*/ 926276 w 3644004"/>
              <a:gd name="connsiteY443" fmla="*/ 593951 h 2317325"/>
              <a:gd name="connsiteX444" fmla="*/ 926276 w 3644004"/>
              <a:gd name="connsiteY444" fmla="*/ 608789 h 2317325"/>
              <a:gd name="connsiteX445" fmla="*/ 968171 w 3644004"/>
              <a:gd name="connsiteY445" fmla="*/ 590242 h 2317325"/>
              <a:gd name="connsiteX446" fmla="*/ 957697 w 3644004"/>
              <a:gd name="connsiteY446" fmla="*/ 575404 h 2317325"/>
              <a:gd name="connsiteX447" fmla="*/ 1041269 w 3644004"/>
              <a:gd name="connsiteY447" fmla="*/ 538091 h 2317325"/>
              <a:gd name="connsiteX448" fmla="*/ 1025558 w 3644004"/>
              <a:gd name="connsiteY448" fmla="*/ 552929 h 2317325"/>
              <a:gd name="connsiteX449" fmla="*/ 1051743 w 3644004"/>
              <a:gd name="connsiteY449" fmla="*/ 556638 h 2317325"/>
              <a:gd name="connsiteX450" fmla="*/ 1077927 w 3644004"/>
              <a:gd name="connsiteY450" fmla="*/ 530454 h 2317325"/>
              <a:gd name="connsiteX451" fmla="*/ 1287185 w 3644004"/>
              <a:gd name="connsiteY451" fmla="*/ 444700 h 2317325"/>
              <a:gd name="connsiteX452" fmla="*/ 1271474 w 3644004"/>
              <a:gd name="connsiteY452" fmla="*/ 426152 h 2317325"/>
              <a:gd name="connsiteX453" fmla="*/ 1187902 w 3644004"/>
              <a:gd name="connsiteY453" fmla="*/ 470884 h 2317325"/>
              <a:gd name="connsiteX454" fmla="*/ 1140770 w 3644004"/>
              <a:gd name="connsiteY454" fmla="*/ 470884 h 2317325"/>
              <a:gd name="connsiteX455" fmla="*/ 1156481 w 3644004"/>
              <a:gd name="connsiteY455" fmla="*/ 456046 h 2317325"/>
              <a:gd name="connsiteX456" fmla="*/ 1172191 w 3644004"/>
              <a:gd name="connsiteY456" fmla="*/ 456046 h 2317325"/>
              <a:gd name="connsiteX457" fmla="*/ 1318606 w 3644004"/>
              <a:gd name="connsiteY457" fmla="*/ 385130 h 2317325"/>
              <a:gd name="connsiteX458" fmla="*/ 1454547 w 3644004"/>
              <a:gd name="connsiteY458" fmla="*/ 332979 h 2317325"/>
              <a:gd name="connsiteX459" fmla="*/ 1679515 w 3644004"/>
              <a:gd name="connsiteY459" fmla="*/ 262063 h 2317325"/>
              <a:gd name="connsiteX460" fmla="*/ 1695226 w 3644004"/>
              <a:gd name="connsiteY460" fmla="*/ 250935 h 2317325"/>
              <a:gd name="connsiteX461" fmla="*/ 1993293 w 3644004"/>
              <a:gd name="connsiteY461" fmla="*/ 135286 h 2317325"/>
              <a:gd name="connsiteX462" fmla="*/ 1988056 w 3644004"/>
              <a:gd name="connsiteY462" fmla="*/ 153834 h 2317325"/>
              <a:gd name="connsiteX463" fmla="*/ 1914739 w 3644004"/>
              <a:gd name="connsiteY463" fmla="*/ 180018 h 2317325"/>
              <a:gd name="connsiteX464" fmla="*/ 1810220 w 3644004"/>
              <a:gd name="connsiteY464" fmla="*/ 239806 h 2317325"/>
              <a:gd name="connsiteX465" fmla="*/ 1810220 w 3644004"/>
              <a:gd name="connsiteY465" fmla="*/ 247225 h 2317325"/>
              <a:gd name="connsiteX466" fmla="*/ 1831167 w 3644004"/>
              <a:gd name="connsiteY466" fmla="*/ 250935 h 2317325"/>
              <a:gd name="connsiteX467" fmla="*/ 1883536 w 3644004"/>
              <a:gd name="connsiteY467" fmla="*/ 221041 h 2317325"/>
              <a:gd name="connsiteX468" fmla="*/ 1873062 w 3644004"/>
              <a:gd name="connsiteY468" fmla="*/ 239588 h 2317325"/>
              <a:gd name="connsiteX469" fmla="*/ 2009003 w 3644004"/>
              <a:gd name="connsiteY469" fmla="*/ 202275 h 2317325"/>
              <a:gd name="connsiteX470" fmla="*/ 2029951 w 3644004"/>
              <a:gd name="connsiteY470" fmla="*/ 217113 h 2317325"/>
              <a:gd name="connsiteX471" fmla="*/ 2003766 w 3644004"/>
              <a:gd name="connsiteY471" fmla="*/ 224532 h 2317325"/>
              <a:gd name="connsiteX472" fmla="*/ 2040425 w 3644004"/>
              <a:gd name="connsiteY472" fmla="*/ 228241 h 2317325"/>
              <a:gd name="connsiteX473" fmla="*/ 2056135 w 3644004"/>
              <a:gd name="connsiteY473" fmla="*/ 209694 h 2317325"/>
              <a:gd name="connsiteX474" fmla="*/ 2103267 w 3644004"/>
              <a:gd name="connsiteY474" fmla="*/ 217113 h 2317325"/>
              <a:gd name="connsiteX475" fmla="*/ 2114832 w 3644004"/>
              <a:gd name="connsiteY475" fmla="*/ 198129 h 2317325"/>
              <a:gd name="connsiteX476" fmla="*/ 2114832 w 3644004"/>
              <a:gd name="connsiteY476" fmla="*/ 198129 h 2317325"/>
              <a:gd name="connsiteX477" fmla="*/ 2658596 w 3644004"/>
              <a:gd name="connsiteY477" fmla="*/ 869543 h 2317325"/>
              <a:gd name="connsiteX478" fmla="*/ 2642886 w 3644004"/>
              <a:gd name="connsiteY478" fmla="*/ 869543 h 2317325"/>
              <a:gd name="connsiteX479" fmla="*/ 2642886 w 3644004"/>
              <a:gd name="connsiteY479" fmla="*/ 876962 h 2317325"/>
              <a:gd name="connsiteX480" fmla="*/ 2658596 w 3644004"/>
              <a:gd name="connsiteY480" fmla="*/ 869543 h 2317325"/>
              <a:gd name="connsiteX481" fmla="*/ 2658596 w 3644004"/>
              <a:gd name="connsiteY481" fmla="*/ 869543 h 2317325"/>
              <a:gd name="connsiteX482" fmla="*/ 2595972 w 3644004"/>
              <a:gd name="connsiteY482" fmla="*/ 903146 h 2317325"/>
              <a:gd name="connsiteX483" fmla="*/ 2601209 w 3644004"/>
              <a:gd name="connsiteY483" fmla="*/ 892018 h 2317325"/>
              <a:gd name="connsiteX484" fmla="*/ 2585498 w 3644004"/>
              <a:gd name="connsiteY484" fmla="*/ 892018 h 2317325"/>
              <a:gd name="connsiteX485" fmla="*/ 2585498 w 3644004"/>
              <a:gd name="connsiteY485" fmla="*/ 903146 h 2317325"/>
              <a:gd name="connsiteX486" fmla="*/ 2595972 w 3644004"/>
              <a:gd name="connsiteY486" fmla="*/ 903146 h 2317325"/>
              <a:gd name="connsiteX487" fmla="*/ 2595972 w 3644004"/>
              <a:gd name="connsiteY487" fmla="*/ 903146 h 2317325"/>
              <a:gd name="connsiteX488" fmla="*/ 592860 w 3644004"/>
              <a:gd name="connsiteY488" fmla="*/ 1100839 h 2317325"/>
              <a:gd name="connsiteX489" fmla="*/ 613808 w 3644004"/>
              <a:gd name="connsiteY489" fmla="*/ 1086001 h 2317325"/>
              <a:gd name="connsiteX490" fmla="*/ 592860 w 3644004"/>
              <a:gd name="connsiteY490" fmla="*/ 1100839 h 2317325"/>
              <a:gd name="connsiteX491" fmla="*/ 592860 w 3644004"/>
              <a:gd name="connsiteY491" fmla="*/ 1100839 h 2317325"/>
              <a:gd name="connsiteX492" fmla="*/ 561439 w 3644004"/>
              <a:gd name="connsiteY492" fmla="*/ 962934 h 2317325"/>
              <a:gd name="connsiteX493" fmla="*/ 598097 w 3644004"/>
              <a:gd name="connsiteY493" fmla="*/ 955515 h 2317325"/>
              <a:gd name="connsiteX494" fmla="*/ 603334 w 3644004"/>
              <a:gd name="connsiteY494" fmla="*/ 944387 h 2317325"/>
              <a:gd name="connsiteX495" fmla="*/ 561439 w 3644004"/>
              <a:gd name="connsiteY495" fmla="*/ 962934 h 2317325"/>
              <a:gd name="connsiteX496" fmla="*/ 561439 w 3644004"/>
              <a:gd name="connsiteY496" fmla="*/ 962934 h 2317325"/>
              <a:gd name="connsiteX497" fmla="*/ 2083411 w 3644004"/>
              <a:gd name="connsiteY497" fmla="*/ 310068 h 2317325"/>
              <a:gd name="connsiteX498" fmla="*/ 2093885 w 3644004"/>
              <a:gd name="connsiteY498" fmla="*/ 321196 h 2317325"/>
              <a:gd name="connsiteX499" fmla="*/ 2135780 w 3644004"/>
              <a:gd name="connsiteY499" fmla="*/ 295012 h 2317325"/>
              <a:gd name="connsiteX500" fmla="*/ 2083411 w 3644004"/>
              <a:gd name="connsiteY500" fmla="*/ 310068 h 2317325"/>
              <a:gd name="connsiteX501" fmla="*/ 2083411 w 3644004"/>
              <a:gd name="connsiteY501" fmla="*/ 310068 h 2317325"/>
              <a:gd name="connsiteX502" fmla="*/ 2297905 w 3644004"/>
              <a:gd name="connsiteY502" fmla="*/ 321196 h 2317325"/>
              <a:gd name="connsiteX503" fmla="*/ 2313616 w 3644004"/>
              <a:gd name="connsiteY503" fmla="*/ 324906 h 2317325"/>
              <a:gd name="connsiteX504" fmla="*/ 2334564 w 3644004"/>
              <a:gd name="connsiteY504" fmla="*/ 306358 h 2317325"/>
              <a:gd name="connsiteX505" fmla="*/ 2297905 w 3644004"/>
              <a:gd name="connsiteY505" fmla="*/ 321196 h 2317325"/>
              <a:gd name="connsiteX506" fmla="*/ 2297905 w 3644004"/>
              <a:gd name="connsiteY506" fmla="*/ 321196 h 2317325"/>
              <a:gd name="connsiteX507" fmla="*/ 2454794 w 3644004"/>
              <a:gd name="connsiteY507" fmla="*/ 343671 h 2317325"/>
              <a:gd name="connsiteX508" fmla="*/ 2590735 w 3644004"/>
              <a:gd name="connsiteY508" fmla="*/ 328833 h 2317325"/>
              <a:gd name="connsiteX509" fmla="*/ 2595972 w 3644004"/>
              <a:gd name="connsiteY509" fmla="*/ 306358 h 2317325"/>
              <a:gd name="connsiteX510" fmla="*/ 2454794 w 3644004"/>
              <a:gd name="connsiteY510" fmla="*/ 343671 h 2317325"/>
              <a:gd name="connsiteX511" fmla="*/ 2454794 w 3644004"/>
              <a:gd name="connsiteY511" fmla="*/ 343671 h 2317325"/>
              <a:gd name="connsiteX512" fmla="*/ 1827239 w 3644004"/>
              <a:gd name="connsiteY512" fmla="*/ 388403 h 2317325"/>
              <a:gd name="connsiteX513" fmla="*/ 1822002 w 3644004"/>
              <a:gd name="connsiteY513" fmla="*/ 410878 h 2317325"/>
              <a:gd name="connsiteX514" fmla="*/ 1858661 w 3644004"/>
              <a:gd name="connsiteY514" fmla="*/ 392331 h 2317325"/>
              <a:gd name="connsiteX515" fmla="*/ 1827239 w 3644004"/>
              <a:gd name="connsiteY515" fmla="*/ 388403 h 2317325"/>
              <a:gd name="connsiteX516" fmla="*/ 1827239 w 3644004"/>
              <a:gd name="connsiteY516" fmla="*/ 388403 h 2317325"/>
              <a:gd name="connsiteX517" fmla="*/ 1957944 w 3644004"/>
              <a:gd name="connsiteY517" fmla="*/ 358509 h 2317325"/>
              <a:gd name="connsiteX518" fmla="*/ 1968417 w 3644004"/>
              <a:gd name="connsiteY518" fmla="*/ 365928 h 2317325"/>
              <a:gd name="connsiteX519" fmla="*/ 1989365 w 3644004"/>
              <a:gd name="connsiteY519" fmla="*/ 347381 h 2317325"/>
              <a:gd name="connsiteX520" fmla="*/ 2062681 w 3644004"/>
              <a:gd name="connsiteY520" fmla="*/ 321196 h 2317325"/>
              <a:gd name="connsiteX521" fmla="*/ 1863898 w 3644004"/>
              <a:gd name="connsiteY521" fmla="*/ 377056 h 2317325"/>
              <a:gd name="connsiteX522" fmla="*/ 1858661 w 3644004"/>
              <a:gd name="connsiteY522" fmla="*/ 391894 h 2317325"/>
              <a:gd name="connsiteX523" fmla="*/ 1957944 w 3644004"/>
              <a:gd name="connsiteY523" fmla="*/ 358509 h 2317325"/>
              <a:gd name="connsiteX524" fmla="*/ 1957944 w 3644004"/>
              <a:gd name="connsiteY524" fmla="*/ 358509 h 2317325"/>
              <a:gd name="connsiteX525" fmla="*/ 2276958 w 3644004"/>
              <a:gd name="connsiteY525" fmla="*/ 392113 h 2317325"/>
              <a:gd name="connsiteX526" fmla="*/ 2329327 w 3644004"/>
              <a:gd name="connsiteY526" fmla="*/ 377275 h 2317325"/>
              <a:gd name="connsiteX527" fmla="*/ 2324090 w 3644004"/>
              <a:gd name="connsiteY527" fmla="*/ 373565 h 2317325"/>
              <a:gd name="connsiteX528" fmla="*/ 2313616 w 3644004"/>
              <a:gd name="connsiteY528" fmla="*/ 373565 h 2317325"/>
              <a:gd name="connsiteX529" fmla="*/ 2276958 w 3644004"/>
              <a:gd name="connsiteY529" fmla="*/ 392113 h 2317325"/>
              <a:gd name="connsiteX530" fmla="*/ 2276958 w 3644004"/>
              <a:gd name="connsiteY530" fmla="*/ 392113 h 2317325"/>
              <a:gd name="connsiteX531" fmla="*/ 1351337 w 3644004"/>
              <a:gd name="connsiteY531" fmla="*/ 410878 h 2317325"/>
              <a:gd name="connsiteX532" fmla="*/ 1377521 w 3644004"/>
              <a:gd name="connsiteY532" fmla="*/ 399750 h 2317325"/>
              <a:gd name="connsiteX533" fmla="*/ 1351337 w 3644004"/>
              <a:gd name="connsiteY533" fmla="*/ 410878 h 2317325"/>
              <a:gd name="connsiteX534" fmla="*/ 1351337 w 3644004"/>
              <a:gd name="connsiteY534" fmla="*/ 410878 h 2317325"/>
              <a:gd name="connsiteX535" fmla="*/ 1675588 w 3644004"/>
              <a:gd name="connsiteY535" fmla="*/ 448191 h 2317325"/>
              <a:gd name="connsiteX536" fmla="*/ 1795818 w 3644004"/>
              <a:gd name="connsiteY536" fmla="*/ 410878 h 2317325"/>
              <a:gd name="connsiteX537" fmla="*/ 1675588 w 3644004"/>
              <a:gd name="connsiteY537" fmla="*/ 448191 h 2317325"/>
              <a:gd name="connsiteX538" fmla="*/ 1675588 w 3644004"/>
              <a:gd name="connsiteY538" fmla="*/ 448191 h 2317325"/>
              <a:gd name="connsiteX539" fmla="*/ 2114832 w 3644004"/>
              <a:gd name="connsiteY539" fmla="*/ 444263 h 2317325"/>
              <a:gd name="connsiteX540" fmla="*/ 2161964 w 3644004"/>
              <a:gd name="connsiteY540" fmla="*/ 425716 h 2317325"/>
              <a:gd name="connsiteX541" fmla="*/ 2114832 w 3644004"/>
              <a:gd name="connsiteY541" fmla="*/ 444263 h 2317325"/>
              <a:gd name="connsiteX542" fmla="*/ 2114832 w 3644004"/>
              <a:gd name="connsiteY542" fmla="*/ 444263 h 2317325"/>
              <a:gd name="connsiteX543" fmla="*/ 1581324 w 3644004"/>
              <a:gd name="connsiteY543" fmla="*/ 470448 h 2317325"/>
              <a:gd name="connsiteX544" fmla="*/ 1659877 w 3644004"/>
              <a:gd name="connsiteY544" fmla="*/ 451900 h 2317325"/>
              <a:gd name="connsiteX545" fmla="*/ 1581324 w 3644004"/>
              <a:gd name="connsiteY545" fmla="*/ 470448 h 2317325"/>
              <a:gd name="connsiteX546" fmla="*/ 1581324 w 3644004"/>
              <a:gd name="connsiteY546" fmla="*/ 470448 h 2317325"/>
              <a:gd name="connsiteX547" fmla="*/ 1989365 w 3644004"/>
              <a:gd name="connsiteY547" fmla="*/ 477867 h 2317325"/>
              <a:gd name="connsiteX548" fmla="*/ 2078174 w 3644004"/>
              <a:gd name="connsiteY548" fmla="*/ 455392 h 2317325"/>
              <a:gd name="connsiteX549" fmla="*/ 1989365 w 3644004"/>
              <a:gd name="connsiteY549" fmla="*/ 477867 h 2317325"/>
              <a:gd name="connsiteX550" fmla="*/ 1989365 w 3644004"/>
              <a:gd name="connsiteY550" fmla="*/ 477867 h 2317325"/>
              <a:gd name="connsiteX551" fmla="*/ 1544665 w 3644004"/>
              <a:gd name="connsiteY551" fmla="*/ 481576 h 2317325"/>
              <a:gd name="connsiteX552" fmla="*/ 1570850 w 3644004"/>
              <a:gd name="connsiteY552" fmla="*/ 477867 h 2317325"/>
              <a:gd name="connsiteX553" fmla="*/ 1565613 w 3644004"/>
              <a:gd name="connsiteY553" fmla="*/ 466738 h 2317325"/>
              <a:gd name="connsiteX554" fmla="*/ 1544665 w 3644004"/>
              <a:gd name="connsiteY554" fmla="*/ 481576 h 2317325"/>
              <a:gd name="connsiteX555" fmla="*/ 1544665 w 3644004"/>
              <a:gd name="connsiteY555" fmla="*/ 481576 h 2317325"/>
              <a:gd name="connsiteX556" fmla="*/ 2637649 w 3644004"/>
              <a:gd name="connsiteY556" fmla="*/ 489213 h 2317325"/>
              <a:gd name="connsiteX557" fmla="*/ 2700491 w 3644004"/>
              <a:gd name="connsiteY557" fmla="*/ 466738 h 2317325"/>
              <a:gd name="connsiteX558" fmla="*/ 2637649 w 3644004"/>
              <a:gd name="connsiteY558" fmla="*/ 489213 h 2317325"/>
              <a:gd name="connsiteX559" fmla="*/ 2637649 w 3644004"/>
              <a:gd name="connsiteY559" fmla="*/ 489213 h 2317325"/>
              <a:gd name="connsiteX560" fmla="*/ 1440146 w 3644004"/>
              <a:gd name="connsiteY560" fmla="*/ 518889 h 2317325"/>
              <a:gd name="connsiteX561" fmla="*/ 1539428 w 3644004"/>
              <a:gd name="connsiteY561" fmla="*/ 481576 h 2317325"/>
              <a:gd name="connsiteX562" fmla="*/ 1440146 w 3644004"/>
              <a:gd name="connsiteY562" fmla="*/ 518889 h 2317325"/>
              <a:gd name="connsiteX563" fmla="*/ 1440146 w 3644004"/>
              <a:gd name="connsiteY563" fmla="*/ 518889 h 2317325"/>
              <a:gd name="connsiteX564" fmla="*/ 1717265 w 3644004"/>
              <a:gd name="connsiteY564" fmla="*/ 559911 h 2317325"/>
              <a:gd name="connsiteX565" fmla="*/ 1973436 w 3644004"/>
              <a:gd name="connsiteY565" fmla="*/ 485286 h 2317325"/>
              <a:gd name="connsiteX566" fmla="*/ 1717265 w 3644004"/>
              <a:gd name="connsiteY566" fmla="*/ 559911 h 2317325"/>
              <a:gd name="connsiteX567" fmla="*/ 1717265 w 3644004"/>
              <a:gd name="connsiteY567" fmla="*/ 559911 h 2317325"/>
              <a:gd name="connsiteX568" fmla="*/ 1361592 w 3644004"/>
              <a:gd name="connsiteY568" fmla="*/ 545074 h 2317325"/>
              <a:gd name="connsiteX569" fmla="*/ 1429672 w 3644004"/>
              <a:gd name="connsiteY569" fmla="*/ 518889 h 2317325"/>
              <a:gd name="connsiteX570" fmla="*/ 1361592 w 3644004"/>
              <a:gd name="connsiteY570" fmla="*/ 545074 h 2317325"/>
              <a:gd name="connsiteX571" fmla="*/ 1361592 w 3644004"/>
              <a:gd name="connsiteY571" fmla="*/ 545074 h 2317325"/>
              <a:gd name="connsiteX572" fmla="*/ 1633693 w 3644004"/>
              <a:gd name="connsiteY572" fmla="*/ 593515 h 2317325"/>
              <a:gd name="connsiteX573" fmla="*/ 1717265 w 3644004"/>
              <a:gd name="connsiteY573" fmla="*/ 563621 h 2317325"/>
              <a:gd name="connsiteX574" fmla="*/ 1633693 w 3644004"/>
              <a:gd name="connsiteY574" fmla="*/ 593515 h 2317325"/>
              <a:gd name="connsiteX575" fmla="*/ 1633693 w 3644004"/>
              <a:gd name="connsiteY575" fmla="*/ 593515 h 2317325"/>
              <a:gd name="connsiteX576" fmla="*/ 979954 w 3644004"/>
              <a:gd name="connsiteY576" fmla="*/ 582386 h 2317325"/>
              <a:gd name="connsiteX577" fmla="*/ 1006138 w 3644004"/>
              <a:gd name="connsiteY577" fmla="*/ 567548 h 2317325"/>
              <a:gd name="connsiteX578" fmla="*/ 979954 w 3644004"/>
              <a:gd name="connsiteY578" fmla="*/ 582386 h 2317325"/>
              <a:gd name="connsiteX579" fmla="*/ 979954 w 3644004"/>
              <a:gd name="connsiteY579" fmla="*/ 582386 h 2317325"/>
              <a:gd name="connsiteX580" fmla="*/ 1555139 w 3644004"/>
              <a:gd name="connsiteY580" fmla="*/ 623409 h 2317325"/>
              <a:gd name="connsiteX581" fmla="*/ 1628456 w 3644004"/>
              <a:gd name="connsiteY581" fmla="*/ 589805 h 2317325"/>
              <a:gd name="connsiteX582" fmla="*/ 1555139 w 3644004"/>
              <a:gd name="connsiteY582" fmla="*/ 623409 h 2317325"/>
              <a:gd name="connsiteX583" fmla="*/ 1555139 w 3644004"/>
              <a:gd name="connsiteY583" fmla="*/ 623409 h 2317325"/>
              <a:gd name="connsiteX584" fmla="*/ 2611682 w 3644004"/>
              <a:gd name="connsiteY584" fmla="*/ 597224 h 2317325"/>
              <a:gd name="connsiteX585" fmla="*/ 2611682 w 3644004"/>
              <a:gd name="connsiteY585" fmla="*/ 604643 h 2317325"/>
              <a:gd name="connsiteX586" fmla="*/ 2658814 w 3644004"/>
              <a:gd name="connsiteY586" fmla="*/ 589805 h 2317325"/>
              <a:gd name="connsiteX587" fmla="*/ 2611682 w 3644004"/>
              <a:gd name="connsiteY587" fmla="*/ 597224 h 2317325"/>
              <a:gd name="connsiteX588" fmla="*/ 2611682 w 3644004"/>
              <a:gd name="connsiteY588" fmla="*/ 597224 h 2317325"/>
              <a:gd name="connsiteX589" fmla="*/ 2496471 w 3644004"/>
              <a:gd name="connsiteY589" fmla="*/ 608571 h 2317325"/>
              <a:gd name="connsiteX590" fmla="*/ 2527892 w 3644004"/>
              <a:gd name="connsiteY590" fmla="*/ 601152 h 2317325"/>
              <a:gd name="connsiteX591" fmla="*/ 2496471 w 3644004"/>
              <a:gd name="connsiteY591" fmla="*/ 608571 h 2317325"/>
              <a:gd name="connsiteX592" fmla="*/ 2496471 w 3644004"/>
              <a:gd name="connsiteY592" fmla="*/ 608571 h 2317325"/>
              <a:gd name="connsiteX593" fmla="*/ 1319915 w 3644004"/>
              <a:gd name="connsiteY593" fmla="*/ 757822 h 2317325"/>
              <a:gd name="connsiteX594" fmla="*/ 1382758 w 3644004"/>
              <a:gd name="connsiteY594" fmla="*/ 731638 h 2317325"/>
              <a:gd name="connsiteX595" fmla="*/ 1319915 w 3644004"/>
              <a:gd name="connsiteY595" fmla="*/ 757822 h 2317325"/>
              <a:gd name="connsiteX596" fmla="*/ 1319915 w 3644004"/>
              <a:gd name="connsiteY596" fmla="*/ 757822 h 2317325"/>
              <a:gd name="connsiteX597" fmla="*/ 1110658 w 3644004"/>
              <a:gd name="connsiteY597" fmla="*/ 828520 h 2317325"/>
              <a:gd name="connsiteX598" fmla="*/ 1304205 w 3644004"/>
              <a:gd name="connsiteY598" fmla="*/ 757604 h 2317325"/>
              <a:gd name="connsiteX599" fmla="*/ 1110658 w 3644004"/>
              <a:gd name="connsiteY599" fmla="*/ 828520 h 2317325"/>
              <a:gd name="connsiteX600" fmla="*/ 1110658 w 3644004"/>
              <a:gd name="connsiteY600" fmla="*/ 828520 h 2317325"/>
              <a:gd name="connsiteX601" fmla="*/ 770696 w 3644004"/>
              <a:gd name="connsiteY601" fmla="*/ 832230 h 2317325"/>
              <a:gd name="connsiteX602" fmla="*/ 812591 w 3644004"/>
              <a:gd name="connsiteY602" fmla="*/ 813683 h 2317325"/>
              <a:gd name="connsiteX603" fmla="*/ 770696 w 3644004"/>
              <a:gd name="connsiteY603" fmla="*/ 832230 h 2317325"/>
              <a:gd name="connsiteX604" fmla="*/ 770696 w 3644004"/>
              <a:gd name="connsiteY604" fmla="*/ 832230 h 2317325"/>
              <a:gd name="connsiteX605" fmla="*/ 1058289 w 3644004"/>
              <a:gd name="connsiteY605" fmla="*/ 847286 h 2317325"/>
              <a:gd name="connsiteX606" fmla="*/ 1084473 w 3644004"/>
              <a:gd name="connsiteY606" fmla="*/ 832448 h 2317325"/>
              <a:gd name="connsiteX607" fmla="*/ 1058289 w 3644004"/>
              <a:gd name="connsiteY607" fmla="*/ 847286 h 2317325"/>
              <a:gd name="connsiteX608" fmla="*/ 1058289 w 3644004"/>
              <a:gd name="connsiteY608" fmla="*/ 847286 h 2317325"/>
              <a:gd name="connsiteX609" fmla="*/ 2543603 w 3644004"/>
              <a:gd name="connsiteY609" fmla="*/ 858414 h 2317325"/>
              <a:gd name="connsiteX610" fmla="*/ 2548840 w 3644004"/>
              <a:gd name="connsiteY610" fmla="*/ 869543 h 2317325"/>
              <a:gd name="connsiteX611" fmla="*/ 2595972 w 3644004"/>
              <a:gd name="connsiteY611" fmla="*/ 862124 h 2317325"/>
              <a:gd name="connsiteX612" fmla="*/ 2611682 w 3644004"/>
              <a:gd name="connsiteY612" fmla="*/ 847286 h 2317325"/>
              <a:gd name="connsiteX613" fmla="*/ 2543603 w 3644004"/>
              <a:gd name="connsiteY613" fmla="*/ 858414 h 2317325"/>
              <a:gd name="connsiteX614" fmla="*/ 2543603 w 3644004"/>
              <a:gd name="connsiteY614" fmla="*/ 858414 h 2317325"/>
              <a:gd name="connsiteX615" fmla="*/ 713309 w 3644004"/>
              <a:gd name="connsiteY615" fmla="*/ 903146 h 2317325"/>
              <a:gd name="connsiteX616" fmla="*/ 734256 w 3644004"/>
              <a:gd name="connsiteY616" fmla="*/ 892018 h 2317325"/>
              <a:gd name="connsiteX617" fmla="*/ 713309 w 3644004"/>
              <a:gd name="connsiteY617" fmla="*/ 903146 h 2317325"/>
              <a:gd name="connsiteX618" fmla="*/ 713309 w 3644004"/>
              <a:gd name="connsiteY618" fmla="*/ 903146 h 2317325"/>
              <a:gd name="connsiteX619" fmla="*/ 770696 w 3644004"/>
              <a:gd name="connsiteY619" fmla="*/ 996537 h 2317325"/>
              <a:gd name="connsiteX620" fmla="*/ 807354 w 3644004"/>
              <a:gd name="connsiteY620" fmla="*/ 992828 h 2317325"/>
              <a:gd name="connsiteX621" fmla="*/ 864960 w 3644004"/>
              <a:gd name="connsiteY621" fmla="*/ 970353 h 2317325"/>
              <a:gd name="connsiteX622" fmla="*/ 964243 w 3644004"/>
              <a:gd name="connsiteY622" fmla="*/ 903146 h 2317325"/>
              <a:gd name="connsiteX623" fmla="*/ 770696 w 3644004"/>
              <a:gd name="connsiteY623" fmla="*/ 996537 h 2317325"/>
              <a:gd name="connsiteX624" fmla="*/ 770696 w 3644004"/>
              <a:gd name="connsiteY624" fmla="*/ 996537 h 2317325"/>
              <a:gd name="connsiteX625" fmla="*/ 634755 w 3644004"/>
              <a:gd name="connsiteY625" fmla="*/ 936750 h 2317325"/>
              <a:gd name="connsiteX626" fmla="*/ 676650 w 3644004"/>
              <a:gd name="connsiteY626" fmla="*/ 906856 h 2317325"/>
              <a:gd name="connsiteX627" fmla="*/ 634755 w 3644004"/>
              <a:gd name="connsiteY627" fmla="*/ 936750 h 2317325"/>
              <a:gd name="connsiteX628" fmla="*/ 634755 w 3644004"/>
              <a:gd name="connsiteY628" fmla="*/ 936750 h 2317325"/>
              <a:gd name="connsiteX629" fmla="*/ 2601209 w 3644004"/>
              <a:gd name="connsiteY629" fmla="*/ 974062 h 2317325"/>
              <a:gd name="connsiteX630" fmla="*/ 2653578 w 3644004"/>
              <a:gd name="connsiteY630" fmla="*/ 962934 h 2317325"/>
              <a:gd name="connsiteX631" fmla="*/ 2637867 w 3644004"/>
              <a:gd name="connsiteY631" fmla="*/ 948096 h 2317325"/>
              <a:gd name="connsiteX632" fmla="*/ 2601209 w 3644004"/>
              <a:gd name="connsiteY632" fmla="*/ 974062 h 2317325"/>
              <a:gd name="connsiteX633" fmla="*/ 2601209 w 3644004"/>
              <a:gd name="connsiteY633" fmla="*/ 974062 h 2317325"/>
              <a:gd name="connsiteX634" fmla="*/ 676650 w 3644004"/>
              <a:gd name="connsiteY634" fmla="*/ 970353 h 2317325"/>
              <a:gd name="connsiteX635" fmla="*/ 713309 w 3644004"/>
              <a:gd name="connsiteY635" fmla="*/ 955515 h 2317325"/>
              <a:gd name="connsiteX636" fmla="*/ 676650 w 3644004"/>
              <a:gd name="connsiteY636" fmla="*/ 970353 h 2317325"/>
              <a:gd name="connsiteX637" fmla="*/ 676650 w 3644004"/>
              <a:gd name="connsiteY637" fmla="*/ 970353 h 2317325"/>
              <a:gd name="connsiteX638" fmla="*/ 660940 w 3644004"/>
              <a:gd name="connsiteY638" fmla="*/ 985191 h 2317325"/>
              <a:gd name="connsiteX639" fmla="*/ 671413 w 3644004"/>
              <a:gd name="connsiteY639" fmla="*/ 966644 h 2317325"/>
              <a:gd name="connsiteX640" fmla="*/ 660940 w 3644004"/>
              <a:gd name="connsiteY640" fmla="*/ 985191 h 2317325"/>
              <a:gd name="connsiteX641" fmla="*/ 660940 w 3644004"/>
              <a:gd name="connsiteY641" fmla="*/ 985191 h 2317325"/>
              <a:gd name="connsiteX642" fmla="*/ 619044 w 3644004"/>
              <a:gd name="connsiteY642" fmla="*/ 981481 h 2317325"/>
              <a:gd name="connsiteX643" fmla="*/ 613808 w 3644004"/>
              <a:gd name="connsiteY643" fmla="*/ 992610 h 2317325"/>
              <a:gd name="connsiteX644" fmla="*/ 650466 w 3644004"/>
              <a:gd name="connsiteY644" fmla="*/ 988900 h 2317325"/>
              <a:gd name="connsiteX645" fmla="*/ 619044 w 3644004"/>
              <a:gd name="connsiteY645" fmla="*/ 981481 h 2317325"/>
              <a:gd name="connsiteX646" fmla="*/ 619044 w 3644004"/>
              <a:gd name="connsiteY646" fmla="*/ 981481 h 2317325"/>
              <a:gd name="connsiteX647" fmla="*/ 2580261 w 3644004"/>
              <a:gd name="connsiteY647" fmla="*/ 989119 h 2317325"/>
              <a:gd name="connsiteX648" fmla="*/ 2580261 w 3644004"/>
              <a:gd name="connsiteY648" fmla="*/ 1000247 h 2317325"/>
              <a:gd name="connsiteX649" fmla="*/ 2632630 w 3644004"/>
              <a:gd name="connsiteY649" fmla="*/ 981700 h 2317325"/>
              <a:gd name="connsiteX650" fmla="*/ 2580261 w 3644004"/>
              <a:gd name="connsiteY650" fmla="*/ 989119 h 2317325"/>
              <a:gd name="connsiteX651" fmla="*/ 2580261 w 3644004"/>
              <a:gd name="connsiteY651" fmla="*/ 989119 h 2317325"/>
              <a:gd name="connsiteX652" fmla="*/ 807354 w 3644004"/>
              <a:gd name="connsiteY652" fmla="*/ 1007666 h 2317325"/>
              <a:gd name="connsiteX653" fmla="*/ 828302 w 3644004"/>
              <a:gd name="connsiteY653" fmla="*/ 996537 h 2317325"/>
              <a:gd name="connsiteX654" fmla="*/ 807354 w 3644004"/>
              <a:gd name="connsiteY654" fmla="*/ 1007666 h 2317325"/>
              <a:gd name="connsiteX655" fmla="*/ 807354 w 3644004"/>
              <a:gd name="connsiteY655" fmla="*/ 1007666 h 2317325"/>
              <a:gd name="connsiteX656" fmla="*/ 671413 w 3644004"/>
              <a:gd name="connsiteY656" fmla="*/ 1030141 h 2317325"/>
              <a:gd name="connsiteX657" fmla="*/ 681887 w 3644004"/>
              <a:gd name="connsiteY657" fmla="*/ 1030141 h 2317325"/>
              <a:gd name="connsiteX658" fmla="*/ 676650 w 3644004"/>
              <a:gd name="connsiteY658" fmla="*/ 1015303 h 2317325"/>
              <a:gd name="connsiteX659" fmla="*/ 671413 w 3644004"/>
              <a:gd name="connsiteY659" fmla="*/ 1030141 h 2317325"/>
              <a:gd name="connsiteX660" fmla="*/ 671413 w 3644004"/>
              <a:gd name="connsiteY660" fmla="*/ 1030141 h 2317325"/>
              <a:gd name="connsiteX661" fmla="*/ 2601209 w 3644004"/>
              <a:gd name="connsiteY661" fmla="*/ 1112186 h 2317325"/>
              <a:gd name="connsiteX662" fmla="*/ 2585498 w 3644004"/>
              <a:gd name="connsiteY662" fmla="*/ 1101057 h 2317325"/>
              <a:gd name="connsiteX663" fmla="*/ 2601209 w 3644004"/>
              <a:gd name="connsiteY663" fmla="*/ 1112186 h 2317325"/>
              <a:gd name="connsiteX664" fmla="*/ 2601209 w 3644004"/>
              <a:gd name="connsiteY664" fmla="*/ 1112186 h 2317325"/>
              <a:gd name="connsiteX665" fmla="*/ 2742387 w 3644004"/>
              <a:gd name="connsiteY665" fmla="*/ 1130733 h 2317325"/>
              <a:gd name="connsiteX666" fmla="*/ 2820940 w 3644004"/>
              <a:gd name="connsiteY666" fmla="*/ 1100839 h 2317325"/>
              <a:gd name="connsiteX667" fmla="*/ 2742387 w 3644004"/>
              <a:gd name="connsiteY667" fmla="*/ 1130733 h 2317325"/>
              <a:gd name="connsiteX668" fmla="*/ 2742387 w 3644004"/>
              <a:gd name="connsiteY668" fmla="*/ 1130733 h 2317325"/>
              <a:gd name="connsiteX669" fmla="*/ 2564550 w 3644004"/>
              <a:gd name="connsiteY669" fmla="*/ 1115895 h 2317325"/>
              <a:gd name="connsiteX670" fmla="*/ 2580261 w 3644004"/>
              <a:gd name="connsiteY670" fmla="*/ 1115895 h 2317325"/>
              <a:gd name="connsiteX671" fmla="*/ 2569787 w 3644004"/>
              <a:gd name="connsiteY671" fmla="*/ 1104767 h 2317325"/>
              <a:gd name="connsiteX672" fmla="*/ 2564550 w 3644004"/>
              <a:gd name="connsiteY672" fmla="*/ 1115895 h 2317325"/>
              <a:gd name="connsiteX673" fmla="*/ 2564550 w 3644004"/>
              <a:gd name="connsiteY673" fmla="*/ 1115895 h 2317325"/>
              <a:gd name="connsiteX674" fmla="*/ 650466 w 3644004"/>
              <a:gd name="connsiteY674" fmla="*/ 1168046 h 2317325"/>
              <a:gd name="connsiteX675" fmla="*/ 671413 w 3644004"/>
              <a:gd name="connsiteY675" fmla="*/ 1138152 h 2317325"/>
              <a:gd name="connsiteX676" fmla="*/ 619044 w 3644004"/>
              <a:gd name="connsiteY676" fmla="*/ 1160627 h 2317325"/>
              <a:gd name="connsiteX677" fmla="*/ 629518 w 3644004"/>
              <a:gd name="connsiteY677" fmla="*/ 1145789 h 2317325"/>
              <a:gd name="connsiteX678" fmla="*/ 545946 w 3644004"/>
              <a:gd name="connsiteY678" fmla="*/ 1168264 h 2317325"/>
              <a:gd name="connsiteX679" fmla="*/ 535472 w 3644004"/>
              <a:gd name="connsiteY679" fmla="*/ 1205577 h 2317325"/>
              <a:gd name="connsiteX680" fmla="*/ 566894 w 3644004"/>
              <a:gd name="connsiteY680" fmla="*/ 1190739 h 2317325"/>
              <a:gd name="connsiteX681" fmla="*/ 545946 w 3644004"/>
              <a:gd name="connsiteY681" fmla="*/ 1190739 h 2317325"/>
              <a:gd name="connsiteX682" fmla="*/ 577368 w 3644004"/>
              <a:gd name="connsiteY682" fmla="*/ 1172192 h 2317325"/>
              <a:gd name="connsiteX683" fmla="*/ 650466 w 3644004"/>
              <a:gd name="connsiteY683" fmla="*/ 1168046 h 2317325"/>
              <a:gd name="connsiteX684" fmla="*/ 650466 w 3644004"/>
              <a:gd name="connsiteY684" fmla="*/ 1168046 h 2317325"/>
              <a:gd name="connsiteX685" fmla="*/ 598097 w 3644004"/>
              <a:gd name="connsiteY685" fmla="*/ 1186811 h 2317325"/>
              <a:gd name="connsiteX686" fmla="*/ 619044 w 3644004"/>
              <a:gd name="connsiteY686" fmla="*/ 1179392 h 2317325"/>
              <a:gd name="connsiteX687" fmla="*/ 598097 w 3644004"/>
              <a:gd name="connsiteY687" fmla="*/ 1186811 h 2317325"/>
              <a:gd name="connsiteX688" fmla="*/ 598097 w 3644004"/>
              <a:gd name="connsiteY688" fmla="*/ 1186811 h 2317325"/>
              <a:gd name="connsiteX689" fmla="*/ 2700491 w 3644004"/>
              <a:gd name="connsiteY689" fmla="*/ 1175465 h 2317325"/>
              <a:gd name="connsiteX690" fmla="*/ 2690018 w 3644004"/>
              <a:gd name="connsiteY690" fmla="*/ 1197940 h 2317325"/>
              <a:gd name="connsiteX691" fmla="*/ 2747624 w 3644004"/>
              <a:gd name="connsiteY691" fmla="*/ 1179392 h 2317325"/>
              <a:gd name="connsiteX692" fmla="*/ 2747624 w 3644004"/>
              <a:gd name="connsiteY692" fmla="*/ 1171974 h 2317325"/>
              <a:gd name="connsiteX693" fmla="*/ 2737150 w 3644004"/>
              <a:gd name="connsiteY693" fmla="*/ 1171974 h 2317325"/>
              <a:gd name="connsiteX694" fmla="*/ 2700491 w 3644004"/>
              <a:gd name="connsiteY694" fmla="*/ 1175465 h 2317325"/>
              <a:gd name="connsiteX695" fmla="*/ 2700491 w 3644004"/>
              <a:gd name="connsiteY695" fmla="*/ 1175465 h 2317325"/>
              <a:gd name="connsiteX696" fmla="*/ 2810248 w 3644004"/>
              <a:gd name="connsiteY696" fmla="*/ 1220197 h 2317325"/>
              <a:gd name="connsiteX697" fmla="*/ 2836432 w 3644004"/>
              <a:gd name="connsiteY697" fmla="*/ 1216487 h 2317325"/>
              <a:gd name="connsiteX698" fmla="*/ 2888801 w 3644004"/>
              <a:gd name="connsiteY698" fmla="*/ 1182884 h 2317325"/>
              <a:gd name="connsiteX699" fmla="*/ 2841669 w 3644004"/>
              <a:gd name="connsiteY699" fmla="*/ 1182884 h 2317325"/>
              <a:gd name="connsiteX700" fmla="*/ 2810248 w 3644004"/>
              <a:gd name="connsiteY700" fmla="*/ 1220197 h 2317325"/>
              <a:gd name="connsiteX701" fmla="*/ 2810248 w 3644004"/>
              <a:gd name="connsiteY701" fmla="*/ 1220197 h 2317325"/>
              <a:gd name="connsiteX702" fmla="*/ 2595972 w 3644004"/>
              <a:gd name="connsiteY702" fmla="*/ 1209068 h 2317325"/>
              <a:gd name="connsiteX703" fmla="*/ 2637867 w 3644004"/>
              <a:gd name="connsiteY703" fmla="*/ 1194230 h 2317325"/>
              <a:gd name="connsiteX704" fmla="*/ 2595972 w 3644004"/>
              <a:gd name="connsiteY704" fmla="*/ 1209068 h 2317325"/>
              <a:gd name="connsiteX705" fmla="*/ 2595972 w 3644004"/>
              <a:gd name="connsiteY705" fmla="*/ 1209068 h 2317325"/>
              <a:gd name="connsiteX706" fmla="*/ 2684781 w 3644004"/>
              <a:gd name="connsiteY706" fmla="*/ 1231543 h 2317325"/>
              <a:gd name="connsiteX707" fmla="*/ 2684781 w 3644004"/>
              <a:gd name="connsiteY707" fmla="*/ 1197940 h 2317325"/>
              <a:gd name="connsiteX708" fmla="*/ 2595972 w 3644004"/>
              <a:gd name="connsiteY708" fmla="*/ 1235253 h 2317325"/>
              <a:gd name="connsiteX709" fmla="*/ 2684781 w 3644004"/>
              <a:gd name="connsiteY709" fmla="*/ 1231543 h 2317325"/>
              <a:gd name="connsiteX710" fmla="*/ 2684781 w 3644004"/>
              <a:gd name="connsiteY710" fmla="*/ 1231543 h 2317325"/>
              <a:gd name="connsiteX711" fmla="*/ 493577 w 3644004"/>
              <a:gd name="connsiteY711" fmla="*/ 1246381 h 2317325"/>
              <a:gd name="connsiteX712" fmla="*/ 556420 w 3644004"/>
              <a:gd name="connsiteY712" fmla="*/ 1220197 h 2317325"/>
              <a:gd name="connsiteX713" fmla="*/ 483103 w 3644004"/>
              <a:gd name="connsiteY713" fmla="*/ 1235034 h 2317325"/>
              <a:gd name="connsiteX714" fmla="*/ 467393 w 3644004"/>
              <a:gd name="connsiteY714" fmla="*/ 1272347 h 2317325"/>
              <a:gd name="connsiteX715" fmla="*/ 650466 w 3644004"/>
              <a:gd name="connsiteY715" fmla="*/ 1216487 h 2317325"/>
              <a:gd name="connsiteX716" fmla="*/ 493577 w 3644004"/>
              <a:gd name="connsiteY716" fmla="*/ 1246381 h 2317325"/>
              <a:gd name="connsiteX717" fmla="*/ 493577 w 3644004"/>
              <a:gd name="connsiteY717" fmla="*/ 1246381 h 2317325"/>
              <a:gd name="connsiteX718" fmla="*/ 2527892 w 3644004"/>
              <a:gd name="connsiteY718" fmla="*/ 1253800 h 2317325"/>
              <a:gd name="connsiteX719" fmla="*/ 2538366 w 3644004"/>
              <a:gd name="connsiteY719" fmla="*/ 1227616 h 2317325"/>
              <a:gd name="connsiteX720" fmla="*/ 2527892 w 3644004"/>
              <a:gd name="connsiteY720" fmla="*/ 1253800 h 2317325"/>
              <a:gd name="connsiteX721" fmla="*/ 2527892 w 3644004"/>
              <a:gd name="connsiteY721" fmla="*/ 1253800 h 2317325"/>
              <a:gd name="connsiteX722" fmla="*/ 708072 w 3644004"/>
              <a:gd name="connsiteY722" fmla="*/ 1324716 h 2317325"/>
              <a:gd name="connsiteX723" fmla="*/ 729019 w 3644004"/>
              <a:gd name="connsiteY723" fmla="*/ 1306169 h 2317325"/>
              <a:gd name="connsiteX724" fmla="*/ 713309 w 3644004"/>
              <a:gd name="connsiteY724" fmla="*/ 1302459 h 2317325"/>
              <a:gd name="connsiteX725" fmla="*/ 650466 w 3644004"/>
              <a:gd name="connsiteY725" fmla="*/ 1328644 h 2317325"/>
              <a:gd name="connsiteX726" fmla="*/ 676650 w 3644004"/>
              <a:gd name="connsiteY726" fmla="*/ 1339772 h 2317325"/>
              <a:gd name="connsiteX727" fmla="*/ 708072 w 3644004"/>
              <a:gd name="connsiteY727" fmla="*/ 1324716 h 2317325"/>
              <a:gd name="connsiteX728" fmla="*/ 708072 w 3644004"/>
              <a:gd name="connsiteY728" fmla="*/ 1324716 h 2317325"/>
              <a:gd name="connsiteX729" fmla="*/ 603334 w 3644004"/>
              <a:gd name="connsiteY729" fmla="*/ 1354610 h 2317325"/>
              <a:gd name="connsiteX730" fmla="*/ 639992 w 3644004"/>
              <a:gd name="connsiteY730" fmla="*/ 1332135 h 2317325"/>
              <a:gd name="connsiteX731" fmla="*/ 603334 w 3644004"/>
              <a:gd name="connsiteY731" fmla="*/ 1354610 h 2317325"/>
              <a:gd name="connsiteX732" fmla="*/ 603334 w 3644004"/>
              <a:gd name="connsiteY732" fmla="*/ 1354610 h 2317325"/>
              <a:gd name="connsiteX733" fmla="*/ 551183 w 3644004"/>
              <a:gd name="connsiteY733" fmla="*/ 1388214 h 2317325"/>
              <a:gd name="connsiteX734" fmla="*/ 598315 w 3644004"/>
              <a:gd name="connsiteY734" fmla="*/ 1373376 h 2317325"/>
              <a:gd name="connsiteX735" fmla="*/ 598315 w 3644004"/>
              <a:gd name="connsiteY735" fmla="*/ 1350901 h 2317325"/>
              <a:gd name="connsiteX736" fmla="*/ 551183 w 3644004"/>
              <a:gd name="connsiteY736" fmla="*/ 1388214 h 2317325"/>
              <a:gd name="connsiteX737" fmla="*/ 551183 w 3644004"/>
              <a:gd name="connsiteY737" fmla="*/ 1388214 h 2317325"/>
              <a:gd name="connsiteX738" fmla="*/ 964243 w 3644004"/>
              <a:gd name="connsiteY738" fmla="*/ 1369448 h 2317325"/>
              <a:gd name="connsiteX739" fmla="*/ 964243 w 3644004"/>
              <a:gd name="connsiteY739" fmla="*/ 1354610 h 2317325"/>
              <a:gd name="connsiteX740" fmla="*/ 932822 w 3644004"/>
              <a:gd name="connsiteY740" fmla="*/ 1354610 h 2317325"/>
              <a:gd name="connsiteX741" fmla="*/ 917111 w 3644004"/>
              <a:gd name="connsiteY741" fmla="*/ 1373157 h 2317325"/>
              <a:gd name="connsiteX742" fmla="*/ 917111 w 3644004"/>
              <a:gd name="connsiteY742" fmla="*/ 1387995 h 2317325"/>
              <a:gd name="connsiteX743" fmla="*/ 964243 w 3644004"/>
              <a:gd name="connsiteY743" fmla="*/ 1369448 h 2317325"/>
              <a:gd name="connsiteX744" fmla="*/ 964243 w 3644004"/>
              <a:gd name="connsiteY744" fmla="*/ 1369448 h 2317325"/>
              <a:gd name="connsiteX745" fmla="*/ 828302 w 3644004"/>
              <a:gd name="connsiteY745" fmla="*/ 1451493 h 2317325"/>
              <a:gd name="connsiteX746" fmla="*/ 854486 w 3644004"/>
              <a:gd name="connsiteY746" fmla="*/ 1458912 h 2317325"/>
              <a:gd name="connsiteX747" fmla="*/ 1006138 w 3644004"/>
              <a:gd name="connsiteY747" fmla="*/ 1380576 h 2317325"/>
              <a:gd name="connsiteX748" fmla="*/ 828302 w 3644004"/>
              <a:gd name="connsiteY748" fmla="*/ 1451493 h 2317325"/>
              <a:gd name="connsiteX749" fmla="*/ 828302 w 3644004"/>
              <a:gd name="connsiteY749" fmla="*/ 1451493 h 2317325"/>
              <a:gd name="connsiteX750" fmla="*/ 2920223 w 3644004"/>
              <a:gd name="connsiteY750" fmla="*/ 1414398 h 2317325"/>
              <a:gd name="connsiteX751" fmla="*/ 2894038 w 3644004"/>
              <a:gd name="connsiteY751" fmla="*/ 1440583 h 2317325"/>
              <a:gd name="connsiteX752" fmla="*/ 2951644 w 3644004"/>
              <a:gd name="connsiteY752" fmla="*/ 1440583 h 2317325"/>
              <a:gd name="connsiteX753" fmla="*/ 2956881 w 3644004"/>
              <a:gd name="connsiteY753" fmla="*/ 1422035 h 2317325"/>
              <a:gd name="connsiteX754" fmla="*/ 3009250 w 3644004"/>
              <a:gd name="connsiteY754" fmla="*/ 1388432 h 2317325"/>
              <a:gd name="connsiteX755" fmla="*/ 2967355 w 3644004"/>
              <a:gd name="connsiteY755" fmla="*/ 1384722 h 2317325"/>
              <a:gd name="connsiteX756" fmla="*/ 2920223 w 3644004"/>
              <a:gd name="connsiteY756" fmla="*/ 1414398 h 2317325"/>
              <a:gd name="connsiteX757" fmla="*/ 2920223 w 3644004"/>
              <a:gd name="connsiteY757" fmla="*/ 1414398 h 2317325"/>
              <a:gd name="connsiteX758" fmla="*/ 2899275 w 3644004"/>
              <a:gd name="connsiteY758" fmla="*/ 1391923 h 2317325"/>
              <a:gd name="connsiteX759" fmla="*/ 2951644 w 3644004"/>
              <a:gd name="connsiteY759" fmla="*/ 1388214 h 2317325"/>
              <a:gd name="connsiteX760" fmla="*/ 2899275 w 3644004"/>
              <a:gd name="connsiteY760" fmla="*/ 1391923 h 2317325"/>
              <a:gd name="connsiteX761" fmla="*/ 2899275 w 3644004"/>
              <a:gd name="connsiteY761" fmla="*/ 1391923 h 2317325"/>
              <a:gd name="connsiteX762" fmla="*/ 2758097 w 3644004"/>
              <a:gd name="connsiteY762" fmla="*/ 1418108 h 2317325"/>
              <a:gd name="connsiteX763" fmla="*/ 2773808 w 3644004"/>
              <a:gd name="connsiteY763" fmla="*/ 1429236 h 2317325"/>
              <a:gd name="connsiteX764" fmla="*/ 2773808 w 3644004"/>
              <a:gd name="connsiteY764" fmla="*/ 1440364 h 2317325"/>
              <a:gd name="connsiteX765" fmla="*/ 2669288 w 3644004"/>
              <a:gd name="connsiteY765" fmla="*/ 1473968 h 2317325"/>
              <a:gd name="connsiteX766" fmla="*/ 2705946 w 3644004"/>
              <a:gd name="connsiteY766" fmla="*/ 1496443 h 2317325"/>
              <a:gd name="connsiteX767" fmla="*/ 2726894 w 3644004"/>
              <a:gd name="connsiteY767" fmla="*/ 1481605 h 2317325"/>
              <a:gd name="connsiteX768" fmla="*/ 2758315 w 3644004"/>
              <a:gd name="connsiteY768" fmla="*/ 1481605 h 2317325"/>
              <a:gd name="connsiteX769" fmla="*/ 2815921 w 3644004"/>
              <a:gd name="connsiteY769" fmla="*/ 1459130 h 2317325"/>
              <a:gd name="connsiteX770" fmla="*/ 2810684 w 3644004"/>
              <a:gd name="connsiteY770" fmla="*/ 1470258 h 2317325"/>
              <a:gd name="connsiteX771" fmla="*/ 2836869 w 3644004"/>
              <a:gd name="connsiteY771" fmla="*/ 1466549 h 2317325"/>
              <a:gd name="connsiteX772" fmla="*/ 2878764 w 3644004"/>
              <a:gd name="connsiteY772" fmla="*/ 1425526 h 2317325"/>
              <a:gd name="connsiteX773" fmla="*/ 2784718 w 3644004"/>
              <a:gd name="connsiteY773" fmla="*/ 1418108 h 2317325"/>
              <a:gd name="connsiteX774" fmla="*/ 2805666 w 3644004"/>
              <a:gd name="connsiteY774" fmla="*/ 1391923 h 2317325"/>
              <a:gd name="connsiteX775" fmla="*/ 2565205 w 3644004"/>
              <a:gd name="connsiteY775" fmla="*/ 1455420 h 2317325"/>
              <a:gd name="connsiteX776" fmla="*/ 2758097 w 3644004"/>
              <a:gd name="connsiteY776" fmla="*/ 1418108 h 2317325"/>
              <a:gd name="connsiteX777" fmla="*/ 2758097 w 3644004"/>
              <a:gd name="connsiteY777" fmla="*/ 1418108 h 2317325"/>
              <a:gd name="connsiteX778" fmla="*/ 2841669 w 3644004"/>
              <a:gd name="connsiteY778" fmla="*/ 1406761 h 2317325"/>
              <a:gd name="connsiteX779" fmla="*/ 2873091 w 3644004"/>
              <a:gd name="connsiteY779" fmla="*/ 1399342 h 2317325"/>
              <a:gd name="connsiteX780" fmla="*/ 2841669 w 3644004"/>
              <a:gd name="connsiteY780" fmla="*/ 1406761 h 2317325"/>
              <a:gd name="connsiteX781" fmla="*/ 2841669 w 3644004"/>
              <a:gd name="connsiteY781" fmla="*/ 1406761 h 2317325"/>
              <a:gd name="connsiteX782" fmla="*/ 456919 w 3644004"/>
              <a:gd name="connsiteY782" fmla="*/ 1436655 h 2317325"/>
              <a:gd name="connsiteX783" fmla="*/ 477867 w 3644004"/>
              <a:gd name="connsiteY783" fmla="*/ 1410470 h 2317325"/>
              <a:gd name="connsiteX784" fmla="*/ 456919 w 3644004"/>
              <a:gd name="connsiteY784" fmla="*/ 1436655 h 2317325"/>
              <a:gd name="connsiteX785" fmla="*/ 456919 w 3644004"/>
              <a:gd name="connsiteY785" fmla="*/ 1436655 h 2317325"/>
              <a:gd name="connsiteX786" fmla="*/ 3003795 w 3644004"/>
              <a:gd name="connsiteY786" fmla="*/ 1447783 h 2317325"/>
              <a:gd name="connsiteX787" fmla="*/ 3029979 w 3644004"/>
              <a:gd name="connsiteY787" fmla="*/ 1447783 h 2317325"/>
              <a:gd name="connsiteX788" fmla="*/ 3024743 w 3644004"/>
              <a:gd name="connsiteY788" fmla="*/ 1440364 h 2317325"/>
              <a:gd name="connsiteX789" fmla="*/ 3003795 w 3644004"/>
              <a:gd name="connsiteY789" fmla="*/ 1447783 h 2317325"/>
              <a:gd name="connsiteX790" fmla="*/ 3003795 w 3644004"/>
              <a:gd name="connsiteY790" fmla="*/ 1447783 h 2317325"/>
              <a:gd name="connsiteX791" fmla="*/ 2904512 w 3644004"/>
              <a:gd name="connsiteY791" fmla="*/ 1485096 h 2317325"/>
              <a:gd name="connsiteX792" fmla="*/ 2925460 w 3644004"/>
              <a:gd name="connsiteY792" fmla="*/ 1470258 h 2317325"/>
              <a:gd name="connsiteX793" fmla="*/ 2883564 w 3644004"/>
              <a:gd name="connsiteY793" fmla="*/ 1481387 h 2317325"/>
              <a:gd name="connsiteX794" fmla="*/ 2888801 w 3644004"/>
              <a:gd name="connsiteY794" fmla="*/ 1496225 h 2317325"/>
              <a:gd name="connsiteX795" fmla="*/ 3050927 w 3644004"/>
              <a:gd name="connsiteY795" fmla="*/ 1455202 h 2317325"/>
              <a:gd name="connsiteX796" fmla="*/ 2904512 w 3644004"/>
              <a:gd name="connsiteY796" fmla="*/ 1485096 h 2317325"/>
              <a:gd name="connsiteX797" fmla="*/ 2904512 w 3644004"/>
              <a:gd name="connsiteY797" fmla="*/ 1485096 h 2317325"/>
              <a:gd name="connsiteX798" fmla="*/ 2606446 w 3644004"/>
              <a:gd name="connsiteY798" fmla="*/ 1500152 h 2317325"/>
              <a:gd name="connsiteX799" fmla="*/ 2637867 w 3644004"/>
              <a:gd name="connsiteY799" fmla="*/ 1485314 h 2317325"/>
              <a:gd name="connsiteX800" fmla="*/ 2606446 w 3644004"/>
              <a:gd name="connsiteY800" fmla="*/ 1500152 h 2317325"/>
              <a:gd name="connsiteX801" fmla="*/ 2606446 w 3644004"/>
              <a:gd name="connsiteY801" fmla="*/ 1500152 h 2317325"/>
              <a:gd name="connsiteX802" fmla="*/ 2506945 w 3644004"/>
              <a:gd name="connsiteY802" fmla="*/ 1522409 h 2317325"/>
              <a:gd name="connsiteX803" fmla="*/ 2527892 w 3644004"/>
              <a:gd name="connsiteY803" fmla="*/ 1511281 h 2317325"/>
              <a:gd name="connsiteX804" fmla="*/ 2506945 w 3644004"/>
              <a:gd name="connsiteY804" fmla="*/ 1511281 h 2317325"/>
              <a:gd name="connsiteX805" fmla="*/ 2506945 w 3644004"/>
              <a:gd name="connsiteY805" fmla="*/ 1522409 h 2317325"/>
              <a:gd name="connsiteX806" fmla="*/ 2506945 w 3644004"/>
              <a:gd name="connsiteY806" fmla="*/ 1522409 h 2317325"/>
              <a:gd name="connsiteX807" fmla="*/ 603334 w 3644004"/>
              <a:gd name="connsiteY807" fmla="*/ 1544884 h 2317325"/>
              <a:gd name="connsiteX808" fmla="*/ 613808 w 3644004"/>
              <a:gd name="connsiteY808" fmla="*/ 1544884 h 2317325"/>
              <a:gd name="connsiteX809" fmla="*/ 619044 w 3644004"/>
              <a:gd name="connsiteY809" fmla="*/ 1533756 h 2317325"/>
              <a:gd name="connsiteX810" fmla="*/ 608571 w 3644004"/>
              <a:gd name="connsiteY810" fmla="*/ 1533756 h 2317325"/>
              <a:gd name="connsiteX811" fmla="*/ 603334 w 3644004"/>
              <a:gd name="connsiteY811" fmla="*/ 1544884 h 2317325"/>
              <a:gd name="connsiteX812" fmla="*/ 603334 w 3644004"/>
              <a:gd name="connsiteY812" fmla="*/ 1544884 h 2317325"/>
              <a:gd name="connsiteX813" fmla="*/ 786407 w 3644004"/>
              <a:gd name="connsiteY813" fmla="*/ 1578487 h 2317325"/>
              <a:gd name="connsiteX814" fmla="*/ 859723 w 3644004"/>
              <a:gd name="connsiteY814" fmla="*/ 1552303 h 2317325"/>
              <a:gd name="connsiteX815" fmla="*/ 786407 w 3644004"/>
              <a:gd name="connsiteY815" fmla="*/ 1578487 h 2317325"/>
              <a:gd name="connsiteX816" fmla="*/ 786407 w 3644004"/>
              <a:gd name="connsiteY816" fmla="*/ 1578487 h 2317325"/>
              <a:gd name="connsiteX817" fmla="*/ 1115895 w 3644004"/>
              <a:gd name="connsiteY817" fmla="*/ 1582197 h 2317325"/>
              <a:gd name="connsiteX818" fmla="*/ 1183974 w 3644004"/>
              <a:gd name="connsiteY818" fmla="*/ 1552303 h 2317325"/>
              <a:gd name="connsiteX819" fmla="*/ 1115895 w 3644004"/>
              <a:gd name="connsiteY819" fmla="*/ 1582197 h 2317325"/>
              <a:gd name="connsiteX820" fmla="*/ 1115895 w 3644004"/>
              <a:gd name="connsiteY820" fmla="*/ 1582197 h 2317325"/>
              <a:gd name="connsiteX821" fmla="*/ 2763334 w 3644004"/>
              <a:gd name="connsiteY821" fmla="*/ 1608381 h 2317325"/>
              <a:gd name="connsiteX822" fmla="*/ 2669288 w 3644004"/>
              <a:gd name="connsiteY822" fmla="*/ 1626929 h 2317325"/>
              <a:gd name="connsiteX823" fmla="*/ 2554295 w 3644004"/>
              <a:gd name="connsiteY823" fmla="*/ 1667951 h 2317325"/>
              <a:gd name="connsiteX824" fmla="*/ 2779263 w 3644004"/>
              <a:gd name="connsiteY824" fmla="*/ 1619510 h 2317325"/>
              <a:gd name="connsiteX825" fmla="*/ 2784500 w 3644004"/>
              <a:gd name="connsiteY825" fmla="*/ 1604672 h 2317325"/>
              <a:gd name="connsiteX826" fmla="*/ 2878546 w 3644004"/>
              <a:gd name="connsiteY826" fmla="*/ 1582197 h 2317325"/>
              <a:gd name="connsiteX827" fmla="*/ 2763334 w 3644004"/>
              <a:gd name="connsiteY827" fmla="*/ 1608381 h 2317325"/>
              <a:gd name="connsiteX828" fmla="*/ 2763334 w 3644004"/>
              <a:gd name="connsiteY828" fmla="*/ 1608381 h 2317325"/>
              <a:gd name="connsiteX829" fmla="*/ 922348 w 3644004"/>
              <a:gd name="connsiteY829" fmla="*/ 1641767 h 2317325"/>
              <a:gd name="connsiteX830" fmla="*/ 943295 w 3644004"/>
              <a:gd name="connsiteY830" fmla="*/ 1630638 h 2317325"/>
              <a:gd name="connsiteX831" fmla="*/ 922348 w 3644004"/>
              <a:gd name="connsiteY831" fmla="*/ 1641767 h 2317325"/>
              <a:gd name="connsiteX832" fmla="*/ 922348 w 3644004"/>
              <a:gd name="connsiteY832" fmla="*/ 1641767 h 2317325"/>
              <a:gd name="connsiteX833" fmla="*/ 885690 w 3644004"/>
              <a:gd name="connsiteY833" fmla="*/ 1768761 h 2317325"/>
              <a:gd name="connsiteX834" fmla="*/ 880453 w 3644004"/>
              <a:gd name="connsiteY834" fmla="*/ 1794946 h 2317325"/>
              <a:gd name="connsiteX835" fmla="*/ 948532 w 3644004"/>
              <a:gd name="connsiteY835" fmla="*/ 1761342 h 2317325"/>
              <a:gd name="connsiteX836" fmla="*/ 885690 w 3644004"/>
              <a:gd name="connsiteY836" fmla="*/ 1768761 h 2317325"/>
              <a:gd name="connsiteX837" fmla="*/ 885690 w 3644004"/>
              <a:gd name="connsiteY837" fmla="*/ 1768761 h 2317325"/>
              <a:gd name="connsiteX838" fmla="*/ 849250 w 3644004"/>
              <a:gd name="connsiteY838" fmla="*/ 1798437 h 2317325"/>
              <a:gd name="connsiteX839" fmla="*/ 859723 w 3644004"/>
              <a:gd name="connsiteY839" fmla="*/ 1779890 h 2317325"/>
              <a:gd name="connsiteX840" fmla="*/ 849250 w 3644004"/>
              <a:gd name="connsiteY840" fmla="*/ 1798437 h 2317325"/>
              <a:gd name="connsiteX841" fmla="*/ 849250 w 3644004"/>
              <a:gd name="connsiteY841" fmla="*/ 1798437 h 2317325"/>
              <a:gd name="connsiteX842" fmla="*/ 2611682 w 3644004"/>
              <a:gd name="connsiteY842" fmla="*/ 1824622 h 2317325"/>
              <a:gd name="connsiteX843" fmla="*/ 2643104 w 3644004"/>
              <a:gd name="connsiteY843" fmla="*/ 1828331 h 2317325"/>
              <a:gd name="connsiteX844" fmla="*/ 2648341 w 3644004"/>
              <a:gd name="connsiteY844" fmla="*/ 1813493 h 2317325"/>
              <a:gd name="connsiteX845" fmla="*/ 2664051 w 3644004"/>
              <a:gd name="connsiteY845" fmla="*/ 1813493 h 2317325"/>
              <a:gd name="connsiteX846" fmla="*/ 2669288 w 3644004"/>
              <a:gd name="connsiteY846" fmla="*/ 1820912 h 2317325"/>
              <a:gd name="connsiteX847" fmla="*/ 2679762 w 3644004"/>
              <a:gd name="connsiteY847" fmla="*/ 1820912 h 2317325"/>
              <a:gd name="connsiteX848" fmla="*/ 2705946 w 3644004"/>
              <a:gd name="connsiteY848" fmla="*/ 1787309 h 2317325"/>
              <a:gd name="connsiteX849" fmla="*/ 2611682 w 3644004"/>
              <a:gd name="connsiteY849" fmla="*/ 1824622 h 2317325"/>
              <a:gd name="connsiteX850" fmla="*/ 2611682 w 3644004"/>
              <a:gd name="connsiteY850" fmla="*/ 1824622 h 2317325"/>
              <a:gd name="connsiteX851" fmla="*/ 2580261 w 3644004"/>
              <a:gd name="connsiteY851" fmla="*/ 1843387 h 2317325"/>
              <a:gd name="connsiteX852" fmla="*/ 2601209 w 3644004"/>
              <a:gd name="connsiteY852" fmla="*/ 1847096 h 2317325"/>
              <a:gd name="connsiteX853" fmla="*/ 2622156 w 3644004"/>
              <a:gd name="connsiteY853" fmla="*/ 1835968 h 2317325"/>
              <a:gd name="connsiteX854" fmla="*/ 2580261 w 3644004"/>
              <a:gd name="connsiteY854" fmla="*/ 1843387 h 2317325"/>
              <a:gd name="connsiteX855" fmla="*/ 2580261 w 3644004"/>
              <a:gd name="connsiteY855" fmla="*/ 1843387 h 2317325"/>
              <a:gd name="connsiteX856" fmla="*/ 791644 w 3644004"/>
              <a:gd name="connsiteY856" fmla="*/ 1918013 h 2317325"/>
              <a:gd name="connsiteX857" fmla="*/ 828302 w 3644004"/>
              <a:gd name="connsiteY857" fmla="*/ 1895538 h 2317325"/>
              <a:gd name="connsiteX858" fmla="*/ 791644 w 3644004"/>
              <a:gd name="connsiteY858" fmla="*/ 1918013 h 2317325"/>
              <a:gd name="connsiteX859" fmla="*/ 791644 w 3644004"/>
              <a:gd name="connsiteY859" fmla="*/ 1918013 h 2317325"/>
              <a:gd name="connsiteX860" fmla="*/ 985191 w 3644004"/>
              <a:gd name="connsiteY860" fmla="*/ 1955107 h 2317325"/>
              <a:gd name="connsiteX861" fmla="*/ 1011375 w 3644004"/>
              <a:gd name="connsiteY861" fmla="*/ 1932632 h 2317325"/>
              <a:gd name="connsiteX862" fmla="*/ 1053270 w 3644004"/>
              <a:gd name="connsiteY862" fmla="*/ 1910157 h 2317325"/>
              <a:gd name="connsiteX863" fmla="*/ 985191 w 3644004"/>
              <a:gd name="connsiteY863" fmla="*/ 1955107 h 2317325"/>
              <a:gd name="connsiteX864" fmla="*/ 985191 w 3644004"/>
              <a:gd name="connsiteY864" fmla="*/ 1955107 h 2317325"/>
              <a:gd name="connsiteX865" fmla="*/ 2371003 w 3644004"/>
              <a:gd name="connsiteY865" fmla="*/ 2007476 h 2317325"/>
              <a:gd name="connsiteX866" fmla="*/ 2308161 w 3644004"/>
              <a:gd name="connsiteY866" fmla="*/ 2041080 h 2317325"/>
              <a:gd name="connsiteX867" fmla="*/ 2276740 w 3644004"/>
              <a:gd name="connsiteY867" fmla="*/ 2059627 h 2317325"/>
              <a:gd name="connsiteX868" fmla="*/ 2548622 w 3644004"/>
              <a:gd name="connsiteY868" fmla="*/ 1988711 h 2317325"/>
              <a:gd name="connsiteX869" fmla="*/ 2569569 w 3644004"/>
              <a:gd name="connsiteY869" fmla="*/ 1977582 h 2317325"/>
              <a:gd name="connsiteX870" fmla="*/ 2580043 w 3644004"/>
              <a:gd name="connsiteY870" fmla="*/ 1951398 h 2317325"/>
              <a:gd name="connsiteX871" fmla="*/ 2564332 w 3644004"/>
              <a:gd name="connsiteY871" fmla="*/ 1966236 h 2317325"/>
              <a:gd name="connsiteX872" fmla="*/ 2511963 w 3644004"/>
              <a:gd name="connsiteY872" fmla="*/ 1969945 h 2317325"/>
              <a:gd name="connsiteX873" fmla="*/ 2506726 w 3644004"/>
              <a:gd name="connsiteY873" fmla="*/ 1981074 h 2317325"/>
              <a:gd name="connsiteX874" fmla="*/ 2371003 w 3644004"/>
              <a:gd name="connsiteY874" fmla="*/ 2007476 h 2317325"/>
              <a:gd name="connsiteX875" fmla="*/ 2371003 w 3644004"/>
              <a:gd name="connsiteY875" fmla="*/ 2007476 h 2317325"/>
              <a:gd name="connsiteX876" fmla="*/ 2203641 w 3644004"/>
              <a:gd name="connsiteY876" fmla="*/ 2078393 h 2317325"/>
              <a:gd name="connsiteX877" fmla="*/ 2271721 w 3644004"/>
              <a:gd name="connsiteY877" fmla="*/ 2048499 h 2317325"/>
              <a:gd name="connsiteX878" fmla="*/ 2203641 w 3644004"/>
              <a:gd name="connsiteY878" fmla="*/ 2078393 h 2317325"/>
              <a:gd name="connsiteX879" fmla="*/ 2203641 w 3644004"/>
              <a:gd name="connsiteY879" fmla="*/ 2078393 h 2317325"/>
              <a:gd name="connsiteX880" fmla="*/ 948532 w 3644004"/>
              <a:gd name="connsiteY880" fmla="*/ 2108069 h 2317325"/>
              <a:gd name="connsiteX881" fmla="*/ 995664 w 3644004"/>
              <a:gd name="connsiteY881" fmla="*/ 2096940 h 2317325"/>
              <a:gd name="connsiteX882" fmla="*/ 985191 w 3644004"/>
              <a:gd name="connsiteY882" fmla="*/ 2082102 h 2317325"/>
              <a:gd name="connsiteX883" fmla="*/ 948532 w 3644004"/>
              <a:gd name="connsiteY883" fmla="*/ 2108069 h 2317325"/>
              <a:gd name="connsiteX884" fmla="*/ 948532 w 3644004"/>
              <a:gd name="connsiteY884" fmla="*/ 2108069 h 2317325"/>
              <a:gd name="connsiteX885" fmla="*/ 2109595 w 3644004"/>
              <a:gd name="connsiteY885" fmla="*/ 2108069 h 2317325"/>
              <a:gd name="connsiteX886" fmla="*/ 2161964 w 3644004"/>
              <a:gd name="connsiteY886" fmla="*/ 2089521 h 2317325"/>
              <a:gd name="connsiteX887" fmla="*/ 2109595 w 3644004"/>
              <a:gd name="connsiteY887" fmla="*/ 2108069 h 2317325"/>
              <a:gd name="connsiteX888" fmla="*/ 2109595 w 3644004"/>
              <a:gd name="connsiteY888" fmla="*/ 2108069 h 2317325"/>
              <a:gd name="connsiteX889" fmla="*/ 854486 w 3644004"/>
              <a:gd name="connsiteY889" fmla="*/ 2145381 h 2317325"/>
              <a:gd name="connsiteX890" fmla="*/ 917329 w 3644004"/>
              <a:gd name="connsiteY890" fmla="*/ 2115487 h 2317325"/>
              <a:gd name="connsiteX891" fmla="*/ 854486 w 3644004"/>
              <a:gd name="connsiteY891" fmla="*/ 2145381 h 2317325"/>
              <a:gd name="connsiteX892" fmla="*/ 854486 w 3644004"/>
              <a:gd name="connsiteY892" fmla="*/ 2145381 h 2317325"/>
              <a:gd name="connsiteX893" fmla="*/ 734038 w 3644004"/>
              <a:gd name="connsiteY893" fmla="*/ 2190331 h 2317325"/>
              <a:gd name="connsiteX894" fmla="*/ 775933 w 3644004"/>
              <a:gd name="connsiteY894" fmla="*/ 2167856 h 2317325"/>
              <a:gd name="connsiteX895" fmla="*/ 734038 w 3644004"/>
              <a:gd name="connsiteY895" fmla="*/ 2190331 h 2317325"/>
              <a:gd name="connsiteX896" fmla="*/ 734038 w 3644004"/>
              <a:gd name="connsiteY896" fmla="*/ 2190331 h 231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Lst>
            <a:rect l="l" t="t" r="r" b="b"/>
            <a:pathLst>
              <a:path w="3644004" h="2317325">
                <a:moveTo>
                  <a:pt x="2114832" y="198129"/>
                </a:moveTo>
                <a:cubicBezTo>
                  <a:pt x="2120069" y="190710"/>
                  <a:pt x="2125306" y="205548"/>
                  <a:pt x="2130543" y="201839"/>
                </a:cubicBezTo>
                <a:cubicBezTo>
                  <a:pt x="2130543" y="190710"/>
                  <a:pt x="2167201" y="183291"/>
                  <a:pt x="2188149" y="179364"/>
                </a:cubicBezTo>
                <a:cubicBezTo>
                  <a:pt x="2198623" y="183073"/>
                  <a:pt x="2198623" y="194202"/>
                  <a:pt x="2198623" y="201839"/>
                </a:cubicBezTo>
                <a:cubicBezTo>
                  <a:pt x="1942451" y="253989"/>
                  <a:pt x="1701772" y="321196"/>
                  <a:pt x="1487278" y="410660"/>
                </a:cubicBezTo>
                <a:cubicBezTo>
                  <a:pt x="1461093" y="403241"/>
                  <a:pt x="1434909" y="410660"/>
                  <a:pt x="1413961" y="414369"/>
                </a:cubicBezTo>
                <a:cubicBezTo>
                  <a:pt x="1403487" y="425498"/>
                  <a:pt x="1387777" y="436844"/>
                  <a:pt x="1361592" y="436844"/>
                </a:cubicBezTo>
                <a:cubicBezTo>
                  <a:pt x="1351119" y="440554"/>
                  <a:pt x="1345882" y="440554"/>
                  <a:pt x="1345882" y="455392"/>
                </a:cubicBezTo>
                <a:cubicBezTo>
                  <a:pt x="1309223" y="451682"/>
                  <a:pt x="1303987" y="470230"/>
                  <a:pt x="1283039" y="481576"/>
                </a:cubicBezTo>
                <a:cubicBezTo>
                  <a:pt x="1256854" y="474157"/>
                  <a:pt x="1230670" y="485286"/>
                  <a:pt x="1225433" y="500123"/>
                </a:cubicBezTo>
                <a:cubicBezTo>
                  <a:pt x="1178301" y="488995"/>
                  <a:pt x="1167827" y="522598"/>
                  <a:pt x="1141861" y="537436"/>
                </a:cubicBezTo>
                <a:cubicBezTo>
                  <a:pt x="1256854" y="500123"/>
                  <a:pt x="1392796" y="459101"/>
                  <a:pt x="1518481" y="421788"/>
                </a:cubicBezTo>
                <a:cubicBezTo>
                  <a:pt x="1586561" y="399313"/>
                  <a:pt x="1654422" y="380766"/>
                  <a:pt x="1712028" y="354581"/>
                </a:cubicBezTo>
                <a:cubicBezTo>
                  <a:pt x="1942233" y="302431"/>
                  <a:pt x="2140799" y="216458"/>
                  <a:pt x="2360530" y="168017"/>
                </a:cubicBezTo>
                <a:cubicBezTo>
                  <a:pt x="2360530" y="153179"/>
                  <a:pt x="2334345" y="156889"/>
                  <a:pt x="2323871" y="145542"/>
                </a:cubicBezTo>
                <a:cubicBezTo>
                  <a:pt x="2376240" y="123067"/>
                  <a:pt x="2433628" y="152961"/>
                  <a:pt x="2480760" y="130704"/>
                </a:cubicBezTo>
                <a:cubicBezTo>
                  <a:pt x="2485997" y="134414"/>
                  <a:pt x="2485997" y="138123"/>
                  <a:pt x="2485997" y="145542"/>
                </a:cubicBezTo>
                <a:cubicBezTo>
                  <a:pt x="2637649" y="119358"/>
                  <a:pt x="2778827" y="89682"/>
                  <a:pt x="2893820" y="37313"/>
                </a:cubicBezTo>
                <a:cubicBezTo>
                  <a:pt x="2961900" y="33603"/>
                  <a:pt x="2998340" y="3709"/>
                  <a:pt x="3061182" y="0"/>
                </a:cubicBezTo>
                <a:cubicBezTo>
                  <a:pt x="3071656" y="0"/>
                  <a:pt x="3071656" y="3709"/>
                  <a:pt x="3071656" y="7419"/>
                </a:cubicBezTo>
                <a:cubicBezTo>
                  <a:pt x="3103078" y="7419"/>
                  <a:pt x="3150210" y="0"/>
                  <a:pt x="3181413" y="7419"/>
                </a:cubicBezTo>
                <a:cubicBezTo>
                  <a:pt x="3170939" y="14838"/>
                  <a:pt x="3144755" y="3709"/>
                  <a:pt x="3144755" y="14838"/>
                </a:cubicBezTo>
                <a:cubicBezTo>
                  <a:pt x="2998340" y="29676"/>
                  <a:pt x="2914550" y="85754"/>
                  <a:pt x="2778608" y="104301"/>
                </a:cubicBezTo>
                <a:cubicBezTo>
                  <a:pt x="2569351" y="164089"/>
                  <a:pt x="2349838" y="212531"/>
                  <a:pt x="2172002" y="290866"/>
                </a:cubicBezTo>
                <a:cubicBezTo>
                  <a:pt x="2192949" y="317050"/>
                  <a:pt x="2229608" y="294575"/>
                  <a:pt x="2271284" y="287156"/>
                </a:cubicBezTo>
                <a:cubicBezTo>
                  <a:pt x="2271284" y="279737"/>
                  <a:pt x="2260811" y="279737"/>
                  <a:pt x="2250337" y="276028"/>
                </a:cubicBezTo>
                <a:cubicBezTo>
                  <a:pt x="2255574" y="272319"/>
                  <a:pt x="2271284" y="268609"/>
                  <a:pt x="2281758" y="276028"/>
                </a:cubicBezTo>
                <a:cubicBezTo>
                  <a:pt x="2281758" y="283447"/>
                  <a:pt x="2271284" y="283447"/>
                  <a:pt x="2271284" y="290866"/>
                </a:cubicBezTo>
                <a:cubicBezTo>
                  <a:pt x="2302706" y="317050"/>
                  <a:pt x="2328890" y="287156"/>
                  <a:pt x="2370567" y="279737"/>
                </a:cubicBezTo>
                <a:cubicBezTo>
                  <a:pt x="2370567" y="287156"/>
                  <a:pt x="2349620" y="290866"/>
                  <a:pt x="2365330" y="290866"/>
                </a:cubicBezTo>
                <a:cubicBezTo>
                  <a:pt x="2365330" y="301994"/>
                  <a:pt x="2344383" y="301994"/>
                  <a:pt x="2339146" y="294575"/>
                </a:cubicBezTo>
                <a:cubicBezTo>
                  <a:pt x="2344383" y="298285"/>
                  <a:pt x="2344383" y="301994"/>
                  <a:pt x="2339146" y="301994"/>
                </a:cubicBezTo>
                <a:cubicBezTo>
                  <a:pt x="2360093" y="309413"/>
                  <a:pt x="2391515" y="294575"/>
                  <a:pt x="2422718" y="294575"/>
                </a:cubicBezTo>
                <a:cubicBezTo>
                  <a:pt x="2407007" y="313123"/>
                  <a:pt x="2365112" y="309413"/>
                  <a:pt x="2339146" y="320760"/>
                </a:cubicBezTo>
                <a:cubicBezTo>
                  <a:pt x="2339146" y="331888"/>
                  <a:pt x="2349620" y="328179"/>
                  <a:pt x="2339146" y="335598"/>
                </a:cubicBezTo>
                <a:cubicBezTo>
                  <a:pt x="2433192" y="328179"/>
                  <a:pt x="2564114" y="290866"/>
                  <a:pt x="2668634" y="268391"/>
                </a:cubicBezTo>
                <a:cubicBezTo>
                  <a:pt x="2668634" y="294575"/>
                  <a:pt x="2616265" y="286938"/>
                  <a:pt x="2600554" y="301994"/>
                </a:cubicBezTo>
                <a:cubicBezTo>
                  <a:pt x="2616265" y="309413"/>
                  <a:pt x="2637212" y="301994"/>
                  <a:pt x="2631976" y="316832"/>
                </a:cubicBezTo>
                <a:cubicBezTo>
                  <a:pt x="2778390" y="283229"/>
                  <a:pt x="2945753" y="245916"/>
                  <a:pt x="3086931" y="201184"/>
                </a:cubicBezTo>
                <a:cubicBezTo>
                  <a:pt x="3123589" y="190056"/>
                  <a:pt x="3155010" y="175000"/>
                  <a:pt x="3207161" y="178709"/>
                </a:cubicBezTo>
                <a:cubicBezTo>
                  <a:pt x="3233345" y="178709"/>
                  <a:pt x="3254293" y="193547"/>
                  <a:pt x="3280477" y="189837"/>
                </a:cubicBezTo>
                <a:cubicBezTo>
                  <a:pt x="3290951" y="208385"/>
                  <a:pt x="3322372" y="208385"/>
                  <a:pt x="3343320" y="216022"/>
                </a:cubicBezTo>
                <a:cubicBezTo>
                  <a:pt x="3343320" y="230860"/>
                  <a:pt x="3317136" y="227150"/>
                  <a:pt x="3311899" y="238497"/>
                </a:cubicBezTo>
                <a:cubicBezTo>
                  <a:pt x="3296188" y="234787"/>
                  <a:pt x="3290951" y="223659"/>
                  <a:pt x="3285714" y="208603"/>
                </a:cubicBezTo>
                <a:cubicBezTo>
                  <a:pt x="3264767" y="208603"/>
                  <a:pt x="3243819" y="208603"/>
                  <a:pt x="3243819" y="219731"/>
                </a:cubicBezTo>
                <a:cubicBezTo>
                  <a:pt x="3217635" y="201184"/>
                  <a:pt x="3155010" y="216022"/>
                  <a:pt x="3123589" y="227150"/>
                </a:cubicBezTo>
                <a:cubicBezTo>
                  <a:pt x="3149773" y="234569"/>
                  <a:pt x="3170721" y="230860"/>
                  <a:pt x="3196905" y="230860"/>
                </a:cubicBezTo>
                <a:cubicBezTo>
                  <a:pt x="3165484" y="245698"/>
                  <a:pt x="3113333" y="241988"/>
                  <a:pt x="3071438" y="253335"/>
                </a:cubicBezTo>
                <a:cubicBezTo>
                  <a:pt x="3066201" y="253335"/>
                  <a:pt x="3060964" y="260754"/>
                  <a:pt x="3055727" y="264463"/>
                </a:cubicBezTo>
                <a:cubicBezTo>
                  <a:pt x="2883128" y="309195"/>
                  <a:pt x="2726240" y="357636"/>
                  <a:pt x="2543166" y="398659"/>
                </a:cubicBezTo>
                <a:cubicBezTo>
                  <a:pt x="2579825" y="413497"/>
                  <a:pt x="2516982" y="406078"/>
                  <a:pt x="2485561" y="409787"/>
                </a:cubicBezTo>
                <a:cubicBezTo>
                  <a:pt x="2396752" y="420915"/>
                  <a:pt x="2292014" y="465647"/>
                  <a:pt x="2208442" y="476994"/>
                </a:cubicBezTo>
                <a:cubicBezTo>
                  <a:pt x="2213679" y="484413"/>
                  <a:pt x="2213679" y="488122"/>
                  <a:pt x="2208442" y="491832"/>
                </a:cubicBezTo>
                <a:cubicBezTo>
                  <a:pt x="2260811" y="469357"/>
                  <a:pt x="2349620" y="473284"/>
                  <a:pt x="2422936" y="454519"/>
                </a:cubicBezTo>
                <a:cubicBezTo>
                  <a:pt x="2417699" y="461938"/>
                  <a:pt x="2412462" y="465647"/>
                  <a:pt x="2412462" y="469357"/>
                </a:cubicBezTo>
                <a:cubicBezTo>
                  <a:pt x="2443884" y="480485"/>
                  <a:pt x="2475305" y="461938"/>
                  <a:pt x="2506508" y="458228"/>
                </a:cubicBezTo>
                <a:cubicBezTo>
                  <a:pt x="2506508" y="454519"/>
                  <a:pt x="2485561" y="450809"/>
                  <a:pt x="2501271" y="450809"/>
                </a:cubicBezTo>
                <a:cubicBezTo>
                  <a:pt x="2600554" y="461938"/>
                  <a:pt x="2752206" y="424625"/>
                  <a:pt x="2841233" y="406078"/>
                </a:cubicBezTo>
                <a:cubicBezTo>
                  <a:pt x="2966700" y="379893"/>
                  <a:pt x="3060964" y="320323"/>
                  <a:pt x="3186432" y="305267"/>
                </a:cubicBezTo>
                <a:cubicBezTo>
                  <a:pt x="3034780" y="361128"/>
                  <a:pt x="2862181" y="402368"/>
                  <a:pt x="2700055" y="454519"/>
                </a:cubicBezTo>
                <a:cubicBezTo>
                  <a:pt x="2757661" y="473066"/>
                  <a:pt x="2815048" y="443390"/>
                  <a:pt x="2862181" y="428334"/>
                </a:cubicBezTo>
                <a:cubicBezTo>
                  <a:pt x="2982411" y="413497"/>
                  <a:pt x="3066201" y="368546"/>
                  <a:pt x="3165484" y="342580"/>
                </a:cubicBezTo>
                <a:cubicBezTo>
                  <a:pt x="3155010" y="346290"/>
                  <a:pt x="3155010" y="353709"/>
                  <a:pt x="3149773" y="365055"/>
                </a:cubicBezTo>
                <a:cubicBezTo>
                  <a:pt x="3097404" y="387530"/>
                  <a:pt x="3019069" y="391240"/>
                  <a:pt x="2982411" y="428553"/>
                </a:cubicBezTo>
                <a:cubicBezTo>
                  <a:pt x="2935279" y="428553"/>
                  <a:pt x="2903858" y="443390"/>
                  <a:pt x="2877891" y="454737"/>
                </a:cubicBezTo>
                <a:cubicBezTo>
                  <a:pt x="2904076" y="462156"/>
                  <a:pt x="2956445" y="443609"/>
                  <a:pt x="2982411" y="458447"/>
                </a:cubicBezTo>
                <a:cubicBezTo>
                  <a:pt x="2883128" y="503178"/>
                  <a:pt x="2752206" y="518234"/>
                  <a:pt x="2652923" y="551620"/>
                </a:cubicBezTo>
                <a:cubicBezTo>
                  <a:pt x="2694818" y="559039"/>
                  <a:pt x="2736495" y="559039"/>
                  <a:pt x="2783627" y="555329"/>
                </a:cubicBezTo>
                <a:cubicBezTo>
                  <a:pt x="2778390" y="562748"/>
                  <a:pt x="2783627" y="566457"/>
                  <a:pt x="2788864" y="570167"/>
                </a:cubicBezTo>
                <a:cubicBezTo>
                  <a:pt x="2971937" y="543982"/>
                  <a:pt x="3128826" y="499251"/>
                  <a:pt x="3275240" y="447100"/>
                </a:cubicBezTo>
                <a:cubicBezTo>
                  <a:pt x="3290951" y="473284"/>
                  <a:pt x="3374523" y="432262"/>
                  <a:pt x="3384997" y="465647"/>
                </a:cubicBezTo>
                <a:cubicBezTo>
                  <a:pt x="3290951" y="491832"/>
                  <a:pt x="3201924" y="521507"/>
                  <a:pt x="3113115" y="547692"/>
                </a:cubicBezTo>
                <a:cubicBezTo>
                  <a:pt x="3113115" y="555111"/>
                  <a:pt x="3113115" y="562530"/>
                  <a:pt x="3113115" y="566239"/>
                </a:cubicBezTo>
                <a:cubicBezTo>
                  <a:pt x="3019069" y="592424"/>
                  <a:pt x="2924805" y="614681"/>
                  <a:pt x="2825522" y="637156"/>
                </a:cubicBezTo>
                <a:cubicBezTo>
                  <a:pt x="2825522" y="648284"/>
                  <a:pt x="2846470" y="640865"/>
                  <a:pt x="2856944" y="640865"/>
                </a:cubicBezTo>
                <a:cubicBezTo>
                  <a:pt x="2841233" y="659412"/>
                  <a:pt x="2799338" y="659412"/>
                  <a:pt x="2773372" y="667050"/>
                </a:cubicBezTo>
                <a:cubicBezTo>
                  <a:pt x="2773372" y="674468"/>
                  <a:pt x="2778608" y="674468"/>
                  <a:pt x="2778608" y="681887"/>
                </a:cubicBezTo>
                <a:cubicBezTo>
                  <a:pt x="2741950" y="689306"/>
                  <a:pt x="2695036" y="681887"/>
                  <a:pt x="2684563" y="708072"/>
                </a:cubicBezTo>
                <a:cubicBezTo>
                  <a:pt x="2684563" y="711781"/>
                  <a:pt x="2715984" y="708072"/>
                  <a:pt x="2715984" y="700653"/>
                </a:cubicBezTo>
                <a:cubicBezTo>
                  <a:pt x="2736932" y="719200"/>
                  <a:pt x="2663615" y="711781"/>
                  <a:pt x="2663615" y="730547"/>
                </a:cubicBezTo>
                <a:cubicBezTo>
                  <a:pt x="2715984" y="723128"/>
                  <a:pt x="2794319" y="715709"/>
                  <a:pt x="2836214" y="693234"/>
                </a:cubicBezTo>
                <a:cubicBezTo>
                  <a:pt x="2825740" y="689524"/>
                  <a:pt x="2810030" y="693234"/>
                  <a:pt x="2810030" y="674687"/>
                </a:cubicBezTo>
                <a:cubicBezTo>
                  <a:pt x="2825740" y="674687"/>
                  <a:pt x="2830977" y="685815"/>
                  <a:pt x="2841451" y="689524"/>
                </a:cubicBezTo>
                <a:cubicBezTo>
                  <a:pt x="2914768" y="663340"/>
                  <a:pt x="2987866" y="633664"/>
                  <a:pt x="3055946" y="600061"/>
                </a:cubicBezTo>
                <a:cubicBezTo>
                  <a:pt x="3050709" y="592642"/>
                  <a:pt x="3045472" y="603770"/>
                  <a:pt x="3045472" y="596351"/>
                </a:cubicBezTo>
                <a:cubicBezTo>
                  <a:pt x="3092604" y="585223"/>
                  <a:pt x="3155228" y="544201"/>
                  <a:pt x="3197124" y="551620"/>
                </a:cubicBezTo>
                <a:cubicBezTo>
                  <a:pt x="3129044" y="577804"/>
                  <a:pt x="3066419" y="607480"/>
                  <a:pt x="3003577" y="637374"/>
                </a:cubicBezTo>
                <a:cubicBezTo>
                  <a:pt x="3003577" y="648502"/>
                  <a:pt x="3014051" y="644793"/>
                  <a:pt x="3003577" y="652212"/>
                </a:cubicBezTo>
                <a:cubicBezTo>
                  <a:pt x="2920005" y="696943"/>
                  <a:pt x="2841451" y="756731"/>
                  <a:pt x="2715984" y="782698"/>
                </a:cubicBezTo>
                <a:cubicBezTo>
                  <a:pt x="2752642" y="793826"/>
                  <a:pt x="2794537" y="771569"/>
                  <a:pt x="2830977" y="778988"/>
                </a:cubicBezTo>
                <a:cubicBezTo>
                  <a:pt x="2773372" y="801463"/>
                  <a:pt x="2637431" y="793826"/>
                  <a:pt x="2569569" y="834848"/>
                </a:cubicBezTo>
                <a:cubicBezTo>
                  <a:pt x="2595753" y="827429"/>
                  <a:pt x="2606227" y="834848"/>
                  <a:pt x="2616701" y="845977"/>
                </a:cubicBezTo>
                <a:cubicBezTo>
                  <a:pt x="2648122" y="842267"/>
                  <a:pt x="2669070" y="834848"/>
                  <a:pt x="2695255" y="831139"/>
                </a:cubicBezTo>
                <a:cubicBezTo>
                  <a:pt x="2695255" y="823720"/>
                  <a:pt x="2710965" y="816301"/>
                  <a:pt x="2726676" y="812592"/>
                </a:cubicBezTo>
                <a:cubicBezTo>
                  <a:pt x="2726676" y="816301"/>
                  <a:pt x="2705728" y="835067"/>
                  <a:pt x="2700491" y="849904"/>
                </a:cubicBezTo>
                <a:cubicBezTo>
                  <a:pt x="2705728" y="853614"/>
                  <a:pt x="2705728" y="853614"/>
                  <a:pt x="2705728" y="857323"/>
                </a:cubicBezTo>
                <a:cubicBezTo>
                  <a:pt x="2731913" y="849904"/>
                  <a:pt x="2768571" y="846195"/>
                  <a:pt x="2789301" y="831139"/>
                </a:cubicBezTo>
                <a:cubicBezTo>
                  <a:pt x="2757879" y="861033"/>
                  <a:pt x="2679544" y="879580"/>
                  <a:pt x="2621938" y="886999"/>
                </a:cubicBezTo>
                <a:cubicBezTo>
                  <a:pt x="2611464" y="886999"/>
                  <a:pt x="2616701" y="905546"/>
                  <a:pt x="2606227" y="909474"/>
                </a:cubicBezTo>
                <a:cubicBezTo>
                  <a:pt x="2595753" y="905765"/>
                  <a:pt x="2590517" y="902055"/>
                  <a:pt x="2574806" y="905765"/>
                </a:cubicBezTo>
                <a:cubicBezTo>
                  <a:pt x="2522437" y="935659"/>
                  <a:pt x="2454576" y="954206"/>
                  <a:pt x="2402207" y="984100"/>
                </a:cubicBezTo>
                <a:cubicBezTo>
                  <a:pt x="2449339" y="998938"/>
                  <a:pt x="2501490" y="939368"/>
                  <a:pt x="2543385" y="950496"/>
                </a:cubicBezTo>
                <a:cubicBezTo>
                  <a:pt x="2564332" y="931949"/>
                  <a:pt x="2590517" y="916893"/>
                  <a:pt x="2632194" y="913184"/>
                </a:cubicBezTo>
                <a:cubicBezTo>
                  <a:pt x="2637431" y="913184"/>
                  <a:pt x="2632194" y="909474"/>
                  <a:pt x="2632194" y="902055"/>
                </a:cubicBezTo>
                <a:cubicBezTo>
                  <a:pt x="2684563" y="909474"/>
                  <a:pt x="2689800" y="875871"/>
                  <a:pt x="2741950" y="868452"/>
                </a:cubicBezTo>
                <a:cubicBezTo>
                  <a:pt x="2731476" y="883290"/>
                  <a:pt x="2726240" y="883290"/>
                  <a:pt x="2731476" y="902055"/>
                </a:cubicBezTo>
                <a:cubicBezTo>
                  <a:pt x="2736713" y="887217"/>
                  <a:pt x="2752424" y="913184"/>
                  <a:pt x="2762898" y="898346"/>
                </a:cubicBezTo>
                <a:cubicBezTo>
                  <a:pt x="2768135" y="902055"/>
                  <a:pt x="2752424" y="920821"/>
                  <a:pt x="2726240" y="916893"/>
                </a:cubicBezTo>
                <a:cubicBezTo>
                  <a:pt x="2726240" y="913184"/>
                  <a:pt x="2726240" y="905765"/>
                  <a:pt x="2726240" y="902055"/>
                </a:cubicBezTo>
                <a:cubicBezTo>
                  <a:pt x="2689581" y="898346"/>
                  <a:pt x="2705292" y="913184"/>
                  <a:pt x="2694818" y="924530"/>
                </a:cubicBezTo>
                <a:cubicBezTo>
                  <a:pt x="2679108" y="928240"/>
                  <a:pt x="2689581" y="917111"/>
                  <a:pt x="2689581" y="913402"/>
                </a:cubicBezTo>
                <a:cubicBezTo>
                  <a:pt x="2658160" y="909692"/>
                  <a:pt x="2658160" y="928240"/>
                  <a:pt x="2642449" y="935877"/>
                </a:cubicBezTo>
                <a:cubicBezTo>
                  <a:pt x="2642449" y="943296"/>
                  <a:pt x="2652923" y="943296"/>
                  <a:pt x="2668634" y="943296"/>
                </a:cubicBezTo>
                <a:cubicBezTo>
                  <a:pt x="2668634" y="954424"/>
                  <a:pt x="2658160" y="950715"/>
                  <a:pt x="2658160" y="958134"/>
                </a:cubicBezTo>
                <a:cubicBezTo>
                  <a:pt x="2705292" y="976681"/>
                  <a:pt x="2762679" y="935659"/>
                  <a:pt x="2804575" y="920821"/>
                </a:cubicBezTo>
                <a:cubicBezTo>
                  <a:pt x="2809812" y="931949"/>
                  <a:pt x="2773153" y="939368"/>
                  <a:pt x="2762679" y="950715"/>
                </a:cubicBezTo>
                <a:cubicBezTo>
                  <a:pt x="2882910" y="947005"/>
                  <a:pt x="2966700" y="868670"/>
                  <a:pt x="3071220" y="857542"/>
                </a:cubicBezTo>
                <a:cubicBezTo>
                  <a:pt x="3039798" y="898564"/>
                  <a:pt x="2966700" y="913402"/>
                  <a:pt x="2914331" y="939586"/>
                </a:cubicBezTo>
                <a:cubicBezTo>
                  <a:pt x="2930042" y="947005"/>
                  <a:pt x="2971937" y="939586"/>
                  <a:pt x="2997903" y="943296"/>
                </a:cubicBezTo>
                <a:cubicBezTo>
                  <a:pt x="2945534" y="958134"/>
                  <a:pt x="2882910" y="943296"/>
                  <a:pt x="2841015" y="969480"/>
                </a:cubicBezTo>
                <a:cubicBezTo>
                  <a:pt x="2851489" y="973190"/>
                  <a:pt x="2888147" y="965771"/>
                  <a:pt x="2914331" y="965771"/>
                </a:cubicBezTo>
                <a:cubicBezTo>
                  <a:pt x="2903858" y="995665"/>
                  <a:pt x="2841015" y="984318"/>
                  <a:pt x="2815048" y="995665"/>
                </a:cubicBezTo>
                <a:cubicBezTo>
                  <a:pt x="2820285" y="1003084"/>
                  <a:pt x="2835996" y="999374"/>
                  <a:pt x="2830759" y="1010503"/>
                </a:cubicBezTo>
                <a:cubicBezTo>
                  <a:pt x="2804575" y="1014212"/>
                  <a:pt x="2788864" y="1029050"/>
                  <a:pt x="2762679" y="1021631"/>
                </a:cubicBezTo>
                <a:cubicBezTo>
                  <a:pt x="2746969" y="1025340"/>
                  <a:pt x="2762679" y="1032759"/>
                  <a:pt x="2752206" y="1044106"/>
                </a:cubicBezTo>
                <a:cubicBezTo>
                  <a:pt x="2736495" y="1047815"/>
                  <a:pt x="2741732" y="1036687"/>
                  <a:pt x="2731258" y="1036687"/>
                </a:cubicBezTo>
                <a:cubicBezTo>
                  <a:pt x="2726021" y="1055234"/>
                  <a:pt x="2684126" y="1044106"/>
                  <a:pt x="2684126" y="1070290"/>
                </a:cubicBezTo>
                <a:cubicBezTo>
                  <a:pt x="2652705" y="1059162"/>
                  <a:pt x="2626520" y="1081419"/>
                  <a:pt x="2616047" y="1103894"/>
                </a:cubicBezTo>
                <a:cubicBezTo>
                  <a:pt x="2642231" y="1111313"/>
                  <a:pt x="2631757" y="1089056"/>
                  <a:pt x="2652705" y="1089056"/>
                </a:cubicBezTo>
                <a:cubicBezTo>
                  <a:pt x="2652705" y="1092765"/>
                  <a:pt x="2652705" y="1096475"/>
                  <a:pt x="2652705" y="1100184"/>
                </a:cubicBezTo>
                <a:cubicBezTo>
                  <a:pt x="2668415" y="1096475"/>
                  <a:pt x="2689363" y="1096475"/>
                  <a:pt x="2678889" y="1081637"/>
                </a:cubicBezTo>
                <a:cubicBezTo>
                  <a:pt x="2699837" y="1089056"/>
                  <a:pt x="2741732" y="1089056"/>
                  <a:pt x="2772935" y="1081637"/>
                </a:cubicBezTo>
                <a:cubicBezTo>
                  <a:pt x="2767698" y="1077928"/>
                  <a:pt x="2757224" y="1077928"/>
                  <a:pt x="2762461" y="1066799"/>
                </a:cubicBezTo>
                <a:cubicBezTo>
                  <a:pt x="2846034" y="1089274"/>
                  <a:pt x="2919350" y="1014648"/>
                  <a:pt x="2997903" y="1018358"/>
                </a:cubicBezTo>
                <a:cubicBezTo>
                  <a:pt x="2961245" y="1059380"/>
                  <a:pt x="2861962" y="1055671"/>
                  <a:pt x="2825304" y="1096693"/>
                </a:cubicBezTo>
                <a:cubicBezTo>
                  <a:pt x="2893384" y="1096693"/>
                  <a:pt x="2950771" y="1059380"/>
                  <a:pt x="3013614" y="1044542"/>
                </a:cubicBezTo>
                <a:cubicBezTo>
                  <a:pt x="3013614" y="1048252"/>
                  <a:pt x="2992666" y="1051961"/>
                  <a:pt x="3008377" y="1055671"/>
                </a:cubicBezTo>
                <a:cubicBezTo>
                  <a:pt x="2940297" y="1070509"/>
                  <a:pt x="2903858" y="1104112"/>
                  <a:pt x="2835778" y="1107822"/>
                </a:cubicBezTo>
                <a:cubicBezTo>
                  <a:pt x="2830541" y="1115240"/>
                  <a:pt x="2851489" y="1118950"/>
                  <a:pt x="2835778" y="1122659"/>
                </a:cubicBezTo>
                <a:cubicBezTo>
                  <a:pt x="2820067" y="1115240"/>
                  <a:pt x="2809593" y="1133788"/>
                  <a:pt x="2793883" y="1130078"/>
                </a:cubicBezTo>
                <a:cubicBezTo>
                  <a:pt x="2788646" y="1141207"/>
                  <a:pt x="2799120" y="1141207"/>
                  <a:pt x="2799120" y="1152553"/>
                </a:cubicBezTo>
                <a:cubicBezTo>
                  <a:pt x="2778172" y="1148844"/>
                  <a:pt x="2772935" y="1156263"/>
                  <a:pt x="2757224" y="1156263"/>
                </a:cubicBezTo>
                <a:cubicBezTo>
                  <a:pt x="2762461" y="1212123"/>
                  <a:pt x="2872218" y="1156263"/>
                  <a:pt x="2908876" y="1145134"/>
                </a:cubicBezTo>
                <a:cubicBezTo>
                  <a:pt x="2903639" y="1148844"/>
                  <a:pt x="2903639" y="1152553"/>
                  <a:pt x="2914113" y="1152553"/>
                </a:cubicBezTo>
                <a:cubicBezTo>
                  <a:pt x="2903639" y="1159972"/>
                  <a:pt x="2887929" y="1156263"/>
                  <a:pt x="2866981" y="1163682"/>
                </a:cubicBezTo>
                <a:cubicBezTo>
                  <a:pt x="2866981" y="1174810"/>
                  <a:pt x="2872218" y="1178520"/>
                  <a:pt x="2882692" y="1178520"/>
                </a:cubicBezTo>
                <a:cubicBezTo>
                  <a:pt x="2919350" y="1171101"/>
                  <a:pt x="2956008" y="1152335"/>
                  <a:pt x="2976738" y="1148626"/>
                </a:cubicBezTo>
                <a:cubicBezTo>
                  <a:pt x="2992448" y="1156045"/>
                  <a:pt x="2945316" y="1167173"/>
                  <a:pt x="2955790" y="1171101"/>
                </a:cubicBezTo>
                <a:cubicBezTo>
                  <a:pt x="2913895" y="1189648"/>
                  <a:pt x="2872218" y="1197285"/>
                  <a:pt x="2846034" y="1219542"/>
                </a:cubicBezTo>
                <a:cubicBezTo>
                  <a:pt x="2882692" y="1215832"/>
                  <a:pt x="2976738" y="1200995"/>
                  <a:pt x="2971501" y="1171101"/>
                </a:cubicBezTo>
                <a:cubicBezTo>
                  <a:pt x="3039580" y="1167391"/>
                  <a:pt x="3091731" y="1144916"/>
                  <a:pt x="3149337" y="1130078"/>
                </a:cubicBezTo>
                <a:cubicBezTo>
                  <a:pt x="3128389" y="1130078"/>
                  <a:pt x="3138863" y="1122659"/>
                  <a:pt x="3154574" y="1115240"/>
                </a:cubicBezTo>
                <a:cubicBezTo>
                  <a:pt x="3170284" y="1115240"/>
                  <a:pt x="3175521" y="1126369"/>
                  <a:pt x="3185995" y="1115240"/>
                </a:cubicBezTo>
                <a:cubicBezTo>
                  <a:pt x="3201706" y="1115240"/>
                  <a:pt x="3201706" y="1126369"/>
                  <a:pt x="3191232" y="1130078"/>
                </a:cubicBezTo>
                <a:cubicBezTo>
                  <a:pt x="3238364" y="1115240"/>
                  <a:pt x="3274804" y="1100184"/>
                  <a:pt x="3311462" y="1092765"/>
                </a:cubicBezTo>
                <a:cubicBezTo>
                  <a:pt x="3316699" y="1096475"/>
                  <a:pt x="3306226" y="1100184"/>
                  <a:pt x="3311462" y="1103894"/>
                </a:cubicBezTo>
                <a:cubicBezTo>
                  <a:pt x="3327173" y="1107603"/>
                  <a:pt x="3321936" y="1096475"/>
                  <a:pt x="3332410" y="1103894"/>
                </a:cubicBezTo>
                <a:cubicBezTo>
                  <a:pt x="3342884" y="1100184"/>
                  <a:pt x="3348121" y="1092765"/>
                  <a:pt x="3353358" y="1081419"/>
                </a:cubicBezTo>
                <a:cubicBezTo>
                  <a:pt x="3431911" y="1077709"/>
                  <a:pt x="3452640" y="1032978"/>
                  <a:pt x="3515483" y="1017921"/>
                </a:cubicBezTo>
                <a:cubicBezTo>
                  <a:pt x="3494535" y="1066363"/>
                  <a:pt x="3410963" y="1081419"/>
                  <a:pt x="3348121" y="1107385"/>
                </a:cubicBezTo>
                <a:cubicBezTo>
                  <a:pt x="3300989" y="1129860"/>
                  <a:pt x="3264548" y="1159536"/>
                  <a:pt x="3217416" y="1174592"/>
                </a:cubicBezTo>
                <a:cubicBezTo>
                  <a:pt x="3154574" y="1230452"/>
                  <a:pt x="3039580" y="1249218"/>
                  <a:pt x="2976956" y="1305078"/>
                </a:cubicBezTo>
                <a:cubicBezTo>
                  <a:pt x="2940297" y="1301368"/>
                  <a:pt x="2945534" y="1327553"/>
                  <a:pt x="2919350" y="1331262"/>
                </a:cubicBezTo>
                <a:cubicBezTo>
                  <a:pt x="2914113" y="1338681"/>
                  <a:pt x="2924587" y="1338681"/>
                  <a:pt x="2924587" y="1349810"/>
                </a:cubicBezTo>
                <a:cubicBezTo>
                  <a:pt x="2903639" y="1338681"/>
                  <a:pt x="2887929" y="1353519"/>
                  <a:pt x="2861744" y="1349810"/>
                </a:cubicBezTo>
                <a:cubicBezTo>
                  <a:pt x="2893166" y="1372285"/>
                  <a:pt x="2992448" y="1327335"/>
                  <a:pt x="3018633" y="1360938"/>
                </a:cubicBezTo>
                <a:cubicBezTo>
                  <a:pt x="3071002" y="1372066"/>
                  <a:pt x="3091949" y="1338463"/>
                  <a:pt x="3138863" y="1349810"/>
                </a:cubicBezTo>
                <a:cubicBezTo>
                  <a:pt x="3144100" y="1364648"/>
                  <a:pt x="3123152" y="1357229"/>
                  <a:pt x="3117916" y="1360938"/>
                </a:cubicBezTo>
                <a:cubicBezTo>
                  <a:pt x="3165047" y="1379485"/>
                  <a:pt x="3180758" y="1342391"/>
                  <a:pt x="3227672" y="1349810"/>
                </a:cubicBezTo>
                <a:cubicBezTo>
                  <a:pt x="3180540" y="1379704"/>
                  <a:pt x="3107442" y="1398251"/>
                  <a:pt x="3055073" y="1428145"/>
                </a:cubicBezTo>
                <a:cubicBezTo>
                  <a:pt x="3123152" y="1424435"/>
                  <a:pt x="3191014" y="1390832"/>
                  <a:pt x="3243383" y="1360938"/>
                </a:cubicBezTo>
                <a:cubicBezTo>
                  <a:pt x="3342666" y="1342391"/>
                  <a:pt x="3410745" y="1301150"/>
                  <a:pt x="3520502" y="1286312"/>
                </a:cubicBezTo>
                <a:cubicBezTo>
                  <a:pt x="3452422" y="1316206"/>
                  <a:pt x="3347902" y="1357229"/>
                  <a:pt x="3253857" y="1387123"/>
                </a:cubicBezTo>
                <a:cubicBezTo>
                  <a:pt x="3306226" y="1394542"/>
                  <a:pt x="3353139" y="1368575"/>
                  <a:pt x="3400271" y="1357229"/>
                </a:cubicBezTo>
                <a:cubicBezTo>
                  <a:pt x="3400271" y="1364648"/>
                  <a:pt x="3400271" y="1372066"/>
                  <a:pt x="3400271" y="1379704"/>
                </a:cubicBezTo>
                <a:cubicBezTo>
                  <a:pt x="3300989" y="1405888"/>
                  <a:pt x="3232909" y="1454329"/>
                  <a:pt x="3138863" y="1484223"/>
                </a:cubicBezTo>
                <a:cubicBezTo>
                  <a:pt x="3144100" y="1487933"/>
                  <a:pt x="3144100" y="1491642"/>
                  <a:pt x="3144100" y="1499061"/>
                </a:cubicBezTo>
                <a:cubicBezTo>
                  <a:pt x="3091731" y="1487933"/>
                  <a:pt x="3039580" y="1532665"/>
                  <a:pt x="2976738" y="1540083"/>
                </a:cubicBezTo>
                <a:cubicBezTo>
                  <a:pt x="2987211" y="1554921"/>
                  <a:pt x="2997685" y="1536374"/>
                  <a:pt x="3008159" y="1536374"/>
                </a:cubicBezTo>
                <a:cubicBezTo>
                  <a:pt x="3002922" y="1543793"/>
                  <a:pt x="2997685" y="1554921"/>
                  <a:pt x="2992448" y="1558849"/>
                </a:cubicBezTo>
                <a:cubicBezTo>
                  <a:pt x="3008159" y="1566268"/>
                  <a:pt x="3023870" y="1566268"/>
                  <a:pt x="3050054" y="1566268"/>
                </a:cubicBezTo>
                <a:cubicBezTo>
                  <a:pt x="3018633" y="1588743"/>
                  <a:pt x="2961245" y="1566268"/>
                  <a:pt x="2940297" y="1592452"/>
                </a:cubicBezTo>
                <a:cubicBezTo>
                  <a:pt x="2940297" y="1588743"/>
                  <a:pt x="2935061" y="1585034"/>
                  <a:pt x="2935061" y="1581324"/>
                </a:cubicBezTo>
                <a:cubicBezTo>
                  <a:pt x="2877455" y="1599871"/>
                  <a:pt x="2814830" y="1614928"/>
                  <a:pt x="2772935" y="1641112"/>
                </a:cubicBezTo>
                <a:cubicBezTo>
                  <a:pt x="2830541" y="1633693"/>
                  <a:pt x="2882692" y="1641112"/>
                  <a:pt x="2929824" y="1629984"/>
                </a:cubicBezTo>
                <a:cubicBezTo>
                  <a:pt x="2976956" y="1622565"/>
                  <a:pt x="2997903" y="1585252"/>
                  <a:pt x="3050054" y="1581542"/>
                </a:cubicBezTo>
                <a:cubicBezTo>
                  <a:pt x="3039580" y="1592671"/>
                  <a:pt x="3018633" y="1592671"/>
                  <a:pt x="3013396" y="1607727"/>
                </a:cubicBezTo>
                <a:cubicBezTo>
                  <a:pt x="3029107" y="1604017"/>
                  <a:pt x="3039580" y="1600308"/>
                  <a:pt x="3060528" y="1600308"/>
                </a:cubicBezTo>
                <a:cubicBezTo>
                  <a:pt x="3055291" y="1604017"/>
                  <a:pt x="3050054" y="1604017"/>
                  <a:pt x="3050054" y="1611436"/>
                </a:cubicBezTo>
                <a:cubicBezTo>
                  <a:pt x="3071002" y="1611436"/>
                  <a:pt x="3071002" y="1596598"/>
                  <a:pt x="3091949" y="1596598"/>
                </a:cubicBezTo>
                <a:cubicBezTo>
                  <a:pt x="3091949" y="1592889"/>
                  <a:pt x="3081476" y="1592889"/>
                  <a:pt x="3081476" y="1585470"/>
                </a:cubicBezTo>
                <a:cubicBezTo>
                  <a:pt x="3107660" y="1585470"/>
                  <a:pt x="3107660" y="1574342"/>
                  <a:pt x="3128608" y="1574342"/>
                </a:cubicBezTo>
                <a:cubicBezTo>
                  <a:pt x="3128608" y="1581761"/>
                  <a:pt x="3118134" y="1578051"/>
                  <a:pt x="3118134" y="1585470"/>
                </a:cubicBezTo>
                <a:cubicBezTo>
                  <a:pt x="3186213" y="1574342"/>
                  <a:pt x="3222653" y="1544448"/>
                  <a:pt x="3285496" y="1529610"/>
                </a:cubicBezTo>
                <a:cubicBezTo>
                  <a:pt x="3280259" y="1559504"/>
                  <a:pt x="3248838" y="1570632"/>
                  <a:pt x="3227890" y="1585470"/>
                </a:cubicBezTo>
                <a:cubicBezTo>
                  <a:pt x="3290733" y="1578051"/>
                  <a:pt x="3316699" y="1544448"/>
                  <a:pt x="3374305" y="1529610"/>
                </a:cubicBezTo>
                <a:cubicBezTo>
                  <a:pt x="3300989" y="1593107"/>
                  <a:pt x="3159811" y="1611654"/>
                  <a:pt x="3050054" y="1648967"/>
                </a:cubicBezTo>
                <a:cubicBezTo>
                  <a:pt x="3039580" y="1660096"/>
                  <a:pt x="3018633" y="1663805"/>
                  <a:pt x="3018633" y="1678861"/>
                </a:cubicBezTo>
                <a:cubicBezTo>
                  <a:pt x="2971501" y="1678861"/>
                  <a:pt x="2903639" y="1682571"/>
                  <a:pt x="2861744" y="1716174"/>
                </a:cubicBezTo>
                <a:cubicBezTo>
                  <a:pt x="2898402" y="1712465"/>
                  <a:pt x="2924587" y="1705046"/>
                  <a:pt x="2961027" y="1705046"/>
                </a:cubicBezTo>
                <a:cubicBezTo>
                  <a:pt x="2898184" y="1719884"/>
                  <a:pt x="2830323" y="1749778"/>
                  <a:pt x="2757006" y="1746068"/>
                </a:cubicBezTo>
                <a:cubicBezTo>
                  <a:pt x="2777954" y="1753487"/>
                  <a:pt x="2741296" y="1760906"/>
                  <a:pt x="2720348" y="1764615"/>
                </a:cubicBezTo>
                <a:cubicBezTo>
                  <a:pt x="2720348" y="1779453"/>
                  <a:pt x="2730822" y="1787090"/>
                  <a:pt x="2725585" y="1801928"/>
                </a:cubicBezTo>
                <a:cubicBezTo>
                  <a:pt x="2751769" y="1798219"/>
                  <a:pt x="2767480" y="1787090"/>
                  <a:pt x="2798902" y="1787090"/>
                </a:cubicBezTo>
                <a:cubicBezTo>
                  <a:pt x="2783191" y="1768543"/>
                  <a:pt x="2809375" y="1783381"/>
                  <a:pt x="2809375" y="1764615"/>
                </a:cubicBezTo>
                <a:cubicBezTo>
                  <a:pt x="2846034" y="1772034"/>
                  <a:pt x="2866981" y="1738431"/>
                  <a:pt x="2908658" y="1734721"/>
                </a:cubicBezTo>
                <a:cubicBezTo>
                  <a:pt x="2892947" y="1757196"/>
                  <a:pt x="2851052" y="1757196"/>
                  <a:pt x="2835341" y="1779453"/>
                </a:cubicBezTo>
                <a:cubicBezTo>
                  <a:pt x="2872000" y="1779453"/>
                  <a:pt x="2877237" y="1756978"/>
                  <a:pt x="2913895" y="1756978"/>
                </a:cubicBezTo>
                <a:cubicBezTo>
                  <a:pt x="2934842" y="1756978"/>
                  <a:pt x="2903421" y="1764397"/>
                  <a:pt x="2913895" y="1775526"/>
                </a:cubicBezTo>
                <a:cubicBezTo>
                  <a:pt x="2929605" y="1753051"/>
                  <a:pt x="2997467" y="1768107"/>
                  <a:pt x="3013178" y="1741922"/>
                </a:cubicBezTo>
                <a:cubicBezTo>
                  <a:pt x="3013178" y="1734503"/>
                  <a:pt x="3013178" y="1730794"/>
                  <a:pt x="3002704" y="1730794"/>
                </a:cubicBezTo>
                <a:cubicBezTo>
                  <a:pt x="3028888" y="1719665"/>
                  <a:pt x="3060310" y="1712246"/>
                  <a:pt x="3086276" y="1704609"/>
                </a:cubicBezTo>
                <a:cubicBezTo>
                  <a:pt x="3086276" y="1693481"/>
                  <a:pt x="3060091" y="1700900"/>
                  <a:pt x="3049618" y="1700900"/>
                </a:cubicBezTo>
                <a:cubicBezTo>
                  <a:pt x="3054855" y="1689771"/>
                  <a:pt x="3075802" y="1689771"/>
                  <a:pt x="3086276" y="1686062"/>
                </a:cubicBezTo>
                <a:cubicBezTo>
                  <a:pt x="3086276" y="1704609"/>
                  <a:pt x="3107223" y="1689771"/>
                  <a:pt x="3128171" y="1693481"/>
                </a:cubicBezTo>
                <a:cubicBezTo>
                  <a:pt x="3122934" y="1697190"/>
                  <a:pt x="3112460" y="1697190"/>
                  <a:pt x="3107223" y="1704609"/>
                </a:cubicBezTo>
                <a:cubicBezTo>
                  <a:pt x="3122934" y="1715738"/>
                  <a:pt x="3122934" y="1715738"/>
                  <a:pt x="3112460" y="1734503"/>
                </a:cubicBezTo>
                <a:cubicBezTo>
                  <a:pt x="3243165" y="1697190"/>
                  <a:pt x="3337429" y="1641330"/>
                  <a:pt x="3468133" y="1633693"/>
                </a:cubicBezTo>
                <a:cubicBezTo>
                  <a:pt x="3468133" y="1644821"/>
                  <a:pt x="3468133" y="1648531"/>
                  <a:pt x="3478607" y="1648531"/>
                </a:cubicBezTo>
                <a:cubicBezTo>
                  <a:pt x="3525739" y="1622346"/>
                  <a:pt x="3577889" y="1614928"/>
                  <a:pt x="3645969" y="1614928"/>
                </a:cubicBezTo>
                <a:cubicBezTo>
                  <a:pt x="3567416" y="1659659"/>
                  <a:pt x="3457659" y="1685844"/>
                  <a:pt x="3379324" y="1730576"/>
                </a:cubicBezTo>
                <a:cubicBezTo>
                  <a:pt x="3306007" y="1756760"/>
                  <a:pt x="3217198" y="1767888"/>
                  <a:pt x="3154355" y="1797782"/>
                </a:cubicBezTo>
                <a:cubicBezTo>
                  <a:pt x="2955572" y="1835095"/>
                  <a:pt x="2803920" y="1902302"/>
                  <a:pt x="2610373" y="1939615"/>
                </a:cubicBezTo>
                <a:cubicBezTo>
                  <a:pt x="2662742" y="1947034"/>
                  <a:pt x="2725367" y="1935906"/>
                  <a:pt x="2772499" y="1913431"/>
                </a:cubicBezTo>
                <a:cubicBezTo>
                  <a:pt x="2840578" y="1924559"/>
                  <a:pt x="2871781" y="1876118"/>
                  <a:pt x="2939861" y="1872408"/>
                </a:cubicBezTo>
                <a:cubicBezTo>
                  <a:pt x="3013178" y="1842514"/>
                  <a:pt x="3096750" y="1823967"/>
                  <a:pt x="3180322" y="1805201"/>
                </a:cubicBezTo>
                <a:cubicBezTo>
                  <a:pt x="3216980" y="1786654"/>
                  <a:pt x="3274368" y="1782726"/>
                  <a:pt x="3311026" y="1775307"/>
                </a:cubicBezTo>
                <a:cubicBezTo>
                  <a:pt x="3086058" y="1838805"/>
                  <a:pt x="2866545" y="1909503"/>
                  <a:pt x="2631103" y="1973000"/>
                </a:cubicBezTo>
                <a:cubicBezTo>
                  <a:pt x="2631103" y="1954453"/>
                  <a:pt x="2657287" y="1961872"/>
                  <a:pt x="2672998" y="1954453"/>
                </a:cubicBezTo>
                <a:cubicBezTo>
                  <a:pt x="2657287" y="1947034"/>
                  <a:pt x="2620629" y="1958162"/>
                  <a:pt x="2604918" y="1961872"/>
                </a:cubicBezTo>
                <a:cubicBezTo>
                  <a:pt x="2604918" y="1976710"/>
                  <a:pt x="2620629" y="1965581"/>
                  <a:pt x="2620629" y="1973000"/>
                </a:cubicBezTo>
                <a:cubicBezTo>
                  <a:pt x="2542075" y="2010313"/>
                  <a:pt x="2437556" y="2025151"/>
                  <a:pt x="2343510" y="2055045"/>
                </a:cubicBezTo>
                <a:cubicBezTo>
                  <a:pt x="2254701" y="2088648"/>
                  <a:pt x="2144726" y="2110905"/>
                  <a:pt x="2050680" y="2144509"/>
                </a:cubicBezTo>
                <a:cubicBezTo>
                  <a:pt x="2014022" y="2133380"/>
                  <a:pt x="1987837" y="2137090"/>
                  <a:pt x="1972127" y="2163056"/>
                </a:cubicBezTo>
                <a:cubicBezTo>
                  <a:pt x="1867607" y="2204078"/>
                  <a:pt x="1762869" y="2230263"/>
                  <a:pt x="1668823" y="2278704"/>
                </a:cubicBezTo>
                <a:cubicBezTo>
                  <a:pt x="1658350" y="2252519"/>
                  <a:pt x="1731666" y="2252519"/>
                  <a:pt x="1747377" y="2230263"/>
                </a:cubicBezTo>
                <a:cubicBezTo>
                  <a:pt x="1757851" y="2230263"/>
                  <a:pt x="1763087" y="2230263"/>
                  <a:pt x="1773561" y="2230263"/>
                </a:cubicBezTo>
                <a:cubicBezTo>
                  <a:pt x="1799746" y="2204078"/>
                  <a:pt x="1852115" y="2192950"/>
                  <a:pt x="1883318" y="2166765"/>
                </a:cubicBezTo>
                <a:cubicBezTo>
                  <a:pt x="1804764" y="2166765"/>
                  <a:pt x="1752614" y="2233972"/>
                  <a:pt x="1684534" y="2241391"/>
                </a:cubicBezTo>
                <a:cubicBezTo>
                  <a:pt x="1679297" y="2241391"/>
                  <a:pt x="1684534" y="2245100"/>
                  <a:pt x="1679297" y="2248810"/>
                </a:cubicBezTo>
                <a:cubicBezTo>
                  <a:pt x="1605981" y="2259938"/>
                  <a:pt x="1564304" y="2293542"/>
                  <a:pt x="1506698" y="2316017"/>
                </a:cubicBezTo>
                <a:cubicBezTo>
                  <a:pt x="1522409" y="2297469"/>
                  <a:pt x="1553830" y="2282414"/>
                  <a:pt x="1553830" y="2256229"/>
                </a:cubicBezTo>
                <a:cubicBezTo>
                  <a:pt x="1532882" y="2256229"/>
                  <a:pt x="1532882" y="2263648"/>
                  <a:pt x="1517172" y="2259938"/>
                </a:cubicBezTo>
                <a:cubicBezTo>
                  <a:pt x="1511935" y="2252519"/>
                  <a:pt x="1517172" y="2248810"/>
                  <a:pt x="1522409" y="2245100"/>
                </a:cubicBezTo>
                <a:cubicBezTo>
                  <a:pt x="1480513" y="2241391"/>
                  <a:pt x="1480513" y="2259938"/>
                  <a:pt x="1475277" y="2274995"/>
                </a:cubicBezTo>
                <a:cubicBezTo>
                  <a:pt x="1464803" y="2286123"/>
                  <a:pt x="1464803" y="2267576"/>
                  <a:pt x="1443855" y="2271285"/>
                </a:cubicBezTo>
                <a:cubicBezTo>
                  <a:pt x="1438618" y="2256447"/>
                  <a:pt x="1454329" y="2256447"/>
                  <a:pt x="1454329" y="2245100"/>
                </a:cubicBezTo>
                <a:cubicBezTo>
                  <a:pt x="1417671" y="2245100"/>
                  <a:pt x="1365520" y="2263648"/>
                  <a:pt x="1344572" y="2282414"/>
                </a:cubicBezTo>
                <a:cubicBezTo>
                  <a:pt x="1297440" y="2282414"/>
                  <a:pt x="1271256" y="2330855"/>
                  <a:pt x="1234816" y="2316017"/>
                </a:cubicBezTo>
                <a:cubicBezTo>
                  <a:pt x="1261000" y="2278704"/>
                  <a:pt x="1318388" y="2267576"/>
                  <a:pt x="1349809" y="2237682"/>
                </a:cubicBezTo>
                <a:cubicBezTo>
                  <a:pt x="1334099" y="2241391"/>
                  <a:pt x="1266237" y="2245100"/>
                  <a:pt x="1266237" y="2271285"/>
                </a:cubicBezTo>
                <a:cubicBezTo>
                  <a:pt x="1229579" y="2267576"/>
                  <a:pt x="1208631" y="2293760"/>
                  <a:pt x="1177428" y="2304888"/>
                </a:cubicBezTo>
                <a:cubicBezTo>
                  <a:pt x="1182665" y="2282414"/>
                  <a:pt x="1245508" y="2267576"/>
                  <a:pt x="1261000" y="2241391"/>
                </a:cubicBezTo>
                <a:cubicBezTo>
                  <a:pt x="1213868" y="2241391"/>
                  <a:pt x="1187684" y="2256229"/>
                  <a:pt x="1146007" y="2256229"/>
                </a:cubicBezTo>
                <a:cubicBezTo>
                  <a:pt x="1140770" y="2252519"/>
                  <a:pt x="1130296" y="2248810"/>
                  <a:pt x="1140770" y="2241391"/>
                </a:cubicBezTo>
                <a:cubicBezTo>
                  <a:pt x="1114586" y="2237682"/>
                  <a:pt x="1114586" y="2248810"/>
                  <a:pt x="1093638" y="2245100"/>
                </a:cubicBezTo>
                <a:cubicBezTo>
                  <a:pt x="1130296" y="2230263"/>
                  <a:pt x="1172191" y="2218916"/>
                  <a:pt x="1203394" y="2196659"/>
                </a:cubicBezTo>
                <a:cubicBezTo>
                  <a:pt x="1187684" y="2189240"/>
                  <a:pt x="1177210" y="2163056"/>
                  <a:pt x="1203394" y="2159346"/>
                </a:cubicBezTo>
                <a:cubicBezTo>
                  <a:pt x="1213868" y="2166765"/>
                  <a:pt x="1198158" y="2174184"/>
                  <a:pt x="1208631" y="2177894"/>
                </a:cubicBezTo>
                <a:cubicBezTo>
                  <a:pt x="1255763" y="2159346"/>
                  <a:pt x="1302677" y="2133162"/>
                  <a:pt x="1313151" y="2099559"/>
                </a:cubicBezTo>
                <a:cubicBezTo>
                  <a:pt x="1245071" y="2110687"/>
                  <a:pt x="1182447" y="2155419"/>
                  <a:pt x="1109130" y="2174184"/>
                </a:cubicBezTo>
                <a:cubicBezTo>
                  <a:pt x="1124841" y="2163056"/>
                  <a:pt x="1135315" y="2151709"/>
                  <a:pt x="1151026" y="2140581"/>
                </a:cubicBezTo>
                <a:cubicBezTo>
                  <a:pt x="1009848" y="2189022"/>
                  <a:pt x="905328" y="2263648"/>
                  <a:pt x="758695" y="2312089"/>
                </a:cubicBezTo>
                <a:cubicBezTo>
                  <a:pt x="847504" y="2259938"/>
                  <a:pt x="952242" y="2218916"/>
                  <a:pt x="1035814" y="2155419"/>
                </a:cubicBezTo>
                <a:cubicBezTo>
                  <a:pt x="1041051" y="2155419"/>
                  <a:pt x="1046288" y="2162838"/>
                  <a:pt x="1051525" y="2159128"/>
                </a:cubicBezTo>
                <a:cubicBezTo>
                  <a:pt x="1077709" y="2136653"/>
                  <a:pt x="1135097" y="2132944"/>
                  <a:pt x="1150807" y="2099340"/>
                </a:cubicBezTo>
                <a:cubicBezTo>
                  <a:pt x="1150807" y="2095631"/>
                  <a:pt x="1145570" y="2095631"/>
                  <a:pt x="1145570" y="2091921"/>
                </a:cubicBezTo>
                <a:cubicBezTo>
                  <a:pt x="1103675" y="2103050"/>
                  <a:pt x="1072254" y="2121815"/>
                  <a:pt x="1041051" y="2136653"/>
                </a:cubicBezTo>
                <a:cubicBezTo>
                  <a:pt x="1025340" y="2132944"/>
                  <a:pt x="1051525" y="2125525"/>
                  <a:pt x="1051525" y="2118106"/>
                </a:cubicBezTo>
                <a:cubicBezTo>
                  <a:pt x="1035814" y="2118106"/>
                  <a:pt x="1025340" y="2125525"/>
                  <a:pt x="1014866" y="2129234"/>
                </a:cubicBezTo>
                <a:cubicBezTo>
                  <a:pt x="1020103" y="2140363"/>
                  <a:pt x="1025340" y="2136653"/>
                  <a:pt x="1014866" y="2147782"/>
                </a:cubicBezTo>
                <a:cubicBezTo>
                  <a:pt x="1004393" y="2140363"/>
                  <a:pt x="999156" y="2125307"/>
                  <a:pt x="972971" y="2121597"/>
                </a:cubicBezTo>
                <a:cubicBezTo>
                  <a:pt x="952024" y="2125307"/>
                  <a:pt x="972971" y="2140144"/>
                  <a:pt x="962497" y="2147782"/>
                </a:cubicBezTo>
                <a:cubicBezTo>
                  <a:pt x="941550" y="2140363"/>
                  <a:pt x="920602" y="2144072"/>
                  <a:pt x="925839" y="2136653"/>
                </a:cubicBezTo>
                <a:cubicBezTo>
                  <a:pt x="821319" y="2151491"/>
                  <a:pt x="753240" y="2200151"/>
                  <a:pt x="664431" y="2229826"/>
                </a:cubicBezTo>
                <a:cubicBezTo>
                  <a:pt x="674905" y="2211279"/>
                  <a:pt x="690615" y="2218698"/>
                  <a:pt x="706326" y="2207351"/>
                </a:cubicBezTo>
                <a:cubicBezTo>
                  <a:pt x="706326" y="2203642"/>
                  <a:pt x="701089" y="2199932"/>
                  <a:pt x="701089" y="2196223"/>
                </a:cubicBezTo>
                <a:cubicBezTo>
                  <a:pt x="633010" y="2222407"/>
                  <a:pt x="580859" y="2256011"/>
                  <a:pt x="507542" y="2274558"/>
                </a:cubicBezTo>
                <a:cubicBezTo>
                  <a:pt x="606825" y="2214770"/>
                  <a:pt x="706326" y="2192513"/>
                  <a:pt x="784661" y="2121597"/>
                </a:cubicBezTo>
                <a:cubicBezTo>
                  <a:pt x="789898" y="2136435"/>
                  <a:pt x="805609" y="2125307"/>
                  <a:pt x="816083" y="2117888"/>
                </a:cubicBezTo>
                <a:cubicBezTo>
                  <a:pt x="821319" y="2106759"/>
                  <a:pt x="805609" y="2125307"/>
                  <a:pt x="800372" y="2114178"/>
                </a:cubicBezTo>
                <a:cubicBezTo>
                  <a:pt x="821319" y="2091703"/>
                  <a:pt x="899655" y="2091703"/>
                  <a:pt x="889181" y="2065737"/>
                </a:cubicBezTo>
                <a:cubicBezTo>
                  <a:pt x="915365" y="2069446"/>
                  <a:pt x="967734" y="2043262"/>
                  <a:pt x="988464" y="2021005"/>
                </a:cubicBezTo>
                <a:cubicBezTo>
                  <a:pt x="983227" y="2009877"/>
                  <a:pt x="962279" y="2024715"/>
                  <a:pt x="957042" y="2017296"/>
                </a:cubicBezTo>
                <a:cubicBezTo>
                  <a:pt x="951805" y="2028424"/>
                  <a:pt x="936095" y="2032133"/>
                  <a:pt x="936095" y="2050899"/>
                </a:cubicBezTo>
                <a:cubicBezTo>
                  <a:pt x="925621" y="2047190"/>
                  <a:pt x="909910" y="2039771"/>
                  <a:pt x="915147" y="2058318"/>
                </a:cubicBezTo>
                <a:cubicBezTo>
                  <a:pt x="904673" y="2058318"/>
                  <a:pt x="909910" y="2035843"/>
                  <a:pt x="904673" y="2050899"/>
                </a:cubicBezTo>
                <a:cubicBezTo>
                  <a:pt x="878489" y="2050899"/>
                  <a:pt x="909910" y="2039771"/>
                  <a:pt x="909910" y="2036061"/>
                </a:cubicBezTo>
                <a:cubicBezTo>
                  <a:pt x="883726" y="2032352"/>
                  <a:pt x="878489" y="2039771"/>
                  <a:pt x="862778" y="2043480"/>
                </a:cubicBezTo>
                <a:cubicBezTo>
                  <a:pt x="862778" y="2054609"/>
                  <a:pt x="852304" y="2058318"/>
                  <a:pt x="873252" y="2062027"/>
                </a:cubicBezTo>
                <a:cubicBezTo>
                  <a:pt x="862778" y="2069446"/>
                  <a:pt x="852304" y="2073156"/>
                  <a:pt x="847068" y="2084502"/>
                </a:cubicBezTo>
                <a:cubicBezTo>
                  <a:pt x="841831" y="2084502"/>
                  <a:pt x="841831" y="2073374"/>
                  <a:pt x="826120" y="2077083"/>
                </a:cubicBezTo>
                <a:cubicBezTo>
                  <a:pt x="831357" y="2069665"/>
                  <a:pt x="841831" y="2065955"/>
                  <a:pt x="847068" y="2058536"/>
                </a:cubicBezTo>
                <a:cubicBezTo>
                  <a:pt x="758259" y="2054827"/>
                  <a:pt x="679705" y="2088430"/>
                  <a:pt x="611626" y="2110687"/>
                </a:cubicBezTo>
                <a:cubicBezTo>
                  <a:pt x="590678" y="2114396"/>
                  <a:pt x="590678" y="2103268"/>
                  <a:pt x="574967" y="2103268"/>
                </a:cubicBezTo>
                <a:cubicBezTo>
                  <a:pt x="726619" y="2065955"/>
                  <a:pt x="825902" y="2002458"/>
                  <a:pt x="967298" y="1969073"/>
                </a:cubicBezTo>
                <a:cubicBezTo>
                  <a:pt x="962061" y="1950525"/>
                  <a:pt x="967298" y="1946598"/>
                  <a:pt x="967298" y="1928050"/>
                </a:cubicBezTo>
                <a:cubicBezTo>
                  <a:pt x="946350" y="1935469"/>
                  <a:pt x="899218" y="1939179"/>
                  <a:pt x="904455" y="1950525"/>
                </a:cubicBezTo>
                <a:cubicBezTo>
                  <a:pt x="873034" y="1943106"/>
                  <a:pt x="815646" y="1965363"/>
                  <a:pt x="789462" y="1980419"/>
                </a:cubicBezTo>
                <a:cubicBezTo>
                  <a:pt x="737093" y="1965581"/>
                  <a:pt x="679705" y="2014023"/>
                  <a:pt x="627336" y="2006604"/>
                </a:cubicBezTo>
                <a:cubicBezTo>
                  <a:pt x="663994" y="1973000"/>
                  <a:pt x="747567" y="1973000"/>
                  <a:pt x="778988" y="1920849"/>
                </a:cubicBezTo>
                <a:cubicBezTo>
                  <a:pt x="742330" y="1931978"/>
                  <a:pt x="690179" y="1954453"/>
                  <a:pt x="632573" y="1969291"/>
                </a:cubicBezTo>
                <a:cubicBezTo>
                  <a:pt x="658758" y="1931978"/>
                  <a:pt x="716145" y="1913431"/>
                  <a:pt x="763277" y="1890956"/>
                </a:cubicBezTo>
                <a:cubicBezTo>
                  <a:pt x="768514" y="1879827"/>
                  <a:pt x="747567" y="1887246"/>
                  <a:pt x="737093" y="1887246"/>
                </a:cubicBezTo>
                <a:cubicBezTo>
                  <a:pt x="784225" y="1868699"/>
                  <a:pt x="867797" y="1849933"/>
                  <a:pt x="883508" y="1808911"/>
                </a:cubicBezTo>
                <a:cubicBezTo>
                  <a:pt x="873034" y="1805201"/>
                  <a:pt x="857323" y="1805201"/>
                  <a:pt x="867797" y="1794073"/>
                </a:cubicBezTo>
                <a:cubicBezTo>
                  <a:pt x="846849" y="1790363"/>
                  <a:pt x="841612" y="1820257"/>
                  <a:pt x="852086" y="1827676"/>
                </a:cubicBezTo>
                <a:cubicBezTo>
                  <a:pt x="825902" y="1820257"/>
                  <a:pt x="784007" y="1838805"/>
                  <a:pt x="763277" y="1853861"/>
                </a:cubicBezTo>
                <a:cubicBezTo>
                  <a:pt x="763277" y="1831386"/>
                  <a:pt x="831357" y="1831386"/>
                  <a:pt x="841831" y="1805420"/>
                </a:cubicBezTo>
                <a:cubicBezTo>
                  <a:pt x="841831" y="1798001"/>
                  <a:pt x="831357" y="1798001"/>
                  <a:pt x="836594" y="1786872"/>
                </a:cubicBezTo>
                <a:cubicBezTo>
                  <a:pt x="810409" y="1790582"/>
                  <a:pt x="778988" y="1794291"/>
                  <a:pt x="768514" y="1809347"/>
                </a:cubicBezTo>
                <a:cubicBezTo>
                  <a:pt x="758040" y="1809347"/>
                  <a:pt x="773751" y="1805638"/>
                  <a:pt x="763277" y="1798219"/>
                </a:cubicBezTo>
                <a:cubicBezTo>
                  <a:pt x="731856" y="1801928"/>
                  <a:pt x="721382" y="1816766"/>
                  <a:pt x="684724" y="1813057"/>
                </a:cubicBezTo>
                <a:cubicBezTo>
                  <a:pt x="705671" y="1798219"/>
                  <a:pt x="679487" y="1783163"/>
                  <a:pt x="674250" y="1764615"/>
                </a:cubicBezTo>
                <a:cubicBezTo>
                  <a:pt x="689961" y="1753487"/>
                  <a:pt x="731856" y="1764615"/>
                  <a:pt x="726619" y="1746068"/>
                </a:cubicBezTo>
                <a:cubicBezTo>
                  <a:pt x="810191" y="1734940"/>
                  <a:pt x="831139" y="1675152"/>
                  <a:pt x="920166" y="1664023"/>
                </a:cubicBezTo>
                <a:cubicBezTo>
                  <a:pt x="920166" y="1656604"/>
                  <a:pt x="920166" y="1652895"/>
                  <a:pt x="920166" y="1645476"/>
                </a:cubicBezTo>
                <a:cubicBezTo>
                  <a:pt x="899218" y="1641767"/>
                  <a:pt x="909692" y="1656604"/>
                  <a:pt x="893981" y="1652895"/>
                </a:cubicBezTo>
                <a:cubicBezTo>
                  <a:pt x="899218" y="1623001"/>
                  <a:pt x="925403" y="1630420"/>
                  <a:pt x="951587" y="1619292"/>
                </a:cubicBezTo>
                <a:cubicBezTo>
                  <a:pt x="951587" y="1626710"/>
                  <a:pt x="941113" y="1630420"/>
                  <a:pt x="962061" y="1626710"/>
                </a:cubicBezTo>
                <a:cubicBezTo>
                  <a:pt x="967298" y="1596817"/>
                  <a:pt x="1003956" y="1563213"/>
                  <a:pt x="1035378" y="1537247"/>
                </a:cubicBezTo>
                <a:cubicBezTo>
                  <a:pt x="915147" y="1559722"/>
                  <a:pt x="789680" y="1600744"/>
                  <a:pt x="684942" y="1641767"/>
                </a:cubicBezTo>
                <a:cubicBezTo>
                  <a:pt x="690179" y="1630638"/>
                  <a:pt x="658758" y="1638057"/>
                  <a:pt x="663994" y="1645476"/>
                </a:cubicBezTo>
                <a:cubicBezTo>
                  <a:pt x="648284" y="1619292"/>
                  <a:pt x="716363" y="1604454"/>
                  <a:pt x="737311" y="1604454"/>
                </a:cubicBezTo>
                <a:cubicBezTo>
                  <a:pt x="747785" y="1600744"/>
                  <a:pt x="732074" y="1593325"/>
                  <a:pt x="747785" y="1593325"/>
                </a:cubicBezTo>
                <a:cubicBezTo>
                  <a:pt x="742548" y="1585906"/>
                  <a:pt x="716363" y="1593325"/>
                  <a:pt x="711127" y="1585906"/>
                </a:cubicBezTo>
                <a:cubicBezTo>
                  <a:pt x="684942" y="1604454"/>
                  <a:pt x="653521" y="1623219"/>
                  <a:pt x="622317" y="1638057"/>
                </a:cubicBezTo>
                <a:cubicBezTo>
                  <a:pt x="611844" y="1623219"/>
                  <a:pt x="632791" y="1615582"/>
                  <a:pt x="617081" y="1597035"/>
                </a:cubicBezTo>
                <a:cubicBezTo>
                  <a:pt x="590896" y="1593325"/>
                  <a:pt x="617081" y="1611873"/>
                  <a:pt x="590896" y="1611873"/>
                </a:cubicBezTo>
                <a:cubicBezTo>
                  <a:pt x="564712" y="1611873"/>
                  <a:pt x="590896" y="1600744"/>
                  <a:pt x="575186" y="1597035"/>
                </a:cubicBezTo>
                <a:cubicBezTo>
                  <a:pt x="564712" y="1604454"/>
                  <a:pt x="575186" y="1611873"/>
                  <a:pt x="564712" y="1619510"/>
                </a:cubicBezTo>
                <a:cubicBezTo>
                  <a:pt x="549001" y="1615800"/>
                  <a:pt x="549001" y="1619510"/>
                  <a:pt x="538527" y="1612091"/>
                </a:cubicBezTo>
                <a:cubicBezTo>
                  <a:pt x="538527" y="1593543"/>
                  <a:pt x="559475" y="1585906"/>
                  <a:pt x="575186" y="1578487"/>
                </a:cubicBezTo>
                <a:cubicBezTo>
                  <a:pt x="575186" y="1571068"/>
                  <a:pt x="559475" y="1578487"/>
                  <a:pt x="549001" y="1574778"/>
                </a:cubicBezTo>
                <a:cubicBezTo>
                  <a:pt x="564712" y="1567359"/>
                  <a:pt x="575186" y="1556231"/>
                  <a:pt x="596133" y="1548594"/>
                </a:cubicBezTo>
                <a:cubicBezTo>
                  <a:pt x="596133" y="1541175"/>
                  <a:pt x="585659" y="1541175"/>
                  <a:pt x="590896" y="1530046"/>
                </a:cubicBezTo>
                <a:cubicBezTo>
                  <a:pt x="622317" y="1515208"/>
                  <a:pt x="721600" y="1515208"/>
                  <a:pt x="700653" y="1459130"/>
                </a:cubicBezTo>
                <a:cubicBezTo>
                  <a:pt x="737311" y="1459130"/>
                  <a:pt x="726837" y="1429236"/>
                  <a:pt x="758259" y="1429236"/>
                </a:cubicBezTo>
                <a:cubicBezTo>
                  <a:pt x="753022" y="1429236"/>
                  <a:pt x="753022" y="1432945"/>
                  <a:pt x="753022" y="1440364"/>
                </a:cubicBezTo>
                <a:cubicBezTo>
                  <a:pt x="763495" y="1440364"/>
                  <a:pt x="763495" y="1432945"/>
                  <a:pt x="773969" y="1436655"/>
                </a:cubicBezTo>
                <a:cubicBezTo>
                  <a:pt x="773969" y="1425526"/>
                  <a:pt x="768732" y="1418108"/>
                  <a:pt x="763495" y="1410470"/>
                </a:cubicBezTo>
                <a:cubicBezTo>
                  <a:pt x="732074" y="1410470"/>
                  <a:pt x="721600" y="1425308"/>
                  <a:pt x="700653" y="1432945"/>
                </a:cubicBezTo>
                <a:cubicBezTo>
                  <a:pt x="690179" y="1432945"/>
                  <a:pt x="695416" y="1421817"/>
                  <a:pt x="684942" y="1421817"/>
                </a:cubicBezTo>
                <a:cubicBezTo>
                  <a:pt x="554238" y="1451711"/>
                  <a:pt x="454737" y="1492733"/>
                  <a:pt x="350217" y="1544884"/>
                </a:cubicBezTo>
                <a:cubicBezTo>
                  <a:pt x="350217" y="1530046"/>
                  <a:pt x="350217" y="1507571"/>
                  <a:pt x="371165" y="1496443"/>
                </a:cubicBezTo>
                <a:cubicBezTo>
                  <a:pt x="360691" y="1485314"/>
                  <a:pt x="334507" y="1492733"/>
                  <a:pt x="324033" y="1496443"/>
                </a:cubicBezTo>
                <a:cubicBezTo>
                  <a:pt x="355454" y="1466549"/>
                  <a:pt x="386875" y="1462839"/>
                  <a:pt x="423316" y="1451711"/>
                </a:cubicBezTo>
                <a:cubicBezTo>
                  <a:pt x="454737" y="1384504"/>
                  <a:pt x="548783" y="1336063"/>
                  <a:pt x="653521" y="1302459"/>
                </a:cubicBezTo>
                <a:cubicBezTo>
                  <a:pt x="648284" y="1287622"/>
                  <a:pt x="663994" y="1276275"/>
                  <a:pt x="658758" y="1265147"/>
                </a:cubicBezTo>
                <a:cubicBezTo>
                  <a:pt x="627336" y="1276275"/>
                  <a:pt x="616862" y="1298750"/>
                  <a:pt x="590678" y="1309878"/>
                </a:cubicBezTo>
                <a:cubicBezTo>
                  <a:pt x="580204" y="1306169"/>
                  <a:pt x="601152" y="1298750"/>
                  <a:pt x="601152" y="1291331"/>
                </a:cubicBezTo>
                <a:cubicBezTo>
                  <a:pt x="517580" y="1295040"/>
                  <a:pt x="428552" y="1339772"/>
                  <a:pt x="324033" y="1369666"/>
                </a:cubicBezTo>
                <a:cubicBezTo>
                  <a:pt x="297848" y="1380795"/>
                  <a:pt x="250716" y="1410689"/>
                  <a:pt x="219513" y="1421817"/>
                </a:cubicBezTo>
                <a:cubicBezTo>
                  <a:pt x="214276" y="1421817"/>
                  <a:pt x="203802" y="1418108"/>
                  <a:pt x="198566" y="1421817"/>
                </a:cubicBezTo>
                <a:cubicBezTo>
                  <a:pt x="146197" y="1440364"/>
                  <a:pt x="104520" y="1466549"/>
                  <a:pt x="67861" y="1492733"/>
                </a:cubicBezTo>
                <a:cubicBezTo>
                  <a:pt x="67861" y="1470258"/>
                  <a:pt x="120230" y="1451711"/>
                  <a:pt x="146415" y="1432945"/>
                </a:cubicBezTo>
                <a:cubicBezTo>
                  <a:pt x="114993" y="1436655"/>
                  <a:pt x="94046" y="1447783"/>
                  <a:pt x="67861" y="1455420"/>
                </a:cubicBezTo>
                <a:cubicBezTo>
                  <a:pt x="109757" y="1414398"/>
                  <a:pt x="182855" y="1395633"/>
                  <a:pt x="235224" y="1362247"/>
                </a:cubicBezTo>
                <a:cubicBezTo>
                  <a:pt x="235224" y="1351119"/>
                  <a:pt x="240461" y="1339772"/>
                  <a:pt x="261408" y="1339772"/>
                </a:cubicBezTo>
                <a:cubicBezTo>
                  <a:pt x="266645" y="1350901"/>
                  <a:pt x="245698" y="1343482"/>
                  <a:pt x="250934" y="1354610"/>
                </a:cubicBezTo>
                <a:cubicBezTo>
                  <a:pt x="313777" y="1336063"/>
                  <a:pt x="381639" y="1313588"/>
                  <a:pt x="434008" y="1272566"/>
                </a:cubicBezTo>
                <a:cubicBezTo>
                  <a:pt x="449718" y="1276275"/>
                  <a:pt x="428771" y="1279984"/>
                  <a:pt x="428771" y="1283694"/>
                </a:cubicBezTo>
                <a:cubicBezTo>
                  <a:pt x="434008" y="1291113"/>
                  <a:pt x="449718" y="1279984"/>
                  <a:pt x="460192" y="1279984"/>
                </a:cubicBezTo>
                <a:cubicBezTo>
                  <a:pt x="454955" y="1265147"/>
                  <a:pt x="444481" y="1261437"/>
                  <a:pt x="460192" y="1246381"/>
                </a:cubicBezTo>
                <a:cubicBezTo>
                  <a:pt x="434008" y="1246381"/>
                  <a:pt x="418297" y="1261219"/>
                  <a:pt x="397349" y="1264928"/>
                </a:cubicBezTo>
                <a:cubicBezTo>
                  <a:pt x="418297" y="1264928"/>
                  <a:pt x="407823" y="1276057"/>
                  <a:pt x="397349" y="1287403"/>
                </a:cubicBezTo>
                <a:cubicBezTo>
                  <a:pt x="392112" y="1264928"/>
                  <a:pt x="376402" y="1294822"/>
                  <a:pt x="371165" y="1276275"/>
                </a:cubicBezTo>
                <a:cubicBezTo>
                  <a:pt x="339743" y="1287403"/>
                  <a:pt x="313559" y="1306169"/>
                  <a:pt x="282356" y="1317297"/>
                </a:cubicBezTo>
                <a:cubicBezTo>
                  <a:pt x="319014" y="1287403"/>
                  <a:pt x="371165" y="1250091"/>
                  <a:pt x="423534" y="1246381"/>
                </a:cubicBezTo>
                <a:cubicBezTo>
                  <a:pt x="449718" y="1231543"/>
                  <a:pt x="475903" y="1216487"/>
                  <a:pt x="486376" y="1190521"/>
                </a:cubicBezTo>
                <a:cubicBezTo>
                  <a:pt x="481140" y="1186811"/>
                  <a:pt x="449718" y="1190521"/>
                  <a:pt x="460192" y="1190521"/>
                </a:cubicBezTo>
                <a:cubicBezTo>
                  <a:pt x="287593" y="1227834"/>
                  <a:pt x="156889" y="1291331"/>
                  <a:pt x="0" y="1339772"/>
                </a:cubicBezTo>
                <a:cubicBezTo>
                  <a:pt x="94046" y="1283912"/>
                  <a:pt x="219731" y="1254018"/>
                  <a:pt x="313777" y="1197940"/>
                </a:cubicBezTo>
                <a:cubicBezTo>
                  <a:pt x="418297" y="1183102"/>
                  <a:pt x="475903" y="1156917"/>
                  <a:pt x="549219" y="1119605"/>
                </a:cubicBezTo>
                <a:cubicBezTo>
                  <a:pt x="554456" y="1123314"/>
                  <a:pt x="554456" y="1130733"/>
                  <a:pt x="564930" y="1123314"/>
                </a:cubicBezTo>
                <a:cubicBezTo>
                  <a:pt x="591114" y="1115895"/>
                  <a:pt x="570167" y="1097130"/>
                  <a:pt x="585877" y="1082292"/>
                </a:cubicBezTo>
                <a:cubicBezTo>
                  <a:pt x="596351" y="1086001"/>
                  <a:pt x="638246" y="1089711"/>
                  <a:pt x="633010" y="1071163"/>
                </a:cubicBezTo>
                <a:cubicBezTo>
                  <a:pt x="627773" y="1063744"/>
                  <a:pt x="627773" y="1071163"/>
                  <a:pt x="617299" y="1071163"/>
                </a:cubicBezTo>
                <a:cubicBezTo>
                  <a:pt x="627773" y="1063744"/>
                  <a:pt x="606825" y="1052616"/>
                  <a:pt x="633010" y="1052616"/>
                </a:cubicBezTo>
                <a:cubicBezTo>
                  <a:pt x="622536" y="1041488"/>
                  <a:pt x="606825" y="1056325"/>
                  <a:pt x="596351" y="1056325"/>
                </a:cubicBezTo>
                <a:cubicBezTo>
                  <a:pt x="606825" y="1048906"/>
                  <a:pt x="596351" y="1048906"/>
                  <a:pt x="591114" y="1041488"/>
                </a:cubicBezTo>
                <a:cubicBezTo>
                  <a:pt x="559693" y="1056325"/>
                  <a:pt x="523035" y="1060035"/>
                  <a:pt x="486595" y="1063963"/>
                </a:cubicBezTo>
                <a:cubicBezTo>
                  <a:pt x="491832" y="1049125"/>
                  <a:pt x="523253" y="1052834"/>
                  <a:pt x="544201" y="1045415"/>
                </a:cubicBezTo>
                <a:cubicBezTo>
                  <a:pt x="533727" y="1026868"/>
                  <a:pt x="554674" y="1030577"/>
                  <a:pt x="554674" y="1015521"/>
                </a:cubicBezTo>
                <a:cubicBezTo>
                  <a:pt x="554674" y="1008102"/>
                  <a:pt x="549437" y="1022940"/>
                  <a:pt x="538964" y="1015521"/>
                </a:cubicBezTo>
                <a:cubicBezTo>
                  <a:pt x="549437" y="1011812"/>
                  <a:pt x="549437" y="1000683"/>
                  <a:pt x="559911" y="996974"/>
                </a:cubicBezTo>
                <a:cubicBezTo>
                  <a:pt x="586096" y="1004393"/>
                  <a:pt x="575622" y="1000683"/>
                  <a:pt x="607043" y="996974"/>
                </a:cubicBezTo>
                <a:cubicBezTo>
                  <a:pt x="601806" y="982136"/>
                  <a:pt x="570385" y="989555"/>
                  <a:pt x="559911" y="974499"/>
                </a:cubicBezTo>
                <a:cubicBezTo>
                  <a:pt x="528490" y="978208"/>
                  <a:pt x="523253" y="985627"/>
                  <a:pt x="497068" y="985627"/>
                </a:cubicBezTo>
                <a:cubicBezTo>
                  <a:pt x="507542" y="963152"/>
                  <a:pt x="549437" y="974499"/>
                  <a:pt x="538964" y="952024"/>
                </a:cubicBezTo>
                <a:cubicBezTo>
                  <a:pt x="559911" y="955733"/>
                  <a:pt x="596569" y="944605"/>
                  <a:pt x="601806" y="925839"/>
                </a:cubicBezTo>
                <a:cubicBezTo>
                  <a:pt x="622754" y="925839"/>
                  <a:pt x="643702" y="922130"/>
                  <a:pt x="648938" y="903364"/>
                </a:cubicBezTo>
                <a:cubicBezTo>
                  <a:pt x="654175" y="914493"/>
                  <a:pt x="680360" y="903364"/>
                  <a:pt x="675123" y="892236"/>
                </a:cubicBezTo>
                <a:cubicBezTo>
                  <a:pt x="675123" y="884817"/>
                  <a:pt x="648938" y="895945"/>
                  <a:pt x="643702" y="903364"/>
                </a:cubicBezTo>
                <a:cubicBezTo>
                  <a:pt x="643702" y="888527"/>
                  <a:pt x="675123" y="869761"/>
                  <a:pt x="690834" y="869761"/>
                </a:cubicBezTo>
                <a:cubicBezTo>
                  <a:pt x="680360" y="854923"/>
                  <a:pt x="633228" y="869761"/>
                  <a:pt x="617517" y="877180"/>
                </a:cubicBezTo>
                <a:cubicBezTo>
                  <a:pt x="612280" y="892018"/>
                  <a:pt x="622754" y="899655"/>
                  <a:pt x="633228" y="907074"/>
                </a:cubicBezTo>
                <a:cubicBezTo>
                  <a:pt x="627991" y="910783"/>
                  <a:pt x="612280" y="914493"/>
                  <a:pt x="617517" y="903364"/>
                </a:cubicBezTo>
                <a:cubicBezTo>
                  <a:pt x="607043" y="903364"/>
                  <a:pt x="591333" y="903364"/>
                  <a:pt x="586096" y="910783"/>
                </a:cubicBezTo>
                <a:cubicBezTo>
                  <a:pt x="580859" y="910783"/>
                  <a:pt x="586096" y="903364"/>
                  <a:pt x="575622" y="903364"/>
                </a:cubicBezTo>
                <a:cubicBezTo>
                  <a:pt x="549437" y="907074"/>
                  <a:pt x="523253" y="914493"/>
                  <a:pt x="512779" y="933258"/>
                </a:cubicBezTo>
                <a:cubicBezTo>
                  <a:pt x="449936" y="925839"/>
                  <a:pt x="418733" y="966862"/>
                  <a:pt x="361127" y="970571"/>
                </a:cubicBezTo>
                <a:cubicBezTo>
                  <a:pt x="366364" y="959443"/>
                  <a:pt x="382075" y="955733"/>
                  <a:pt x="392549" y="944387"/>
                </a:cubicBezTo>
                <a:cubicBezTo>
                  <a:pt x="376838" y="933258"/>
                  <a:pt x="308977" y="944387"/>
                  <a:pt x="298503" y="966862"/>
                </a:cubicBezTo>
                <a:cubicBezTo>
                  <a:pt x="288029" y="966862"/>
                  <a:pt x="272318" y="966862"/>
                  <a:pt x="261845" y="966862"/>
                </a:cubicBezTo>
                <a:cubicBezTo>
                  <a:pt x="288029" y="948314"/>
                  <a:pt x="319451" y="936968"/>
                  <a:pt x="350654" y="925839"/>
                </a:cubicBezTo>
                <a:cubicBezTo>
                  <a:pt x="350654" y="918420"/>
                  <a:pt x="329706" y="936968"/>
                  <a:pt x="334943" y="918420"/>
                </a:cubicBezTo>
                <a:cubicBezTo>
                  <a:pt x="403023" y="907292"/>
                  <a:pt x="449936" y="881108"/>
                  <a:pt x="523253" y="862560"/>
                </a:cubicBezTo>
                <a:cubicBezTo>
                  <a:pt x="544201" y="844013"/>
                  <a:pt x="575622" y="814119"/>
                  <a:pt x="606825" y="814119"/>
                </a:cubicBezTo>
                <a:cubicBezTo>
                  <a:pt x="622536" y="814119"/>
                  <a:pt x="601588" y="795572"/>
                  <a:pt x="617299" y="799281"/>
                </a:cubicBezTo>
                <a:cubicBezTo>
                  <a:pt x="638246" y="799281"/>
                  <a:pt x="601588" y="814119"/>
                  <a:pt x="606825" y="829175"/>
                </a:cubicBezTo>
                <a:cubicBezTo>
                  <a:pt x="585877" y="821756"/>
                  <a:pt x="580641" y="851650"/>
                  <a:pt x="549219" y="844013"/>
                </a:cubicBezTo>
                <a:cubicBezTo>
                  <a:pt x="549219" y="847722"/>
                  <a:pt x="549219" y="855141"/>
                  <a:pt x="549219" y="858851"/>
                </a:cubicBezTo>
                <a:cubicBezTo>
                  <a:pt x="575404" y="858851"/>
                  <a:pt x="585877" y="844013"/>
                  <a:pt x="596351" y="836376"/>
                </a:cubicBezTo>
                <a:cubicBezTo>
                  <a:pt x="612062" y="843795"/>
                  <a:pt x="648720" y="840085"/>
                  <a:pt x="653957" y="825247"/>
                </a:cubicBezTo>
                <a:cubicBezTo>
                  <a:pt x="779424" y="795353"/>
                  <a:pt x="910128" y="769387"/>
                  <a:pt x="1030577" y="724437"/>
                </a:cubicBezTo>
                <a:cubicBezTo>
                  <a:pt x="1035814" y="728147"/>
                  <a:pt x="1056761" y="724437"/>
                  <a:pt x="1051525" y="713309"/>
                </a:cubicBezTo>
                <a:cubicBezTo>
                  <a:pt x="1077709" y="720728"/>
                  <a:pt x="1088183" y="705890"/>
                  <a:pt x="1088183" y="687124"/>
                </a:cubicBezTo>
                <a:cubicBezTo>
                  <a:pt x="1109130" y="683415"/>
                  <a:pt x="1130078" y="679705"/>
                  <a:pt x="1124841" y="657230"/>
                </a:cubicBezTo>
                <a:cubicBezTo>
                  <a:pt x="1140552" y="664649"/>
                  <a:pt x="1135315" y="660940"/>
                  <a:pt x="1135315" y="646102"/>
                </a:cubicBezTo>
                <a:cubicBezTo>
                  <a:pt x="1140552" y="642392"/>
                  <a:pt x="1151026" y="642392"/>
                  <a:pt x="1161499" y="646102"/>
                </a:cubicBezTo>
                <a:cubicBezTo>
                  <a:pt x="1171973" y="642392"/>
                  <a:pt x="1166736" y="623627"/>
                  <a:pt x="1177210" y="619917"/>
                </a:cubicBezTo>
                <a:cubicBezTo>
                  <a:pt x="1198158" y="623627"/>
                  <a:pt x="1171973" y="627336"/>
                  <a:pt x="1177210" y="631046"/>
                </a:cubicBezTo>
                <a:cubicBezTo>
                  <a:pt x="1177210" y="638465"/>
                  <a:pt x="1187684" y="623627"/>
                  <a:pt x="1198158" y="631046"/>
                </a:cubicBezTo>
                <a:cubicBezTo>
                  <a:pt x="1208631" y="616208"/>
                  <a:pt x="1198158" y="608571"/>
                  <a:pt x="1219105" y="601152"/>
                </a:cubicBezTo>
                <a:cubicBezTo>
                  <a:pt x="1198158" y="608571"/>
                  <a:pt x="1156262" y="608571"/>
                  <a:pt x="1151026" y="634755"/>
                </a:cubicBezTo>
                <a:cubicBezTo>
                  <a:pt x="1135315" y="638465"/>
                  <a:pt x="1135315" y="616208"/>
                  <a:pt x="1124841" y="631046"/>
                </a:cubicBezTo>
                <a:cubicBezTo>
                  <a:pt x="1140552" y="601152"/>
                  <a:pt x="1224124" y="593733"/>
                  <a:pt x="1250308" y="567548"/>
                </a:cubicBezTo>
                <a:cubicBezTo>
                  <a:pt x="1286967" y="567548"/>
                  <a:pt x="1313151" y="560130"/>
                  <a:pt x="1333880" y="545074"/>
                </a:cubicBezTo>
                <a:cubicBezTo>
                  <a:pt x="1271038" y="548783"/>
                  <a:pt x="1218887" y="578677"/>
                  <a:pt x="1156044" y="600934"/>
                </a:cubicBezTo>
                <a:cubicBezTo>
                  <a:pt x="1014866" y="649375"/>
                  <a:pt x="852741" y="682978"/>
                  <a:pt x="727274" y="739057"/>
                </a:cubicBezTo>
                <a:cubicBezTo>
                  <a:pt x="727274" y="750185"/>
                  <a:pt x="722037" y="757604"/>
                  <a:pt x="711563" y="765241"/>
                </a:cubicBezTo>
                <a:cubicBezTo>
                  <a:pt x="674905" y="761532"/>
                  <a:pt x="674905" y="783789"/>
                  <a:pt x="643483" y="787716"/>
                </a:cubicBezTo>
                <a:cubicBezTo>
                  <a:pt x="648720" y="765241"/>
                  <a:pt x="685378" y="765241"/>
                  <a:pt x="685378" y="739275"/>
                </a:cubicBezTo>
                <a:cubicBezTo>
                  <a:pt x="638246" y="746694"/>
                  <a:pt x="601806" y="772878"/>
                  <a:pt x="549437" y="769169"/>
                </a:cubicBezTo>
                <a:cubicBezTo>
                  <a:pt x="565148" y="758041"/>
                  <a:pt x="580859" y="746694"/>
                  <a:pt x="586096" y="728147"/>
                </a:cubicBezTo>
                <a:cubicBezTo>
                  <a:pt x="601806" y="735566"/>
                  <a:pt x="617517" y="713309"/>
                  <a:pt x="638465" y="701962"/>
                </a:cubicBezTo>
                <a:cubicBezTo>
                  <a:pt x="643702" y="701962"/>
                  <a:pt x="648938" y="705672"/>
                  <a:pt x="648938" y="716800"/>
                </a:cubicBezTo>
                <a:cubicBezTo>
                  <a:pt x="659412" y="713091"/>
                  <a:pt x="690834" y="705672"/>
                  <a:pt x="680360" y="701962"/>
                </a:cubicBezTo>
                <a:cubicBezTo>
                  <a:pt x="690834" y="694543"/>
                  <a:pt x="690834" y="709381"/>
                  <a:pt x="706544" y="701962"/>
                </a:cubicBezTo>
                <a:cubicBezTo>
                  <a:pt x="737966" y="660940"/>
                  <a:pt x="837248" y="657230"/>
                  <a:pt x="863433" y="627336"/>
                </a:cubicBezTo>
                <a:cubicBezTo>
                  <a:pt x="879144" y="627336"/>
                  <a:pt x="905328" y="631046"/>
                  <a:pt x="915802" y="612499"/>
                </a:cubicBezTo>
                <a:cubicBezTo>
                  <a:pt x="910565" y="608789"/>
                  <a:pt x="900091" y="608789"/>
                  <a:pt x="905328" y="601370"/>
                </a:cubicBezTo>
                <a:cubicBezTo>
                  <a:pt x="921039" y="590242"/>
                  <a:pt x="921039" y="616208"/>
                  <a:pt x="926276" y="593951"/>
                </a:cubicBezTo>
                <a:cubicBezTo>
                  <a:pt x="941986" y="593951"/>
                  <a:pt x="926276" y="601370"/>
                  <a:pt x="926276" y="608789"/>
                </a:cubicBezTo>
                <a:cubicBezTo>
                  <a:pt x="947223" y="605080"/>
                  <a:pt x="952460" y="593951"/>
                  <a:pt x="968171" y="590242"/>
                </a:cubicBezTo>
                <a:cubicBezTo>
                  <a:pt x="973408" y="579113"/>
                  <a:pt x="952460" y="586532"/>
                  <a:pt x="957697" y="575404"/>
                </a:cubicBezTo>
                <a:cubicBezTo>
                  <a:pt x="989118" y="564275"/>
                  <a:pt x="1004829" y="545510"/>
                  <a:pt x="1041269" y="538091"/>
                </a:cubicBezTo>
                <a:cubicBezTo>
                  <a:pt x="1041269" y="549219"/>
                  <a:pt x="1025558" y="545510"/>
                  <a:pt x="1025558" y="552929"/>
                </a:cubicBezTo>
                <a:cubicBezTo>
                  <a:pt x="1025558" y="560348"/>
                  <a:pt x="1041269" y="541800"/>
                  <a:pt x="1051743" y="556638"/>
                </a:cubicBezTo>
                <a:cubicBezTo>
                  <a:pt x="1056980" y="545510"/>
                  <a:pt x="1083164" y="549219"/>
                  <a:pt x="1077927" y="530454"/>
                </a:cubicBezTo>
                <a:cubicBezTo>
                  <a:pt x="1166736" y="515616"/>
                  <a:pt x="1208631" y="466956"/>
                  <a:pt x="1287185" y="444700"/>
                </a:cubicBezTo>
                <a:cubicBezTo>
                  <a:pt x="1281948" y="433571"/>
                  <a:pt x="1281948" y="426152"/>
                  <a:pt x="1271474" y="426152"/>
                </a:cubicBezTo>
                <a:cubicBezTo>
                  <a:pt x="1255763" y="448627"/>
                  <a:pt x="1203394" y="444700"/>
                  <a:pt x="1187902" y="470884"/>
                </a:cubicBezTo>
                <a:cubicBezTo>
                  <a:pt x="1166955" y="470884"/>
                  <a:pt x="1166955" y="470884"/>
                  <a:pt x="1140770" y="470884"/>
                </a:cubicBezTo>
                <a:cubicBezTo>
                  <a:pt x="1140770" y="463465"/>
                  <a:pt x="1156481" y="467175"/>
                  <a:pt x="1156481" y="456046"/>
                </a:cubicBezTo>
                <a:cubicBezTo>
                  <a:pt x="1161718" y="452337"/>
                  <a:pt x="1161718" y="456046"/>
                  <a:pt x="1172191" y="456046"/>
                </a:cubicBezTo>
                <a:cubicBezTo>
                  <a:pt x="1208850" y="426152"/>
                  <a:pt x="1287185" y="422443"/>
                  <a:pt x="1318606" y="385130"/>
                </a:cubicBezTo>
                <a:cubicBezTo>
                  <a:pt x="1381449" y="385130"/>
                  <a:pt x="1407415" y="355236"/>
                  <a:pt x="1454547" y="332979"/>
                </a:cubicBezTo>
                <a:cubicBezTo>
                  <a:pt x="1522627" y="303085"/>
                  <a:pt x="1616673" y="284538"/>
                  <a:pt x="1679515" y="262063"/>
                </a:cubicBezTo>
                <a:cubicBezTo>
                  <a:pt x="1684752" y="258353"/>
                  <a:pt x="1705700" y="265772"/>
                  <a:pt x="1695226" y="250935"/>
                </a:cubicBezTo>
                <a:cubicBezTo>
                  <a:pt x="1799746" y="228460"/>
                  <a:pt x="1888773" y="168890"/>
                  <a:pt x="1993293" y="135286"/>
                </a:cubicBezTo>
                <a:cubicBezTo>
                  <a:pt x="1998529" y="146415"/>
                  <a:pt x="1988056" y="146415"/>
                  <a:pt x="1988056" y="153834"/>
                </a:cubicBezTo>
                <a:cubicBezTo>
                  <a:pt x="1946161" y="142705"/>
                  <a:pt x="1956634" y="180018"/>
                  <a:pt x="1914739" y="180018"/>
                </a:cubicBezTo>
                <a:cubicBezTo>
                  <a:pt x="1899029" y="213622"/>
                  <a:pt x="1851896" y="224750"/>
                  <a:pt x="1810220" y="239806"/>
                </a:cubicBezTo>
                <a:cubicBezTo>
                  <a:pt x="1810220" y="243516"/>
                  <a:pt x="1810220" y="243516"/>
                  <a:pt x="1810220" y="247225"/>
                </a:cubicBezTo>
                <a:cubicBezTo>
                  <a:pt x="1815456" y="250935"/>
                  <a:pt x="1825930" y="250935"/>
                  <a:pt x="1831167" y="250935"/>
                </a:cubicBezTo>
                <a:cubicBezTo>
                  <a:pt x="1825930" y="232387"/>
                  <a:pt x="1867825" y="236097"/>
                  <a:pt x="1883536" y="221041"/>
                </a:cubicBezTo>
                <a:cubicBezTo>
                  <a:pt x="1899247" y="228460"/>
                  <a:pt x="1873062" y="232169"/>
                  <a:pt x="1873062" y="239588"/>
                </a:cubicBezTo>
                <a:cubicBezTo>
                  <a:pt x="1925431" y="239588"/>
                  <a:pt x="1951616" y="209694"/>
                  <a:pt x="2009003" y="202275"/>
                </a:cubicBezTo>
                <a:cubicBezTo>
                  <a:pt x="2009003" y="213403"/>
                  <a:pt x="2024714" y="213403"/>
                  <a:pt x="2029951" y="217113"/>
                </a:cubicBezTo>
                <a:cubicBezTo>
                  <a:pt x="2024714" y="224532"/>
                  <a:pt x="2003766" y="217113"/>
                  <a:pt x="2003766" y="224532"/>
                </a:cubicBezTo>
                <a:cubicBezTo>
                  <a:pt x="2003766" y="231951"/>
                  <a:pt x="2029951" y="224532"/>
                  <a:pt x="2040425" y="228241"/>
                </a:cubicBezTo>
                <a:cubicBezTo>
                  <a:pt x="2045661" y="224532"/>
                  <a:pt x="2056135" y="220822"/>
                  <a:pt x="2056135" y="209694"/>
                </a:cubicBezTo>
                <a:cubicBezTo>
                  <a:pt x="2077083" y="209694"/>
                  <a:pt x="2092794" y="213403"/>
                  <a:pt x="2103267" y="217113"/>
                </a:cubicBezTo>
                <a:cubicBezTo>
                  <a:pt x="2109595" y="212967"/>
                  <a:pt x="2130543" y="201839"/>
                  <a:pt x="2114832" y="198129"/>
                </a:cubicBezTo>
                <a:lnTo>
                  <a:pt x="2114832" y="198129"/>
                </a:lnTo>
                <a:close/>
                <a:moveTo>
                  <a:pt x="2658596" y="869543"/>
                </a:moveTo>
                <a:cubicBezTo>
                  <a:pt x="2653359" y="869543"/>
                  <a:pt x="2648122" y="869543"/>
                  <a:pt x="2642886" y="869543"/>
                </a:cubicBezTo>
                <a:cubicBezTo>
                  <a:pt x="2642886" y="873252"/>
                  <a:pt x="2642886" y="873252"/>
                  <a:pt x="2642886" y="876962"/>
                </a:cubicBezTo>
                <a:cubicBezTo>
                  <a:pt x="2648122" y="877180"/>
                  <a:pt x="2658596" y="877180"/>
                  <a:pt x="2658596" y="869543"/>
                </a:cubicBezTo>
                <a:lnTo>
                  <a:pt x="2658596" y="869543"/>
                </a:lnTo>
                <a:close/>
                <a:moveTo>
                  <a:pt x="2595972" y="903146"/>
                </a:moveTo>
                <a:cubicBezTo>
                  <a:pt x="2595972" y="899437"/>
                  <a:pt x="2606446" y="899437"/>
                  <a:pt x="2601209" y="892018"/>
                </a:cubicBezTo>
                <a:cubicBezTo>
                  <a:pt x="2595972" y="892018"/>
                  <a:pt x="2590735" y="892018"/>
                  <a:pt x="2585498" y="892018"/>
                </a:cubicBezTo>
                <a:cubicBezTo>
                  <a:pt x="2595972" y="899437"/>
                  <a:pt x="2575024" y="903146"/>
                  <a:pt x="2585498" y="903146"/>
                </a:cubicBezTo>
                <a:cubicBezTo>
                  <a:pt x="2585498" y="899437"/>
                  <a:pt x="2590735" y="903146"/>
                  <a:pt x="2595972" y="903146"/>
                </a:cubicBezTo>
                <a:lnTo>
                  <a:pt x="2595972" y="903146"/>
                </a:lnTo>
                <a:close/>
                <a:moveTo>
                  <a:pt x="592860" y="1100839"/>
                </a:moveTo>
                <a:cubicBezTo>
                  <a:pt x="592860" y="1089711"/>
                  <a:pt x="619044" y="1100839"/>
                  <a:pt x="613808" y="1086001"/>
                </a:cubicBezTo>
                <a:cubicBezTo>
                  <a:pt x="598097" y="1093420"/>
                  <a:pt x="582386" y="1089711"/>
                  <a:pt x="592860" y="1100839"/>
                </a:cubicBezTo>
                <a:lnTo>
                  <a:pt x="592860" y="1100839"/>
                </a:lnTo>
                <a:close/>
                <a:moveTo>
                  <a:pt x="561439" y="962934"/>
                </a:moveTo>
                <a:cubicBezTo>
                  <a:pt x="577149" y="962934"/>
                  <a:pt x="577149" y="951806"/>
                  <a:pt x="598097" y="955515"/>
                </a:cubicBezTo>
                <a:cubicBezTo>
                  <a:pt x="598097" y="951806"/>
                  <a:pt x="603334" y="948096"/>
                  <a:pt x="603334" y="944387"/>
                </a:cubicBezTo>
                <a:cubicBezTo>
                  <a:pt x="587623" y="947878"/>
                  <a:pt x="571912" y="951806"/>
                  <a:pt x="561439" y="962934"/>
                </a:cubicBezTo>
                <a:lnTo>
                  <a:pt x="561439" y="962934"/>
                </a:lnTo>
                <a:close/>
                <a:moveTo>
                  <a:pt x="2083411" y="310068"/>
                </a:moveTo>
                <a:cubicBezTo>
                  <a:pt x="2093885" y="310068"/>
                  <a:pt x="2088648" y="317487"/>
                  <a:pt x="2093885" y="321196"/>
                </a:cubicBezTo>
                <a:cubicBezTo>
                  <a:pt x="2120069" y="321196"/>
                  <a:pt x="2130543" y="310068"/>
                  <a:pt x="2135780" y="295012"/>
                </a:cubicBezTo>
                <a:cubicBezTo>
                  <a:pt x="2109595" y="295230"/>
                  <a:pt x="2099121" y="302649"/>
                  <a:pt x="2083411" y="310068"/>
                </a:cubicBezTo>
                <a:lnTo>
                  <a:pt x="2083411" y="310068"/>
                </a:lnTo>
                <a:close/>
                <a:moveTo>
                  <a:pt x="2297905" y="321196"/>
                </a:moveTo>
                <a:cubicBezTo>
                  <a:pt x="2303142" y="321196"/>
                  <a:pt x="2313616" y="321196"/>
                  <a:pt x="2313616" y="324906"/>
                </a:cubicBezTo>
                <a:cubicBezTo>
                  <a:pt x="2318853" y="317487"/>
                  <a:pt x="2329327" y="313777"/>
                  <a:pt x="2334564" y="306358"/>
                </a:cubicBezTo>
                <a:cubicBezTo>
                  <a:pt x="2318635" y="310068"/>
                  <a:pt x="2292669" y="306358"/>
                  <a:pt x="2297905" y="321196"/>
                </a:cubicBezTo>
                <a:lnTo>
                  <a:pt x="2297905" y="321196"/>
                </a:lnTo>
                <a:close/>
                <a:moveTo>
                  <a:pt x="2454794" y="343671"/>
                </a:moveTo>
                <a:cubicBezTo>
                  <a:pt x="2501926" y="347381"/>
                  <a:pt x="2548840" y="336252"/>
                  <a:pt x="2590735" y="328833"/>
                </a:cubicBezTo>
                <a:cubicBezTo>
                  <a:pt x="2585498" y="317705"/>
                  <a:pt x="2590735" y="317705"/>
                  <a:pt x="2595972" y="306358"/>
                </a:cubicBezTo>
                <a:cubicBezTo>
                  <a:pt x="2559314" y="321196"/>
                  <a:pt x="2491234" y="317487"/>
                  <a:pt x="2454794" y="343671"/>
                </a:cubicBezTo>
                <a:lnTo>
                  <a:pt x="2454794" y="343671"/>
                </a:lnTo>
                <a:close/>
                <a:moveTo>
                  <a:pt x="1827239" y="388403"/>
                </a:moveTo>
                <a:cubicBezTo>
                  <a:pt x="1827239" y="399531"/>
                  <a:pt x="1801055" y="406950"/>
                  <a:pt x="1822002" y="410878"/>
                </a:cubicBezTo>
                <a:cubicBezTo>
                  <a:pt x="1822002" y="396040"/>
                  <a:pt x="1858661" y="407169"/>
                  <a:pt x="1858661" y="392331"/>
                </a:cubicBezTo>
                <a:cubicBezTo>
                  <a:pt x="1853206" y="388403"/>
                  <a:pt x="1842732" y="388403"/>
                  <a:pt x="1827239" y="388403"/>
                </a:cubicBezTo>
                <a:lnTo>
                  <a:pt x="1827239" y="388403"/>
                </a:lnTo>
                <a:close/>
                <a:moveTo>
                  <a:pt x="1957944" y="358509"/>
                </a:moveTo>
                <a:cubicBezTo>
                  <a:pt x="1957944" y="362219"/>
                  <a:pt x="1963180" y="365928"/>
                  <a:pt x="1968417" y="365928"/>
                </a:cubicBezTo>
                <a:cubicBezTo>
                  <a:pt x="1978891" y="362219"/>
                  <a:pt x="1984128" y="351090"/>
                  <a:pt x="1989365" y="347381"/>
                </a:cubicBezTo>
                <a:cubicBezTo>
                  <a:pt x="2015549" y="351090"/>
                  <a:pt x="2052208" y="336252"/>
                  <a:pt x="2062681" y="321196"/>
                </a:cubicBezTo>
                <a:cubicBezTo>
                  <a:pt x="1989365" y="332325"/>
                  <a:pt x="1937214" y="365928"/>
                  <a:pt x="1863898" y="377056"/>
                </a:cubicBezTo>
                <a:cubicBezTo>
                  <a:pt x="1869135" y="388185"/>
                  <a:pt x="1848187" y="384475"/>
                  <a:pt x="1858661" y="391894"/>
                </a:cubicBezTo>
                <a:cubicBezTo>
                  <a:pt x="1900338" y="384694"/>
                  <a:pt x="1931759" y="373565"/>
                  <a:pt x="1957944" y="358509"/>
                </a:cubicBezTo>
                <a:lnTo>
                  <a:pt x="1957944" y="358509"/>
                </a:lnTo>
                <a:close/>
                <a:moveTo>
                  <a:pt x="2276958" y="392113"/>
                </a:moveTo>
                <a:cubicBezTo>
                  <a:pt x="2297905" y="392113"/>
                  <a:pt x="2318853" y="388403"/>
                  <a:pt x="2329327" y="377275"/>
                </a:cubicBezTo>
                <a:cubicBezTo>
                  <a:pt x="2329327" y="377275"/>
                  <a:pt x="2324090" y="377275"/>
                  <a:pt x="2324090" y="373565"/>
                </a:cubicBezTo>
                <a:cubicBezTo>
                  <a:pt x="2324090" y="373565"/>
                  <a:pt x="2318853" y="373565"/>
                  <a:pt x="2313616" y="373565"/>
                </a:cubicBezTo>
                <a:cubicBezTo>
                  <a:pt x="2318635" y="392113"/>
                  <a:pt x="2276958" y="380984"/>
                  <a:pt x="2276958" y="392113"/>
                </a:cubicBezTo>
                <a:lnTo>
                  <a:pt x="2276958" y="392113"/>
                </a:lnTo>
                <a:close/>
                <a:moveTo>
                  <a:pt x="1351337" y="410878"/>
                </a:moveTo>
                <a:cubicBezTo>
                  <a:pt x="1367047" y="410878"/>
                  <a:pt x="1377521" y="410878"/>
                  <a:pt x="1377521" y="399750"/>
                </a:cubicBezTo>
                <a:cubicBezTo>
                  <a:pt x="1366829" y="403241"/>
                  <a:pt x="1351337" y="399531"/>
                  <a:pt x="1351337" y="410878"/>
                </a:cubicBezTo>
                <a:lnTo>
                  <a:pt x="1351337" y="410878"/>
                </a:lnTo>
                <a:close/>
                <a:moveTo>
                  <a:pt x="1675588" y="448191"/>
                </a:moveTo>
                <a:cubicBezTo>
                  <a:pt x="1712246" y="440772"/>
                  <a:pt x="1764397" y="429644"/>
                  <a:pt x="1795818" y="410878"/>
                </a:cubicBezTo>
                <a:cubicBezTo>
                  <a:pt x="1748686" y="418297"/>
                  <a:pt x="1701554" y="425716"/>
                  <a:pt x="1675588" y="448191"/>
                </a:cubicBezTo>
                <a:lnTo>
                  <a:pt x="1675588" y="448191"/>
                </a:lnTo>
                <a:close/>
                <a:moveTo>
                  <a:pt x="2114832" y="444263"/>
                </a:moveTo>
                <a:cubicBezTo>
                  <a:pt x="2135780" y="440554"/>
                  <a:pt x="2151490" y="436844"/>
                  <a:pt x="2161964" y="425716"/>
                </a:cubicBezTo>
                <a:cubicBezTo>
                  <a:pt x="2146254" y="418297"/>
                  <a:pt x="2120069" y="429425"/>
                  <a:pt x="2114832" y="444263"/>
                </a:cubicBezTo>
                <a:lnTo>
                  <a:pt x="2114832" y="444263"/>
                </a:lnTo>
                <a:close/>
                <a:moveTo>
                  <a:pt x="1581324" y="470448"/>
                </a:moveTo>
                <a:cubicBezTo>
                  <a:pt x="1602271" y="466738"/>
                  <a:pt x="1638930" y="463029"/>
                  <a:pt x="1659877" y="451900"/>
                </a:cubicBezTo>
                <a:cubicBezTo>
                  <a:pt x="1633693" y="448191"/>
                  <a:pt x="1581324" y="459319"/>
                  <a:pt x="1581324" y="470448"/>
                </a:cubicBezTo>
                <a:lnTo>
                  <a:pt x="1581324" y="470448"/>
                </a:lnTo>
                <a:close/>
                <a:moveTo>
                  <a:pt x="1989365" y="477867"/>
                </a:moveTo>
                <a:cubicBezTo>
                  <a:pt x="2020786" y="481576"/>
                  <a:pt x="2057445" y="470448"/>
                  <a:pt x="2078174" y="455392"/>
                </a:cubicBezTo>
                <a:cubicBezTo>
                  <a:pt x="2046752" y="455610"/>
                  <a:pt x="1999621" y="459319"/>
                  <a:pt x="1989365" y="477867"/>
                </a:cubicBezTo>
                <a:lnTo>
                  <a:pt x="1989365" y="477867"/>
                </a:lnTo>
                <a:close/>
                <a:moveTo>
                  <a:pt x="1544665" y="481576"/>
                </a:moveTo>
                <a:cubicBezTo>
                  <a:pt x="1555139" y="481576"/>
                  <a:pt x="1555139" y="477867"/>
                  <a:pt x="1570850" y="477867"/>
                </a:cubicBezTo>
                <a:cubicBezTo>
                  <a:pt x="1570850" y="474157"/>
                  <a:pt x="1576087" y="470448"/>
                  <a:pt x="1565613" y="466738"/>
                </a:cubicBezTo>
                <a:cubicBezTo>
                  <a:pt x="1560376" y="474157"/>
                  <a:pt x="1544665" y="474157"/>
                  <a:pt x="1544665" y="481576"/>
                </a:cubicBezTo>
                <a:lnTo>
                  <a:pt x="1544665" y="481576"/>
                </a:lnTo>
                <a:close/>
                <a:moveTo>
                  <a:pt x="2637649" y="489213"/>
                </a:moveTo>
                <a:cubicBezTo>
                  <a:pt x="2653359" y="481794"/>
                  <a:pt x="2684781" y="478085"/>
                  <a:pt x="2700491" y="466738"/>
                </a:cubicBezTo>
                <a:cubicBezTo>
                  <a:pt x="2663833" y="470448"/>
                  <a:pt x="2627393" y="466738"/>
                  <a:pt x="2637649" y="489213"/>
                </a:cubicBezTo>
                <a:lnTo>
                  <a:pt x="2637649" y="489213"/>
                </a:lnTo>
                <a:close/>
                <a:moveTo>
                  <a:pt x="1440146" y="518889"/>
                </a:moveTo>
                <a:cubicBezTo>
                  <a:pt x="1466330" y="500342"/>
                  <a:pt x="1523718" y="504051"/>
                  <a:pt x="1539428" y="481576"/>
                </a:cubicBezTo>
                <a:cubicBezTo>
                  <a:pt x="1508225" y="492923"/>
                  <a:pt x="1445383" y="500342"/>
                  <a:pt x="1440146" y="518889"/>
                </a:cubicBezTo>
                <a:lnTo>
                  <a:pt x="1440146" y="518889"/>
                </a:lnTo>
                <a:close/>
                <a:moveTo>
                  <a:pt x="1717265" y="559911"/>
                </a:moveTo>
                <a:cubicBezTo>
                  <a:pt x="1790581" y="552492"/>
                  <a:pt x="1900338" y="515180"/>
                  <a:pt x="1973436" y="485286"/>
                </a:cubicBezTo>
                <a:cubicBezTo>
                  <a:pt x="1884627" y="500342"/>
                  <a:pt x="1785344" y="522598"/>
                  <a:pt x="1717265" y="559911"/>
                </a:cubicBezTo>
                <a:lnTo>
                  <a:pt x="1717265" y="559911"/>
                </a:lnTo>
                <a:close/>
                <a:moveTo>
                  <a:pt x="1361592" y="545074"/>
                </a:moveTo>
                <a:cubicBezTo>
                  <a:pt x="1377303" y="533945"/>
                  <a:pt x="1413961" y="537655"/>
                  <a:pt x="1429672" y="518889"/>
                </a:cubicBezTo>
                <a:cubicBezTo>
                  <a:pt x="1403487" y="526526"/>
                  <a:pt x="1366829" y="522598"/>
                  <a:pt x="1361592" y="545074"/>
                </a:cubicBezTo>
                <a:lnTo>
                  <a:pt x="1361592" y="545074"/>
                </a:lnTo>
                <a:close/>
                <a:moveTo>
                  <a:pt x="1633693" y="593515"/>
                </a:moveTo>
                <a:cubicBezTo>
                  <a:pt x="1665114" y="586096"/>
                  <a:pt x="1701772" y="582386"/>
                  <a:pt x="1717265" y="563621"/>
                </a:cubicBezTo>
                <a:cubicBezTo>
                  <a:pt x="1696317" y="552492"/>
                  <a:pt x="1644166" y="574967"/>
                  <a:pt x="1633693" y="593515"/>
                </a:cubicBezTo>
                <a:lnTo>
                  <a:pt x="1633693" y="593515"/>
                </a:lnTo>
                <a:close/>
                <a:moveTo>
                  <a:pt x="979954" y="582386"/>
                </a:moveTo>
                <a:cubicBezTo>
                  <a:pt x="995664" y="582386"/>
                  <a:pt x="1006138" y="582386"/>
                  <a:pt x="1006138" y="567548"/>
                </a:cubicBezTo>
                <a:cubicBezTo>
                  <a:pt x="990427" y="567548"/>
                  <a:pt x="979954" y="571258"/>
                  <a:pt x="979954" y="582386"/>
                </a:cubicBezTo>
                <a:lnTo>
                  <a:pt x="979954" y="582386"/>
                </a:lnTo>
                <a:close/>
                <a:moveTo>
                  <a:pt x="1555139" y="623409"/>
                </a:moveTo>
                <a:cubicBezTo>
                  <a:pt x="1581324" y="612280"/>
                  <a:pt x="1612745" y="608571"/>
                  <a:pt x="1628456" y="589805"/>
                </a:cubicBezTo>
                <a:cubicBezTo>
                  <a:pt x="1602271" y="601152"/>
                  <a:pt x="1565613" y="601152"/>
                  <a:pt x="1555139" y="623409"/>
                </a:cubicBezTo>
                <a:lnTo>
                  <a:pt x="1555139" y="623409"/>
                </a:lnTo>
                <a:close/>
                <a:moveTo>
                  <a:pt x="2611682" y="597224"/>
                </a:moveTo>
                <a:cubicBezTo>
                  <a:pt x="2616919" y="597224"/>
                  <a:pt x="2616919" y="600934"/>
                  <a:pt x="2611682" y="604643"/>
                </a:cubicBezTo>
                <a:cubicBezTo>
                  <a:pt x="2632630" y="604643"/>
                  <a:pt x="2653578" y="600934"/>
                  <a:pt x="2658814" y="589805"/>
                </a:cubicBezTo>
                <a:cubicBezTo>
                  <a:pt x="2637649" y="589805"/>
                  <a:pt x="2622156" y="589805"/>
                  <a:pt x="2611682" y="597224"/>
                </a:cubicBezTo>
                <a:lnTo>
                  <a:pt x="2611682" y="597224"/>
                </a:lnTo>
                <a:close/>
                <a:moveTo>
                  <a:pt x="2496471" y="608571"/>
                </a:moveTo>
                <a:cubicBezTo>
                  <a:pt x="2512182" y="608571"/>
                  <a:pt x="2527892" y="608571"/>
                  <a:pt x="2527892" y="601152"/>
                </a:cubicBezTo>
                <a:cubicBezTo>
                  <a:pt x="2512182" y="601152"/>
                  <a:pt x="2501708" y="601152"/>
                  <a:pt x="2496471" y="608571"/>
                </a:cubicBezTo>
                <a:lnTo>
                  <a:pt x="2496471" y="608571"/>
                </a:lnTo>
                <a:close/>
                <a:moveTo>
                  <a:pt x="1319915" y="757822"/>
                </a:moveTo>
                <a:cubicBezTo>
                  <a:pt x="1335626" y="746694"/>
                  <a:pt x="1372284" y="746694"/>
                  <a:pt x="1382758" y="731638"/>
                </a:cubicBezTo>
                <a:cubicBezTo>
                  <a:pt x="1361592" y="739057"/>
                  <a:pt x="1309442" y="742766"/>
                  <a:pt x="1319915" y="757822"/>
                </a:cubicBezTo>
                <a:lnTo>
                  <a:pt x="1319915" y="757822"/>
                </a:lnTo>
                <a:close/>
                <a:moveTo>
                  <a:pt x="1110658" y="828520"/>
                </a:moveTo>
                <a:cubicBezTo>
                  <a:pt x="1178737" y="806045"/>
                  <a:pt x="1246599" y="783789"/>
                  <a:pt x="1304205" y="757604"/>
                </a:cubicBezTo>
                <a:cubicBezTo>
                  <a:pt x="1230888" y="772660"/>
                  <a:pt x="1142079" y="795135"/>
                  <a:pt x="1110658" y="828520"/>
                </a:cubicBezTo>
                <a:lnTo>
                  <a:pt x="1110658" y="828520"/>
                </a:lnTo>
                <a:close/>
                <a:moveTo>
                  <a:pt x="770696" y="832230"/>
                </a:moveTo>
                <a:cubicBezTo>
                  <a:pt x="786407" y="828520"/>
                  <a:pt x="812591" y="832230"/>
                  <a:pt x="812591" y="813683"/>
                </a:cubicBezTo>
                <a:cubicBezTo>
                  <a:pt x="796881" y="821102"/>
                  <a:pt x="781170" y="824811"/>
                  <a:pt x="770696" y="832230"/>
                </a:cubicBezTo>
                <a:lnTo>
                  <a:pt x="770696" y="832230"/>
                </a:lnTo>
                <a:close/>
                <a:moveTo>
                  <a:pt x="1058289" y="847286"/>
                </a:moveTo>
                <a:cubicBezTo>
                  <a:pt x="1074000" y="847286"/>
                  <a:pt x="1079237" y="839867"/>
                  <a:pt x="1084473" y="832448"/>
                </a:cubicBezTo>
                <a:cubicBezTo>
                  <a:pt x="1068763" y="832230"/>
                  <a:pt x="1068763" y="839867"/>
                  <a:pt x="1058289" y="847286"/>
                </a:cubicBezTo>
                <a:lnTo>
                  <a:pt x="1058289" y="847286"/>
                </a:lnTo>
                <a:close/>
                <a:moveTo>
                  <a:pt x="2543603" y="858414"/>
                </a:moveTo>
                <a:cubicBezTo>
                  <a:pt x="2554077" y="862124"/>
                  <a:pt x="2533129" y="862124"/>
                  <a:pt x="2548840" y="869543"/>
                </a:cubicBezTo>
                <a:cubicBezTo>
                  <a:pt x="2575024" y="873252"/>
                  <a:pt x="2575024" y="850995"/>
                  <a:pt x="2595972" y="862124"/>
                </a:cubicBezTo>
                <a:cubicBezTo>
                  <a:pt x="2590735" y="850995"/>
                  <a:pt x="2611682" y="854705"/>
                  <a:pt x="2611682" y="847286"/>
                </a:cubicBezTo>
                <a:cubicBezTo>
                  <a:pt x="2590735" y="839867"/>
                  <a:pt x="2559314" y="850995"/>
                  <a:pt x="2543603" y="858414"/>
                </a:cubicBezTo>
                <a:lnTo>
                  <a:pt x="2543603" y="858414"/>
                </a:lnTo>
                <a:close/>
                <a:moveTo>
                  <a:pt x="713309" y="903146"/>
                </a:moveTo>
                <a:cubicBezTo>
                  <a:pt x="729019" y="903146"/>
                  <a:pt x="734256" y="899437"/>
                  <a:pt x="734256" y="892018"/>
                </a:cubicBezTo>
                <a:cubicBezTo>
                  <a:pt x="723564" y="892018"/>
                  <a:pt x="713309" y="892018"/>
                  <a:pt x="713309" y="903146"/>
                </a:cubicBezTo>
                <a:lnTo>
                  <a:pt x="713309" y="903146"/>
                </a:lnTo>
                <a:close/>
                <a:moveTo>
                  <a:pt x="770696" y="996537"/>
                </a:moveTo>
                <a:cubicBezTo>
                  <a:pt x="775933" y="1000247"/>
                  <a:pt x="796881" y="992828"/>
                  <a:pt x="807354" y="992828"/>
                </a:cubicBezTo>
                <a:cubicBezTo>
                  <a:pt x="812591" y="977990"/>
                  <a:pt x="838776" y="962934"/>
                  <a:pt x="864960" y="970353"/>
                </a:cubicBezTo>
                <a:cubicBezTo>
                  <a:pt x="880671" y="933040"/>
                  <a:pt x="948532" y="933040"/>
                  <a:pt x="964243" y="903146"/>
                </a:cubicBezTo>
                <a:cubicBezTo>
                  <a:pt x="885690" y="910783"/>
                  <a:pt x="817828" y="962934"/>
                  <a:pt x="770696" y="996537"/>
                </a:cubicBezTo>
                <a:lnTo>
                  <a:pt x="770696" y="996537"/>
                </a:lnTo>
                <a:close/>
                <a:moveTo>
                  <a:pt x="634755" y="936750"/>
                </a:moveTo>
                <a:cubicBezTo>
                  <a:pt x="655703" y="933040"/>
                  <a:pt x="681887" y="918202"/>
                  <a:pt x="676650" y="906856"/>
                </a:cubicBezTo>
                <a:cubicBezTo>
                  <a:pt x="666176" y="918202"/>
                  <a:pt x="639992" y="921912"/>
                  <a:pt x="634755" y="936750"/>
                </a:cubicBezTo>
                <a:lnTo>
                  <a:pt x="634755" y="936750"/>
                </a:lnTo>
                <a:close/>
                <a:moveTo>
                  <a:pt x="2601209" y="974062"/>
                </a:moveTo>
                <a:cubicBezTo>
                  <a:pt x="2622156" y="974062"/>
                  <a:pt x="2643104" y="974062"/>
                  <a:pt x="2653578" y="962934"/>
                </a:cubicBezTo>
                <a:cubicBezTo>
                  <a:pt x="2632630" y="962934"/>
                  <a:pt x="2643104" y="955515"/>
                  <a:pt x="2637867" y="948096"/>
                </a:cubicBezTo>
                <a:cubicBezTo>
                  <a:pt x="2622156" y="955515"/>
                  <a:pt x="2606446" y="959225"/>
                  <a:pt x="2601209" y="974062"/>
                </a:cubicBezTo>
                <a:lnTo>
                  <a:pt x="2601209" y="974062"/>
                </a:lnTo>
                <a:close/>
                <a:moveTo>
                  <a:pt x="676650" y="970353"/>
                </a:moveTo>
                <a:cubicBezTo>
                  <a:pt x="697598" y="970353"/>
                  <a:pt x="708072" y="962934"/>
                  <a:pt x="713309" y="955515"/>
                </a:cubicBezTo>
                <a:cubicBezTo>
                  <a:pt x="697598" y="959225"/>
                  <a:pt x="681887" y="959225"/>
                  <a:pt x="676650" y="970353"/>
                </a:cubicBezTo>
                <a:lnTo>
                  <a:pt x="676650" y="970353"/>
                </a:lnTo>
                <a:close/>
                <a:moveTo>
                  <a:pt x="660940" y="985191"/>
                </a:moveTo>
                <a:cubicBezTo>
                  <a:pt x="660940" y="977772"/>
                  <a:pt x="687124" y="974062"/>
                  <a:pt x="671413" y="966644"/>
                </a:cubicBezTo>
                <a:cubicBezTo>
                  <a:pt x="671413" y="974062"/>
                  <a:pt x="645229" y="977772"/>
                  <a:pt x="660940" y="985191"/>
                </a:cubicBezTo>
                <a:lnTo>
                  <a:pt x="660940" y="985191"/>
                </a:lnTo>
                <a:close/>
                <a:moveTo>
                  <a:pt x="619044" y="981481"/>
                </a:moveTo>
                <a:cubicBezTo>
                  <a:pt x="619044" y="985191"/>
                  <a:pt x="619044" y="992610"/>
                  <a:pt x="613808" y="992610"/>
                </a:cubicBezTo>
                <a:cubicBezTo>
                  <a:pt x="629518" y="996319"/>
                  <a:pt x="629518" y="985191"/>
                  <a:pt x="650466" y="988900"/>
                </a:cubicBezTo>
                <a:cubicBezTo>
                  <a:pt x="645229" y="974062"/>
                  <a:pt x="634755" y="981481"/>
                  <a:pt x="619044" y="981481"/>
                </a:cubicBezTo>
                <a:lnTo>
                  <a:pt x="619044" y="981481"/>
                </a:lnTo>
                <a:close/>
                <a:moveTo>
                  <a:pt x="2580261" y="989119"/>
                </a:moveTo>
                <a:cubicBezTo>
                  <a:pt x="2580261" y="992828"/>
                  <a:pt x="2580261" y="996537"/>
                  <a:pt x="2580261" y="1000247"/>
                </a:cubicBezTo>
                <a:cubicBezTo>
                  <a:pt x="2606446" y="1000247"/>
                  <a:pt x="2627393" y="996537"/>
                  <a:pt x="2632630" y="981700"/>
                </a:cubicBezTo>
                <a:cubicBezTo>
                  <a:pt x="2606446" y="974062"/>
                  <a:pt x="2601209" y="1000247"/>
                  <a:pt x="2580261" y="989119"/>
                </a:cubicBezTo>
                <a:lnTo>
                  <a:pt x="2580261" y="989119"/>
                </a:lnTo>
                <a:close/>
                <a:moveTo>
                  <a:pt x="807354" y="1007666"/>
                </a:moveTo>
                <a:cubicBezTo>
                  <a:pt x="812591" y="1000247"/>
                  <a:pt x="833539" y="1007666"/>
                  <a:pt x="828302" y="996537"/>
                </a:cubicBezTo>
                <a:cubicBezTo>
                  <a:pt x="817828" y="996537"/>
                  <a:pt x="796881" y="1003956"/>
                  <a:pt x="807354" y="1007666"/>
                </a:cubicBezTo>
                <a:lnTo>
                  <a:pt x="807354" y="1007666"/>
                </a:lnTo>
                <a:close/>
                <a:moveTo>
                  <a:pt x="671413" y="1030141"/>
                </a:moveTo>
                <a:cubicBezTo>
                  <a:pt x="676650" y="1030141"/>
                  <a:pt x="676650" y="1030141"/>
                  <a:pt x="681887" y="1030141"/>
                </a:cubicBezTo>
                <a:cubicBezTo>
                  <a:pt x="681887" y="1022722"/>
                  <a:pt x="681887" y="1019012"/>
                  <a:pt x="676650" y="1015303"/>
                </a:cubicBezTo>
                <a:cubicBezTo>
                  <a:pt x="671413" y="1022504"/>
                  <a:pt x="666176" y="1022504"/>
                  <a:pt x="671413" y="1030141"/>
                </a:cubicBezTo>
                <a:lnTo>
                  <a:pt x="671413" y="1030141"/>
                </a:lnTo>
                <a:close/>
                <a:moveTo>
                  <a:pt x="2601209" y="1112186"/>
                </a:moveTo>
                <a:cubicBezTo>
                  <a:pt x="2601209" y="1104767"/>
                  <a:pt x="2590735" y="1089711"/>
                  <a:pt x="2585498" y="1101057"/>
                </a:cubicBezTo>
                <a:cubicBezTo>
                  <a:pt x="2601209" y="1100839"/>
                  <a:pt x="2585498" y="1119605"/>
                  <a:pt x="2601209" y="1112186"/>
                </a:cubicBezTo>
                <a:lnTo>
                  <a:pt x="2601209" y="1112186"/>
                </a:lnTo>
                <a:close/>
                <a:moveTo>
                  <a:pt x="2742387" y="1130733"/>
                </a:moveTo>
                <a:cubicBezTo>
                  <a:pt x="2773808" y="1123314"/>
                  <a:pt x="2805229" y="1115895"/>
                  <a:pt x="2820940" y="1100839"/>
                </a:cubicBezTo>
                <a:cubicBezTo>
                  <a:pt x="2789519" y="1108476"/>
                  <a:pt x="2763334" y="1115895"/>
                  <a:pt x="2742387" y="1130733"/>
                </a:cubicBezTo>
                <a:lnTo>
                  <a:pt x="2742387" y="1130733"/>
                </a:lnTo>
                <a:close/>
                <a:moveTo>
                  <a:pt x="2564550" y="1115895"/>
                </a:moveTo>
                <a:cubicBezTo>
                  <a:pt x="2569787" y="1115895"/>
                  <a:pt x="2575024" y="1115895"/>
                  <a:pt x="2580261" y="1115895"/>
                </a:cubicBezTo>
                <a:cubicBezTo>
                  <a:pt x="2580261" y="1108476"/>
                  <a:pt x="2580261" y="1108476"/>
                  <a:pt x="2569787" y="1104767"/>
                </a:cubicBezTo>
                <a:cubicBezTo>
                  <a:pt x="2569787" y="1112186"/>
                  <a:pt x="2569787" y="1112186"/>
                  <a:pt x="2564550" y="1115895"/>
                </a:cubicBezTo>
                <a:lnTo>
                  <a:pt x="2564550" y="1115895"/>
                </a:lnTo>
                <a:close/>
                <a:moveTo>
                  <a:pt x="650466" y="1168046"/>
                </a:moveTo>
                <a:cubicBezTo>
                  <a:pt x="650466" y="1153208"/>
                  <a:pt x="666176" y="1149498"/>
                  <a:pt x="671413" y="1138152"/>
                </a:cubicBezTo>
                <a:cubicBezTo>
                  <a:pt x="645229" y="1138152"/>
                  <a:pt x="639992" y="1152990"/>
                  <a:pt x="619044" y="1160627"/>
                </a:cubicBezTo>
                <a:cubicBezTo>
                  <a:pt x="619044" y="1153208"/>
                  <a:pt x="624281" y="1149498"/>
                  <a:pt x="629518" y="1145789"/>
                </a:cubicBezTo>
                <a:cubicBezTo>
                  <a:pt x="587623" y="1142080"/>
                  <a:pt x="571912" y="1156917"/>
                  <a:pt x="545946" y="1168264"/>
                </a:cubicBezTo>
                <a:cubicBezTo>
                  <a:pt x="551183" y="1179392"/>
                  <a:pt x="509288" y="1186811"/>
                  <a:pt x="535472" y="1205577"/>
                </a:cubicBezTo>
                <a:cubicBezTo>
                  <a:pt x="551183" y="1205577"/>
                  <a:pt x="566894" y="1201867"/>
                  <a:pt x="566894" y="1190739"/>
                </a:cubicBezTo>
                <a:cubicBezTo>
                  <a:pt x="556420" y="1187030"/>
                  <a:pt x="545946" y="1198158"/>
                  <a:pt x="545946" y="1190739"/>
                </a:cubicBezTo>
                <a:cubicBezTo>
                  <a:pt x="556420" y="1187030"/>
                  <a:pt x="561657" y="1175901"/>
                  <a:pt x="577368" y="1172192"/>
                </a:cubicBezTo>
                <a:cubicBezTo>
                  <a:pt x="592860" y="1190521"/>
                  <a:pt x="624281" y="1164336"/>
                  <a:pt x="650466" y="1168046"/>
                </a:cubicBezTo>
                <a:lnTo>
                  <a:pt x="650466" y="1168046"/>
                </a:lnTo>
                <a:close/>
                <a:moveTo>
                  <a:pt x="598097" y="1186811"/>
                </a:moveTo>
                <a:cubicBezTo>
                  <a:pt x="592860" y="1179392"/>
                  <a:pt x="624281" y="1190521"/>
                  <a:pt x="619044" y="1179392"/>
                </a:cubicBezTo>
                <a:cubicBezTo>
                  <a:pt x="608571" y="1179174"/>
                  <a:pt x="582386" y="1183102"/>
                  <a:pt x="598097" y="1186811"/>
                </a:cubicBezTo>
                <a:lnTo>
                  <a:pt x="598097" y="1186811"/>
                </a:lnTo>
                <a:close/>
                <a:moveTo>
                  <a:pt x="2700491" y="1175465"/>
                </a:moveTo>
                <a:cubicBezTo>
                  <a:pt x="2705728" y="1190303"/>
                  <a:pt x="2690018" y="1186593"/>
                  <a:pt x="2690018" y="1197940"/>
                </a:cubicBezTo>
                <a:cubicBezTo>
                  <a:pt x="2716202" y="1205359"/>
                  <a:pt x="2721439" y="1183102"/>
                  <a:pt x="2747624" y="1179392"/>
                </a:cubicBezTo>
                <a:cubicBezTo>
                  <a:pt x="2747624" y="1179392"/>
                  <a:pt x="2747624" y="1175683"/>
                  <a:pt x="2747624" y="1171974"/>
                </a:cubicBezTo>
                <a:cubicBezTo>
                  <a:pt x="2742387" y="1171974"/>
                  <a:pt x="2742387" y="1171974"/>
                  <a:pt x="2737150" y="1171974"/>
                </a:cubicBezTo>
                <a:cubicBezTo>
                  <a:pt x="2731913" y="1183102"/>
                  <a:pt x="2726676" y="1175465"/>
                  <a:pt x="2700491" y="1175465"/>
                </a:cubicBezTo>
                <a:lnTo>
                  <a:pt x="2700491" y="1175465"/>
                </a:lnTo>
                <a:close/>
                <a:moveTo>
                  <a:pt x="2810248" y="1220197"/>
                </a:moveTo>
                <a:cubicBezTo>
                  <a:pt x="2810248" y="1209068"/>
                  <a:pt x="2825959" y="1216487"/>
                  <a:pt x="2836432" y="1216487"/>
                </a:cubicBezTo>
                <a:cubicBezTo>
                  <a:pt x="2841669" y="1197940"/>
                  <a:pt x="2878328" y="1201649"/>
                  <a:pt x="2888801" y="1182884"/>
                </a:cubicBezTo>
                <a:cubicBezTo>
                  <a:pt x="2867854" y="1179174"/>
                  <a:pt x="2857380" y="1194012"/>
                  <a:pt x="2841669" y="1182884"/>
                </a:cubicBezTo>
                <a:cubicBezTo>
                  <a:pt x="2836432" y="1197940"/>
                  <a:pt x="2799774" y="1209068"/>
                  <a:pt x="2810248" y="1220197"/>
                </a:cubicBezTo>
                <a:lnTo>
                  <a:pt x="2810248" y="1220197"/>
                </a:lnTo>
                <a:close/>
                <a:moveTo>
                  <a:pt x="2595972" y="1209068"/>
                </a:moveTo>
                <a:cubicBezTo>
                  <a:pt x="2616919" y="1209068"/>
                  <a:pt x="2637867" y="1209068"/>
                  <a:pt x="2637867" y="1194230"/>
                </a:cubicBezTo>
                <a:cubicBezTo>
                  <a:pt x="2616919" y="1197940"/>
                  <a:pt x="2606446" y="1201649"/>
                  <a:pt x="2595972" y="1209068"/>
                </a:cubicBezTo>
                <a:lnTo>
                  <a:pt x="2595972" y="1209068"/>
                </a:lnTo>
                <a:close/>
                <a:moveTo>
                  <a:pt x="2684781" y="1231543"/>
                </a:moveTo>
                <a:cubicBezTo>
                  <a:pt x="2669070" y="1220415"/>
                  <a:pt x="2684781" y="1220415"/>
                  <a:pt x="2684781" y="1197940"/>
                </a:cubicBezTo>
                <a:cubicBezTo>
                  <a:pt x="2648122" y="1209068"/>
                  <a:pt x="2616701" y="1216487"/>
                  <a:pt x="2595972" y="1235253"/>
                </a:cubicBezTo>
                <a:cubicBezTo>
                  <a:pt x="2632412" y="1250091"/>
                  <a:pt x="2658596" y="1212778"/>
                  <a:pt x="2684781" y="1231543"/>
                </a:cubicBezTo>
                <a:lnTo>
                  <a:pt x="2684781" y="1231543"/>
                </a:lnTo>
                <a:close/>
                <a:moveTo>
                  <a:pt x="493577" y="1246381"/>
                </a:moveTo>
                <a:cubicBezTo>
                  <a:pt x="519762" y="1235253"/>
                  <a:pt x="551183" y="1235253"/>
                  <a:pt x="556420" y="1220197"/>
                </a:cubicBezTo>
                <a:cubicBezTo>
                  <a:pt x="530235" y="1223906"/>
                  <a:pt x="514525" y="1235034"/>
                  <a:pt x="483103" y="1235034"/>
                </a:cubicBezTo>
                <a:cubicBezTo>
                  <a:pt x="472630" y="1246163"/>
                  <a:pt x="456919" y="1257509"/>
                  <a:pt x="467393" y="1272347"/>
                </a:cubicBezTo>
                <a:cubicBezTo>
                  <a:pt x="535472" y="1257509"/>
                  <a:pt x="592860" y="1238744"/>
                  <a:pt x="650466" y="1216487"/>
                </a:cubicBezTo>
                <a:cubicBezTo>
                  <a:pt x="592860" y="1220197"/>
                  <a:pt x="545946" y="1250091"/>
                  <a:pt x="493577" y="1246381"/>
                </a:cubicBezTo>
                <a:lnTo>
                  <a:pt x="493577" y="1246381"/>
                </a:lnTo>
                <a:close/>
                <a:moveTo>
                  <a:pt x="2527892" y="1253800"/>
                </a:moveTo>
                <a:cubicBezTo>
                  <a:pt x="2527892" y="1246381"/>
                  <a:pt x="2548840" y="1235253"/>
                  <a:pt x="2538366" y="1227616"/>
                </a:cubicBezTo>
                <a:cubicBezTo>
                  <a:pt x="2533129" y="1231543"/>
                  <a:pt x="2512182" y="1242672"/>
                  <a:pt x="2527892" y="1253800"/>
                </a:cubicBezTo>
                <a:lnTo>
                  <a:pt x="2527892" y="1253800"/>
                </a:lnTo>
                <a:close/>
                <a:moveTo>
                  <a:pt x="708072" y="1324716"/>
                </a:moveTo>
                <a:cubicBezTo>
                  <a:pt x="708072" y="1313588"/>
                  <a:pt x="734256" y="1321007"/>
                  <a:pt x="729019" y="1306169"/>
                </a:cubicBezTo>
                <a:cubicBezTo>
                  <a:pt x="718545" y="1302459"/>
                  <a:pt x="713309" y="1317297"/>
                  <a:pt x="713309" y="1302459"/>
                </a:cubicBezTo>
                <a:cubicBezTo>
                  <a:pt x="681887" y="1309878"/>
                  <a:pt x="687124" y="1328644"/>
                  <a:pt x="650466" y="1328644"/>
                </a:cubicBezTo>
                <a:cubicBezTo>
                  <a:pt x="645229" y="1339772"/>
                  <a:pt x="660940" y="1339772"/>
                  <a:pt x="676650" y="1339772"/>
                </a:cubicBezTo>
                <a:cubicBezTo>
                  <a:pt x="681887" y="1324716"/>
                  <a:pt x="713309" y="1302459"/>
                  <a:pt x="708072" y="1324716"/>
                </a:cubicBezTo>
                <a:lnTo>
                  <a:pt x="708072" y="1324716"/>
                </a:lnTo>
                <a:close/>
                <a:moveTo>
                  <a:pt x="603334" y="1354610"/>
                </a:moveTo>
                <a:cubicBezTo>
                  <a:pt x="619044" y="1354610"/>
                  <a:pt x="655703" y="1343482"/>
                  <a:pt x="639992" y="1332135"/>
                </a:cubicBezTo>
                <a:cubicBezTo>
                  <a:pt x="634755" y="1343482"/>
                  <a:pt x="608571" y="1339772"/>
                  <a:pt x="603334" y="1354610"/>
                </a:cubicBezTo>
                <a:lnTo>
                  <a:pt x="603334" y="1354610"/>
                </a:lnTo>
                <a:close/>
                <a:moveTo>
                  <a:pt x="551183" y="1388214"/>
                </a:moveTo>
                <a:cubicBezTo>
                  <a:pt x="566894" y="1391923"/>
                  <a:pt x="582604" y="1380795"/>
                  <a:pt x="598315" y="1373376"/>
                </a:cubicBezTo>
                <a:cubicBezTo>
                  <a:pt x="598315" y="1365957"/>
                  <a:pt x="587841" y="1358538"/>
                  <a:pt x="598315" y="1350901"/>
                </a:cubicBezTo>
                <a:cubicBezTo>
                  <a:pt x="571912" y="1354610"/>
                  <a:pt x="545946" y="1377085"/>
                  <a:pt x="551183" y="1388214"/>
                </a:cubicBezTo>
                <a:lnTo>
                  <a:pt x="551183" y="1388214"/>
                </a:lnTo>
                <a:close/>
                <a:moveTo>
                  <a:pt x="964243" y="1369448"/>
                </a:moveTo>
                <a:cubicBezTo>
                  <a:pt x="943295" y="1369448"/>
                  <a:pt x="953769" y="1362029"/>
                  <a:pt x="964243" y="1354610"/>
                </a:cubicBezTo>
                <a:cubicBezTo>
                  <a:pt x="959006" y="1350901"/>
                  <a:pt x="943295" y="1350901"/>
                  <a:pt x="932822" y="1354610"/>
                </a:cubicBezTo>
                <a:cubicBezTo>
                  <a:pt x="948532" y="1369448"/>
                  <a:pt x="932822" y="1373157"/>
                  <a:pt x="917111" y="1373157"/>
                </a:cubicBezTo>
                <a:cubicBezTo>
                  <a:pt x="917111" y="1380576"/>
                  <a:pt x="917111" y="1384286"/>
                  <a:pt x="917111" y="1387995"/>
                </a:cubicBezTo>
                <a:cubicBezTo>
                  <a:pt x="953769" y="1384504"/>
                  <a:pt x="938059" y="1377085"/>
                  <a:pt x="964243" y="1369448"/>
                </a:cubicBezTo>
                <a:lnTo>
                  <a:pt x="964243" y="1369448"/>
                </a:lnTo>
                <a:close/>
                <a:moveTo>
                  <a:pt x="828302" y="1451493"/>
                </a:moveTo>
                <a:cubicBezTo>
                  <a:pt x="838776" y="1455202"/>
                  <a:pt x="838776" y="1462621"/>
                  <a:pt x="854486" y="1458912"/>
                </a:cubicBezTo>
                <a:cubicBezTo>
                  <a:pt x="885908" y="1429018"/>
                  <a:pt x="964243" y="1414180"/>
                  <a:pt x="1006138" y="1380576"/>
                </a:cubicBezTo>
                <a:cubicBezTo>
                  <a:pt x="943295" y="1399342"/>
                  <a:pt x="849250" y="1399342"/>
                  <a:pt x="828302" y="1451493"/>
                </a:cubicBezTo>
                <a:lnTo>
                  <a:pt x="828302" y="1451493"/>
                </a:lnTo>
                <a:close/>
                <a:moveTo>
                  <a:pt x="2920223" y="1414398"/>
                </a:moveTo>
                <a:cubicBezTo>
                  <a:pt x="2914986" y="1425526"/>
                  <a:pt x="2899275" y="1429236"/>
                  <a:pt x="2894038" y="1440583"/>
                </a:cubicBezTo>
                <a:cubicBezTo>
                  <a:pt x="2904512" y="1466767"/>
                  <a:pt x="2930696" y="1440583"/>
                  <a:pt x="2951644" y="1440583"/>
                </a:cubicBezTo>
                <a:cubicBezTo>
                  <a:pt x="2962118" y="1433164"/>
                  <a:pt x="2951644" y="1433164"/>
                  <a:pt x="2956881" y="1422035"/>
                </a:cubicBezTo>
                <a:cubicBezTo>
                  <a:pt x="2988302" y="1422035"/>
                  <a:pt x="2988302" y="1395851"/>
                  <a:pt x="3009250" y="1388432"/>
                </a:cubicBezTo>
                <a:cubicBezTo>
                  <a:pt x="3004013" y="1384722"/>
                  <a:pt x="2983065" y="1384722"/>
                  <a:pt x="2967355" y="1384722"/>
                </a:cubicBezTo>
                <a:cubicBezTo>
                  <a:pt x="2982847" y="1410470"/>
                  <a:pt x="2951426" y="1414398"/>
                  <a:pt x="2920223" y="1414398"/>
                </a:cubicBezTo>
                <a:lnTo>
                  <a:pt x="2920223" y="1414398"/>
                </a:lnTo>
                <a:close/>
                <a:moveTo>
                  <a:pt x="2899275" y="1391923"/>
                </a:moveTo>
                <a:cubicBezTo>
                  <a:pt x="2888801" y="1395633"/>
                  <a:pt x="2956881" y="1399342"/>
                  <a:pt x="2951644" y="1388214"/>
                </a:cubicBezTo>
                <a:cubicBezTo>
                  <a:pt x="2935933" y="1388214"/>
                  <a:pt x="2909749" y="1384504"/>
                  <a:pt x="2899275" y="1391923"/>
                </a:cubicBezTo>
                <a:lnTo>
                  <a:pt x="2899275" y="1391923"/>
                </a:lnTo>
                <a:close/>
                <a:moveTo>
                  <a:pt x="2758097" y="1418108"/>
                </a:moveTo>
                <a:cubicBezTo>
                  <a:pt x="2742387" y="1429236"/>
                  <a:pt x="2768571" y="1418108"/>
                  <a:pt x="2773808" y="1429236"/>
                </a:cubicBezTo>
                <a:cubicBezTo>
                  <a:pt x="2773808" y="1432945"/>
                  <a:pt x="2773808" y="1436655"/>
                  <a:pt x="2773808" y="1440364"/>
                </a:cubicBezTo>
                <a:cubicBezTo>
                  <a:pt x="2721439" y="1444074"/>
                  <a:pt x="2705728" y="1473968"/>
                  <a:pt x="2669288" y="1473968"/>
                </a:cubicBezTo>
                <a:cubicBezTo>
                  <a:pt x="2679762" y="1477677"/>
                  <a:pt x="2721657" y="1496443"/>
                  <a:pt x="2705946" y="1496443"/>
                </a:cubicBezTo>
                <a:cubicBezTo>
                  <a:pt x="2711183" y="1496443"/>
                  <a:pt x="2726894" y="1481605"/>
                  <a:pt x="2726894" y="1481605"/>
                </a:cubicBezTo>
                <a:cubicBezTo>
                  <a:pt x="2732131" y="1477895"/>
                  <a:pt x="2753079" y="1485314"/>
                  <a:pt x="2758315" y="1481605"/>
                </a:cubicBezTo>
                <a:cubicBezTo>
                  <a:pt x="2774026" y="1474186"/>
                  <a:pt x="2784500" y="1455420"/>
                  <a:pt x="2815921" y="1459130"/>
                </a:cubicBezTo>
                <a:cubicBezTo>
                  <a:pt x="2815921" y="1466549"/>
                  <a:pt x="2810684" y="1466549"/>
                  <a:pt x="2810684" y="1470258"/>
                </a:cubicBezTo>
                <a:cubicBezTo>
                  <a:pt x="2826395" y="1473968"/>
                  <a:pt x="2826395" y="1466549"/>
                  <a:pt x="2836869" y="1466549"/>
                </a:cubicBezTo>
                <a:cubicBezTo>
                  <a:pt x="2831632" y="1444074"/>
                  <a:pt x="2863053" y="1440364"/>
                  <a:pt x="2878764" y="1425526"/>
                </a:cubicBezTo>
                <a:cubicBezTo>
                  <a:pt x="2842106" y="1429236"/>
                  <a:pt x="2800211" y="1440364"/>
                  <a:pt x="2784718" y="1418108"/>
                </a:cubicBezTo>
                <a:cubicBezTo>
                  <a:pt x="2795192" y="1410689"/>
                  <a:pt x="2810903" y="1399560"/>
                  <a:pt x="2805666" y="1391923"/>
                </a:cubicBezTo>
                <a:cubicBezTo>
                  <a:pt x="2716857" y="1410470"/>
                  <a:pt x="2638303" y="1421817"/>
                  <a:pt x="2565205" y="1455420"/>
                </a:cubicBezTo>
                <a:cubicBezTo>
                  <a:pt x="2622156" y="1447783"/>
                  <a:pt x="2705728" y="1410470"/>
                  <a:pt x="2758097" y="1418108"/>
                </a:cubicBezTo>
                <a:lnTo>
                  <a:pt x="2758097" y="1418108"/>
                </a:lnTo>
                <a:close/>
                <a:moveTo>
                  <a:pt x="2841669" y="1406761"/>
                </a:moveTo>
                <a:cubicBezTo>
                  <a:pt x="2857380" y="1406761"/>
                  <a:pt x="2867854" y="1406761"/>
                  <a:pt x="2873091" y="1399342"/>
                </a:cubicBezTo>
                <a:cubicBezTo>
                  <a:pt x="2862617" y="1399342"/>
                  <a:pt x="2846906" y="1399342"/>
                  <a:pt x="2841669" y="1406761"/>
                </a:cubicBezTo>
                <a:lnTo>
                  <a:pt x="2841669" y="1406761"/>
                </a:lnTo>
                <a:close/>
                <a:moveTo>
                  <a:pt x="456919" y="1436655"/>
                </a:moveTo>
                <a:cubicBezTo>
                  <a:pt x="467393" y="1432945"/>
                  <a:pt x="493577" y="1421817"/>
                  <a:pt x="477867" y="1410470"/>
                </a:cubicBezTo>
                <a:cubicBezTo>
                  <a:pt x="477867" y="1418108"/>
                  <a:pt x="446445" y="1425526"/>
                  <a:pt x="456919" y="1436655"/>
                </a:cubicBezTo>
                <a:lnTo>
                  <a:pt x="456919" y="1436655"/>
                </a:lnTo>
                <a:close/>
                <a:moveTo>
                  <a:pt x="3003795" y="1447783"/>
                </a:moveTo>
                <a:cubicBezTo>
                  <a:pt x="3014269" y="1447783"/>
                  <a:pt x="3019506" y="1447783"/>
                  <a:pt x="3029979" y="1447783"/>
                </a:cubicBezTo>
                <a:cubicBezTo>
                  <a:pt x="3029979" y="1444074"/>
                  <a:pt x="3029979" y="1440364"/>
                  <a:pt x="3024743" y="1440364"/>
                </a:cubicBezTo>
                <a:cubicBezTo>
                  <a:pt x="3024743" y="1444074"/>
                  <a:pt x="3003795" y="1440364"/>
                  <a:pt x="3003795" y="1447783"/>
                </a:cubicBezTo>
                <a:lnTo>
                  <a:pt x="3003795" y="1447783"/>
                </a:lnTo>
                <a:close/>
                <a:moveTo>
                  <a:pt x="2904512" y="1485096"/>
                </a:moveTo>
                <a:cubicBezTo>
                  <a:pt x="2904512" y="1477677"/>
                  <a:pt x="2920223" y="1481387"/>
                  <a:pt x="2925460" y="1470258"/>
                </a:cubicBezTo>
                <a:cubicBezTo>
                  <a:pt x="2904512" y="1470258"/>
                  <a:pt x="2894038" y="1477677"/>
                  <a:pt x="2883564" y="1481387"/>
                </a:cubicBezTo>
                <a:cubicBezTo>
                  <a:pt x="2904512" y="1481387"/>
                  <a:pt x="2883564" y="1485096"/>
                  <a:pt x="2888801" y="1496225"/>
                </a:cubicBezTo>
                <a:cubicBezTo>
                  <a:pt x="2951644" y="1492515"/>
                  <a:pt x="3014269" y="1481387"/>
                  <a:pt x="3050927" y="1455202"/>
                </a:cubicBezTo>
                <a:cubicBezTo>
                  <a:pt x="3003795" y="1451493"/>
                  <a:pt x="2941170" y="1485096"/>
                  <a:pt x="2904512" y="1485096"/>
                </a:cubicBezTo>
                <a:lnTo>
                  <a:pt x="2904512" y="1485096"/>
                </a:lnTo>
                <a:close/>
                <a:moveTo>
                  <a:pt x="2606446" y="1500152"/>
                </a:moveTo>
                <a:cubicBezTo>
                  <a:pt x="2627393" y="1503862"/>
                  <a:pt x="2627393" y="1492733"/>
                  <a:pt x="2637867" y="1485314"/>
                </a:cubicBezTo>
                <a:cubicBezTo>
                  <a:pt x="2622156" y="1485096"/>
                  <a:pt x="2611682" y="1492733"/>
                  <a:pt x="2606446" y="1500152"/>
                </a:cubicBezTo>
                <a:lnTo>
                  <a:pt x="2606446" y="1500152"/>
                </a:lnTo>
                <a:close/>
                <a:moveTo>
                  <a:pt x="2506945" y="1522409"/>
                </a:moveTo>
                <a:cubicBezTo>
                  <a:pt x="2517419" y="1522409"/>
                  <a:pt x="2522655" y="1514990"/>
                  <a:pt x="2527892" y="1511281"/>
                </a:cubicBezTo>
                <a:cubicBezTo>
                  <a:pt x="2517419" y="1511281"/>
                  <a:pt x="2512182" y="1511281"/>
                  <a:pt x="2506945" y="1511281"/>
                </a:cubicBezTo>
                <a:cubicBezTo>
                  <a:pt x="2506945" y="1514990"/>
                  <a:pt x="2506945" y="1518700"/>
                  <a:pt x="2506945" y="1522409"/>
                </a:cubicBezTo>
                <a:lnTo>
                  <a:pt x="2506945" y="1522409"/>
                </a:lnTo>
                <a:close/>
                <a:moveTo>
                  <a:pt x="603334" y="1544884"/>
                </a:moveTo>
                <a:cubicBezTo>
                  <a:pt x="608571" y="1544884"/>
                  <a:pt x="608571" y="1544884"/>
                  <a:pt x="613808" y="1544884"/>
                </a:cubicBezTo>
                <a:cubicBezTo>
                  <a:pt x="613808" y="1541175"/>
                  <a:pt x="619044" y="1541175"/>
                  <a:pt x="619044" y="1533756"/>
                </a:cubicBezTo>
                <a:cubicBezTo>
                  <a:pt x="613808" y="1533756"/>
                  <a:pt x="613808" y="1533756"/>
                  <a:pt x="608571" y="1533756"/>
                </a:cubicBezTo>
                <a:cubicBezTo>
                  <a:pt x="608571" y="1541175"/>
                  <a:pt x="603334" y="1541175"/>
                  <a:pt x="603334" y="1544884"/>
                </a:cubicBezTo>
                <a:lnTo>
                  <a:pt x="603334" y="1544884"/>
                </a:lnTo>
                <a:close/>
                <a:moveTo>
                  <a:pt x="786407" y="1578487"/>
                </a:moveTo>
                <a:cubicBezTo>
                  <a:pt x="817828" y="1574778"/>
                  <a:pt x="844013" y="1567359"/>
                  <a:pt x="859723" y="1552303"/>
                </a:cubicBezTo>
                <a:cubicBezTo>
                  <a:pt x="838776" y="1563431"/>
                  <a:pt x="791644" y="1559722"/>
                  <a:pt x="786407" y="1578487"/>
                </a:cubicBezTo>
                <a:lnTo>
                  <a:pt x="786407" y="1578487"/>
                </a:lnTo>
                <a:close/>
                <a:moveTo>
                  <a:pt x="1115895" y="1582197"/>
                </a:moveTo>
                <a:cubicBezTo>
                  <a:pt x="1136842" y="1571068"/>
                  <a:pt x="1189211" y="1567359"/>
                  <a:pt x="1183974" y="1552303"/>
                </a:cubicBezTo>
                <a:cubicBezTo>
                  <a:pt x="1173501" y="1556012"/>
                  <a:pt x="1100184" y="1559722"/>
                  <a:pt x="1115895" y="1582197"/>
                </a:cubicBezTo>
                <a:lnTo>
                  <a:pt x="1115895" y="1582197"/>
                </a:lnTo>
                <a:close/>
                <a:moveTo>
                  <a:pt x="2763334" y="1608381"/>
                </a:moveTo>
                <a:cubicBezTo>
                  <a:pt x="2742387" y="1589834"/>
                  <a:pt x="2700491" y="1619510"/>
                  <a:pt x="2669288" y="1626929"/>
                </a:cubicBezTo>
                <a:cubicBezTo>
                  <a:pt x="2622156" y="1641767"/>
                  <a:pt x="2564769" y="1641767"/>
                  <a:pt x="2554295" y="1667951"/>
                </a:cubicBezTo>
                <a:cubicBezTo>
                  <a:pt x="2643104" y="1656823"/>
                  <a:pt x="2684999" y="1615800"/>
                  <a:pt x="2779263" y="1619510"/>
                </a:cubicBezTo>
                <a:cubicBezTo>
                  <a:pt x="2789737" y="1615800"/>
                  <a:pt x="2768789" y="1608381"/>
                  <a:pt x="2784500" y="1604672"/>
                </a:cubicBezTo>
                <a:cubicBezTo>
                  <a:pt x="2805448" y="1597253"/>
                  <a:pt x="2857817" y="1604672"/>
                  <a:pt x="2878546" y="1582197"/>
                </a:cubicBezTo>
                <a:cubicBezTo>
                  <a:pt x="2836432" y="1582197"/>
                  <a:pt x="2794537" y="1585906"/>
                  <a:pt x="2763334" y="1608381"/>
                </a:cubicBezTo>
                <a:lnTo>
                  <a:pt x="2763334" y="1608381"/>
                </a:lnTo>
                <a:close/>
                <a:moveTo>
                  <a:pt x="922348" y="1641767"/>
                </a:moveTo>
                <a:cubicBezTo>
                  <a:pt x="932822" y="1641767"/>
                  <a:pt x="943295" y="1638057"/>
                  <a:pt x="943295" y="1630638"/>
                </a:cubicBezTo>
                <a:cubicBezTo>
                  <a:pt x="927585" y="1630638"/>
                  <a:pt x="922348" y="1638057"/>
                  <a:pt x="922348" y="1641767"/>
                </a:cubicBezTo>
                <a:lnTo>
                  <a:pt x="922348" y="1641767"/>
                </a:lnTo>
                <a:close/>
                <a:moveTo>
                  <a:pt x="885690" y="1768761"/>
                </a:moveTo>
                <a:cubicBezTo>
                  <a:pt x="890927" y="1783599"/>
                  <a:pt x="869979" y="1783599"/>
                  <a:pt x="880453" y="1794946"/>
                </a:cubicBezTo>
                <a:cubicBezTo>
                  <a:pt x="911874" y="1787527"/>
                  <a:pt x="927585" y="1772471"/>
                  <a:pt x="948532" y="1761342"/>
                </a:cubicBezTo>
                <a:cubicBezTo>
                  <a:pt x="927585" y="1749996"/>
                  <a:pt x="922348" y="1776180"/>
                  <a:pt x="885690" y="1768761"/>
                </a:cubicBezTo>
                <a:lnTo>
                  <a:pt x="885690" y="1768761"/>
                </a:lnTo>
                <a:close/>
                <a:moveTo>
                  <a:pt x="849250" y="1798437"/>
                </a:moveTo>
                <a:cubicBezTo>
                  <a:pt x="854486" y="1791018"/>
                  <a:pt x="864960" y="1791018"/>
                  <a:pt x="859723" y="1779890"/>
                </a:cubicBezTo>
                <a:cubicBezTo>
                  <a:pt x="844013" y="1776180"/>
                  <a:pt x="838776" y="1794728"/>
                  <a:pt x="849250" y="1798437"/>
                </a:cubicBezTo>
                <a:lnTo>
                  <a:pt x="849250" y="1798437"/>
                </a:lnTo>
                <a:close/>
                <a:moveTo>
                  <a:pt x="2611682" y="1824622"/>
                </a:moveTo>
                <a:cubicBezTo>
                  <a:pt x="2616919" y="1828331"/>
                  <a:pt x="2627393" y="1828331"/>
                  <a:pt x="2643104" y="1828331"/>
                </a:cubicBezTo>
                <a:cubicBezTo>
                  <a:pt x="2643104" y="1820912"/>
                  <a:pt x="2632630" y="1817203"/>
                  <a:pt x="2648341" y="1813493"/>
                </a:cubicBezTo>
                <a:cubicBezTo>
                  <a:pt x="2653578" y="1813493"/>
                  <a:pt x="2658814" y="1813493"/>
                  <a:pt x="2664051" y="1813493"/>
                </a:cubicBezTo>
                <a:cubicBezTo>
                  <a:pt x="2658814" y="1820912"/>
                  <a:pt x="2653578" y="1820912"/>
                  <a:pt x="2669288" y="1820912"/>
                </a:cubicBezTo>
                <a:cubicBezTo>
                  <a:pt x="2669288" y="1820912"/>
                  <a:pt x="2674525" y="1820912"/>
                  <a:pt x="2679762" y="1820912"/>
                </a:cubicBezTo>
                <a:cubicBezTo>
                  <a:pt x="2674525" y="1806074"/>
                  <a:pt x="2700710" y="1802365"/>
                  <a:pt x="2705946" y="1787309"/>
                </a:cubicBezTo>
                <a:cubicBezTo>
                  <a:pt x="2679544" y="1776180"/>
                  <a:pt x="2622156" y="1798437"/>
                  <a:pt x="2611682" y="1824622"/>
                </a:cubicBezTo>
                <a:lnTo>
                  <a:pt x="2611682" y="1824622"/>
                </a:lnTo>
                <a:close/>
                <a:moveTo>
                  <a:pt x="2580261" y="1843387"/>
                </a:moveTo>
                <a:cubicBezTo>
                  <a:pt x="2595972" y="1847096"/>
                  <a:pt x="2601209" y="1832259"/>
                  <a:pt x="2601209" y="1847096"/>
                </a:cubicBezTo>
                <a:cubicBezTo>
                  <a:pt x="2616919" y="1847096"/>
                  <a:pt x="2616919" y="1839678"/>
                  <a:pt x="2622156" y="1835968"/>
                </a:cubicBezTo>
                <a:cubicBezTo>
                  <a:pt x="2611682" y="1824622"/>
                  <a:pt x="2580261" y="1820912"/>
                  <a:pt x="2580261" y="1843387"/>
                </a:cubicBezTo>
                <a:lnTo>
                  <a:pt x="2580261" y="1843387"/>
                </a:lnTo>
                <a:close/>
                <a:moveTo>
                  <a:pt x="791644" y="1918013"/>
                </a:moveTo>
                <a:cubicBezTo>
                  <a:pt x="807354" y="1910594"/>
                  <a:pt x="828302" y="1921722"/>
                  <a:pt x="828302" y="1895538"/>
                </a:cubicBezTo>
                <a:cubicBezTo>
                  <a:pt x="812591" y="1902957"/>
                  <a:pt x="786407" y="1902957"/>
                  <a:pt x="791644" y="1918013"/>
                </a:cubicBezTo>
                <a:lnTo>
                  <a:pt x="791644" y="1918013"/>
                </a:lnTo>
                <a:close/>
                <a:moveTo>
                  <a:pt x="985191" y="1955107"/>
                </a:moveTo>
                <a:cubicBezTo>
                  <a:pt x="1006138" y="1955107"/>
                  <a:pt x="1006138" y="1940270"/>
                  <a:pt x="1011375" y="1932632"/>
                </a:cubicBezTo>
                <a:cubicBezTo>
                  <a:pt x="1027086" y="1936342"/>
                  <a:pt x="1042796" y="1917795"/>
                  <a:pt x="1053270" y="1910157"/>
                </a:cubicBezTo>
                <a:cubicBezTo>
                  <a:pt x="1011375" y="1910376"/>
                  <a:pt x="1000901" y="1932851"/>
                  <a:pt x="985191" y="1955107"/>
                </a:cubicBezTo>
                <a:lnTo>
                  <a:pt x="985191" y="1955107"/>
                </a:lnTo>
                <a:close/>
                <a:moveTo>
                  <a:pt x="2371003" y="2007476"/>
                </a:moveTo>
                <a:cubicBezTo>
                  <a:pt x="2350056" y="2018605"/>
                  <a:pt x="2318635" y="2022314"/>
                  <a:pt x="2308161" y="2041080"/>
                </a:cubicBezTo>
                <a:cubicBezTo>
                  <a:pt x="2287213" y="2033661"/>
                  <a:pt x="2276740" y="2044789"/>
                  <a:pt x="2276740" y="2059627"/>
                </a:cubicBezTo>
                <a:cubicBezTo>
                  <a:pt x="2370785" y="2063337"/>
                  <a:pt x="2433628" y="1996130"/>
                  <a:pt x="2548622" y="1988711"/>
                </a:cubicBezTo>
                <a:cubicBezTo>
                  <a:pt x="2543385" y="1977582"/>
                  <a:pt x="2564332" y="1981292"/>
                  <a:pt x="2569569" y="1977582"/>
                </a:cubicBezTo>
                <a:cubicBezTo>
                  <a:pt x="2569569" y="1962745"/>
                  <a:pt x="2574806" y="1955107"/>
                  <a:pt x="2580043" y="1951398"/>
                </a:cubicBezTo>
                <a:cubicBezTo>
                  <a:pt x="2564332" y="1947689"/>
                  <a:pt x="2548622" y="1958817"/>
                  <a:pt x="2564332" y="1966236"/>
                </a:cubicBezTo>
                <a:cubicBezTo>
                  <a:pt x="2538148" y="1966236"/>
                  <a:pt x="2543385" y="1962526"/>
                  <a:pt x="2511963" y="1969945"/>
                </a:cubicBezTo>
                <a:cubicBezTo>
                  <a:pt x="2501490" y="1973655"/>
                  <a:pt x="2517200" y="1981074"/>
                  <a:pt x="2506726" y="1981074"/>
                </a:cubicBezTo>
                <a:cubicBezTo>
                  <a:pt x="2454794" y="1970164"/>
                  <a:pt x="2423372" y="2033443"/>
                  <a:pt x="2371003" y="2007476"/>
                </a:cubicBezTo>
                <a:lnTo>
                  <a:pt x="2371003" y="2007476"/>
                </a:lnTo>
                <a:close/>
                <a:moveTo>
                  <a:pt x="2203641" y="2078393"/>
                </a:moveTo>
                <a:cubicBezTo>
                  <a:pt x="2229826" y="2082102"/>
                  <a:pt x="2261247" y="2067264"/>
                  <a:pt x="2271721" y="2048499"/>
                </a:cubicBezTo>
                <a:cubicBezTo>
                  <a:pt x="2240300" y="2052208"/>
                  <a:pt x="2214115" y="2059627"/>
                  <a:pt x="2203641" y="2078393"/>
                </a:cubicBezTo>
                <a:lnTo>
                  <a:pt x="2203641" y="2078393"/>
                </a:lnTo>
                <a:close/>
                <a:moveTo>
                  <a:pt x="948532" y="2108069"/>
                </a:moveTo>
                <a:cubicBezTo>
                  <a:pt x="974717" y="2111778"/>
                  <a:pt x="969480" y="2093231"/>
                  <a:pt x="995664" y="2096940"/>
                </a:cubicBezTo>
                <a:cubicBezTo>
                  <a:pt x="995664" y="2089521"/>
                  <a:pt x="995664" y="2085812"/>
                  <a:pt x="985191" y="2082102"/>
                </a:cubicBezTo>
                <a:cubicBezTo>
                  <a:pt x="979954" y="2093231"/>
                  <a:pt x="953769" y="2093231"/>
                  <a:pt x="948532" y="2108069"/>
                </a:cubicBezTo>
                <a:lnTo>
                  <a:pt x="948532" y="2108069"/>
                </a:lnTo>
                <a:close/>
                <a:moveTo>
                  <a:pt x="2109595" y="2108069"/>
                </a:moveTo>
                <a:cubicBezTo>
                  <a:pt x="2120069" y="2096940"/>
                  <a:pt x="2156727" y="2104359"/>
                  <a:pt x="2161964" y="2089521"/>
                </a:cubicBezTo>
                <a:cubicBezTo>
                  <a:pt x="2141017" y="2093231"/>
                  <a:pt x="2109595" y="2100650"/>
                  <a:pt x="2109595" y="2108069"/>
                </a:cubicBezTo>
                <a:lnTo>
                  <a:pt x="2109595" y="2108069"/>
                </a:lnTo>
                <a:close/>
                <a:moveTo>
                  <a:pt x="854486" y="2145381"/>
                </a:moveTo>
                <a:cubicBezTo>
                  <a:pt x="875434" y="2137962"/>
                  <a:pt x="922566" y="2130544"/>
                  <a:pt x="917329" y="2115487"/>
                </a:cubicBezTo>
                <a:cubicBezTo>
                  <a:pt x="906637" y="2134253"/>
                  <a:pt x="859723" y="2123125"/>
                  <a:pt x="854486" y="2145381"/>
                </a:cubicBezTo>
                <a:lnTo>
                  <a:pt x="854486" y="2145381"/>
                </a:lnTo>
                <a:close/>
                <a:moveTo>
                  <a:pt x="734038" y="2190331"/>
                </a:moveTo>
                <a:cubicBezTo>
                  <a:pt x="739275" y="2179203"/>
                  <a:pt x="770696" y="2182912"/>
                  <a:pt x="775933" y="2167856"/>
                </a:cubicBezTo>
                <a:cubicBezTo>
                  <a:pt x="744512" y="2164147"/>
                  <a:pt x="728801" y="2182694"/>
                  <a:pt x="734038" y="2190331"/>
                </a:cubicBezTo>
                <a:lnTo>
                  <a:pt x="734038" y="2190331"/>
                </a:lnTo>
                <a:close/>
              </a:path>
            </a:pathLst>
          </a:custGeom>
          <a:blipFill>
            <a:blip r:embed="rId6"/>
            <a:stretch>
              <a:fillRect/>
            </a:stretch>
          </a:blipFill>
          <a:ln w="2177" cap="flat">
            <a:noFill/>
            <a:prstDash val="solid"/>
            <a:miter/>
          </a:ln>
        </p:spPr>
        <p:txBody>
          <a:bodyPr rtlCol="0" anchor="ctr"/>
          <a:lstStyle/>
          <a:p>
            <a:endParaRPr lang="zh-CN" altLang="en-US"/>
          </a:p>
        </p:txBody>
      </p:sp>
      <p:sp>
        <p:nvSpPr>
          <p:cNvPr id="33" name="文本框 32">
            <a:extLst>
              <a:ext uri="{FF2B5EF4-FFF2-40B4-BE49-F238E27FC236}">
                <a16:creationId xmlns:a16="http://schemas.microsoft.com/office/drawing/2014/main" id="{6E342CBA-1513-385B-D746-C8962E4CAEA6}"/>
              </a:ext>
            </a:extLst>
          </p:cNvPr>
          <p:cNvSpPr txBox="1"/>
          <p:nvPr/>
        </p:nvSpPr>
        <p:spPr>
          <a:xfrm>
            <a:off x="196093" y="208982"/>
            <a:ext cx="5012515" cy="923330"/>
          </a:xfrm>
          <a:prstGeom prst="rect">
            <a:avLst/>
          </a:prstGeom>
          <a:noFill/>
        </p:spPr>
        <p:txBody>
          <a:bodyPr wrap="square" rtlCol="0">
            <a:spAutoFit/>
          </a:bodyPr>
          <a:lstStyle/>
          <a:p>
            <a:r>
              <a:rPr lang="zh-CN" altLang="en-US" sz="5400" b="1" dirty="0">
                <a:solidFill>
                  <a:srgbClr val="333333"/>
                </a:solidFill>
                <a:latin typeface="思源宋体 CN Heavy" panose="02020900000000000000" pitchFamily="18" charset="-122"/>
                <a:ea typeface="思源宋体 CN Heavy" panose="02020900000000000000" pitchFamily="18" charset="-122"/>
              </a:rPr>
              <a:t>大荒城设施一览</a:t>
            </a:r>
          </a:p>
        </p:txBody>
      </p:sp>
      <p:sp>
        <p:nvSpPr>
          <p:cNvPr id="34" name="图形 2">
            <a:extLst>
              <a:ext uri="{FF2B5EF4-FFF2-40B4-BE49-F238E27FC236}">
                <a16:creationId xmlns:a16="http://schemas.microsoft.com/office/drawing/2014/main" id="{58C7DC0E-C475-DB42-9B64-D3BCC8FF18AD}"/>
              </a:ext>
            </a:extLst>
          </p:cNvPr>
          <p:cNvSpPr/>
          <p:nvPr/>
        </p:nvSpPr>
        <p:spPr>
          <a:xfrm>
            <a:off x="3200565" y="2861209"/>
            <a:ext cx="826227" cy="793201"/>
          </a:xfrm>
          <a:custGeom>
            <a:avLst/>
            <a:gdLst>
              <a:gd name="connsiteX0" fmla="*/ 944760 w 7143544"/>
              <a:gd name="connsiteY0" fmla="*/ 5739994 h 6857999"/>
              <a:gd name="connsiteX1" fmla="*/ 904882 w 7143544"/>
              <a:gd name="connsiteY1" fmla="*/ 5734087 h 6857999"/>
              <a:gd name="connsiteX2" fmla="*/ 899959 w 7143544"/>
              <a:gd name="connsiteY2" fmla="*/ 5745902 h 6857999"/>
              <a:gd name="connsiteX3" fmla="*/ 933436 w 7143544"/>
              <a:gd name="connsiteY3" fmla="*/ 5769533 h 6857999"/>
              <a:gd name="connsiteX4" fmla="*/ 913744 w 7143544"/>
              <a:gd name="connsiteY4" fmla="*/ 5818765 h 6857999"/>
              <a:gd name="connsiteX5" fmla="*/ 865496 w 7143544"/>
              <a:gd name="connsiteY5" fmla="*/ 5791196 h 6857999"/>
              <a:gd name="connsiteX6" fmla="*/ 856635 w 7143544"/>
              <a:gd name="connsiteY6" fmla="*/ 5711932 h 6857999"/>
              <a:gd name="connsiteX7" fmla="*/ 846296 w 7143544"/>
              <a:gd name="connsiteY7" fmla="*/ 5651869 h 6857999"/>
              <a:gd name="connsiteX8" fmla="*/ 782295 w 7143544"/>
              <a:gd name="connsiteY8" fmla="*/ 5587868 h 6857999"/>
              <a:gd name="connsiteX9" fmla="*/ 652322 w 7143544"/>
              <a:gd name="connsiteY9" fmla="*/ 5547006 h 6857999"/>
              <a:gd name="connsiteX10" fmla="*/ 642968 w 7143544"/>
              <a:gd name="connsiteY10" fmla="*/ 5541590 h 6857999"/>
              <a:gd name="connsiteX11" fmla="*/ 649368 w 7143544"/>
              <a:gd name="connsiteY11" fmla="*/ 5513035 h 6857999"/>
              <a:gd name="connsiteX12" fmla="*/ 706477 w 7143544"/>
              <a:gd name="connsiteY12" fmla="*/ 5489404 h 6857999"/>
              <a:gd name="connsiteX13" fmla="*/ 731586 w 7143544"/>
              <a:gd name="connsiteY13" fmla="*/ 5528297 h 6857999"/>
              <a:gd name="connsiteX14" fmla="*/ 742909 w 7143544"/>
              <a:gd name="connsiteY14" fmla="*/ 5488420 h 6857999"/>
              <a:gd name="connsiteX15" fmla="*/ 796572 w 7143544"/>
              <a:gd name="connsiteY15" fmla="*/ 5488420 h 6857999"/>
              <a:gd name="connsiteX16" fmla="*/ 802480 w 7143544"/>
              <a:gd name="connsiteY16" fmla="*/ 5477096 h 6857999"/>
              <a:gd name="connsiteX17" fmla="*/ 762602 w 7143544"/>
              <a:gd name="connsiteY17" fmla="*/ 5454942 h 6857999"/>
              <a:gd name="connsiteX18" fmla="*/ 755709 w 7143544"/>
              <a:gd name="connsiteY18" fmla="*/ 5425895 h 6857999"/>
              <a:gd name="connsiteX19" fmla="*/ 728632 w 7143544"/>
              <a:gd name="connsiteY19" fmla="*/ 5469219 h 6857999"/>
              <a:gd name="connsiteX20" fmla="*/ 674969 w 7143544"/>
              <a:gd name="connsiteY20" fmla="*/ 5453957 h 6857999"/>
              <a:gd name="connsiteX21" fmla="*/ 639030 w 7143544"/>
              <a:gd name="connsiteY21" fmla="*/ 5481035 h 6857999"/>
              <a:gd name="connsiteX22" fmla="*/ 591767 w 7143544"/>
              <a:gd name="connsiteY22" fmla="*/ 5417525 h 6857999"/>
              <a:gd name="connsiteX23" fmla="*/ 645430 w 7143544"/>
              <a:gd name="connsiteY23" fmla="*/ 5404233 h 6857999"/>
              <a:gd name="connsiteX24" fmla="*/ 645430 w 7143544"/>
              <a:gd name="connsiteY24" fmla="*/ 5396356 h 6857999"/>
              <a:gd name="connsiteX25" fmla="*/ 603583 w 7143544"/>
              <a:gd name="connsiteY25" fmla="*/ 5382079 h 6857999"/>
              <a:gd name="connsiteX26" fmla="*/ 597183 w 7143544"/>
              <a:gd name="connsiteY26" fmla="*/ 5335801 h 6857999"/>
              <a:gd name="connsiteX27" fmla="*/ 637061 w 7143544"/>
              <a:gd name="connsiteY27" fmla="*/ 5311677 h 6857999"/>
              <a:gd name="connsiteX28" fmla="*/ 614906 w 7143544"/>
              <a:gd name="connsiteY28" fmla="*/ 5277215 h 6857999"/>
              <a:gd name="connsiteX29" fmla="*/ 541058 w 7143544"/>
              <a:gd name="connsiteY29" fmla="*/ 5278692 h 6857999"/>
              <a:gd name="connsiteX30" fmla="*/ 497734 w 7143544"/>
              <a:gd name="connsiteY30" fmla="*/ 5316600 h 6857999"/>
              <a:gd name="connsiteX31" fmla="*/ 528258 w 7143544"/>
              <a:gd name="connsiteY31" fmla="*/ 5193520 h 6857999"/>
              <a:gd name="connsiteX32" fmla="*/ 544505 w 7143544"/>
              <a:gd name="connsiteY32" fmla="*/ 5210259 h 6857999"/>
              <a:gd name="connsiteX33" fmla="*/ 551397 w 7143544"/>
              <a:gd name="connsiteY33" fmla="*/ 5204844 h 6857999"/>
              <a:gd name="connsiteX34" fmla="*/ 506596 w 7143544"/>
              <a:gd name="connsiteY34" fmla="*/ 5150689 h 6857999"/>
              <a:gd name="connsiteX35" fmla="*/ 474103 w 7143544"/>
              <a:gd name="connsiteY35" fmla="*/ 5169397 h 6857999"/>
              <a:gd name="connsiteX36" fmla="*/ 480011 w 7143544"/>
              <a:gd name="connsiteY36" fmla="*/ 5203859 h 6857999"/>
              <a:gd name="connsiteX37" fmla="*/ 399271 w 7143544"/>
              <a:gd name="connsiteY37" fmla="*/ 5146750 h 6857999"/>
              <a:gd name="connsiteX38" fmla="*/ 432748 w 7143544"/>
              <a:gd name="connsiteY38" fmla="*/ 5130996 h 6857999"/>
              <a:gd name="connsiteX39" fmla="*/ 391886 w 7143544"/>
              <a:gd name="connsiteY39" fmla="*/ 5096042 h 6857999"/>
              <a:gd name="connsiteX40" fmla="*/ 425363 w 7143544"/>
              <a:gd name="connsiteY40" fmla="*/ 5083734 h 6857999"/>
              <a:gd name="connsiteX41" fmla="*/ 427333 w 7143544"/>
              <a:gd name="connsiteY41" fmla="*/ 5049764 h 6857999"/>
              <a:gd name="connsiteX42" fmla="*/ 413055 w 7143544"/>
              <a:gd name="connsiteY42" fmla="*/ 5006439 h 6857999"/>
              <a:gd name="connsiteX43" fmla="*/ 399271 w 7143544"/>
              <a:gd name="connsiteY43" fmla="*/ 5036963 h 6857999"/>
              <a:gd name="connsiteX44" fmla="*/ 371701 w 7143544"/>
              <a:gd name="connsiteY44" fmla="*/ 5060594 h 6857999"/>
              <a:gd name="connsiteX45" fmla="*/ 332315 w 7143544"/>
              <a:gd name="connsiteY45" fmla="*/ 5010870 h 6857999"/>
              <a:gd name="connsiteX46" fmla="*/ 349546 w 7143544"/>
              <a:gd name="connsiteY46" fmla="*/ 4993147 h 6857999"/>
              <a:gd name="connsiteX47" fmla="*/ 408625 w 7143544"/>
              <a:gd name="connsiteY47" fmla="*/ 4966562 h 6857999"/>
              <a:gd name="connsiteX48" fmla="*/ 357916 w 7143544"/>
              <a:gd name="connsiteY48" fmla="*/ 4901083 h 6857999"/>
              <a:gd name="connsiteX49" fmla="*/ 302776 w 7143544"/>
              <a:gd name="connsiteY49" fmla="*/ 4901083 h 6857999"/>
              <a:gd name="connsiteX50" fmla="*/ 368254 w 7143544"/>
              <a:gd name="connsiteY50" fmla="*/ 4838559 h 6857999"/>
              <a:gd name="connsiteX51" fmla="*/ 346592 w 7143544"/>
              <a:gd name="connsiteY51" fmla="*/ 4791296 h 6857999"/>
              <a:gd name="connsiteX52" fmla="*/ 330838 w 7143544"/>
              <a:gd name="connsiteY52" fmla="*/ 4786373 h 6857999"/>
              <a:gd name="connsiteX53" fmla="*/ 304745 w 7143544"/>
              <a:gd name="connsiteY53" fmla="*/ 4810004 h 6857999"/>
              <a:gd name="connsiteX54" fmla="*/ 261914 w 7143544"/>
              <a:gd name="connsiteY54" fmla="*/ 4879914 h 6857999"/>
              <a:gd name="connsiteX55" fmla="*/ 202343 w 7143544"/>
              <a:gd name="connsiteY55" fmla="*/ 4786865 h 6857999"/>
              <a:gd name="connsiteX56" fmla="*/ 227944 w 7143544"/>
              <a:gd name="connsiteY56" fmla="*/ 4758803 h 6857999"/>
              <a:gd name="connsiteX57" fmla="*/ 248621 w 7143544"/>
              <a:gd name="connsiteY57" fmla="*/ 4799665 h 6857999"/>
              <a:gd name="connsiteX58" fmla="*/ 255513 w 7143544"/>
              <a:gd name="connsiteY58" fmla="*/ 4797696 h 6857999"/>
              <a:gd name="connsiteX59" fmla="*/ 253544 w 7143544"/>
              <a:gd name="connsiteY59" fmla="*/ 4772096 h 6857999"/>
              <a:gd name="connsiteX60" fmla="*/ 293914 w 7143544"/>
              <a:gd name="connsiteY60" fmla="*/ 4719910 h 6857999"/>
              <a:gd name="connsiteX61" fmla="*/ 280129 w 7143544"/>
              <a:gd name="connsiteY61" fmla="*/ 4631785 h 6857999"/>
              <a:gd name="connsiteX62" fmla="*/ 240252 w 7143544"/>
              <a:gd name="connsiteY62" fmla="*/ 4581076 h 6857999"/>
              <a:gd name="connsiteX63" fmla="*/ 204312 w 7143544"/>
              <a:gd name="connsiteY63" fmla="*/ 4552522 h 6857999"/>
              <a:gd name="connsiteX64" fmla="*/ 229913 w 7143544"/>
              <a:gd name="connsiteY64" fmla="*/ 4510675 h 6857999"/>
              <a:gd name="connsiteX65" fmla="*/ 221051 w 7143544"/>
              <a:gd name="connsiteY65" fmla="*/ 4502305 h 6857999"/>
              <a:gd name="connsiteX66" fmla="*/ 195451 w 7143544"/>
              <a:gd name="connsiteY66" fmla="*/ 4521505 h 6857999"/>
              <a:gd name="connsiteX67" fmla="*/ 175265 w 7143544"/>
              <a:gd name="connsiteY67" fmla="*/ 4465873 h 6857999"/>
              <a:gd name="connsiteX68" fmla="*/ 231882 w 7143544"/>
              <a:gd name="connsiteY68" fmla="*/ 4456520 h 6857999"/>
              <a:gd name="connsiteX69" fmla="*/ 153111 w 7143544"/>
              <a:gd name="connsiteY69" fmla="*/ 4384641 h 6857999"/>
              <a:gd name="connsiteX70" fmla="*/ 189543 w 7143544"/>
              <a:gd name="connsiteY70" fmla="*/ 4318670 h 6857999"/>
              <a:gd name="connsiteX71" fmla="*/ 185604 w 7143544"/>
              <a:gd name="connsiteY71" fmla="*/ 4313255 h 6857999"/>
              <a:gd name="connsiteX72" fmla="*/ 147696 w 7143544"/>
              <a:gd name="connsiteY72" fmla="*/ 4336886 h 6857999"/>
              <a:gd name="connsiteX73" fmla="*/ 102402 w 7143544"/>
              <a:gd name="connsiteY73" fmla="*/ 4200021 h 6857999"/>
              <a:gd name="connsiteX74" fmla="*/ 117172 w 7143544"/>
              <a:gd name="connsiteY74" fmla="*/ 4193129 h 6857999"/>
              <a:gd name="connsiteX75" fmla="*/ 132926 w 7143544"/>
              <a:gd name="connsiteY75" fmla="*/ 4211837 h 6857999"/>
              <a:gd name="connsiteX76" fmla="*/ 160988 w 7143544"/>
              <a:gd name="connsiteY76" fmla="*/ 4230053 h 6857999"/>
              <a:gd name="connsiteX77" fmla="*/ 172804 w 7143544"/>
              <a:gd name="connsiteY77" fmla="*/ 4207899 h 6857999"/>
              <a:gd name="connsiteX78" fmla="*/ 143757 w 7143544"/>
              <a:gd name="connsiteY78" fmla="*/ 4188698 h 6857999"/>
              <a:gd name="connsiteX79" fmla="*/ 126526 w 7143544"/>
              <a:gd name="connsiteY79" fmla="*/ 4187221 h 6857999"/>
              <a:gd name="connsiteX80" fmla="*/ 132926 w 7143544"/>
              <a:gd name="connsiteY80" fmla="*/ 4100081 h 6857999"/>
              <a:gd name="connsiteX81" fmla="*/ 106833 w 7143544"/>
              <a:gd name="connsiteY81" fmla="*/ 4124696 h 6857999"/>
              <a:gd name="connsiteX82" fmla="*/ 79263 w 7143544"/>
              <a:gd name="connsiteY82" fmla="*/ 4101557 h 6857999"/>
              <a:gd name="connsiteX83" fmla="*/ 113726 w 7143544"/>
              <a:gd name="connsiteY83" fmla="*/ 4080388 h 6857999"/>
              <a:gd name="connsiteX84" fmla="*/ 171327 w 7143544"/>
              <a:gd name="connsiteY84" fmla="*/ 4048879 h 6857999"/>
              <a:gd name="connsiteX85" fmla="*/ 204312 w 7143544"/>
              <a:gd name="connsiteY85" fmla="*/ 4042972 h 6857999"/>
              <a:gd name="connsiteX86" fmla="*/ 216620 w 7143544"/>
              <a:gd name="connsiteY86" fmla="*/ 4052818 h 6857999"/>
              <a:gd name="connsiteX87" fmla="*/ 216620 w 7143544"/>
              <a:gd name="connsiteY87" fmla="*/ 3959278 h 6857999"/>
              <a:gd name="connsiteX88" fmla="*/ 230405 w 7143544"/>
              <a:gd name="connsiteY88" fmla="*/ 3953862 h 6857999"/>
              <a:gd name="connsiteX89" fmla="*/ 203328 w 7143544"/>
              <a:gd name="connsiteY89" fmla="*/ 3937615 h 6857999"/>
              <a:gd name="connsiteX90" fmla="*/ 160988 w 7143544"/>
              <a:gd name="connsiteY90" fmla="*/ 3959278 h 6857999"/>
              <a:gd name="connsiteX91" fmla="*/ 108802 w 7143544"/>
              <a:gd name="connsiteY91" fmla="*/ 4013433 h 6857999"/>
              <a:gd name="connsiteX92" fmla="*/ 54155 w 7143544"/>
              <a:gd name="connsiteY92" fmla="*/ 3902661 h 6857999"/>
              <a:gd name="connsiteX93" fmla="*/ 111264 w 7143544"/>
              <a:gd name="connsiteY93" fmla="*/ 3787458 h 6857999"/>
              <a:gd name="connsiteX94" fmla="*/ 30524 w 7143544"/>
              <a:gd name="connsiteY94" fmla="*/ 3778104 h 6857999"/>
              <a:gd name="connsiteX95" fmla="*/ 66463 w 7143544"/>
              <a:gd name="connsiteY95" fmla="*/ 3604316 h 6857999"/>
              <a:gd name="connsiteX96" fmla="*/ 49724 w 7143544"/>
              <a:gd name="connsiteY96" fmla="*/ 3544253 h 6857999"/>
              <a:gd name="connsiteX97" fmla="*/ 10339 w 7143544"/>
              <a:gd name="connsiteY97" fmla="*/ 3520129 h 6857999"/>
              <a:gd name="connsiteX98" fmla="*/ 23631 w 7143544"/>
              <a:gd name="connsiteY98" fmla="*/ 3516191 h 6857999"/>
              <a:gd name="connsiteX99" fmla="*/ 36432 w 7143544"/>
              <a:gd name="connsiteY99" fmla="*/ 3463512 h 6857999"/>
              <a:gd name="connsiteX100" fmla="*/ 0 w 7143544"/>
              <a:gd name="connsiteY100" fmla="*/ 3429542 h 6857999"/>
              <a:gd name="connsiteX101" fmla="*/ 5416 w 7143544"/>
              <a:gd name="connsiteY101" fmla="*/ 3421173 h 6857999"/>
              <a:gd name="connsiteX102" fmla="*/ 34955 w 7143544"/>
              <a:gd name="connsiteY102" fmla="*/ 3427573 h 6857999"/>
              <a:gd name="connsiteX103" fmla="*/ 42832 w 7143544"/>
              <a:gd name="connsiteY103" fmla="*/ 3400496 h 6857999"/>
              <a:gd name="connsiteX104" fmla="*/ 10831 w 7143544"/>
              <a:gd name="connsiteY104" fmla="*/ 3383757 h 6857999"/>
              <a:gd name="connsiteX105" fmla="*/ 12308 w 7143544"/>
              <a:gd name="connsiteY105" fmla="*/ 3371449 h 6857999"/>
              <a:gd name="connsiteX106" fmla="*/ 63509 w 7143544"/>
              <a:gd name="connsiteY106" fmla="*/ 3366033 h 6857999"/>
              <a:gd name="connsiteX107" fmla="*/ 63017 w 7143544"/>
              <a:gd name="connsiteY107" fmla="*/ 3364064 h 6857999"/>
              <a:gd name="connsiteX108" fmla="*/ 125541 w 7143544"/>
              <a:gd name="connsiteY108" fmla="*/ 3355695 h 6857999"/>
              <a:gd name="connsiteX109" fmla="*/ 130957 w 7143544"/>
              <a:gd name="connsiteY109" fmla="*/ 3364556 h 6857999"/>
              <a:gd name="connsiteX110" fmla="*/ 158034 w 7143544"/>
              <a:gd name="connsiteY110" fmla="*/ 3309417 h 6857999"/>
              <a:gd name="connsiteX111" fmla="*/ 54647 w 7143544"/>
              <a:gd name="connsiteY111" fmla="*/ 3340433 h 6857999"/>
              <a:gd name="connsiteX112" fmla="*/ 31508 w 7143544"/>
              <a:gd name="connsiteY112" fmla="*/ 3324679 h 6857999"/>
              <a:gd name="connsiteX113" fmla="*/ 17231 w 7143544"/>
              <a:gd name="connsiteY113" fmla="*/ 3275939 h 6857999"/>
              <a:gd name="connsiteX114" fmla="*/ 39878 w 7143544"/>
              <a:gd name="connsiteY114" fmla="*/ 3240492 h 6857999"/>
              <a:gd name="connsiteX115" fmla="*/ 45786 w 7143544"/>
              <a:gd name="connsiteY115" fmla="*/ 3231138 h 6857999"/>
              <a:gd name="connsiteX116" fmla="*/ 136865 w 7143544"/>
              <a:gd name="connsiteY116" fmla="*/ 3169106 h 6857999"/>
              <a:gd name="connsiteX117" fmla="*/ 126034 w 7143544"/>
              <a:gd name="connsiteY117" fmla="*/ 3234092 h 6857999"/>
              <a:gd name="connsiteX118" fmla="*/ 145726 w 7143544"/>
              <a:gd name="connsiteY118" fmla="*/ 3302524 h 6857999"/>
              <a:gd name="connsiteX119" fmla="*/ 156065 w 7143544"/>
              <a:gd name="connsiteY119" fmla="*/ 3118889 h 6857999"/>
              <a:gd name="connsiteX120" fmla="*/ 146711 w 7143544"/>
              <a:gd name="connsiteY120" fmla="*/ 3119382 h 6857999"/>
              <a:gd name="connsiteX121" fmla="*/ 151634 w 7143544"/>
              <a:gd name="connsiteY121" fmla="*/ 3159260 h 6857999"/>
              <a:gd name="connsiteX122" fmla="*/ 66955 w 7143544"/>
              <a:gd name="connsiteY122" fmla="*/ 3133659 h 6857999"/>
              <a:gd name="connsiteX123" fmla="*/ 65971 w 7143544"/>
              <a:gd name="connsiteY123" fmla="*/ 3109043 h 6857999"/>
              <a:gd name="connsiteX124" fmla="*/ 29047 w 7143544"/>
              <a:gd name="connsiteY124" fmla="*/ 3101166 h 6857999"/>
              <a:gd name="connsiteX125" fmla="*/ 31508 w 7143544"/>
              <a:gd name="connsiteY125" fmla="*/ 3045534 h 6857999"/>
              <a:gd name="connsiteX126" fmla="*/ 19200 w 7143544"/>
              <a:gd name="connsiteY126" fmla="*/ 3040611 h 6857999"/>
              <a:gd name="connsiteX127" fmla="*/ 57109 w 7143544"/>
              <a:gd name="connsiteY127" fmla="*/ 3014026 h 6857999"/>
              <a:gd name="connsiteX128" fmla="*/ 36924 w 7143544"/>
              <a:gd name="connsiteY128" fmla="*/ 2984979 h 6857999"/>
              <a:gd name="connsiteX129" fmla="*/ 64001 w 7143544"/>
              <a:gd name="connsiteY129" fmla="*/ 2949532 h 6857999"/>
              <a:gd name="connsiteX130" fmla="*/ 94033 w 7143544"/>
              <a:gd name="connsiteY130" fmla="*/ 2924916 h 6857999"/>
              <a:gd name="connsiteX131" fmla="*/ 71879 w 7143544"/>
              <a:gd name="connsiteY131" fmla="*/ 2852545 h 6857999"/>
              <a:gd name="connsiteX132" fmla="*/ 97971 w 7143544"/>
              <a:gd name="connsiteY132" fmla="*/ 2741773 h 6857999"/>
              <a:gd name="connsiteX133" fmla="*/ 141788 w 7143544"/>
              <a:gd name="connsiteY133" fmla="*/ 2692541 h 6857999"/>
              <a:gd name="connsiteX134" fmla="*/ 155573 w 7143544"/>
              <a:gd name="connsiteY134" fmla="*/ 2650694 h 6857999"/>
              <a:gd name="connsiteX135" fmla="*/ 76802 w 7143544"/>
              <a:gd name="connsiteY135" fmla="*/ 2637894 h 6857999"/>
              <a:gd name="connsiteX136" fmla="*/ 147203 w 7143544"/>
              <a:gd name="connsiteY136" fmla="*/ 2400596 h 6857999"/>
              <a:gd name="connsiteX137" fmla="*/ 203820 w 7143544"/>
              <a:gd name="connsiteY137" fmla="*/ 2356288 h 6857999"/>
              <a:gd name="connsiteX138" fmla="*/ 203820 w 7143544"/>
              <a:gd name="connsiteY138" fmla="*/ 2293271 h 6857999"/>
              <a:gd name="connsiteX139" fmla="*/ 217605 w 7143544"/>
              <a:gd name="connsiteY139" fmla="*/ 2230254 h 6857999"/>
              <a:gd name="connsiteX140" fmla="*/ 244682 w 7143544"/>
              <a:gd name="connsiteY140" fmla="*/ 2175607 h 6857999"/>
              <a:gd name="connsiteX141" fmla="*/ 266344 w 7143544"/>
              <a:gd name="connsiteY141" fmla="*/ 2149021 h 6857999"/>
              <a:gd name="connsiteX142" fmla="*/ 283576 w 7143544"/>
              <a:gd name="connsiteY142" fmla="*/ 2021511 h 6857999"/>
              <a:gd name="connsiteX143" fmla="*/ 309176 w 7143544"/>
              <a:gd name="connsiteY143" fmla="*/ 1983602 h 6857999"/>
              <a:gd name="connsiteX144" fmla="*/ 352500 w 7143544"/>
              <a:gd name="connsiteY144" fmla="*/ 1931416 h 6857999"/>
              <a:gd name="connsiteX145" fmla="*/ 381055 w 7143544"/>
              <a:gd name="connsiteY145" fmla="*/ 1902862 h 6857999"/>
              <a:gd name="connsiteX146" fmla="*/ 405671 w 7143544"/>
              <a:gd name="connsiteY146" fmla="*/ 1855107 h 6857999"/>
              <a:gd name="connsiteX147" fmla="*/ 430287 w 7143544"/>
              <a:gd name="connsiteY147" fmla="*/ 1818183 h 6857999"/>
              <a:gd name="connsiteX148" fmla="*/ 480995 w 7143544"/>
              <a:gd name="connsiteY148" fmla="*/ 1771905 h 6857999"/>
              <a:gd name="connsiteX149" fmla="*/ 524319 w 7143544"/>
              <a:gd name="connsiteY149" fmla="*/ 1732027 h 6857999"/>
              <a:gd name="connsiteX150" fmla="*/ 555828 w 7143544"/>
              <a:gd name="connsiteY150" fmla="*/ 1650795 h 6857999"/>
              <a:gd name="connsiteX151" fmla="*/ 536627 w 7143544"/>
              <a:gd name="connsiteY151" fmla="*/ 1586301 h 6857999"/>
              <a:gd name="connsiteX152" fmla="*/ 590290 w 7143544"/>
              <a:gd name="connsiteY152" fmla="*/ 1631594 h 6857999"/>
              <a:gd name="connsiteX153" fmla="*/ 597675 w 7143544"/>
              <a:gd name="connsiteY153" fmla="*/ 1626179 h 6857999"/>
              <a:gd name="connsiteX154" fmla="*/ 568628 w 7143544"/>
              <a:gd name="connsiteY154" fmla="*/ 1578916 h 6857999"/>
              <a:gd name="connsiteX155" fmla="*/ 610475 w 7143544"/>
              <a:gd name="connsiteY155" fmla="*/ 1597132 h 6857999"/>
              <a:gd name="connsiteX156" fmla="*/ 559274 w 7143544"/>
              <a:gd name="connsiteY156" fmla="*/ 1520330 h 6857999"/>
              <a:gd name="connsiteX157" fmla="*/ 674969 w 7143544"/>
              <a:gd name="connsiteY157" fmla="*/ 1356880 h 6857999"/>
              <a:gd name="connsiteX158" fmla="*/ 686785 w 7143544"/>
              <a:gd name="connsiteY158" fmla="*/ 1359834 h 6857999"/>
              <a:gd name="connsiteX159" fmla="*/ 688754 w 7143544"/>
              <a:gd name="connsiteY159" fmla="*/ 1396758 h 6857999"/>
              <a:gd name="connsiteX160" fmla="*/ 717308 w 7143544"/>
              <a:gd name="connsiteY160" fmla="*/ 1389866 h 6857999"/>
              <a:gd name="connsiteX161" fmla="*/ 759648 w 7143544"/>
              <a:gd name="connsiteY161" fmla="*/ 1442544 h 6857999"/>
              <a:gd name="connsiteX162" fmla="*/ 667092 w 7143544"/>
              <a:gd name="connsiteY162" fmla="*/ 1462729 h 6857999"/>
              <a:gd name="connsiteX163" fmla="*/ 665615 w 7143544"/>
              <a:gd name="connsiteY163" fmla="*/ 1475529 h 6857999"/>
              <a:gd name="connsiteX164" fmla="*/ 716816 w 7143544"/>
              <a:gd name="connsiteY164" fmla="*/ 1489314 h 6857999"/>
              <a:gd name="connsiteX165" fmla="*/ 623276 w 7143544"/>
              <a:gd name="connsiteY165" fmla="*/ 1626179 h 6857999"/>
              <a:gd name="connsiteX166" fmla="*/ 559766 w 7143544"/>
              <a:gd name="connsiteY166" fmla="*/ 1754182 h 6857999"/>
              <a:gd name="connsiteX167" fmla="*/ 484442 w 7143544"/>
              <a:gd name="connsiteY167" fmla="*/ 1894985 h 6857999"/>
              <a:gd name="connsiteX168" fmla="*/ 420933 w 7143544"/>
              <a:gd name="connsiteY168" fmla="*/ 2044650 h 6857999"/>
              <a:gd name="connsiteX169" fmla="*/ 491334 w 7143544"/>
              <a:gd name="connsiteY169" fmla="*/ 1983110 h 6857999"/>
              <a:gd name="connsiteX170" fmla="*/ 507088 w 7143544"/>
              <a:gd name="connsiteY170" fmla="*/ 1961940 h 6857999"/>
              <a:gd name="connsiteX171" fmla="*/ 540566 w 7143544"/>
              <a:gd name="connsiteY171" fmla="*/ 1863969 h 6857999"/>
              <a:gd name="connsiteX172" fmla="*/ 589306 w 7143544"/>
              <a:gd name="connsiteY172" fmla="*/ 1774859 h 6857999"/>
              <a:gd name="connsiteX173" fmla="*/ 635091 w 7143544"/>
              <a:gd name="connsiteY173" fmla="*/ 1690673 h 6857999"/>
              <a:gd name="connsiteX174" fmla="*/ 653799 w 7143544"/>
              <a:gd name="connsiteY174" fmla="*/ 1670488 h 6857999"/>
              <a:gd name="connsiteX175" fmla="*/ 699093 w 7143544"/>
              <a:gd name="connsiteY175" fmla="*/ 1641933 h 6857999"/>
              <a:gd name="connsiteX176" fmla="*/ 667584 w 7143544"/>
              <a:gd name="connsiteY176" fmla="*/ 1627656 h 6857999"/>
              <a:gd name="connsiteX177" fmla="*/ 770971 w 7143544"/>
              <a:gd name="connsiteY177" fmla="*/ 1484883 h 6857999"/>
              <a:gd name="connsiteX178" fmla="*/ 813311 w 7143544"/>
              <a:gd name="connsiteY178" fmla="*/ 1531654 h 6857999"/>
              <a:gd name="connsiteX179" fmla="*/ 778848 w 7143544"/>
              <a:gd name="connsiteY179" fmla="*/ 1582362 h 6857999"/>
              <a:gd name="connsiteX180" fmla="*/ 748324 w 7143544"/>
              <a:gd name="connsiteY180" fmla="*/ 1640948 h 6857999"/>
              <a:gd name="connsiteX181" fmla="*/ 711401 w 7143544"/>
              <a:gd name="connsiteY181" fmla="*/ 1693134 h 6857999"/>
              <a:gd name="connsiteX182" fmla="*/ 643461 w 7143544"/>
              <a:gd name="connsiteY182" fmla="*/ 1780275 h 6857999"/>
              <a:gd name="connsiteX183" fmla="*/ 623768 w 7143544"/>
              <a:gd name="connsiteY183" fmla="*/ 1818183 h 6857999"/>
              <a:gd name="connsiteX184" fmla="*/ 561243 w 7143544"/>
              <a:gd name="connsiteY184" fmla="*/ 1947663 h 6857999"/>
              <a:gd name="connsiteX185" fmla="*/ 567644 w 7143544"/>
              <a:gd name="connsiteY185" fmla="*/ 1999356 h 6857999"/>
              <a:gd name="connsiteX186" fmla="*/ 614414 w 7143544"/>
              <a:gd name="connsiteY186" fmla="*/ 1950617 h 6857999"/>
              <a:gd name="connsiteX187" fmla="*/ 620814 w 7143544"/>
              <a:gd name="connsiteY187" fmla="*/ 1930924 h 6857999"/>
              <a:gd name="connsiteX188" fmla="*/ 682846 w 7143544"/>
              <a:gd name="connsiteY188" fmla="*/ 1823599 h 6857999"/>
              <a:gd name="connsiteX189" fmla="*/ 757679 w 7143544"/>
              <a:gd name="connsiteY189" fmla="*/ 1733012 h 6857999"/>
              <a:gd name="connsiteX190" fmla="*/ 798049 w 7143544"/>
              <a:gd name="connsiteY190" fmla="*/ 1652272 h 6857999"/>
              <a:gd name="connsiteX191" fmla="*/ 801495 w 7143544"/>
              <a:gd name="connsiteY191" fmla="*/ 1631594 h 6857999"/>
              <a:gd name="connsiteX192" fmla="*/ 884697 w 7143544"/>
              <a:gd name="connsiteY192" fmla="*/ 1517869 h 6857999"/>
              <a:gd name="connsiteX193" fmla="*/ 941313 w 7143544"/>
              <a:gd name="connsiteY193" fmla="*/ 1450421 h 6857999"/>
              <a:gd name="connsiteX194" fmla="*/ 950668 w 7143544"/>
              <a:gd name="connsiteY194" fmla="*/ 1439098 h 6857999"/>
              <a:gd name="connsiteX195" fmla="*/ 999407 w 7143544"/>
              <a:gd name="connsiteY195" fmla="*/ 1419405 h 6857999"/>
              <a:gd name="connsiteX196" fmla="*/ 1018115 w 7143544"/>
              <a:gd name="connsiteY196" fmla="*/ 1354419 h 6857999"/>
              <a:gd name="connsiteX197" fmla="*/ 1076701 w 7143544"/>
              <a:gd name="connsiteY197" fmla="*/ 1348511 h 6857999"/>
              <a:gd name="connsiteX198" fmla="*/ 1096886 w 7143544"/>
              <a:gd name="connsiteY198" fmla="*/ 1283033 h 6857999"/>
              <a:gd name="connsiteX199" fmla="*/ 1180088 w 7143544"/>
              <a:gd name="connsiteY199" fmla="*/ 1208693 h 6857999"/>
              <a:gd name="connsiteX200" fmla="*/ 1182550 w 7143544"/>
              <a:gd name="connsiteY200" fmla="*/ 1197862 h 6857999"/>
              <a:gd name="connsiteX201" fmla="*/ 1218489 w 7143544"/>
              <a:gd name="connsiteY201" fmla="*/ 1132383 h 6857999"/>
              <a:gd name="connsiteX202" fmla="*/ 1286921 w 7143544"/>
              <a:gd name="connsiteY202" fmla="*/ 1097921 h 6857999"/>
              <a:gd name="connsiteX203" fmla="*/ 1324338 w 7143544"/>
              <a:gd name="connsiteY203" fmla="*/ 1078228 h 6857999"/>
              <a:gd name="connsiteX204" fmla="*/ 1345507 w 7143544"/>
              <a:gd name="connsiteY204" fmla="*/ 1025550 h 6857999"/>
              <a:gd name="connsiteX205" fmla="*/ 1528157 w 7143544"/>
              <a:gd name="connsiteY205" fmla="*/ 889670 h 6857999"/>
              <a:gd name="connsiteX206" fmla="*/ 1579359 w 7143544"/>
              <a:gd name="connsiteY206" fmla="*/ 806960 h 6857999"/>
              <a:gd name="connsiteX207" fmla="*/ 1653699 w 7143544"/>
              <a:gd name="connsiteY207" fmla="*/ 789237 h 6857999"/>
              <a:gd name="connsiteX208" fmla="*/ 1779240 w 7143544"/>
              <a:gd name="connsiteY208" fmla="*/ 723759 h 6857999"/>
              <a:gd name="connsiteX209" fmla="*/ 1821579 w 7143544"/>
              <a:gd name="connsiteY209" fmla="*/ 688804 h 6857999"/>
              <a:gd name="connsiteX210" fmla="*/ 1900350 w 7143544"/>
              <a:gd name="connsiteY210" fmla="*/ 641049 h 6857999"/>
              <a:gd name="connsiteX211" fmla="*/ 1951552 w 7143544"/>
              <a:gd name="connsiteY211" fmla="*/ 633172 h 6857999"/>
              <a:gd name="connsiteX212" fmla="*/ 1970752 w 7143544"/>
              <a:gd name="connsiteY212" fmla="*/ 625295 h 6857999"/>
              <a:gd name="connsiteX213" fmla="*/ 2022938 w 7143544"/>
              <a:gd name="connsiteY213" fmla="*/ 571632 h 6857999"/>
              <a:gd name="connsiteX214" fmla="*/ 2079062 w 7143544"/>
              <a:gd name="connsiteY214" fmla="*/ 572124 h 6857999"/>
              <a:gd name="connsiteX215" fmla="*/ 2176541 w 7143544"/>
              <a:gd name="connsiteY215" fmla="*/ 504184 h 6857999"/>
              <a:gd name="connsiteX216" fmla="*/ 2232666 w 7143544"/>
              <a:gd name="connsiteY216" fmla="*/ 468737 h 6857999"/>
              <a:gd name="connsiteX217" fmla="*/ 2296667 w 7143544"/>
              <a:gd name="connsiteY217" fmla="*/ 455445 h 6857999"/>
              <a:gd name="connsiteX218" fmla="*/ 2277467 w 7143544"/>
              <a:gd name="connsiteY218" fmla="*/ 522400 h 6857999"/>
              <a:gd name="connsiteX219" fmla="*/ 2210019 w 7143544"/>
              <a:gd name="connsiteY219" fmla="*/ 541108 h 6857999"/>
              <a:gd name="connsiteX220" fmla="*/ 2051000 w 7143544"/>
              <a:gd name="connsiteY220" fmla="*/ 615448 h 6857999"/>
              <a:gd name="connsiteX221" fmla="*/ 1690130 w 7143544"/>
              <a:gd name="connsiteY221" fmla="*/ 821238 h 6857999"/>
              <a:gd name="connsiteX222" fmla="*/ 1634006 w 7143544"/>
              <a:gd name="connsiteY222" fmla="*/ 852746 h 6857999"/>
              <a:gd name="connsiteX223" fmla="*/ 1574435 w 7143544"/>
              <a:gd name="connsiteY223" fmla="*/ 910840 h 6857999"/>
              <a:gd name="connsiteX224" fmla="*/ 1548835 w 7143544"/>
              <a:gd name="connsiteY224" fmla="*/ 939394 h 6857999"/>
              <a:gd name="connsiteX225" fmla="*/ 1425755 w 7143544"/>
              <a:gd name="connsiteY225" fmla="*/ 1040812 h 6857999"/>
              <a:gd name="connsiteX226" fmla="*/ 1345507 w 7143544"/>
              <a:gd name="connsiteY226" fmla="*/ 1119091 h 6857999"/>
              <a:gd name="connsiteX227" fmla="*/ 1258367 w 7143544"/>
              <a:gd name="connsiteY227" fmla="*/ 1214600 h 6857999"/>
              <a:gd name="connsiteX228" fmla="*/ 1159903 w 7143544"/>
              <a:gd name="connsiteY228" fmla="*/ 1324388 h 6857999"/>
              <a:gd name="connsiteX229" fmla="*/ 1132825 w 7143544"/>
              <a:gd name="connsiteY229" fmla="*/ 1345557 h 6857999"/>
              <a:gd name="connsiteX230" fmla="*/ 1118056 w 7143544"/>
              <a:gd name="connsiteY230" fmla="*/ 1359834 h 6857999"/>
              <a:gd name="connsiteX231" fmla="*/ 1006300 w 7143544"/>
              <a:gd name="connsiteY231" fmla="*/ 1522300 h 6857999"/>
              <a:gd name="connsiteX232" fmla="*/ 945252 w 7143544"/>
              <a:gd name="connsiteY232" fmla="*/ 1609440 h 6857999"/>
              <a:gd name="connsiteX233" fmla="*/ 921621 w 7143544"/>
              <a:gd name="connsiteY233" fmla="*/ 1638979 h 6857999"/>
              <a:gd name="connsiteX234" fmla="*/ 865989 w 7143544"/>
              <a:gd name="connsiteY234" fmla="*/ 1733504 h 6857999"/>
              <a:gd name="connsiteX235" fmla="*/ 800018 w 7143544"/>
              <a:gd name="connsiteY235" fmla="*/ 1856584 h 6857999"/>
              <a:gd name="connsiteX236" fmla="*/ 771463 w 7143544"/>
              <a:gd name="connsiteY236" fmla="*/ 1922062 h 6857999"/>
              <a:gd name="connsiteX237" fmla="*/ 738970 w 7143544"/>
              <a:gd name="connsiteY237" fmla="*/ 1977694 h 6857999"/>
              <a:gd name="connsiteX238" fmla="*/ 686292 w 7143544"/>
              <a:gd name="connsiteY238" fmla="*/ 2109144 h 6857999"/>
              <a:gd name="connsiteX239" fmla="*/ 676446 w 7143544"/>
              <a:gd name="connsiteY239" fmla="*/ 2128836 h 6857999"/>
              <a:gd name="connsiteX240" fmla="*/ 649368 w 7143544"/>
              <a:gd name="connsiteY240" fmla="*/ 2182499 h 6857999"/>
              <a:gd name="connsiteX241" fmla="*/ 615398 w 7143544"/>
              <a:gd name="connsiteY241" fmla="*/ 2267178 h 6857999"/>
              <a:gd name="connsiteX242" fmla="*/ 586352 w 7143544"/>
              <a:gd name="connsiteY242" fmla="*/ 2361703 h 6857999"/>
              <a:gd name="connsiteX243" fmla="*/ 560751 w 7143544"/>
              <a:gd name="connsiteY243" fmla="*/ 2400596 h 6857999"/>
              <a:gd name="connsiteX244" fmla="*/ 549920 w 7143544"/>
              <a:gd name="connsiteY244" fmla="*/ 2429151 h 6857999"/>
              <a:gd name="connsiteX245" fmla="*/ 540566 w 7143544"/>
              <a:gd name="connsiteY245" fmla="*/ 2487244 h 6857999"/>
              <a:gd name="connsiteX246" fmla="*/ 523827 w 7143544"/>
              <a:gd name="connsiteY246" fmla="*/ 2582754 h 6857999"/>
              <a:gd name="connsiteX247" fmla="*/ 516935 w 7143544"/>
              <a:gd name="connsiteY247" fmla="*/ 2607370 h 6857999"/>
              <a:gd name="connsiteX248" fmla="*/ 488873 w 7143544"/>
              <a:gd name="connsiteY248" fmla="*/ 2737342 h 6857999"/>
              <a:gd name="connsiteX249" fmla="*/ 458349 w 7143544"/>
              <a:gd name="connsiteY249" fmla="*/ 2885530 h 6857999"/>
              <a:gd name="connsiteX250" fmla="*/ 427333 w 7143544"/>
              <a:gd name="connsiteY250" fmla="*/ 3065227 h 6857999"/>
              <a:gd name="connsiteX251" fmla="*/ 438164 w 7143544"/>
              <a:gd name="connsiteY251" fmla="*/ 3203076 h 6857999"/>
              <a:gd name="connsiteX252" fmla="*/ 427825 w 7143544"/>
              <a:gd name="connsiteY252" fmla="*/ 3344863 h 6857999"/>
              <a:gd name="connsiteX253" fmla="*/ 432748 w 7143544"/>
              <a:gd name="connsiteY253" fmla="*/ 3393111 h 6857999"/>
              <a:gd name="connsiteX254" fmla="*/ 425363 w 7143544"/>
              <a:gd name="connsiteY254" fmla="*/ 3520621 h 6857999"/>
              <a:gd name="connsiteX255" fmla="*/ 429302 w 7143544"/>
              <a:gd name="connsiteY255" fmla="*/ 3548191 h 6857999"/>
              <a:gd name="connsiteX256" fmla="*/ 456872 w 7143544"/>
              <a:gd name="connsiteY256" fmla="*/ 3639763 h 6857999"/>
              <a:gd name="connsiteX257" fmla="*/ 476565 w 7143544"/>
              <a:gd name="connsiteY257" fmla="*/ 3718534 h 6857999"/>
              <a:gd name="connsiteX258" fmla="*/ 532689 w 7143544"/>
              <a:gd name="connsiteY258" fmla="*/ 3941554 h 6857999"/>
              <a:gd name="connsiteX259" fmla="*/ 550412 w 7143544"/>
              <a:gd name="connsiteY259" fmla="*/ 3905122 h 6857999"/>
              <a:gd name="connsiteX260" fmla="*/ 550905 w 7143544"/>
              <a:gd name="connsiteY260" fmla="*/ 3951893 h 6857999"/>
              <a:gd name="connsiteX261" fmla="*/ 548935 w 7143544"/>
              <a:gd name="connsiteY261" fmla="*/ 3990786 h 6857999"/>
              <a:gd name="connsiteX262" fmla="*/ 571582 w 7143544"/>
              <a:gd name="connsiteY262" fmla="*/ 4070049 h 6857999"/>
              <a:gd name="connsiteX263" fmla="*/ 621306 w 7143544"/>
              <a:gd name="connsiteY263" fmla="*/ 4121743 h 6857999"/>
              <a:gd name="connsiteX264" fmla="*/ 601614 w 7143544"/>
              <a:gd name="connsiteY264" fmla="*/ 4152266 h 6857999"/>
              <a:gd name="connsiteX265" fmla="*/ 629676 w 7143544"/>
              <a:gd name="connsiteY265" fmla="*/ 4147343 h 6857999"/>
              <a:gd name="connsiteX266" fmla="*/ 623276 w 7143544"/>
              <a:gd name="connsiteY266" fmla="*/ 4189683 h 6857999"/>
              <a:gd name="connsiteX267" fmla="*/ 704508 w 7143544"/>
              <a:gd name="connsiteY267" fmla="*/ 4241376 h 6857999"/>
              <a:gd name="connsiteX268" fmla="*/ 703524 w 7143544"/>
              <a:gd name="connsiteY268" fmla="*/ 4316209 h 6857999"/>
              <a:gd name="connsiteX269" fmla="*/ 692200 w 7143544"/>
              <a:gd name="connsiteY269" fmla="*/ 4265500 h 6857999"/>
              <a:gd name="connsiteX270" fmla="*/ 660692 w 7143544"/>
              <a:gd name="connsiteY270" fmla="*/ 4234976 h 6857999"/>
              <a:gd name="connsiteX271" fmla="*/ 642968 w 7143544"/>
              <a:gd name="connsiteY271" fmla="*/ 4293070 h 6857999"/>
              <a:gd name="connsiteX272" fmla="*/ 720755 w 7143544"/>
              <a:gd name="connsiteY272" fmla="*/ 4351655 h 6857999"/>
              <a:gd name="connsiteX273" fmla="*/ 731093 w 7143544"/>
              <a:gd name="connsiteY273" fmla="*/ 4348702 h 6857999"/>
              <a:gd name="connsiteX274" fmla="*/ 748324 w 7143544"/>
              <a:gd name="connsiteY274" fmla="*/ 4382672 h 6857999"/>
              <a:gd name="connsiteX275" fmla="*/ 801987 w 7143544"/>
              <a:gd name="connsiteY275" fmla="*/ 4431411 h 6857999"/>
              <a:gd name="connsiteX276" fmla="*/ 850234 w 7143544"/>
              <a:gd name="connsiteY276" fmla="*/ 4507721 h 6857999"/>
              <a:gd name="connsiteX277" fmla="*/ 873373 w 7143544"/>
              <a:gd name="connsiteY277" fmla="*/ 4540214 h 6857999"/>
              <a:gd name="connsiteX278" fmla="*/ 855650 w 7143544"/>
              <a:gd name="connsiteY278" fmla="*/ 4550552 h 6857999"/>
              <a:gd name="connsiteX279" fmla="*/ 835465 w 7143544"/>
              <a:gd name="connsiteY279" fmla="*/ 4518059 h 6857999"/>
              <a:gd name="connsiteX280" fmla="*/ 819218 w 7143544"/>
              <a:gd name="connsiteY280" fmla="*/ 4539229 h 6857999"/>
              <a:gd name="connsiteX281" fmla="*/ 848758 w 7143544"/>
              <a:gd name="connsiteY281" fmla="*/ 4559414 h 6857999"/>
              <a:gd name="connsiteX282" fmla="*/ 905866 w 7143544"/>
              <a:gd name="connsiteY282" fmla="*/ 4604707 h 6857999"/>
              <a:gd name="connsiteX283" fmla="*/ 860081 w 7143544"/>
              <a:gd name="connsiteY283" fmla="*/ 4631785 h 6857999"/>
              <a:gd name="connsiteX284" fmla="*/ 911774 w 7143544"/>
              <a:gd name="connsiteY284" fmla="*/ 4664278 h 6857999"/>
              <a:gd name="connsiteX285" fmla="*/ 920144 w 7143544"/>
              <a:gd name="connsiteY285" fmla="*/ 4683478 h 6857999"/>
              <a:gd name="connsiteX286" fmla="*/ 932944 w 7143544"/>
              <a:gd name="connsiteY286" fmla="*/ 4738618 h 6857999"/>
              <a:gd name="connsiteX287" fmla="*/ 966422 w 7143544"/>
              <a:gd name="connsiteY287" fmla="*/ 4641631 h 6857999"/>
              <a:gd name="connsiteX288" fmla="*/ 1010238 w 7143544"/>
              <a:gd name="connsiteY288" fmla="*/ 4655909 h 6857999"/>
              <a:gd name="connsiteX289" fmla="*/ 1021561 w 7143544"/>
              <a:gd name="connsiteY289" fmla="*/ 4709079 h 6857999"/>
              <a:gd name="connsiteX290" fmla="*/ 1027469 w 7143544"/>
              <a:gd name="connsiteY290" fmla="*/ 4760772 h 6857999"/>
              <a:gd name="connsiteX291" fmla="*/ 967899 w 7143544"/>
              <a:gd name="connsiteY291" fmla="*/ 4692340 h 6857999"/>
              <a:gd name="connsiteX292" fmla="*/ 940821 w 7143544"/>
              <a:gd name="connsiteY292" fmla="*/ 4785881 h 6857999"/>
              <a:gd name="connsiteX293" fmla="*/ 967406 w 7143544"/>
              <a:gd name="connsiteY293" fmla="*/ 4789819 h 6857999"/>
              <a:gd name="connsiteX294" fmla="*/ 966914 w 7143544"/>
              <a:gd name="connsiteY294" fmla="*/ 4799173 h 6857999"/>
              <a:gd name="connsiteX295" fmla="*/ 887158 w 7143544"/>
              <a:gd name="connsiteY295" fmla="*/ 4789819 h 6857999"/>
              <a:gd name="connsiteX296" fmla="*/ 944760 w 7143544"/>
              <a:gd name="connsiteY296" fmla="*/ 4845451 h 6857999"/>
              <a:gd name="connsiteX297" fmla="*/ 989068 w 7143544"/>
              <a:gd name="connsiteY297" fmla="*/ 4819851 h 6857999"/>
              <a:gd name="connsiteX298" fmla="*/ 1053070 w 7143544"/>
              <a:gd name="connsiteY298" fmla="*/ 4940469 h 6857999"/>
              <a:gd name="connsiteX299" fmla="*/ 1064885 w 7143544"/>
              <a:gd name="connsiteY299" fmla="*/ 4935053 h 6857999"/>
              <a:gd name="connsiteX300" fmla="*/ 1059470 w 7143544"/>
              <a:gd name="connsiteY300" fmla="*/ 4887791 h 6857999"/>
              <a:gd name="connsiteX301" fmla="*/ 1071778 w 7143544"/>
              <a:gd name="connsiteY301" fmla="*/ 4885329 h 6857999"/>
              <a:gd name="connsiteX302" fmla="*/ 1083101 w 7143544"/>
              <a:gd name="connsiteY302" fmla="*/ 4958192 h 6857999"/>
              <a:gd name="connsiteX303" fmla="*/ 1101317 w 7143544"/>
              <a:gd name="connsiteY303" fmla="*/ 4988716 h 6857999"/>
              <a:gd name="connsiteX304" fmla="*/ 1142180 w 7143544"/>
              <a:gd name="connsiteY304" fmla="*/ 5022686 h 6857999"/>
              <a:gd name="connsiteX305" fmla="*/ 1174180 w 7143544"/>
              <a:gd name="connsiteY305" fmla="*/ 5072410 h 6857999"/>
              <a:gd name="connsiteX306" fmla="*/ 1184027 w 7143544"/>
              <a:gd name="connsiteY306" fmla="*/ 5119180 h 6857999"/>
              <a:gd name="connsiteX307" fmla="*/ 1290367 w 7143544"/>
              <a:gd name="connsiteY307" fmla="*/ 5197459 h 6857999"/>
              <a:gd name="connsiteX308" fmla="*/ 1306122 w 7143544"/>
              <a:gd name="connsiteY308" fmla="*/ 5243245 h 6857999"/>
              <a:gd name="connsiteX309" fmla="*/ 1438063 w 7143544"/>
              <a:gd name="connsiteY309" fmla="*/ 5346139 h 6857999"/>
              <a:gd name="connsiteX310" fmla="*/ 1499603 w 7143544"/>
              <a:gd name="connsiteY310" fmla="*/ 5389956 h 6857999"/>
              <a:gd name="connsiteX311" fmla="*/ 1475972 w 7143544"/>
              <a:gd name="connsiteY311" fmla="*/ 5391433 h 6857999"/>
              <a:gd name="connsiteX312" fmla="*/ 1473510 w 7143544"/>
              <a:gd name="connsiteY312" fmla="*/ 5400294 h 6857999"/>
              <a:gd name="connsiteX313" fmla="*/ 1545389 w 7143544"/>
              <a:gd name="connsiteY313" fmla="*/ 5424910 h 6857999"/>
              <a:gd name="connsiteX314" fmla="*/ 1570989 w 7143544"/>
              <a:gd name="connsiteY314" fmla="*/ 5371740 h 6857999"/>
              <a:gd name="connsiteX315" fmla="*/ 1592159 w 7143544"/>
              <a:gd name="connsiteY315" fmla="*/ 5437218 h 6857999"/>
              <a:gd name="connsiteX316" fmla="*/ 1614806 w 7143544"/>
              <a:gd name="connsiteY316" fmla="*/ 5465281 h 6857999"/>
              <a:gd name="connsiteX317" fmla="*/ 1703423 w 7143544"/>
              <a:gd name="connsiteY317" fmla="*/ 5490881 h 6857999"/>
              <a:gd name="connsiteX318" fmla="*/ 1659606 w 7143544"/>
              <a:gd name="connsiteY318" fmla="*/ 5516974 h 6857999"/>
              <a:gd name="connsiteX319" fmla="*/ 1707361 w 7143544"/>
              <a:gd name="connsiteY319" fmla="*/ 5547990 h 6857999"/>
              <a:gd name="connsiteX320" fmla="*/ 1771363 w 7143544"/>
              <a:gd name="connsiteY320" fmla="*/ 5558329 h 6857999"/>
              <a:gd name="connsiteX321" fmla="*/ 1796963 w 7143544"/>
              <a:gd name="connsiteY321" fmla="*/ 5613469 h 6857999"/>
              <a:gd name="connsiteX322" fmla="*/ 1838811 w 7143544"/>
              <a:gd name="connsiteY322" fmla="*/ 5659254 h 6857999"/>
              <a:gd name="connsiteX323" fmla="*/ 1852103 w 7143544"/>
              <a:gd name="connsiteY323" fmla="*/ 5610022 h 6857999"/>
              <a:gd name="connsiteX324" fmla="*/ 1795979 w 7143544"/>
              <a:gd name="connsiteY324" fmla="*/ 5613961 h 6857999"/>
              <a:gd name="connsiteX325" fmla="*/ 1856042 w 7143544"/>
              <a:gd name="connsiteY325" fmla="*/ 5602637 h 6857999"/>
              <a:gd name="connsiteX326" fmla="*/ 1922505 w 7143544"/>
              <a:gd name="connsiteY326" fmla="*/ 5650885 h 6857999"/>
              <a:gd name="connsiteX327" fmla="*/ 1954013 w 7143544"/>
              <a:gd name="connsiteY327" fmla="*/ 5651377 h 6857999"/>
              <a:gd name="connsiteX328" fmla="*/ 1995860 w 7143544"/>
              <a:gd name="connsiteY328" fmla="*/ 5751318 h 6857999"/>
              <a:gd name="connsiteX329" fmla="*/ 2038200 w 7143544"/>
              <a:gd name="connsiteY329" fmla="*/ 5762641 h 6857999"/>
              <a:gd name="connsiteX330" fmla="*/ 2034261 w 7143544"/>
              <a:gd name="connsiteY330" fmla="*/ 5735071 h 6857999"/>
              <a:gd name="connsiteX331" fmla="*/ 2147002 w 7143544"/>
              <a:gd name="connsiteY331" fmla="*/ 5787750 h 6857999"/>
              <a:gd name="connsiteX332" fmla="*/ 2120909 w 7143544"/>
              <a:gd name="connsiteY332" fmla="*/ 5899506 h 6857999"/>
              <a:gd name="connsiteX333" fmla="*/ 2288790 w 7143544"/>
              <a:gd name="connsiteY333" fmla="*/ 5929045 h 6857999"/>
              <a:gd name="connsiteX334" fmla="*/ 2231681 w 7143544"/>
              <a:gd name="connsiteY334" fmla="*/ 5951691 h 6857999"/>
              <a:gd name="connsiteX335" fmla="*/ 2307006 w 7143544"/>
              <a:gd name="connsiteY335" fmla="*/ 5994523 h 6857999"/>
              <a:gd name="connsiteX336" fmla="*/ 2309467 w 7143544"/>
              <a:gd name="connsiteY336" fmla="*/ 5953661 h 6857999"/>
              <a:gd name="connsiteX337" fmla="*/ 2341960 w 7143544"/>
              <a:gd name="connsiteY337" fmla="*/ 5963015 h 6857999"/>
              <a:gd name="connsiteX338" fmla="*/ 2403500 w 7143544"/>
              <a:gd name="connsiteY338" fmla="*/ 5960061 h 6857999"/>
              <a:gd name="connsiteX339" fmla="*/ 2442886 w 7143544"/>
              <a:gd name="connsiteY339" fmla="*/ 5972861 h 6857999"/>
              <a:gd name="connsiteX340" fmla="*/ 2458640 w 7143544"/>
              <a:gd name="connsiteY340" fmla="*/ 5982708 h 6857999"/>
              <a:gd name="connsiteX341" fmla="*/ 2526087 w 7143544"/>
              <a:gd name="connsiteY341" fmla="*/ 6033416 h 6857999"/>
              <a:gd name="connsiteX342" fmla="*/ 2562027 w 7143544"/>
              <a:gd name="connsiteY342" fmla="*/ 6031447 h 6857999"/>
              <a:gd name="connsiteX343" fmla="*/ 2552673 w 7143544"/>
              <a:gd name="connsiteY343" fmla="*/ 6060986 h 6857999"/>
              <a:gd name="connsiteX344" fmla="*/ 2640305 w 7143544"/>
              <a:gd name="connsiteY344" fmla="*/ 6033416 h 6857999"/>
              <a:gd name="connsiteX345" fmla="*/ 2643259 w 7143544"/>
              <a:gd name="connsiteY345" fmla="*/ 5966953 h 6857999"/>
              <a:gd name="connsiteX346" fmla="*/ 2700861 w 7143544"/>
              <a:gd name="connsiteY346" fmla="*/ 6035878 h 6857999"/>
              <a:gd name="connsiteX347" fmla="*/ 2751569 w 7143544"/>
              <a:gd name="connsiteY347" fmla="*/ 6074771 h 6857999"/>
              <a:gd name="connsiteX348" fmla="*/ 2760924 w 7143544"/>
              <a:gd name="connsiteY348" fmla="*/ 6080186 h 6857999"/>
              <a:gd name="connsiteX349" fmla="*/ 2854956 w 7143544"/>
              <a:gd name="connsiteY349" fmla="*/ 6097910 h 6857999"/>
              <a:gd name="connsiteX350" fmla="*/ 2981482 w 7143544"/>
              <a:gd name="connsiteY350" fmla="*/ 6111203 h 6857999"/>
              <a:gd name="connsiteX351" fmla="*/ 2942589 w 7143544"/>
              <a:gd name="connsiteY351" fmla="*/ 6193913 h 6857999"/>
              <a:gd name="connsiteX352" fmla="*/ 2980005 w 7143544"/>
              <a:gd name="connsiteY352" fmla="*/ 6210159 h 6857999"/>
              <a:gd name="connsiteX353" fmla="*/ 2991821 w 7143544"/>
              <a:gd name="connsiteY353" fmla="*/ 6188497 h 6857999"/>
              <a:gd name="connsiteX354" fmla="*/ 3012498 w 7143544"/>
              <a:gd name="connsiteY354" fmla="*/ 6148127 h 6857999"/>
              <a:gd name="connsiteX355" fmla="*/ 3037114 w 7143544"/>
              <a:gd name="connsiteY355" fmla="*/ 6198836 h 6857999"/>
              <a:gd name="connsiteX356" fmla="*/ 3095700 w 7143544"/>
              <a:gd name="connsiteY356" fmla="*/ 6177174 h 6857999"/>
              <a:gd name="connsiteX357" fmla="*/ 3099147 w 7143544"/>
              <a:gd name="connsiteY357" fmla="*/ 6144681 h 6857999"/>
              <a:gd name="connsiteX358" fmla="*/ 3181364 w 7143544"/>
              <a:gd name="connsiteY358" fmla="*/ 6138280 h 6857999"/>
              <a:gd name="connsiteX359" fmla="*/ 3226165 w 7143544"/>
              <a:gd name="connsiteY359" fmla="*/ 6149111 h 6857999"/>
              <a:gd name="connsiteX360" fmla="*/ 3275889 w 7143544"/>
              <a:gd name="connsiteY360" fmla="*/ 6150588 h 6857999"/>
              <a:gd name="connsiteX361" fmla="*/ 3278843 w 7143544"/>
              <a:gd name="connsiteY361" fmla="*/ 6148619 h 6857999"/>
              <a:gd name="connsiteX362" fmla="*/ 3401923 w 7143544"/>
              <a:gd name="connsiteY362" fmla="*/ 6158465 h 6857999"/>
              <a:gd name="connsiteX363" fmla="*/ 3426046 w 7143544"/>
              <a:gd name="connsiteY363" fmla="*/ 6162896 h 6857999"/>
              <a:gd name="connsiteX364" fmla="*/ 3493494 w 7143544"/>
              <a:gd name="connsiteY364" fmla="*/ 6165850 h 6857999"/>
              <a:gd name="connsiteX365" fmla="*/ 3511217 w 7143544"/>
              <a:gd name="connsiteY365" fmla="*/ 6156496 h 6857999"/>
              <a:gd name="connsiteX366" fmla="*/ 3553557 w 7143544"/>
              <a:gd name="connsiteY366" fmla="*/ 6149111 h 6857999"/>
              <a:gd name="connsiteX367" fmla="*/ 3653497 w 7143544"/>
              <a:gd name="connsiteY367" fmla="*/ 6152065 h 6857999"/>
              <a:gd name="connsiteX368" fmla="*/ 3760331 w 7143544"/>
              <a:gd name="connsiteY368" fmla="*/ 6131388 h 6857999"/>
              <a:gd name="connsiteX369" fmla="*/ 3828763 w 7143544"/>
              <a:gd name="connsiteY369" fmla="*/ 6158957 h 6857999"/>
              <a:gd name="connsiteX370" fmla="*/ 3833194 w 7143544"/>
              <a:gd name="connsiteY370" fmla="*/ 6129418 h 6857999"/>
              <a:gd name="connsiteX371" fmla="*/ 3846979 w 7143544"/>
              <a:gd name="connsiteY371" fmla="*/ 6174220 h 6857999"/>
              <a:gd name="connsiteX372" fmla="*/ 3925750 w 7143544"/>
              <a:gd name="connsiteY372" fmla="*/ 6167819 h 6857999"/>
              <a:gd name="connsiteX373" fmla="*/ 3879472 w 7143544"/>
              <a:gd name="connsiteY373" fmla="*/ 6117110 h 6857999"/>
              <a:gd name="connsiteX374" fmla="*/ 3938550 w 7143544"/>
              <a:gd name="connsiteY374" fmla="*/ 6131388 h 6857999"/>
              <a:gd name="connsiteX375" fmla="*/ 3962181 w 7143544"/>
              <a:gd name="connsiteY375" fmla="*/ 6182589 h 6857999"/>
              <a:gd name="connsiteX376" fmla="*/ 3975474 w 7143544"/>
              <a:gd name="connsiteY376" fmla="*/ 6178158 h 6857999"/>
              <a:gd name="connsiteX377" fmla="*/ 3961197 w 7143544"/>
              <a:gd name="connsiteY377" fmla="*/ 6132373 h 6857999"/>
              <a:gd name="connsiteX378" fmla="*/ 3985320 w 7143544"/>
              <a:gd name="connsiteY378" fmla="*/ 6104802 h 6857999"/>
              <a:gd name="connsiteX379" fmla="*/ 4097569 w 7143544"/>
              <a:gd name="connsiteY379" fmla="*/ 6070340 h 6857999"/>
              <a:gd name="connsiteX380" fmla="*/ 4164524 w 7143544"/>
              <a:gd name="connsiteY380" fmla="*/ 6096925 h 6857999"/>
              <a:gd name="connsiteX381" fmla="*/ 4194063 w 7143544"/>
              <a:gd name="connsiteY381" fmla="*/ 6116618 h 6857999"/>
              <a:gd name="connsiteX382" fmla="*/ 4198494 w 7143544"/>
              <a:gd name="connsiteY382" fmla="*/ 6107264 h 6857999"/>
              <a:gd name="connsiteX383" fmla="*/ 4187171 w 7143544"/>
              <a:gd name="connsiteY383" fmla="*/ 6064432 h 6857999"/>
              <a:gd name="connsiteX384" fmla="*/ 4306805 w 7143544"/>
              <a:gd name="connsiteY384" fmla="*/ 6019139 h 6857999"/>
              <a:gd name="connsiteX385" fmla="*/ 4348159 w 7143544"/>
              <a:gd name="connsiteY385" fmla="*/ 6051632 h 6857999"/>
              <a:gd name="connsiteX386" fmla="*/ 4373760 w 7143544"/>
              <a:gd name="connsiteY386" fmla="*/ 6016678 h 6857999"/>
              <a:gd name="connsiteX387" fmla="*/ 4410684 w 7143544"/>
              <a:gd name="connsiteY387" fmla="*/ 6044740 h 6857999"/>
              <a:gd name="connsiteX388" fmla="*/ 4417084 w 7143544"/>
              <a:gd name="connsiteY388" fmla="*/ 6036863 h 6857999"/>
              <a:gd name="connsiteX389" fmla="*/ 4399360 w 7143544"/>
              <a:gd name="connsiteY389" fmla="*/ 6009785 h 6857999"/>
              <a:gd name="connsiteX390" fmla="*/ 4433823 w 7143544"/>
              <a:gd name="connsiteY390" fmla="*/ 5994523 h 6857999"/>
              <a:gd name="connsiteX391" fmla="*/ 4452531 w 7143544"/>
              <a:gd name="connsiteY391" fmla="*/ 5983200 h 6857999"/>
              <a:gd name="connsiteX392" fmla="*/ 4498809 w 7143544"/>
              <a:gd name="connsiteY392" fmla="*/ 5976307 h 6857999"/>
              <a:gd name="connsiteX393" fmla="*/ 4522933 w 7143544"/>
              <a:gd name="connsiteY393" fmla="*/ 5971384 h 6857999"/>
              <a:gd name="connsiteX394" fmla="*/ 4621396 w 7143544"/>
              <a:gd name="connsiteY394" fmla="*/ 5925106 h 6857999"/>
              <a:gd name="connsiteX395" fmla="*/ 4650935 w 7143544"/>
              <a:gd name="connsiteY395" fmla="*/ 5955138 h 6857999"/>
              <a:gd name="connsiteX396" fmla="*/ 4665705 w 7143544"/>
              <a:gd name="connsiteY396" fmla="*/ 5918214 h 6857999"/>
              <a:gd name="connsiteX397" fmla="*/ 4695244 w 7143544"/>
              <a:gd name="connsiteY397" fmla="*/ 5896552 h 6857999"/>
              <a:gd name="connsiteX398" fmla="*/ 4730199 w 7143544"/>
              <a:gd name="connsiteY398" fmla="*/ 5902952 h 6857999"/>
              <a:gd name="connsiteX399" fmla="*/ 4748414 w 7143544"/>
              <a:gd name="connsiteY399" fmla="*/ 5872428 h 6857999"/>
              <a:gd name="connsiteX400" fmla="*/ 4764661 w 7143544"/>
              <a:gd name="connsiteY400" fmla="*/ 5885228 h 6857999"/>
              <a:gd name="connsiteX401" fmla="*/ 4811431 w 7143544"/>
              <a:gd name="connsiteY401" fmla="*/ 5845843 h 6857999"/>
              <a:gd name="connsiteX402" fmla="*/ 4798139 w 7143544"/>
              <a:gd name="connsiteY402" fmla="*/ 5882767 h 6857999"/>
              <a:gd name="connsiteX403" fmla="*/ 4812908 w 7143544"/>
              <a:gd name="connsiteY403" fmla="*/ 5811873 h 6857999"/>
              <a:gd name="connsiteX404" fmla="*/ 4829155 w 7143544"/>
              <a:gd name="connsiteY404" fmla="*/ 5820242 h 6857999"/>
              <a:gd name="connsiteX405" fmla="*/ 4842940 w 7143544"/>
              <a:gd name="connsiteY405" fmla="*/ 5840427 h 6857999"/>
              <a:gd name="connsiteX406" fmla="*/ 4954204 w 7143544"/>
              <a:gd name="connsiteY406" fmla="*/ 5795627 h 6857999"/>
              <a:gd name="connsiteX407" fmla="*/ 4941403 w 7143544"/>
              <a:gd name="connsiteY407" fmla="*/ 5773472 h 6857999"/>
              <a:gd name="connsiteX408" fmla="*/ 5054637 w 7143544"/>
              <a:gd name="connsiteY408" fmla="*/ 5731625 h 6857999"/>
              <a:gd name="connsiteX409" fmla="*/ 5122576 w 7143544"/>
              <a:gd name="connsiteY409" fmla="*/ 5710455 h 6857999"/>
              <a:gd name="connsiteX410" fmla="*/ 5070883 w 7143544"/>
              <a:gd name="connsiteY410" fmla="*/ 5656300 h 6857999"/>
              <a:gd name="connsiteX411" fmla="*/ 5120115 w 7143544"/>
              <a:gd name="connsiteY411" fmla="*/ 5656792 h 6857999"/>
              <a:gd name="connsiteX412" fmla="*/ 5179193 w 7143544"/>
              <a:gd name="connsiteY412" fmla="*/ 5611991 h 6857999"/>
              <a:gd name="connsiteX413" fmla="*/ 5259441 w 7143544"/>
              <a:gd name="connsiteY413" fmla="*/ 5564729 h 6857999"/>
              <a:gd name="connsiteX414" fmla="*/ 5313596 w 7143544"/>
              <a:gd name="connsiteY414" fmla="*/ 5548482 h 6857999"/>
              <a:gd name="connsiteX415" fmla="*/ 5311627 w 7143544"/>
              <a:gd name="connsiteY415" fmla="*/ 5490881 h 6857999"/>
              <a:gd name="connsiteX416" fmla="*/ 5351012 w 7143544"/>
              <a:gd name="connsiteY416" fmla="*/ 5506635 h 6857999"/>
              <a:gd name="connsiteX417" fmla="*/ 5367259 w 7143544"/>
              <a:gd name="connsiteY417" fmla="*/ 5467742 h 6857999"/>
              <a:gd name="connsiteX418" fmla="*/ 5412060 w 7143544"/>
              <a:gd name="connsiteY418" fmla="*/ 5403248 h 6857999"/>
              <a:gd name="connsiteX419" fmla="*/ 5425352 w 7143544"/>
              <a:gd name="connsiteY419" fmla="*/ 5386017 h 6857999"/>
              <a:gd name="connsiteX420" fmla="*/ 5520370 w 7143544"/>
              <a:gd name="connsiteY420" fmla="*/ 5368294 h 6857999"/>
              <a:gd name="connsiteX421" fmla="*/ 5520862 w 7143544"/>
              <a:gd name="connsiteY421" fmla="*/ 5356478 h 6857999"/>
              <a:gd name="connsiteX422" fmla="*/ 5499200 w 7143544"/>
              <a:gd name="connsiteY422" fmla="*/ 5344170 h 6857999"/>
              <a:gd name="connsiteX423" fmla="*/ 5568125 w 7143544"/>
              <a:gd name="connsiteY423" fmla="*/ 5288046 h 6857999"/>
              <a:gd name="connsiteX424" fmla="*/ 5575017 w 7143544"/>
              <a:gd name="connsiteY424" fmla="*/ 5266876 h 6857999"/>
              <a:gd name="connsiteX425" fmla="*/ 5570094 w 7143544"/>
              <a:gd name="connsiteY425" fmla="*/ 5207798 h 6857999"/>
              <a:gd name="connsiteX426" fmla="*/ 5604064 w 7143544"/>
              <a:gd name="connsiteY426" fmla="*/ 5229952 h 6857999"/>
              <a:gd name="connsiteX427" fmla="*/ 5627203 w 7143544"/>
              <a:gd name="connsiteY427" fmla="*/ 5154135 h 6857999"/>
              <a:gd name="connsiteX428" fmla="*/ 5711882 w 7143544"/>
              <a:gd name="connsiteY428" fmla="*/ 5137889 h 6857999"/>
              <a:gd name="connsiteX429" fmla="*/ 5703513 w 7143544"/>
              <a:gd name="connsiteY429" fmla="*/ 5096042 h 6857999"/>
              <a:gd name="connsiteX430" fmla="*/ 5810838 w 7143544"/>
              <a:gd name="connsiteY430" fmla="*/ 5035486 h 6857999"/>
              <a:gd name="connsiteX431" fmla="*/ 5789668 w 7143544"/>
              <a:gd name="connsiteY431" fmla="*/ 4950315 h 6857999"/>
              <a:gd name="connsiteX432" fmla="*/ 5928010 w 7143544"/>
              <a:gd name="connsiteY432" fmla="*/ 4911914 h 6857999"/>
              <a:gd name="connsiteX433" fmla="*/ 5855639 w 7143544"/>
              <a:gd name="connsiteY433" fmla="*/ 4866621 h 6857999"/>
              <a:gd name="connsiteX434" fmla="*/ 5893055 w 7143544"/>
              <a:gd name="connsiteY434" fmla="*/ 4852344 h 6857999"/>
              <a:gd name="connsiteX435" fmla="*/ 5922594 w 7143544"/>
              <a:gd name="connsiteY435" fmla="*/ 4820343 h 6857999"/>
              <a:gd name="connsiteX436" fmla="*/ 5943764 w 7143544"/>
              <a:gd name="connsiteY436" fmla="*/ 4790804 h 6857999"/>
              <a:gd name="connsiteX437" fmla="*/ 5970842 w 7143544"/>
              <a:gd name="connsiteY437" fmla="*/ 4760280 h 6857999"/>
              <a:gd name="connsiteX438" fmla="*/ 5985611 w 7143544"/>
              <a:gd name="connsiteY438" fmla="*/ 4720402 h 6857999"/>
              <a:gd name="connsiteX439" fmla="*/ 6037797 w 7143544"/>
              <a:gd name="connsiteY439" fmla="*/ 4650985 h 6857999"/>
              <a:gd name="connsiteX440" fmla="*/ 6031397 w 7143544"/>
              <a:gd name="connsiteY440" fmla="*/ 4609631 h 6857999"/>
              <a:gd name="connsiteX441" fmla="*/ 6079152 w 7143544"/>
              <a:gd name="connsiteY441" fmla="*/ 4594369 h 6857999"/>
              <a:gd name="connsiteX442" fmla="*/ 6124938 w 7143544"/>
              <a:gd name="connsiteY442" fmla="*/ 4585015 h 6857999"/>
              <a:gd name="connsiteX443" fmla="*/ 6131830 w 7143544"/>
              <a:gd name="connsiteY443" fmla="*/ 4541198 h 6857999"/>
              <a:gd name="connsiteX444" fmla="*/ 6113614 w 7143544"/>
              <a:gd name="connsiteY444" fmla="*/ 4490982 h 6857999"/>
              <a:gd name="connsiteX445" fmla="*/ 6121491 w 7143544"/>
              <a:gd name="connsiteY445" fmla="*/ 4486551 h 6857999"/>
              <a:gd name="connsiteX446" fmla="*/ 6148569 w 7143544"/>
              <a:gd name="connsiteY446" fmla="*/ 4520521 h 6857999"/>
              <a:gd name="connsiteX447" fmla="*/ 6155954 w 7143544"/>
              <a:gd name="connsiteY447" fmla="*/ 4519044 h 6857999"/>
              <a:gd name="connsiteX448" fmla="*/ 6136753 w 7143544"/>
              <a:gd name="connsiteY448" fmla="*/ 4449135 h 6857999"/>
              <a:gd name="connsiteX449" fmla="*/ 6166292 w 7143544"/>
              <a:gd name="connsiteY449" fmla="*/ 4372825 h 6857999"/>
              <a:gd name="connsiteX450" fmla="*/ 6179585 w 7143544"/>
              <a:gd name="connsiteY450" fmla="*/ 4360025 h 6857999"/>
              <a:gd name="connsiteX451" fmla="*/ 6161369 w 7143544"/>
              <a:gd name="connsiteY451" fmla="*/ 4330486 h 6857999"/>
              <a:gd name="connsiteX452" fmla="*/ 6209124 w 7143544"/>
              <a:gd name="connsiteY452" fmla="*/ 4332947 h 6857999"/>
              <a:gd name="connsiteX453" fmla="*/ 6178108 w 7143544"/>
              <a:gd name="connsiteY453" fmla="*/ 4303901 h 6857999"/>
              <a:gd name="connsiteX454" fmla="*/ 6181554 w 7143544"/>
              <a:gd name="connsiteY454" fmla="*/ 4268454 h 6857999"/>
              <a:gd name="connsiteX455" fmla="*/ 6192385 w 7143544"/>
              <a:gd name="connsiteY455" fmla="*/ 4267961 h 6857999"/>
              <a:gd name="connsiteX456" fmla="*/ 6205185 w 7143544"/>
              <a:gd name="connsiteY456" fmla="*/ 4305378 h 6857999"/>
              <a:gd name="connsiteX457" fmla="*/ 6224878 w 7143544"/>
              <a:gd name="connsiteY457" fmla="*/ 4250730 h 6857999"/>
              <a:gd name="connsiteX458" fmla="*/ 6251464 w 7143544"/>
              <a:gd name="connsiteY458" fmla="*/ 4187713 h 6857999"/>
              <a:gd name="connsiteX459" fmla="*/ 6276079 w 7143544"/>
              <a:gd name="connsiteY459" fmla="*/ 4118296 h 6857999"/>
              <a:gd name="connsiteX460" fmla="*/ 6278049 w 7143544"/>
              <a:gd name="connsiteY460" fmla="*/ 4088757 h 6857999"/>
              <a:gd name="connsiteX461" fmla="*/ 6294788 w 7143544"/>
              <a:gd name="connsiteY461" fmla="*/ 4111896 h 6857999"/>
              <a:gd name="connsiteX462" fmla="*/ 6322358 w 7143544"/>
              <a:gd name="connsiteY462" fmla="*/ 4077434 h 6857999"/>
              <a:gd name="connsiteX463" fmla="*/ 6297742 w 7143544"/>
              <a:gd name="connsiteY463" fmla="*/ 4032141 h 6857999"/>
              <a:gd name="connsiteX464" fmla="*/ 6333188 w 7143544"/>
              <a:gd name="connsiteY464" fmla="*/ 3949431 h 6857999"/>
              <a:gd name="connsiteX465" fmla="*/ 6332696 w 7143544"/>
              <a:gd name="connsiteY465" fmla="*/ 3855398 h 6857999"/>
              <a:gd name="connsiteX466" fmla="*/ 6328757 w 7143544"/>
              <a:gd name="connsiteY466" fmla="*/ 3795335 h 6857999"/>
              <a:gd name="connsiteX467" fmla="*/ 6342050 w 7143544"/>
              <a:gd name="connsiteY467" fmla="*/ 3792381 h 6857999"/>
              <a:gd name="connsiteX468" fmla="*/ 6366174 w 7143544"/>
              <a:gd name="connsiteY468" fmla="*/ 3679148 h 6857999"/>
              <a:gd name="connsiteX469" fmla="*/ 6386359 w 7143544"/>
              <a:gd name="connsiteY469" fmla="*/ 3603331 h 6857999"/>
              <a:gd name="connsiteX470" fmla="*/ 6376020 w 7143544"/>
              <a:gd name="connsiteY470" fmla="*/ 3572807 h 6857999"/>
              <a:gd name="connsiteX471" fmla="*/ 6387343 w 7143544"/>
              <a:gd name="connsiteY471" fmla="*/ 3490098 h 6857999"/>
              <a:gd name="connsiteX472" fmla="*/ 6391774 w 7143544"/>
              <a:gd name="connsiteY472" fmla="*/ 3387695 h 6857999"/>
              <a:gd name="connsiteX473" fmla="*/ 6391774 w 7143544"/>
              <a:gd name="connsiteY473" fmla="*/ 3366033 h 6857999"/>
              <a:gd name="connsiteX474" fmla="*/ 6400144 w 7143544"/>
              <a:gd name="connsiteY474" fmla="*/ 3279878 h 6857999"/>
              <a:gd name="connsiteX475" fmla="*/ 6395220 w 7143544"/>
              <a:gd name="connsiteY475" fmla="*/ 3204553 h 6857999"/>
              <a:gd name="connsiteX476" fmla="*/ 6389313 w 7143544"/>
              <a:gd name="connsiteY476" fmla="*/ 3091319 h 6857999"/>
              <a:gd name="connsiteX477" fmla="*/ 6382420 w 7143544"/>
              <a:gd name="connsiteY477" fmla="*/ 2965286 h 6857999"/>
              <a:gd name="connsiteX478" fmla="*/ 6372082 w 7143544"/>
              <a:gd name="connsiteY478" fmla="*/ 2835314 h 6857999"/>
              <a:gd name="connsiteX479" fmla="*/ 6358789 w 7143544"/>
              <a:gd name="connsiteY479" fmla="*/ 2764420 h 6857999"/>
              <a:gd name="connsiteX480" fmla="*/ 6356820 w 7143544"/>
              <a:gd name="connsiteY480" fmla="*/ 2717650 h 6857999"/>
              <a:gd name="connsiteX481" fmla="*/ 6359774 w 7143544"/>
              <a:gd name="connsiteY481" fmla="*/ 2697464 h 6857999"/>
              <a:gd name="connsiteX482" fmla="*/ 6346481 w 7143544"/>
              <a:gd name="connsiteY482" fmla="*/ 2652663 h 6857999"/>
              <a:gd name="connsiteX483" fmla="*/ 6330235 w 7143544"/>
              <a:gd name="connsiteY483" fmla="*/ 2615247 h 6857999"/>
              <a:gd name="connsiteX484" fmla="*/ 6289372 w 7143544"/>
              <a:gd name="connsiteY484" fmla="*/ 2453274 h 6857999"/>
              <a:gd name="connsiteX485" fmla="*/ 6256387 w 7143544"/>
              <a:gd name="connsiteY485" fmla="*/ 2331672 h 6857999"/>
              <a:gd name="connsiteX486" fmla="*/ 6235710 w 7143544"/>
              <a:gd name="connsiteY486" fmla="*/ 2288348 h 6857999"/>
              <a:gd name="connsiteX487" fmla="*/ 6226355 w 7143544"/>
              <a:gd name="connsiteY487" fmla="*/ 2252408 h 6857999"/>
              <a:gd name="connsiteX488" fmla="*/ 6194847 w 7143544"/>
              <a:gd name="connsiteY488" fmla="*/ 2138683 h 6857999"/>
              <a:gd name="connsiteX489" fmla="*/ 6148077 w 7143544"/>
              <a:gd name="connsiteY489" fmla="*/ 2060896 h 6857999"/>
              <a:gd name="connsiteX490" fmla="*/ 6130845 w 7143544"/>
              <a:gd name="connsiteY490" fmla="*/ 2026434 h 6857999"/>
              <a:gd name="connsiteX491" fmla="*/ 6108691 w 7143544"/>
              <a:gd name="connsiteY491" fmla="*/ 1915170 h 6857999"/>
              <a:gd name="connsiteX492" fmla="*/ 6118537 w 7143544"/>
              <a:gd name="connsiteY492" fmla="*/ 1906801 h 6857999"/>
              <a:gd name="connsiteX493" fmla="*/ 6056505 w 7143544"/>
              <a:gd name="connsiteY493" fmla="*/ 1876277 h 6857999"/>
              <a:gd name="connsiteX494" fmla="*/ 6024013 w 7143544"/>
              <a:gd name="connsiteY494" fmla="*/ 1819168 h 6857999"/>
              <a:gd name="connsiteX495" fmla="*/ 6020074 w 7143544"/>
              <a:gd name="connsiteY495" fmla="*/ 1766982 h 6857999"/>
              <a:gd name="connsiteX496" fmla="*/ 5972319 w 7143544"/>
              <a:gd name="connsiteY496" fmla="*/ 1729073 h 6857999"/>
              <a:gd name="connsiteX497" fmla="*/ 5919641 w 7143544"/>
              <a:gd name="connsiteY497" fmla="*/ 1684765 h 6857999"/>
              <a:gd name="connsiteX498" fmla="*/ 5938349 w 7143544"/>
              <a:gd name="connsiteY498" fmla="*/ 1742858 h 6857999"/>
              <a:gd name="connsiteX499" fmla="*/ 5878286 w 7143544"/>
              <a:gd name="connsiteY499" fmla="*/ 1722181 h 6857999"/>
              <a:gd name="connsiteX500" fmla="*/ 5905363 w 7143544"/>
              <a:gd name="connsiteY500" fmla="*/ 1670488 h 6857999"/>
              <a:gd name="connsiteX501" fmla="*/ 5901917 w 7143544"/>
              <a:gd name="connsiteY501" fmla="*/ 1663103 h 6857999"/>
              <a:gd name="connsiteX502" fmla="*/ 5806407 w 7143544"/>
              <a:gd name="connsiteY502" fmla="*/ 1613871 h 6857999"/>
              <a:gd name="connsiteX503" fmla="*/ 5771945 w 7143544"/>
              <a:gd name="connsiteY503" fmla="*/ 1558239 h 6857999"/>
              <a:gd name="connsiteX504" fmla="*/ 5726160 w 7143544"/>
              <a:gd name="connsiteY504" fmla="*/ 1516884 h 6857999"/>
              <a:gd name="connsiteX505" fmla="*/ 5648373 w 7143544"/>
              <a:gd name="connsiteY505" fmla="*/ 1463714 h 6857999"/>
              <a:gd name="connsiteX506" fmla="*/ 5636065 w 7143544"/>
              <a:gd name="connsiteY506" fmla="*/ 1470114 h 6857999"/>
              <a:gd name="connsiteX507" fmla="*/ 5681851 w 7143544"/>
              <a:gd name="connsiteY507" fmla="*/ 1413989 h 6857999"/>
              <a:gd name="connsiteX508" fmla="*/ 5466707 w 7143544"/>
              <a:gd name="connsiteY508" fmla="*/ 1186538 h 6857999"/>
              <a:gd name="connsiteX509" fmla="*/ 5356921 w 7143544"/>
              <a:gd name="connsiteY509" fmla="*/ 1211154 h 6857999"/>
              <a:gd name="connsiteX510" fmla="*/ 5269288 w 7143544"/>
              <a:gd name="connsiteY510" fmla="*/ 1206723 h 6857999"/>
              <a:gd name="connsiteX511" fmla="*/ 5251072 w 7143544"/>
              <a:gd name="connsiteY511" fmla="*/ 1203769 h 6857999"/>
              <a:gd name="connsiteX512" fmla="*/ 5144731 w 7143544"/>
              <a:gd name="connsiteY512" fmla="*/ 1169307 h 6857999"/>
              <a:gd name="connsiteX513" fmla="*/ 5020667 w 7143544"/>
              <a:gd name="connsiteY513" fmla="*/ 1122044 h 6857999"/>
              <a:gd name="connsiteX514" fmla="*/ 5044790 w 7143544"/>
              <a:gd name="connsiteY514" fmla="*/ 1099890 h 6857999"/>
              <a:gd name="connsiteX515" fmla="*/ 4997035 w 7143544"/>
              <a:gd name="connsiteY515" fmla="*/ 959579 h 6857999"/>
              <a:gd name="connsiteX516" fmla="*/ 4963065 w 7143544"/>
              <a:gd name="connsiteY516" fmla="*/ 784806 h 6857999"/>
              <a:gd name="connsiteX517" fmla="*/ 4603673 w 7143544"/>
              <a:gd name="connsiteY517" fmla="*/ 578525 h 6857999"/>
              <a:gd name="connsiteX518" fmla="*/ 4214741 w 7143544"/>
              <a:gd name="connsiteY518" fmla="*/ 448552 h 6857999"/>
              <a:gd name="connsiteX519" fmla="*/ 4216218 w 7143544"/>
              <a:gd name="connsiteY519" fmla="*/ 434275 h 6857999"/>
              <a:gd name="connsiteX520" fmla="*/ 4371791 w 7143544"/>
              <a:gd name="connsiteY520" fmla="*/ 442152 h 6857999"/>
              <a:gd name="connsiteX521" fmla="*/ 4433823 w 7143544"/>
              <a:gd name="connsiteY521" fmla="*/ 441168 h 6857999"/>
              <a:gd name="connsiteX522" fmla="*/ 4531302 w 7143544"/>
              <a:gd name="connsiteY522" fmla="*/ 481045 h 6857999"/>
              <a:gd name="connsiteX523" fmla="*/ 4556410 w 7143544"/>
              <a:gd name="connsiteY523" fmla="*/ 494830 h 6857999"/>
              <a:gd name="connsiteX524" fmla="*/ 4604657 w 7143544"/>
              <a:gd name="connsiteY524" fmla="*/ 517477 h 6857999"/>
              <a:gd name="connsiteX525" fmla="*/ 4724291 w 7143544"/>
              <a:gd name="connsiteY525" fmla="*/ 568678 h 6857999"/>
              <a:gd name="connsiteX526" fmla="*/ 4747922 w 7143544"/>
              <a:gd name="connsiteY526" fmla="*/ 579017 h 6857999"/>
              <a:gd name="connsiteX527" fmla="*/ 4858202 w 7143544"/>
              <a:gd name="connsiteY527" fmla="*/ 634649 h 6857999"/>
              <a:gd name="connsiteX528" fmla="*/ 4878879 w 7143544"/>
              <a:gd name="connsiteY528" fmla="*/ 648926 h 6857999"/>
              <a:gd name="connsiteX529" fmla="*/ 4926634 w 7143544"/>
              <a:gd name="connsiteY529" fmla="*/ 675019 h 6857999"/>
              <a:gd name="connsiteX530" fmla="*/ 4939434 w 7143544"/>
              <a:gd name="connsiteY530" fmla="*/ 667142 h 6857999"/>
              <a:gd name="connsiteX531" fmla="*/ 4914818 w 7143544"/>
              <a:gd name="connsiteY531" fmla="*/ 562770 h 6857999"/>
              <a:gd name="connsiteX532" fmla="*/ 4837524 w 7143544"/>
              <a:gd name="connsiteY532" fmla="*/ 551939 h 6857999"/>
              <a:gd name="connsiteX533" fmla="*/ 4770076 w 7143544"/>
              <a:gd name="connsiteY533" fmla="*/ 512061 h 6857999"/>
              <a:gd name="connsiteX534" fmla="*/ 4721829 w 7143544"/>
              <a:gd name="connsiteY534" fmla="*/ 479568 h 6857999"/>
              <a:gd name="connsiteX535" fmla="*/ 4708044 w 7143544"/>
              <a:gd name="connsiteY535" fmla="*/ 476615 h 6857999"/>
              <a:gd name="connsiteX536" fmla="*/ 4619427 w 7143544"/>
              <a:gd name="connsiteY536" fmla="*/ 446091 h 6857999"/>
              <a:gd name="connsiteX537" fmla="*/ 4569210 w 7143544"/>
              <a:gd name="connsiteY537" fmla="*/ 428860 h 6857999"/>
              <a:gd name="connsiteX538" fmla="*/ 4497824 w 7143544"/>
              <a:gd name="connsiteY538" fmla="*/ 385536 h 6857999"/>
              <a:gd name="connsiteX539" fmla="*/ 4627304 w 7143544"/>
              <a:gd name="connsiteY539" fmla="*/ 412121 h 6857999"/>
              <a:gd name="connsiteX540" fmla="*/ 4757276 w 7143544"/>
              <a:gd name="connsiteY540" fmla="*/ 446583 h 6857999"/>
              <a:gd name="connsiteX541" fmla="*/ 4882325 w 7143544"/>
              <a:gd name="connsiteY541" fmla="*/ 490399 h 6857999"/>
              <a:gd name="connsiteX542" fmla="*/ 4886756 w 7143544"/>
              <a:gd name="connsiteY542" fmla="*/ 481538 h 6857999"/>
              <a:gd name="connsiteX543" fmla="*/ 4836047 w 7143544"/>
              <a:gd name="connsiteY543" fmla="*/ 442645 h 6857999"/>
              <a:gd name="connsiteX544" fmla="*/ 4885771 w 7143544"/>
              <a:gd name="connsiteY544" fmla="*/ 434767 h 6857999"/>
              <a:gd name="connsiteX545" fmla="*/ 4826201 w 7143544"/>
              <a:gd name="connsiteY545" fmla="*/ 390951 h 6857999"/>
              <a:gd name="connsiteX546" fmla="*/ 4815862 w 7143544"/>
              <a:gd name="connsiteY546" fmla="*/ 369781 h 6857999"/>
              <a:gd name="connsiteX547" fmla="*/ 4832601 w 7143544"/>
              <a:gd name="connsiteY547" fmla="*/ 360920 h 6857999"/>
              <a:gd name="connsiteX548" fmla="*/ 4898079 w 7143544"/>
              <a:gd name="connsiteY548" fmla="*/ 376674 h 6857999"/>
              <a:gd name="connsiteX549" fmla="*/ 4914818 w 7143544"/>
              <a:gd name="connsiteY549" fmla="*/ 380120 h 6857999"/>
              <a:gd name="connsiteX550" fmla="*/ 5018697 w 7143544"/>
              <a:gd name="connsiteY550" fmla="*/ 419013 h 6857999"/>
              <a:gd name="connsiteX551" fmla="*/ 5085160 w 7143544"/>
              <a:gd name="connsiteY551" fmla="*/ 406705 h 6857999"/>
              <a:gd name="connsiteX552" fmla="*/ 5138331 w 7143544"/>
              <a:gd name="connsiteY552" fmla="*/ 426398 h 6857999"/>
              <a:gd name="connsiteX553" fmla="*/ 5138823 w 7143544"/>
              <a:gd name="connsiteY553" fmla="*/ 412613 h 6857999"/>
              <a:gd name="connsiteX554" fmla="*/ 5052175 w 7143544"/>
              <a:gd name="connsiteY554" fmla="*/ 348612 h 6857999"/>
              <a:gd name="connsiteX555" fmla="*/ 4894141 w 7143544"/>
              <a:gd name="connsiteY555" fmla="*/ 289533 h 6857999"/>
              <a:gd name="connsiteX556" fmla="*/ 4796662 w 7143544"/>
              <a:gd name="connsiteY556" fmla="*/ 264425 h 6857999"/>
              <a:gd name="connsiteX557" fmla="*/ 4667674 w 7143544"/>
              <a:gd name="connsiteY557" fmla="*/ 233901 h 6857999"/>
              <a:gd name="connsiteX558" fmla="*/ 4647981 w 7143544"/>
              <a:gd name="connsiteY558" fmla="*/ 226024 h 6857999"/>
              <a:gd name="connsiteX559" fmla="*/ 4572164 w 7143544"/>
              <a:gd name="connsiteY559" fmla="*/ 193039 h 6857999"/>
              <a:gd name="connsiteX560" fmla="*/ 4460900 w 7143544"/>
              <a:gd name="connsiteY560" fmla="*/ 155623 h 6857999"/>
              <a:gd name="connsiteX561" fmla="*/ 4464347 w 7143544"/>
              <a:gd name="connsiteY561" fmla="*/ 139376 h 6857999"/>
              <a:gd name="connsiteX562" fmla="*/ 4692783 w 7143544"/>
              <a:gd name="connsiteY562" fmla="*/ 140853 h 6857999"/>
              <a:gd name="connsiteX563" fmla="*/ 4943865 w 7143544"/>
              <a:gd name="connsiteY563" fmla="*/ 190577 h 6857999"/>
              <a:gd name="connsiteX564" fmla="*/ 5025098 w 7143544"/>
              <a:gd name="connsiteY564" fmla="*/ 203378 h 6857999"/>
              <a:gd name="connsiteX565" fmla="*/ 5109284 w 7143544"/>
              <a:gd name="connsiteY565" fmla="*/ 239809 h 6857999"/>
              <a:gd name="connsiteX566" fmla="*/ 5153593 w 7143544"/>
              <a:gd name="connsiteY566" fmla="*/ 251625 h 6857999"/>
              <a:gd name="connsiteX567" fmla="*/ 5186578 w 7143544"/>
              <a:gd name="connsiteY567" fmla="*/ 218147 h 6857999"/>
              <a:gd name="connsiteX568" fmla="*/ 5126023 w 7143544"/>
              <a:gd name="connsiteY568" fmla="*/ 138392 h 6857999"/>
              <a:gd name="connsiteX569" fmla="*/ 5126023 w 7143544"/>
              <a:gd name="connsiteY569" fmla="*/ 90144 h 6857999"/>
              <a:gd name="connsiteX570" fmla="*/ 5178701 w 7143544"/>
              <a:gd name="connsiteY570" fmla="*/ 40912 h 6857999"/>
              <a:gd name="connsiteX571" fmla="*/ 5254026 w 7143544"/>
              <a:gd name="connsiteY571" fmla="*/ 37466 h 6857999"/>
              <a:gd name="connsiteX572" fmla="*/ 5316550 w 7143544"/>
              <a:gd name="connsiteY572" fmla="*/ 57159 h 6857999"/>
              <a:gd name="connsiteX573" fmla="*/ 5379567 w 7143544"/>
              <a:gd name="connsiteY573" fmla="*/ 81775 h 6857999"/>
              <a:gd name="connsiteX574" fmla="*/ 5390398 w 7143544"/>
              <a:gd name="connsiteY574" fmla="*/ 21712 h 6857999"/>
              <a:gd name="connsiteX575" fmla="*/ 5412060 w 7143544"/>
              <a:gd name="connsiteY575" fmla="*/ 50 h 6857999"/>
              <a:gd name="connsiteX576" fmla="*/ 5547448 w 7143544"/>
              <a:gd name="connsiteY576" fmla="*/ 35497 h 6857999"/>
              <a:gd name="connsiteX577" fmla="*/ 5572556 w 7143544"/>
              <a:gd name="connsiteY577" fmla="*/ 85713 h 6857999"/>
              <a:gd name="connsiteX578" fmla="*/ 5613419 w 7143544"/>
              <a:gd name="connsiteY578" fmla="*/ 103929 h 6857999"/>
              <a:gd name="connsiteX579" fmla="*/ 5629665 w 7143544"/>
              <a:gd name="connsiteY579" fmla="*/ 67990 h 6857999"/>
              <a:gd name="connsiteX580" fmla="*/ 5677912 w 7143544"/>
              <a:gd name="connsiteY580" fmla="*/ 179746 h 6857999"/>
              <a:gd name="connsiteX581" fmla="*/ 5688251 w 7143544"/>
              <a:gd name="connsiteY581" fmla="*/ 179254 h 6857999"/>
              <a:gd name="connsiteX582" fmla="*/ 5734037 w 7143544"/>
              <a:gd name="connsiteY582" fmla="*/ 139376 h 6857999"/>
              <a:gd name="connsiteX583" fmla="*/ 5755206 w 7143544"/>
              <a:gd name="connsiteY583" fmla="*/ 199439 h 6857999"/>
              <a:gd name="connsiteX584" fmla="*/ 5681358 w 7143544"/>
              <a:gd name="connsiteY584" fmla="*/ 195993 h 6857999"/>
              <a:gd name="connsiteX585" fmla="*/ 5678404 w 7143544"/>
              <a:gd name="connsiteY585" fmla="*/ 209285 h 6857999"/>
              <a:gd name="connsiteX586" fmla="*/ 5718282 w 7143544"/>
              <a:gd name="connsiteY586" fmla="*/ 229963 h 6857999"/>
              <a:gd name="connsiteX587" fmla="*/ 5712375 w 7143544"/>
              <a:gd name="connsiteY587" fmla="*/ 254086 h 6857999"/>
              <a:gd name="connsiteX588" fmla="*/ 5921610 w 7143544"/>
              <a:gd name="connsiteY588" fmla="*/ 352058 h 6857999"/>
              <a:gd name="connsiteX589" fmla="*/ 5952133 w 7143544"/>
              <a:gd name="connsiteY589" fmla="*/ 328427 h 6857999"/>
              <a:gd name="connsiteX590" fmla="*/ 6010720 w 7143544"/>
              <a:gd name="connsiteY590" fmla="*/ 468245 h 6857999"/>
              <a:gd name="connsiteX591" fmla="*/ 6038289 w 7143544"/>
              <a:gd name="connsiteY591" fmla="*/ 485476 h 6857999"/>
              <a:gd name="connsiteX592" fmla="*/ 6074721 w 7143544"/>
              <a:gd name="connsiteY592" fmla="*/ 494830 h 6857999"/>
              <a:gd name="connsiteX593" fmla="*/ 6095891 w 7143544"/>
              <a:gd name="connsiteY593" fmla="*/ 524862 h 6857999"/>
              <a:gd name="connsiteX594" fmla="*/ 6007274 w 7143544"/>
              <a:gd name="connsiteY594" fmla="*/ 523877 h 6857999"/>
              <a:gd name="connsiteX595" fmla="*/ 5999889 w 7143544"/>
              <a:gd name="connsiteY595" fmla="*/ 553416 h 6857999"/>
              <a:gd name="connsiteX596" fmla="*/ 5984627 w 7143544"/>
              <a:gd name="connsiteY596" fmla="*/ 585417 h 6857999"/>
              <a:gd name="connsiteX597" fmla="*/ 6053552 w 7143544"/>
              <a:gd name="connsiteY597" fmla="*/ 634157 h 6857999"/>
              <a:gd name="connsiteX598" fmla="*/ 6060936 w 7143544"/>
              <a:gd name="connsiteY598" fmla="*/ 650895 h 6857999"/>
              <a:gd name="connsiteX599" fmla="*/ 6098845 w 7143544"/>
              <a:gd name="connsiteY599" fmla="*/ 672557 h 6857999"/>
              <a:gd name="connsiteX600" fmla="*/ 6113614 w 7143544"/>
              <a:gd name="connsiteY600" fmla="*/ 647941 h 6857999"/>
              <a:gd name="connsiteX601" fmla="*/ 6138230 w 7143544"/>
              <a:gd name="connsiteY601" fmla="*/ 566217 h 6857999"/>
              <a:gd name="connsiteX602" fmla="*/ 6201247 w 7143544"/>
              <a:gd name="connsiteY602" fmla="*/ 622833 h 6857999"/>
              <a:gd name="connsiteX603" fmla="*/ 6264756 w 7143544"/>
              <a:gd name="connsiteY603" fmla="*/ 675019 h 6857999"/>
              <a:gd name="connsiteX604" fmla="*/ 6264756 w 7143544"/>
              <a:gd name="connsiteY604" fmla="*/ 741974 h 6857999"/>
              <a:gd name="connsiteX605" fmla="*/ 6237678 w 7143544"/>
              <a:gd name="connsiteY605" fmla="*/ 751328 h 6857999"/>
              <a:gd name="connsiteX606" fmla="*/ 6174170 w 7143544"/>
              <a:gd name="connsiteY606" fmla="*/ 634649 h 6857999"/>
              <a:gd name="connsiteX607" fmla="*/ 6163338 w 7143544"/>
              <a:gd name="connsiteY607" fmla="*/ 768560 h 6857999"/>
              <a:gd name="connsiteX608" fmla="*/ 6263771 w 7143544"/>
              <a:gd name="connsiteY608" fmla="*/ 882778 h 6857999"/>
              <a:gd name="connsiteX609" fmla="*/ 6345496 w 7143544"/>
              <a:gd name="connsiteY609" fmla="*/ 1008319 h 6857999"/>
              <a:gd name="connsiteX610" fmla="*/ 6454299 w 7143544"/>
              <a:gd name="connsiteY610" fmla="*/ 1163399 h 6857999"/>
              <a:gd name="connsiteX611" fmla="*/ 6534055 w 7143544"/>
              <a:gd name="connsiteY611" fmla="*/ 1246109 h 6857999"/>
              <a:gd name="connsiteX612" fmla="*/ 6545870 w 7143544"/>
              <a:gd name="connsiteY612" fmla="*/ 1261371 h 6857999"/>
              <a:gd name="connsiteX613" fmla="*/ 6587717 w 7143544"/>
              <a:gd name="connsiteY613" fmla="*/ 1337188 h 6857999"/>
              <a:gd name="connsiteX614" fmla="*/ 6643349 w 7143544"/>
              <a:gd name="connsiteY614" fmla="*/ 1434667 h 6857999"/>
              <a:gd name="connsiteX615" fmla="*/ 6702427 w 7143544"/>
              <a:gd name="connsiteY615" fmla="*/ 1526238 h 6857999"/>
              <a:gd name="connsiteX616" fmla="*/ 6726551 w 7143544"/>
              <a:gd name="connsiteY616" fmla="*/ 1586301 h 6857999"/>
              <a:gd name="connsiteX617" fmla="*/ 6743290 w 7143544"/>
              <a:gd name="connsiteY617" fmla="*/ 1661133 h 6857999"/>
              <a:gd name="connsiteX618" fmla="*/ 6799415 w 7143544"/>
              <a:gd name="connsiteY618" fmla="*/ 1733504 h 6857999"/>
              <a:gd name="connsiteX619" fmla="*/ 6761998 w 7143544"/>
              <a:gd name="connsiteY619" fmla="*/ 1742858 h 6857999"/>
              <a:gd name="connsiteX620" fmla="*/ 6788583 w 7143544"/>
              <a:gd name="connsiteY620" fmla="*/ 1761074 h 6857999"/>
              <a:gd name="connsiteX621" fmla="*/ 6820092 w 7143544"/>
              <a:gd name="connsiteY621" fmla="*/ 1816214 h 6857999"/>
              <a:gd name="connsiteX622" fmla="*/ 6839784 w 7143544"/>
              <a:gd name="connsiteY622" fmla="*/ 1875784 h 6857999"/>
              <a:gd name="connsiteX623" fmla="*/ 6876216 w 7143544"/>
              <a:gd name="connsiteY623" fmla="*/ 1878738 h 6857999"/>
              <a:gd name="connsiteX624" fmla="*/ 6864893 w 7143544"/>
              <a:gd name="connsiteY624" fmla="*/ 1931416 h 6857999"/>
              <a:gd name="connsiteX625" fmla="*/ 6887539 w 7143544"/>
              <a:gd name="connsiteY625" fmla="*/ 1988525 h 6857999"/>
              <a:gd name="connsiteX626" fmla="*/ 6916586 w 7143544"/>
              <a:gd name="connsiteY626" fmla="*/ 2147052 h 6857999"/>
              <a:gd name="connsiteX627" fmla="*/ 6921509 w 7143544"/>
              <a:gd name="connsiteY627" fmla="*/ 2191361 h 6857999"/>
              <a:gd name="connsiteX628" fmla="*/ 6961387 w 7143544"/>
              <a:gd name="connsiteY628" fmla="*/ 2312471 h 6857999"/>
              <a:gd name="connsiteX629" fmla="*/ 6995357 w 7143544"/>
              <a:gd name="connsiteY629" fmla="*/ 2332656 h 6857999"/>
              <a:gd name="connsiteX630" fmla="*/ 7008650 w 7143544"/>
              <a:gd name="connsiteY630" fmla="*/ 2418812 h 6857999"/>
              <a:gd name="connsiteX631" fmla="*/ 6990926 w 7143544"/>
              <a:gd name="connsiteY631" fmla="*/ 2470013 h 6857999"/>
              <a:gd name="connsiteX632" fmla="*/ 7016035 w 7143544"/>
              <a:gd name="connsiteY632" fmla="*/ 2529092 h 6857999"/>
              <a:gd name="connsiteX633" fmla="*/ 7065267 w 7143544"/>
              <a:gd name="connsiteY633" fmla="*/ 2530568 h 6857999"/>
              <a:gd name="connsiteX634" fmla="*/ 7061328 w 7143544"/>
              <a:gd name="connsiteY634" fmla="*/ 2601955 h 6857999"/>
              <a:gd name="connsiteX635" fmla="*/ 7058866 w 7143544"/>
              <a:gd name="connsiteY635" fmla="*/ 2654633 h 6857999"/>
              <a:gd name="connsiteX636" fmla="*/ 7079543 w 7143544"/>
              <a:gd name="connsiteY636" fmla="*/ 2772297 h 6857999"/>
              <a:gd name="connsiteX637" fmla="*/ 7062312 w 7143544"/>
              <a:gd name="connsiteY637" fmla="*/ 2805774 h 6857999"/>
              <a:gd name="connsiteX638" fmla="*/ 7109083 w 7143544"/>
              <a:gd name="connsiteY638" fmla="*/ 2793467 h 6857999"/>
              <a:gd name="connsiteX639" fmla="*/ 7115975 w 7143544"/>
              <a:gd name="connsiteY639" fmla="*/ 2804298 h 6857999"/>
              <a:gd name="connsiteX640" fmla="*/ 7067728 w 7143544"/>
              <a:gd name="connsiteY640" fmla="*/ 2860422 h 6857999"/>
              <a:gd name="connsiteX641" fmla="*/ 7100713 w 7143544"/>
              <a:gd name="connsiteY641" fmla="*/ 2922947 h 6857999"/>
              <a:gd name="connsiteX642" fmla="*/ 7053943 w 7143544"/>
              <a:gd name="connsiteY642" fmla="*/ 3002210 h 6857999"/>
              <a:gd name="connsiteX643" fmla="*/ 7081021 w 7143544"/>
              <a:gd name="connsiteY643" fmla="*/ 3034210 h 6857999"/>
              <a:gd name="connsiteX644" fmla="*/ 7117944 w 7143544"/>
              <a:gd name="connsiteY644" fmla="*/ 3069165 h 6857999"/>
              <a:gd name="connsiteX645" fmla="*/ 7134191 w 7143544"/>
              <a:gd name="connsiteY645" fmla="*/ 3124797 h 6857999"/>
              <a:gd name="connsiteX646" fmla="*/ 7120406 w 7143544"/>
              <a:gd name="connsiteY646" fmla="*/ 3126766 h 6857999"/>
              <a:gd name="connsiteX647" fmla="*/ 7114991 w 7143544"/>
              <a:gd name="connsiteY647" fmla="*/ 3093781 h 6857999"/>
              <a:gd name="connsiteX648" fmla="*/ 7088405 w 7143544"/>
              <a:gd name="connsiteY648" fmla="*/ 3163690 h 6857999"/>
              <a:gd name="connsiteX649" fmla="*/ 7086928 w 7143544"/>
              <a:gd name="connsiteY649" fmla="*/ 3182891 h 6857999"/>
              <a:gd name="connsiteX650" fmla="*/ 7097760 w 7143544"/>
              <a:gd name="connsiteY650" fmla="*/ 3236553 h 6857999"/>
              <a:gd name="connsiteX651" fmla="*/ 7148468 w 7143544"/>
              <a:gd name="connsiteY651" fmla="*/ 3214892 h 6857999"/>
              <a:gd name="connsiteX652" fmla="*/ 7112529 w 7143544"/>
              <a:gd name="connsiteY652" fmla="*/ 3336002 h 6857999"/>
              <a:gd name="connsiteX653" fmla="*/ 7066251 w 7143544"/>
              <a:gd name="connsiteY653" fmla="*/ 3329110 h 6857999"/>
              <a:gd name="connsiteX654" fmla="*/ 7065267 w 7143544"/>
              <a:gd name="connsiteY654" fmla="*/ 3387203 h 6857999"/>
              <a:gd name="connsiteX655" fmla="*/ 7117944 w 7143544"/>
              <a:gd name="connsiteY655" fmla="*/ 3355695 h 6857999"/>
              <a:gd name="connsiteX656" fmla="*/ 7113021 w 7143544"/>
              <a:gd name="connsiteY656" fmla="*/ 3386711 h 6857999"/>
              <a:gd name="connsiteX657" fmla="*/ 7142560 w 7143544"/>
              <a:gd name="connsiteY657" fmla="*/ 3372926 h 6857999"/>
              <a:gd name="connsiteX658" fmla="*/ 7122375 w 7143544"/>
              <a:gd name="connsiteY658" fmla="*/ 3413788 h 6857999"/>
              <a:gd name="connsiteX659" fmla="*/ 7129760 w 7143544"/>
              <a:gd name="connsiteY659" fmla="*/ 3410834 h 6857999"/>
              <a:gd name="connsiteX660" fmla="*/ 7139114 w 7143544"/>
              <a:gd name="connsiteY660" fmla="*/ 3443327 h 6857999"/>
              <a:gd name="connsiteX661" fmla="*/ 7106621 w 7143544"/>
              <a:gd name="connsiteY661" fmla="*/ 3453174 h 6857999"/>
              <a:gd name="connsiteX662" fmla="*/ 7056405 w 7143544"/>
              <a:gd name="connsiteY662" fmla="*/ 3549176 h 6857999"/>
              <a:gd name="connsiteX663" fmla="*/ 7021942 w 7143544"/>
              <a:gd name="connsiteY663" fmla="*/ 3601854 h 6857999"/>
              <a:gd name="connsiteX664" fmla="*/ 7054435 w 7143544"/>
              <a:gd name="connsiteY664" fmla="*/ 3635332 h 6857999"/>
              <a:gd name="connsiteX665" fmla="*/ 7009634 w 7143544"/>
              <a:gd name="connsiteY665" fmla="*/ 3661425 h 6857999"/>
              <a:gd name="connsiteX666" fmla="*/ 6966803 w 7143544"/>
              <a:gd name="connsiteY666" fmla="*/ 3634347 h 6857999"/>
              <a:gd name="connsiteX667" fmla="*/ 6941694 w 7143544"/>
              <a:gd name="connsiteY667" fmla="*/ 3723949 h 6857999"/>
              <a:gd name="connsiteX668" fmla="*/ 6951541 w 7143544"/>
              <a:gd name="connsiteY668" fmla="*/ 3730349 h 6857999"/>
              <a:gd name="connsiteX669" fmla="*/ 6968772 w 7143544"/>
              <a:gd name="connsiteY669" fmla="*/ 3709672 h 6857999"/>
              <a:gd name="connsiteX670" fmla="*/ 7009634 w 7143544"/>
              <a:gd name="connsiteY670" fmla="*/ 3661425 h 6857999"/>
              <a:gd name="connsiteX671" fmla="*/ 7032281 w 7143544"/>
              <a:gd name="connsiteY671" fmla="*/ 3711149 h 6857999"/>
              <a:gd name="connsiteX672" fmla="*/ 7031297 w 7143544"/>
              <a:gd name="connsiteY672" fmla="*/ 3782043 h 6857999"/>
              <a:gd name="connsiteX673" fmla="*/ 7021450 w 7143544"/>
              <a:gd name="connsiteY673" fmla="*/ 3813059 h 6857999"/>
              <a:gd name="connsiteX674" fmla="*/ 6988957 w 7143544"/>
              <a:gd name="connsiteY674" fmla="*/ 3875583 h 6857999"/>
              <a:gd name="connsiteX675" fmla="*/ 6981572 w 7143544"/>
              <a:gd name="connsiteY675" fmla="*/ 3966170 h 6857999"/>
              <a:gd name="connsiteX676" fmla="*/ 6958925 w 7143544"/>
              <a:gd name="connsiteY676" fmla="*/ 4062172 h 6857999"/>
              <a:gd name="connsiteX677" fmla="*/ 6938740 w 7143544"/>
              <a:gd name="connsiteY677" fmla="*/ 4105988 h 6857999"/>
              <a:gd name="connsiteX678" fmla="*/ 6914124 w 7143544"/>
              <a:gd name="connsiteY678" fmla="*/ 4168513 h 6857999"/>
              <a:gd name="connsiteX679" fmla="*/ 6914124 w 7143544"/>
              <a:gd name="connsiteY679" fmla="*/ 4220207 h 6857999"/>
              <a:gd name="connsiteX680" fmla="*/ 6902309 w 7143544"/>
              <a:gd name="connsiteY680" fmla="*/ 4261561 h 6857999"/>
              <a:gd name="connsiteX681" fmla="*/ 6849139 w 7143544"/>
              <a:gd name="connsiteY681" fmla="*/ 4295531 h 6857999"/>
              <a:gd name="connsiteX682" fmla="*/ 6853570 w 7143544"/>
              <a:gd name="connsiteY682" fmla="*/ 4307839 h 6857999"/>
              <a:gd name="connsiteX683" fmla="*/ 6919540 w 7143544"/>
              <a:gd name="connsiteY683" fmla="*/ 4315224 h 6857999"/>
              <a:gd name="connsiteX684" fmla="*/ 6915602 w 7143544"/>
              <a:gd name="connsiteY684" fmla="*/ 4326547 h 6857999"/>
              <a:gd name="connsiteX685" fmla="*/ 6852092 w 7143544"/>
              <a:gd name="connsiteY685" fmla="*/ 4405318 h 6857999"/>
              <a:gd name="connsiteX686" fmla="*/ 6814184 w 7143544"/>
              <a:gd name="connsiteY686" fmla="*/ 4435842 h 6857999"/>
              <a:gd name="connsiteX687" fmla="*/ 6830430 w 7143544"/>
              <a:gd name="connsiteY687" fmla="*/ 4464397 h 6857999"/>
              <a:gd name="connsiteX688" fmla="*/ 6747721 w 7143544"/>
              <a:gd name="connsiteY688" fmla="*/ 4466858 h 6857999"/>
              <a:gd name="connsiteX689" fmla="*/ 6810737 w 7143544"/>
              <a:gd name="connsiteY689" fmla="*/ 4475720 h 6857999"/>
              <a:gd name="connsiteX690" fmla="*/ 6791537 w 7143544"/>
              <a:gd name="connsiteY690" fmla="*/ 4489505 h 6857999"/>
              <a:gd name="connsiteX691" fmla="*/ 6775783 w 7143544"/>
              <a:gd name="connsiteY691" fmla="*/ 4506736 h 6857999"/>
              <a:gd name="connsiteX692" fmla="*/ 6792522 w 7143544"/>
              <a:gd name="connsiteY692" fmla="*/ 4519044 h 6857999"/>
              <a:gd name="connsiteX693" fmla="*/ 6810737 w 7143544"/>
              <a:gd name="connsiteY693" fmla="*/ 4594861 h 6857999"/>
              <a:gd name="connsiteX694" fmla="*/ 6793014 w 7143544"/>
              <a:gd name="connsiteY694" fmla="*/ 4650493 h 6857999"/>
              <a:gd name="connsiteX695" fmla="*/ 6769383 w 7143544"/>
              <a:gd name="connsiteY695" fmla="*/ 4686925 h 6857999"/>
              <a:gd name="connsiteX696" fmla="*/ 6722120 w 7143544"/>
              <a:gd name="connsiteY696" fmla="*/ 4659847 h 6857999"/>
              <a:gd name="connsiteX697" fmla="*/ 6728028 w 7143544"/>
              <a:gd name="connsiteY697" fmla="*/ 4696279 h 6857999"/>
              <a:gd name="connsiteX698" fmla="*/ 6717197 w 7143544"/>
              <a:gd name="connsiteY698" fmla="*/ 4781450 h 6857999"/>
              <a:gd name="connsiteX699" fmla="*/ 6667473 w 7143544"/>
              <a:gd name="connsiteY699" fmla="*/ 4850867 h 6857999"/>
              <a:gd name="connsiteX700" fmla="*/ 6662057 w 7143544"/>
              <a:gd name="connsiteY700" fmla="*/ 4871052 h 6857999"/>
              <a:gd name="connsiteX701" fmla="*/ 6630057 w 7143544"/>
              <a:gd name="connsiteY701" fmla="*/ 4896160 h 6857999"/>
              <a:gd name="connsiteX702" fmla="*/ 6612333 w 7143544"/>
              <a:gd name="connsiteY702" fmla="*/ 4904037 h 6857999"/>
              <a:gd name="connsiteX703" fmla="*/ 6552762 w 7143544"/>
              <a:gd name="connsiteY703" fmla="*/ 4972470 h 6857999"/>
              <a:gd name="connsiteX704" fmla="*/ 6590671 w 7143544"/>
              <a:gd name="connsiteY704" fmla="*/ 4979362 h 6857999"/>
              <a:gd name="connsiteX705" fmla="*/ 6568025 w 7143544"/>
              <a:gd name="connsiteY705" fmla="*/ 5068964 h 6857999"/>
              <a:gd name="connsiteX706" fmla="*/ 6511408 w 7143544"/>
              <a:gd name="connsiteY706" fmla="*/ 5066995 h 6857999"/>
              <a:gd name="connsiteX707" fmla="*/ 6499100 w 7143544"/>
              <a:gd name="connsiteY707" fmla="*/ 5134442 h 6857999"/>
              <a:gd name="connsiteX708" fmla="*/ 6618733 w 7143544"/>
              <a:gd name="connsiteY708" fmla="*/ 5157089 h 6857999"/>
              <a:gd name="connsiteX709" fmla="*/ 6588702 w 7143544"/>
              <a:gd name="connsiteY709" fmla="*/ 5204844 h 6857999"/>
              <a:gd name="connsiteX710" fmla="*/ 6537008 w 7143544"/>
              <a:gd name="connsiteY710" fmla="*/ 5209767 h 6857999"/>
              <a:gd name="connsiteX711" fmla="*/ 6462176 w 7143544"/>
              <a:gd name="connsiteY711" fmla="*/ 5199429 h 6857999"/>
              <a:gd name="connsiteX712" fmla="*/ 6444945 w 7143544"/>
              <a:gd name="connsiteY712" fmla="*/ 5204352 h 6857999"/>
              <a:gd name="connsiteX713" fmla="*/ 6473499 w 7143544"/>
              <a:gd name="connsiteY713" fmla="*/ 5248168 h 6857999"/>
              <a:gd name="connsiteX714" fmla="*/ 6392759 w 7143544"/>
              <a:gd name="connsiteY714" fmla="*/ 5265892 h 6857999"/>
              <a:gd name="connsiteX715" fmla="*/ 6357804 w 7143544"/>
              <a:gd name="connsiteY715" fmla="*/ 5294446 h 6857999"/>
              <a:gd name="connsiteX716" fmla="*/ 6376020 w 7143544"/>
              <a:gd name="connsiteY716" fmla="*/ 5353524 h 6857999"/>
              <a:gd name="connsiteX717" fmla="*/ 6293311 w 7143544"/>
              <a:gd name="connsiteY717" fmla="*/ 5459373 h 6857999"/>
              <a:gd name="connsiteX718" fmla="*/ 6253433 w 7143544"/>
              <a:gd name="connsiteY718" fmla="*/ 5468235 h 6857999"/>
              <a:gd name="connsiteX719" fmla="*/ 6212078 w 7143544"/>
              <a:gd name="connsiteY719" fmla="*/ 5611991 h 6857999"/>
              <a:gd name="connsiteX720" fmla="*/ 6201739 w 7143544"/>
              <a:gd name="connsiteY720" fmla="*/ 5610022 h 6857999"/>
              <a:gd name="connsiteX721" fmla="*/ 6219463 w 7143544"/>
              <a:gd name="connsiteY721" fmla="*/ 5512543 h 6857999"/>
              <a:gd name="connsiteX722" fmla="*/ 6155461 w 7143544"/>
              <a:gd name="connsiteY722" fmla="*/ 5479558 h 6857999"/>
              <a:gd name="connsiteX723" fmla="*/ 6105737 w 7143544"/>
              <a:gd name="connsiteY723" fmla="*/ 5525836 h 6857999"/>
              <a:gd name="connsiteX724" fmla="*/ 6108199 w 7143544"/>
              <a:gd name="connsiteY724" fmla="*/ 5537651 h 6857999"/>
              <a:gd name="connsiteX725" fmla="*/ 6194847 w 7143544"/>
              <a:gd name="connsiteY725" fmla="*/ 5542575 h 6857999"/>
              <a:gd name="connsiteX726" fmla="*/ 6185000 w 7143544"/>
              <a:gd name="connsiteY726" fmla="*/ 5590329 h 6857999"/>
              <a:gd name="connsiteX727" fmla="*/ 6177124 w 7143544"/>
              <a:gd name="connsiteY727" fmla="*/ 5552421 h 6857999"/>
              <a:gd name="connsiteX728" fmla="*/ 6031889 w 7143544"/>
              <a:gd name="connsiteY728" fmla="*/ 5786765 h 6857999"/>
              <a:gd name="connsiteX729" fmla="*/ 6056505 w 7143544"/>
              <a:gd name="connsiteY729" fmla="*/ 5829597 h 6857999"/>
              <a:gd name="connsiteX730" fmla="*/ 5903887 w 7143544"/>
              <a:gd name="connsiteY730" fmla="*/ 5820242 h 6857999"/>
              <a:gd name="connsiteX731" fmla="*/ 5905363 w 7143544"/>
              <a:gd name="connsiteY731" fmla="*/ 5872920 h 6857999"/>
              <a:gd name="connsiteX732" fmla="*/ 5881732 w 7143544"/>
              <a:gd name="connsiteY732" fmla="*/ 5908860 h 6857999"/>
              <a:gd name="connsiteX733" fmla="*/ 5861547 w 7143544"/>
              <a:gd name="connsiteY733" fmla="*/ 5881290 h 6857999"/>
              <a:gd name="connsiteX734" fmla="*/ 5853670 w 7143544"/>
              <a:gd name="connsiteY734" fmla="*/ 5884244 h 6857999"/>
              <a:gd name="connsiteX735" fmla="*/ 5753237 w 7143544"/>
              <a:gd name="connsiteY735" fmla="*/ 5964984 h 6857999"/>
              <a:gd name="connsiteX736" fmla="*/ 5741914 w 7143544"/>
              <a:gd name="connsiteY736" fmla="*/ 5981230 h 6857999"/>
              <a:gd name="connsiteX737" fmla="*/ 5736990 w 7143544"/>
              <a:gd name="connsiteY737" fmla="*/ 6001415 h 6857999"/>
              <a:gd name="connsiteX738" fmla="*/ 5699082 w 7143544"/>
              <a:gd name="connsiteY738" fmla="*/ 6069848 h 6857999"/>
              <a:gd name="connsiteX739" fmla="*/ 5730098 w 7143544"/>
              <a:gd name="connsiteY739" fmla="*/ 6068371 h 6857999"/>
              <a:gd name="connsiteX740" fmla="*/ 5718775 w 7143544"/>
              <a:gd name="connsiteY740" fmla="*/ 6095449 h 6857999"/>
              <a:gd name="connsiteX741" fmla="*/ 5657727 w 7143544"/>
              <a:gd name="connsiteY741" fmla="*/ 6043755 h 6857999"/>
              <a:gd name="connsiteX742" fmla="*/ 5635081 w 7143544"/>
              <a:gd name="connsiteY742" fmla="*/ 6051632 h 6857999"/>
              <a:gd name="connsiteX743" fmla="*/ 5635081 w 7143544"/>
              <a:gd name="connsiteY743" fmla="*/ 6027509 h 6857999"/>
              <a:gd name="connsiteX744" fmla="*/ 5626219 w 7143544"/>
              <a:gd name="connsiteY744" fmla="*/ 6021108 h 6857999"/>
              <a:gd name="connsiteX745" fmla="*/ 5586341 w 7143544"/>
              <a:gd name="connsiteY745" fmla="*/ 6062463 h 6857999"/>
              <a:gd name="connsiteX746" fmla="*/ 5616372 w 7143544"/>
              <a:gd name="connsiteY746" fmla="*/ 6140742 h 6857999"/>
              <a:gd name="connsiteX747" fmla="*/ 5572064 w 7143544"/>
              <a:gd name="connsiteY747" fmla="*/ 6137296 h 6857999"/>
              <a:gd name="connsiteX748" fmla="*/ 5526278 w 7143544"/>
              <a:gd name="connsiteY748" fmla="*/ 6156004 h 6857999"/>
              <a:gd name="connsiteX749" fmla="*/ 5494277 w 7143544"/>
              <a:gd name="connsiteY749" fmla="*/ 6158957 h 6857999"/>
              <a:gd name="connsiteX750" fmla="*/ 5534155 w 7143544"/>
              <a:gd name="connsiteY750" fmla="*/ 6090033 h 6857999"/>
              <a:gd name="connsiteX751" fmla="*/ 5472616 w 7143544"/>
              <a:gd name="connsiteY751" fmla="*/ 6179635 h 6857999"/>
              <a:gd name="connsiteX752" fmla="*/ 5447015 w 7143544"/>
              <a:gd name="connsiteY752" fmla="*/ 6190958 h 6857999"/>
              <a:gd name="connsiteX753" fmla="*/ 5413537 w 7143544"/>
              <a:gd name="connsiteY753" fmla="*/ 6171758 h 6857999"/>
              <a:gd name="connsiteX754" fmla="*/ 5387444 w 7143544"/>
              <a:gd name="connsiteY754" fmla="*/ 6187020 h 6857999"/>
              <a:gd name="connsiteX755" fmla="*/ 5349536 w 7143544"/>
              <a:gd name="connsiteY755" fmla="*/ 6199820 h 6857999"/>
              <a:gd name="connsiteX756" fmla="*/ 5311135 w 7143544"/>
              <a:gd name="connsiteY756" fmla="*/ 6265791 h 6857999"/>
              <a:gd name="connsiteX757" fmla="*/ 5333289 w 7143544"/>
              <a:gd name="connsiteY757" fmla="*/ 6300745 h 6857999"/>
              <a:gd name="connsiteX758" fmla="*/ 5323443 w 7143544"/>
              <a:gd name="connsiteY758" fmla="*/ 6309607 h 6857999"/>
              <a:gd name="connsiteX759" fmla="*/ 5254026 w 7143544"/>
              <a:gd name="connsiteY759" fmla="*/ 6253483 h 6857999"/>
              <a:gd name="connsiteX760" fmla="*/ 5198886 w 7143544"/>
              <a:gd name="connsiteY760" fmla="*/ 6288437 h 6857999"/>
              <a:gd name="connsiteX761" fmla="*/ 5147192 w 7143544"/>
              <a:gd name="connsiteY761" fmla="*/ 6346039 h 6857999"/>
              <a:gd name="connsiteX762" fmla="*/ 5153593 w 7143544"/>
              <a:gd name="connsiteY762" fmla="*/ 6353423 h 6857999"/>
              <a:gd name="connsiteX763" fmla="*/ 5204302 w 7143544"/>
              <a:gd name="connsiteY763" fmla="*/ 6327823 h 6857999"/>
              <a:gd name="connsiteX764" fmla="*/ 5219564 w 7143544"/>
              <a:gd name="connsiteY764" fmla="*/ 6344562 h 6857999"/>
              <a:gd name="connsiteX765" fmla="*/ 5176239 w 7143544"/>
              <a:gd name="connsiteY765" fmla="*/ 6377547 h 6857999"/>
              <a:gd name="connsiteX766" fmla="*/ 5249595 w 7143544"/>
              <a:gd name="connsiteY766" fmla="*/ 6408071 h 6857999"/>
              <a:gd name="connsiteX767" fmla="*/ 5188055 w 7143544"/>
              <a:gd name="connsiteY767" fmla="*/ 6422348 h 6857999"/>
              <a:gd name="connsiteX768" fmla="*/ 5138823 w 7143544"/>
              <a:gd name="connsiteY768" fmla="*/ 6434164 h 6857999"/>
              <a:gd name="connsiteX769" fmla="*/ 5134884 w 7143544"/>
              <a:gd name="connsiteY769" fmla="*/ 6422841 h 6857999"/>
              <a:gd name="connsiteX770" fmla="*/ 5169347 w 7143544"/>
              <a:gd name="connsiteY770" fmla="*/ 6399701 h 6857999"/>
              <a:gd name="connsiteX771" fmla="*/ 5122576 w 7143544"/>
              <a:gd name="connsiteY771" fmla="*/ 6332254 h 6857999"/>
              <a:gd name="connsiteX772" fmla="*/ 5171808 w 7143544"/>
              <a:gd name="connsiteY772" fmla="*/ 6305176 h 6857999"/>
              <a:gd name="connsiteX773" fmla="*/ 5167870 w 7143544"/>
              <a:gd name="connsiteY773" fmla="*/ 6300253 h 6857999"/>
              <a:gd name="connsiteX774" fmla="*/ 5065960 w 7143544"/>
              <a:gd name="connsiteY774" fmla="*/ 6311084 h 6857999"/>
              <a:gd name="connsiteX775" fmla="*/ 5063991 w 7143544"/>
              <a:gd name="connsiteY775" fmla="*/ 6322900 h 6857999"/>
              <a:gd name="connsiteX776" fmla="*/ 5115192 w 7143544"/>
              <a:gd name="connsiteY776" fmla="*/ 6344562 h 6857999"/>
              <a:gd name="connsiteX777" fmla="*/ 5040852 w 7143544"/>
              <a:gd name="connsiteY777" fmla="*/ 6395763 h 6857999"/>
              <a:gd name="connsiteX778" fmla="*/ 5040852 w 7143544"/>
              <a:gd name="connsiteY778" fmla="*/ 6423825 h 6857999"/>
              <a:gd name="connsiteX779" fmla="*/ 4993589 w 7143544"/>
              <a:gd name="connsiteY779" fmla="*/ 6436133 h 6857999"/>
              <a:gd name="connsiteX780" fmla="*/ 4955188 w 7143544"/>
              <a:gd name="connsiteY780" fmla="*/ 6456810 h 6857999"/>
              <a:gd name="connsiteX781" fmla="*/ 4949280 w 7143544"/>
              <a:gd name="connsiteY781" fmla="*/ 6445979 h 6857999"/>
              <a:gd name="connsiteX782" fmla="*/ 4988174 w 7143544"/>
              <a:gd name="connsiteY782" fmla="*/ 6420379 h 6857999"/>
              <a:gd name="connsiteX783" fmla="*/ 4899556 w 7143544"/>
              <a:gd name="connsiteY783" fmla="*/ 6407086 h 6857999"/>
              <a:gd name="connsiteX784" fmla="*/ 4904480 w 7143544"/>
              <a:gd name="connsiteY784" fmla="*/ 6448933 h 6857999"/>
              <a:gd name="connsiteX785" fmla="*/ 4845401 w 7143544"/>
              <a:gd name="connsiteY785" fmla="*/ 6468626 h 6857999"/>
              <a:gd name="connsiteX786" fmla="*/ 4756291 w 7143544"/>
              <a:gd name="connsiteY786" fmla="*/ 6452380 h 6857999"/>
              <a:gd name="connsiteX787" fmla="*/ 4724783 w 7143544"/>
              <a:gd name="connsiteY787" fmla="*/ 6452872 h 6857999"/>
              <a:gd name="connsiteX788" fmla="*/ 4703613 w 7143544"/>
              <a:gd name="connsiteY788" fmla="*/ 6483396 h 6857999"/>
              <a:gd name="connsiteX789" fmla="*/ 4699675 w 7143544"/>
              <a:gd name="connsiteY789" fmla="*/ 6472565 h 6857999"/>
              <a:gd name="connsiteX790" fmla="*/ 4652905 w 7143544"/>
              <a:gd name="connsiteY790" fmla="*/ 6486349 h 6857999"/>
              <a:gd name="connsiteX791" fmla="*/ 4654381 w 7143544"/>
              <a:gd name="connsiteY791" fmla="*/ 6495211 h 6857999"/>
              <a:gd name="connsiteX792" fmla="*/ 4713460 w 7143544"/>
              <a:gd name="connsiteY792" fmla="*/ 6505058 h 6857999"/>
              <a:gd name="connsiteX793" fmla="*/ 4715429 w 7143544"/>
              <a:gd name="connsiteY793" fmla="*/ 6516873 h 6857999"/>
              <a:gd name="connsiteX794" fmla="*/ 4673582 w 7143544"/>
              <a:gd name="connsiteY794" fmla="*/ 6532627 h 6857999"/>
              <a:gd name="connsiteX795" fmla="*/ 4622873 w 7143544"/>
              <a:gd name="connsiteY795" fmla="*/ 6563644 h 6857999"/>
              <a:gd name="connsiteX796" fmla="*/ 4590380 w 7143544"/>
              <a:gd name="connsiteY796" fmla="*/ 6568075 h 6857999"/>
              <a:gd name="connsiteX797" fmla="*/ 4571672 w 7143544"/>
              <a:gd name="connsiteY797" fmla="*/ 6537551 h 6857999"/>
              <a:gd name="connsiteX798" fmla="*/ 4582503 w 7143544"/>
              <a:gd name="connsiteY798" fmla="*/ 6517366 h 6857999"/>
              <a:gd name="connsiteX799" fmla="*/ 4571672 w 7143544"/>
              <a:gd name="connsiteY799" fmla="*/ 6512935 h 6857999"/>
              <a:gd name="connsiteX800" fmla="*/ 4532779 w 7143544"/>
              <a:gd name="connsiteY800" fmla="*/ 6633553 h 6857999"/>
              <a:gd name="connsiteX801" fmla="*/ 4518009 w 7143544"/>
              <a:gd name="connsiteY801" fmla="*/ 6629615 h 6857999"/>
              <a:gd name="connsiteX802" fmla="*/ 4526379 w 7143544"/>
              <a:gd name="connsiteY802" fmla="*/ 6599090 h 6857999"/>
              <a:gd name="connsiteX803" fmla="*/ 4516040 w 7143544"/>
              <a:gd name="connsiteY803" fmla="*/ 6553797 h 6857999"/>
              <a:gd name="connsiteX804" fmla="*/ 4503732 w 7143544"/>
              <a:gd name="connsiteY804" fmla="*/ 6537058 h 6857999"/>
              <a:gd name="connsiteX805" fmla="*/ 4472716 w 7143544"/>
              <a:gd name="connsiteY805" fmla="*/ 6559705 h 6857999"/>
              <a:gd name="connsiteX806" fmla="*/ 4411668 w 7143544"/>
              <a:gd name="connsiteY806" fmla="*/ 6560690 h 6857999"/>
              <a:gd name="connsiteX807" fmla="*/ 4417576 w 7143544"/>
              <a:gd name="connsiteY807" fmla="*/ 6596137 h 6857999"/>
              <a:gd name="connsiteX808" fmla="*/ 4337821 w 7143544"/>
              <a:gd name="connsiteY808" fmla="*/ 6594167 h 6857999"/>
              <a:gd name="connsiteX809" fmla="*/ 4294004 w 7143544"/>
              <a:gd name="connsiteY809" fmla="*/ 6607460 h 6857999"/>
              <a:gd name="connsiteX810" fmla="*/ 4317636 w 7143544"/>
              <a:gd name="connsiteY810" fmla="*/ 6642907 h 6857999"/>
              <a:gd name="connsiteX811" fmla="*/ 4251173 w 7143544"/>
              <a:gd name="connsiteY811" fmla="*/ 6607952 h 6857999"/>
              <a:gd name="connsiteX812" fmla="*/ 4178309 w 7143544"/>
              <a:gd name="connsiteY812" fmla="*/ 6628630 h 6857999"/>
              <a:gd name="connsiteX813" fmla="*/ 4189633 w 7143544"/>
              <a:gd name="connsiteY813" fmla="*/ 6660138 h 6857999"/>
              <a:gd name="connsiteX814" fmla="*/ 4136462 w 7143544"/>
              <a:gd name="connsiteY814" fmla="*/ 6659646 h 6857999"/>
              <a:gd name="connsiteX815" fmla="*/ 4069999 w 7143544"/>
              <a:gd name="connsiteY815" fmla="*/ 6665553 h 6857999"/>
              <a:gd name="connsiteX816" fmla="*/ 4062614 w 7143544"/>
              <a:gd name="connsiteY816" fmla="*/ 6666046 h 6857999"/>
              <a:gd name="connsiteX817" fmla="*/ 3938550 w 7143544"/>
              <a:gd name="connsiteY817" fmla="*/ 6632568 h 6857999"/>
              <a:gd name="connsiteX818" fmla="*/ 3944458 w 7143544"/>
              <a:gd name="connsiteY818" fmla="*/ 6671954 h 6857999"/>
              <a:gd name="connsiteX819" fmla="*/ 3909996 w 7143544"/>
              <a:gd name="connsiteY819" fmla="*/ 6687216 h 6857999"/>
              <a:gd name="connsiteX820" fmla="*/ 3870610 w 7143544"/>
              <a:gd name="connsiteY820" fmla="*/ 6702477 h 6857999"/>
              <a:gd name="connsiteX821" fmla="*/ 3742607 w 7143544"/>
              <a:gd name="connsiteY821" fmla="*/ 6714293 h 6857999"/>
              <a:gd name="connsiteX822" fmla="*/ 3727838 w 7143544"/>
              <a:gd name="connsiteY822" fmla="*/ 6714785 h 6857999"/>
              <a:gd name="connsiteX823" fmla="*/ 3673190 w 7143544"/>
              <a:gd name="connsiteY823" fmla="*/ 6733002 h 6857999"/>
              <a:gd name="connsiteX824" fmla="*/ 3685006 w 7143544"/>
              <a:gd name="connsiteY824" fmla="*/ 6792080 h 6857999"/>
              <a:gd name="connsiteX825" fmla="*/ 3693375 w 7143544"/>
              <a:gd name="connsiteY825" fmla="*/ 6778787 h 6857999"/>
              <a:gd name="connsiteX826" fmla="*/ 3778054 w 7143544"/>
              <a:gd name="connsiteY826" fmla="*/ 6771894 h 6857999"/>
              <a:gd name="connsiteX827" fmla="*/ 3807593 w 7143544"/>
              <a:gd name="connsiteY827" fmla="*/ 6820634 h 6857999"/>
              <a:gd name="connsiteX828" fmla="*/ 3675652 w 7143544"/>
              <a:gd name="connsiteY828" fmla="*/ 6848204 h 6857999"/>
              <a:gd name="connsiteX829" fmla="*/ 3590973 w 7143544"/>
              <a:gd name="connsiteY829" fmla="*/ 6802911 h 6857999"/>
              <a:gd name="connsiteX830" fmla="*/ 3539772 w 7143544"/>
              <a:gd name="connsiteY830" fmla="*/ 6841312 h 6857999"/>
              <a:gd name="connsiteX831" fmla="*/ 3457062 w 7143544"/>
              <a:gd name="connsiteY831" fmla="*/ 6858050 h 6857999"/>
              <a:gd name="connsiteX832" fmla="*/ 3479217 w 7143544"/>
              <a:gd name="connsiteY832" fmla="*/ 6807834 h 6857999"/>
              <a:gd name="connsiteX833" fmla="*/ 3532387 w 7143544"/>
              <a:gd name="connsiteY833" fmla="*/ 6803403 h 6857999"/>
              <a:gd name="connsiteX834" fmla="*/ 3530910 w 7143544"/>
              <a:gd name="connsiteY834" fmla="*/ 6791095 h 6857999"/>
              <a:gd name="connsiteX835" fmla="*/ 3502355 w 7143544"/>
              <a:gd name="connsiteY835" fmla="*/ 6795034 h 6857999"/>
              <a:gd name="connsiteX836" fmla="*/ 3495463 w 7143544"/>
              <a:gd name="connsiteY836" fmla="*/ 6786172 h 6857999"/>
              <a:gd name="connsiteX837" fmla="*/ 3540264 w 7143544"/>
              <a:gd name="connsiteY837" fmla="*/ 6750725 h 6857999"/>
              <a:gd name="connsiteX838" fmla="*/ 3549126 w 7143544"/>
              <a:gd name="connsiteY838" fmla="*/ 6761063 h 6857999"/>
              <a:gd name="connsiteX839" fmla="*/ 3534849 w 7143544"/>
              <a:gd name="connsiteY839" fmla="*/ 6772387 h 6857999"/>
              <a:gd name="connsiteX840" fmla="*/ 3539279 w 7143544"/>
              <a:gd name="connsiteY840" fmla="*/ 6782233 h 6857999"/>
              <a:gd name="connsiteX841" fmla="*/ 3602789 w 7143544"/>
              <a:gd name="connsiteY841" fmla="*/ 6745309 h 6857999"/>
              <a:gd name="connsiteX842" fmla="*/ 3491525 w 7143544"/>
              <a:gd name="connsiteY842" fmla="*/ 6741863 h 6857999"/>
              <a:gd name="connsiteX843" fmla="*/ 3454601 w 7143544"/>
              <a:gd name="connsiteY843" fmla="*/ 6741863 h 6857999"/>
              <a:gd name="connsiteX844" fmla="*/ 3369429 w 7143544"/>
              <a:gd name="connsiteY844" fmla="*/ 6747278 h 6857999"/>
              <a:gd name="connsiteX845" fmla="*/ 3296074 w 7143544"/>
              <a:gd name="connsiteY845" fmla="*/ 6739893 h 6857999"/>
              <a:gd name="connsiteX846" fmla="*/ 3283274 w 7143544"/>
              <a:gd name="connsiteY846" fmla="*/ 6746786 h 6857999"/>
              <a:gd name="connsiteX847" fmla="*/ 3283274 w 7143544"/>
              <a:gd name="connsiteY847" fmla="*/ 6746786 h 6857999"/>
              <a:gd name="connsiteX848" fmla="*/ 3165117 w 7143544"/>
              <a:gd name="connsiteY848" fmla="*/ 6728078 h 6857999"/>
              <a:gd name="connsiteX849" fmla="*/ 3162163 w 7143544"/>
              <a:gd name="connsiteY849" fmla="*/ 6739893 h 6857999"/>
              <a:gd name="connsiteX850" fmla="*/ 3177425 w 7143544"/>
              <a:gd name="connsiteY850" fmla="*/ 6752694 h 6857999"/>
              <a:gd name="connsiteX851" fmla="*/ 3106039 w 7143544"/>
              <a:gd name="connsiteY851" fmla="*/ 6727093 h 6857999"/>
              <a:gd name="connsiteX852" fmla="*/ 3101116 w 7143544"/>
              <a:gd name="connsiteY852" fmla="*/ 6772387 h 6857999"/>
              <a:gd name="connsiteX853" fmla="*/ 3171025 w 7143544"/>
              <a:gd name="connsiteY853" fmla="*/ 6800941 h 6857999"/>
              <a:gd name="connsiteX854" fmla="*/ 3115885 w 7143544"/>
              <a:gd name="connsiteY854" fmla="*/ 6848204 h 6857999"/>
              <a:gd name="connsiteX855" fmla="*/ 3026283 w 7143544"/>
              <a:gd name="connsiteY855" fmla="*/ 6790603 h 6857999"/>
              <a:gd name="connsiteX856" fmla="*/ 3036622 w 7143544"/>
              <a:gd name="connsiteY856" fmla="*/ 6789125 h 6857999"/>
              <a:gd name="connsiteX857" fmla="*/ 3095208 w 7143544"/>
              <a:gd name="connsiteY857" fmla="*/ 6756140 h 6857999"/>
              <a:gd name="connsiteX858" fmla="*/ 3055823 w 7143544"/>
              <a:gd name="connsiteY858" fmla="*/ 6725617 h 6857999"/>
              <a:gd name="connsiteX859" fmla="*/ 3005606 w 7143544"/>
              <a:gd name="connsiteY859" fmla="*/ 6717247 h 6857999"/>
              <a:gd name="connsiteX860" fmla="*/ 2993298 w 7143544"/>
              <a:gd name="connsiteY860" fmla="*/ 6687216 h 6857999"/>
              <a:gd name="connsiteX861" fmla="*/ 2960313 w 7143544"/>
              <a:gd name="connsiteY861" fmla="*/ 6731524 h 6857999"/>
              <a:gd name="connsiteX862" fmla="*/ 2998713 w 7143544"/>
              <a:gd name="connsiteY862" fmla="*/ 6844265 h 6857999"/>
              <a:gd name="connsiteX863" fmla="*/ 2937666 w 7143544"/>
              <a:gd name="connsiteY863" fmla="*/ 6805372 h 6857999"/>
              <a:gd name="connsiteX864" fmla="*/ 2933727 w 7143544"/>
              <a:gd name="connsiteY864" fmla="*/ 6830480 h 6857999"/>
              <a:gd name="connsiteX865" fmla="*/ 2892373 w 7143544"/>
              <a:gd name="connsiteY865" fmla="*/ 6823588 h 6857999"/>
              <a:gd name="connsiteX866" fmla="*/ 2913542 w 7143544"/>
              <a:gd name="connsiteY866" fmla="*/ 6803895 h 6857999"/>
              <a:gd name="connsiteX867" fmla="*/ 2895819 w 7143544"/>
              <a:gd name="connsiteY867" fmla="*/ 6801926 h 6857999"/>
              <a:gd name="connsiteX868" fmla="*/ 2867264 w 7143544"/>
              <a:gd name="connsiteY868" fmla="*/ 6789618 h 6857999"/>
              <a:gd name="connsiteX869" fmla="*/ 2891880 w 7143544"/>
              <a:gd name="connsiteY869" fmla="*/ 6774849 h 6857999"/>
              <a:gd name="connsiteX870" fmla="*/ 2933235 w 7143544"/>
              <a:gd name="connsiteY870" fmla="*/ 6743340 h 6857999"/>
              <a:gd name="connsiteX871" fmla="*/ 2878588 w 7143544"/>
              <a:gd name="connsiteY871" fmla="*/ 6749248 h 6857999"/>
              <a:gd name="connsiteX872" fmla="*/ 2868249 w 7143544"/>
              <a:gd name="connsiteY872" fmla="*/ 6717739 h 6857999"/>
              <a:gd name="connsiteX873" fmla="*/ 2792924 w 7143544"/>
              <a:gd name="connsiteY873" fmla="*/ 6677369 h 6857999"/>
              <a:gd name="connsiteX874" fmla="*/ 2767324 w 7143544"/>
              <a:gd name="connsiteY874" fmla="*/ 6682292 h 6857999"/>
              <a:gd name="connsiteX875" fmla="*/ 2770278 w 7143544"/>
              <a:gd name="connsiteY875" fmla="*/ 6703462 h 6857999"/>
              <a:gd name="connsiteX876" fmla="*/ 2782586 w 7143544"/>
              <a:gd name="connsiteY876" fmla="*/ 6716755 h 6857999"/>
              <a:gd name="connsiteX877" fmla="*/ 2710707 w 7143544"/>
              <a:gd name="connsiteY877" fmla="*/ 6675892 h 6857999"/>
              <a:gd name="connsiteX878" fmla="*/ 2667383 w 7143544"/>
              <a:gd name="connsiteY878" fmla="*/ 6675892 h 6857999"/>
              <a:gd name="connsiteX879" fmla="*/ 2665414 w 7143544"/>
              <a:gd name="connsiteY879" fmla="*/ 6682292 h 6857999"/>
              <a:gd name="connsiteX880" fmla="*/ 2696430 w 7143544"/>
              <a:gd name="connsiteY880" fmla="*/ 6693123 h 6857999"/>
              <a:gd name="connsiteX881" fmla="*/ 2689045 w 7143544"/>
              <a:gd name="connsiteY881" fmla="*/ 6698539 h 6857999"/>
              <a:gd name="connsiteX882" fmla="*/ 2721538 w 7143544"/>
              <a:gd name="connsiteY882" fmla="*/ 6747278 h 6857999"/>
              <a:gd name="connsiteX883" fmla="*/ 2691999 w 7143544"/>
              <a:gd name="connsiteY883" fmla="*/ 6778787 h 6857999"/>
              <a:gd name="connsiteX884" fmla="*/ 2660490 w 7143544"/>
              <a:gd name="connsiteY884" fmla="*/ 6751217 h 6857999"/>
              <a:gd name="connsiteX885" fmla="*/ 2530026 w 7143544"/>
              <a:gd name="connsiteY885" fmla="*/ 6712324 h 6857999"/>
              <a:gd name="connsiteX886" fmla="*/ 2591566 w 7143544"/>
              <a:gd name="connsiteY886" fmla="*/ 6701001 h 6857999"/>
              <a:gd name="connsiteX887" fmla="*/ 2529534 w 7143544"/>
              <a:gd name="connsiteY887" fmla="*/ 6662107 h 6857999"/>
              <a:gd name="connsiteX888" fmla="*/ 2531503 w 7143544"/>
              <a:gd name="connsiteY888" fmla="*/ 6649800 h 6857999"/>
              <a:gd name="connsiteX889" fmla="*/ 2467994 w 7143544"/>
              <a:gd name="connsiteY889" fmla="*/ 6666538 h 6857999"/>
              <a:gd name="connsiteX890" fmla="*/ 2480794 w 7143544"/>
              <a:gd name="connsiteY890" fmla="*/ 6710847 h 6857999"/>
              <a:gd name="connsiteX891" fmla="*/ 2359684 w 7143544"/>
              <a:gd name="connsiteY891" fmla="*/ 6692631 h 6857999"/>
              <a:gd name="connsiteX892" fmla="*/ 2371007 w 7143544"/>
              <a:gd name="connsiteY892" fmla="*/ 6614845 h 6857999"/>
              <a:gd name="connsiteX893" fmla="*/ 2329652 w 7143544"/>
              <a:gd name="connsiteY893" fmla="*/ 6615829 h 6857999"/>
              <a:gd name="connsiteX894" fmla="*/ 2305036 w 7143544"/>
              <a:gd name="connsiteY894" fmla="*/ 6636999 h 6857999"/>
              <a:gd name="connsiteX895" fmla="*/ 2249897 w 7143544"/>
              <a:gd name="connsiteY895" fmla="*/ 6659646 h 6857999"/>
              <a:gd name="connsiteX896" fmla="*/ 2159802 w 7143544"/>
              <a:gd name="connsiteY896" fmla="*/ 6599583 h 6857999"/>
              <a:gd name="connsiteX897" fmla="*/ 2104663 w 7143544"/>
              <a:gd name="connsiteY897" fmla="*/ 6598598 h 6857999"/>
              <a:gd name="connsiteX898" fmla="*/ 2054446 w 7143544"/>
              <a:gd name="connsiteY898" fmla="*/ 6574967 h 6857999"/>
              <a:gd name="connsiteX899" fmla="*/ 2094324 w 7143544"/>
              <a:gd name="connsiteY899" fmla="*/ 6554782 h 6857999"/>
              <a:gd name="connsiteX900" fmla="*/ 1992906 w 7143544"/>
              <a:gd name="connsiteY900" fmla="*/ 6497181 h 6857999"/>
              <a:gd name="connsiteX901" fmla="*/ 1997829 w 7143544"/>
              <a:gd name="connsiteY901" fmla="*/ 6476011 h 6857999"/>
              <a:gd name="connsiteX902" fmla="*/ 1909212 w 7143544"/>
              <a:gd name="connsiteY902" fmla="*/ 6441056 h 6857999"/>
              <a:gd name="connsiteX903" fmla="*/ 1882135 w 7143544"/>
              <a:gd name="connsiteY903" fmla="*/ 6424810 h 6857999"/>
              <a:gd name="connsiteX904" fmla="*/ 1875242 w 7143544"/>
              <a:gd name="connsiteY904" fmla="*/ 6433671 h 6857999"/>
              <a:gd name="connsiteX905" fmla="*/ 1906258 w 7143544"/>
              <a:gd name="connsiteY905" fmla="*/ 6503088 h 6857999"/>
              <a:gd name="connsiteX906" fmla="*/ 1850626 w 7143544"/>
              <a:gd name="connsiteY906" fmla="*/ 6494227 h 6857999"/>
              <a:gd name="connsiteX907" fmla="*/ 1780225 w 7143544"/>
              <a:gd name="connsiteY907" fmla="*/ 6462226 h 6857999"/>
              <a:gd name="connsiteX908" fmla="*/ 1765455 w 7143544"/>
              <a:gd name="connsiteY908" fmla="*/ 6427764 h 6857999"/>
              <a:gd name="connsiteX909" fmla="*/ 1803856 w 7143544"/>
              <a:gd name="connsiteY909" fmla="*/ 6399701 h 6857999"/>
              <a:gd name="connsiteX910" fmla="*/ 1694561 w 7143544"/>
              <a:gd name="connsiteY910" fmla="*/ 6345546 h 6857999"/>
              <a:gd name="connsiteX911" fmla="*/ 1688161 w 7143544"/>
              <a:gd name="connsiteY911" fmla="*/ 6354408 h 6857999"/>
              <a:gd name="connsiteX912" fmla="*/ 1735916 w 7143544"/>
              <a:gd name="connsiteY912" fmla="*/ 6394778 h 6857999"/>
              <a:gd name="connsiteX913" fmla="*/ 1692100 w 7143544"/>
              <a:gd name="connsiteY913" fmla="*/ 6431210 h 6857999"/>
              <a:gd name="connsiteX914" fmla="*/ 1674376 w 7143544"/>
              <a:gd name="connsiteY914" fmla="*/ 6365731 h 6857999"/>
              <a:gd name="connsiteX915" fmla="*/ 1624652 w 7143544"/>
              <a:gd name="connsiteY915" fmla="*/ 6284006 h 6857999"/>
              <a:gd name="connsiteX916" fmla="*/ 1695546 w 7143544"/>
              <a:gd name="connsiteY916" fmla="*/ 6309115 h 6857999"/>
              <a:gd name="connsiteX917" fmla="*/ 1698500 w 7143544"/>
              <a:gd name="connsiteY917" fmla="*/ 6301730 h 6857999"/>
              <a:gd name="connsiteX918" fmla="*/ 1657637 w 7143544"/>
              <a:gd name="connsiteY918" fmla="*/ 6250036 h 6857999"/>
              <a:gd name="connsiteX919" fmla="*/ 1648283 w 7143544"/>
              <a:gd name="connsiteY919" fmla="*/ 6253483 h 6857999"/>
              <a:gd name="connsiteX920" fmla="*/ 1526188 w 7143544"/>
              <a:gd name="connsiteY920" fmla="*/ 6197358 h 6857999"/>
              <a:gd name="connsiteX921" fmla="*/ 1591174 w 7143544"/>
              <a:gd name="connsiteY921" fmla="*/ 6267760 h 6857999"/>
              <a:gd name="connsiteX922" fmla="*/ 1535050 w 7143544"/>
              <a:gd name="connsiteY922" fmla="*/ 6238713 h 6857999"/>
              <a:gd name="connsiteX923" fmla="*/ 1571974 w 7143544"/>
              <a:gd name="connsiteY923" fmla="*/ 6316992 h 6857999"/>
              <a:gd name="connsiteX924" fmla="*/ 1539481 w 7143544"/>
              <a:gd name="connsiteY924" fmla="*/ 6317977 h 6857999"/>
              <a:gd name="connsiteX925" fmla="*/ 1517819 w 7143544"/>
              <a:gd name="connsiteY925" fmla="*/ 6260868 h 6857999"/>
              <a:gd name="connsiteX926" fmla="*/ 1513880 w 7143544"/>
              <a:gd name="connsiteY926" fmla="*/ 6208189 h 6857999"/>
              <a:gd name="connsiteX927" fmla="*/ 1463664 w 7143544"/>
              <a:gd name="connsiteY927" fmla="*/ 6197358 h 6857999"/>
              <a:gd name="connsiteX928" fmla="*/ 1420340 w 7143544"/>
              <a:gd name="connsiteY928" fmla="*/ 6183573 h 6857999"/>
              <a:gd name="connsiteX929" fmla="*/ 1412955 w 7143544"/>
              <a:gd name="connsiteY929" fmla="*/ 6194405 h 6857999"/>
              <a:gd name="connsiteX930" fmla="*/ 1456279 w 7143544"/>
              <a:gd name="connsiteY930" fmla="*/ 6243144 h 6857999"/>
              <a:gd name="connsiteX931" fmla="*/ 1449879 w 7143544"/>
              <a:gd name="connsiteY931" fmla="*/ 6251514 h 6857999"/>
              <a:gd name="connsiteX932" fmla="*/ 1410985 w 7143544"/>
              <a:gd name="connsiteY932" fmla="*/ 6235760 h 6857999"/>
              <a:gd name="connsiteX933" fmla="*/ 1307106 w 7143544"/>
              <a:gd name="connsiteY933" fmla="*/ 6199820 h 6857999"/>
              <a:gd name="connsiteX934" fmla="*/ 1277567 w 7143544"/>
              <a:gd name="connsiteY934" fmla="*/ 6170773 h 6857999"/>
              <a:gd name="connsiteX935" fmla="*/ 1224397 w 7143544"/>
              <a:gd name="connsiteY935" fmla="*/ 6115142 h 6857999"/>
              <a:gd name="connsiteX936" fmla="*/ 1193873 w 7143544"/>
              <a:gd name="connsiteY936" fmla="*/ 6084617 h 6857999"/>
              <a:gd name="connsiteX937" fmla="*/ 1163842 w 7143544"/>
              <a:gd name="connsiteY937" fmla="*/ 6044247 h 6857999"/>
              <a:gd name="connsiteX938" fmla="*/ 1126918 w 7143544"/>
              <a:gd name="connsiteY938" fmla="*/ 6011262 h 6857999"/>
              <a:gd name="connsiteX939" fmla="*/ 1126918 w 7143544"/>
              <a:gd name="connsiteY939" fmla="*/ 5927075 h 6857999"/>
              <a:gd name="connsiteX940" fmla="*/ 1108210 w 7143544"/>
              <a:gd name="connsiteY940" fmla="*/ 5869474 h 6857999"/>
              <a:gd name="connsiteX941" fmla="*/ 1084578 w 7143544"/>
              <a:gd name="connsiteY941" fmla="*/ 5929537 h 6857999"/>
              <a:gd name="connsiteX942" fmla="*/ 1054054 w 7143544"/>
              <a:gd name="connsiteY942" fmla="*/ 5973846 h 6857999"/>
              <a:gd name="connsiteX943" fmla="*/ 1062916 w 7143544"/>
              <a:gd name="connsiteY943" fmla="*/ 5881782 h 6857999"/>
              <a:gd name="connsiteX944" fmla="*/ 1060947 w 7143544"/>
              <a:gd name="connsiteY944" fmla="*/ 5798580 h 6857999"/>
              <a:gd name="connsiteX945" fmla="*/ 1045193 w 7143544"/>
              <a:gd name="connsiteY945" fmla="*/ 5795627 h 6857999"/>
              <a:gd name="connsiteX946" fmla="*/ 1028454 w 7143544"/>
              <a:gd name="connsiteY946" fmla="*/ 5834027 h 6857999"/>
              <a:gd name="connsiteX947" fmla="*/ 1021069 w 7143544"/>
              <a:gd name="connsiteY947" fmla="*/ 5832058 h 6857999"/>
              <a:gd name="connsiteX948" fmla="*/ 995468 w 7143544"/>
              <a:gd name="connsiteY948" fmla="*/ 5880797 h 6857999"/>
              <a:gd name="connsiteX949" fmla="*/ 977745 w 7143544"/>
              <a:gd name="connsiteY949" fmla="*/ 5872920 h 6857999"/>
              <a:gd name="connsiteX950" fmla="*/ 998915 w 7143544"/>
              <a:gd name="connsiteY950" fmla="*/ 5816796 h 6857999"/>
              <a:gd name="connsiteX951" fmla="*/ 941313 w 7143544"/>
              <a:gd name="connsiteY951" fmla="*/ 5742456 h 6857999"/>
              <a:gd name="connsiteX952" fmla="*/ 970853 w 7143544"/>
              <a:gd name="connsiteY952" fmla="*/ 5723748 h 6857999"/>
              <a:gd name="connsiteX953" fmla="*/ 926544 w 7143544"/>
              <a:gd name="connsiteY953" fmla="*/ 5675008 h 6857999"/>
              <a:gd name="connsiteX954" fmla="*/ 944760 w 7143544"/>
              <a:gd name="connsiteY954" fmla="*/ 5739994 h 6857999"/>
              <a:gd name="connsiteX955" fmla="*/ 287514 w 7143544"/>
              <a:gd name="connsiteY955" fmla="*/ 2835806 h 6857999"/>
              <a:gd name="connsiteX956" fmla="*/ 277175 w 7143544"/>
              <a:gd name="connsiteY956" fmla="*/ 2833345 h 6857999"/>
              <a:gd name="connsiteX957" fmla="*/ 276683 w 7143544"/>
              <a:gd name="connsiteY957" fmla="*/ 2797897 h 6857999"/>
              <a:gd name="connsiteX958" fmla="*/ 266837 w 7143544"/>
              <a:gd name="connsiteY958" fmla="*/ 2773282 h 6857999"/>
              <a:gd name="connsiteX959" fmla="*/ 204805 w 7143544"/>
              <a:gd name="connsiteY959" fmla="*/ 2787066 h 6857999"/>
              <a:gd name="connsiteX960" fmla="*/ 208743 w 7143544"/>
              <a:gd name="connsiteY960" fmla="*/ 2800851 h 6857999"/>
              <a:gd name="connsiteX961" fmla="*/ 211697 w 7143544"/>
              <a:gd name="connsiteY961" fmla="*/ 2827929 h 6857999"/>
              <a:gd name="connsiteX962" fmla="*/ 282099 w 7143544"/>
              <a:gd name="connsiteY962" fmla="*/ 2874207 h 6857999"/>
              <a:gd name="connsiteX963" fmla="*/ 272252 w 7143544"/>
              <a:gd name="connsiteY963" fmla="*/ 2936731 h 6857999"/>
              <a:gd name="connsiteX964" fmla="*/ 272745 w 7143544"/>
              <a:gd name="connsiteY964" fmla="*/ 3075073 h 6857999"/>
              <a:gd name="connsiteX965" fmla="*/ 230897 w 7143544"/>
              <a:gd name="connsiteY965" fmla="*/ 3210953 h 6857999"/>
              <a:gd name="connsiteX966" fmla="*/ 185604 w 7143544"/>
              <a:gd name="connsiteY966" fmla="*/ 3203076 h 6857999"/>
              <a:gd name="connsiteX967" fmla="*/ 181666 w 7143544"/>
              <a:gd name="connsiteY967" fmla="*/ 3266585 h 6857999"/>
              <a:gd name="connsiteX968" fmla="*/ 222528 w 7143544"/>
              <a:gd name="connsiteY968" fmla="*/ 3279385 h 6857999"/>
              <a:gd name="connsiteX969" fmla="*/ 233851 w 7143544"/>
              <a:gd name="connsiteY969" fmla="*/ 3233600 h 6857999"/>
              <a:gd name="connsiteX970" fmla="*/ 245667 w 7143544"/>
              <a:gd name="connsiteY970" fmla="*/ 3234092 h 6857999"/>
              <a:gd name="connsiteX971" fmla="*/ 270775 w 7143544"/>
              <a:gd name="connsiteY971" fmla="*/ 3347325 h 6857999"/>
              <a:gd name="connsiteX972" fmla="*/ 291945 w 7143544"/>
              <a:gd name="connsiteY972" fmla="*/ 3323202 h 6857999"/>
              <a:gd name="connsiteX973" fmla="*/ 272745 w 7143544"/>
              <a:gd name="connsiteY973" fmla="*/ 3293170 h 6857999"/>
              <a:gd name="connsiteX974" fmla="*/ 311145 w 7143544"/>
              <a:gd name="connsiteY974" fmla="*/ 3288247 h 6857999"/>
              <a:gd name="connsiteX975" fmla="*/ 314592 w 7143544"/>
              <a:gd name="connsiteY975" fmla="*/ 3263139 h 6857999"/>
              <a:gd name="connsiteX976" fmla="*/ 311638 w 7143544"/>
              <a:gd name="connsiteY976" fmla="*/ 3145967 h 6857999"/>
              <a:gd name="connsiteX977" fmla="*/ 321976 w 7143544"/>
              <a:gd name="connsiteY977" fmla="*/ 3097720 h 6857999"/>
              <a:gd name="connsiteX978" fmla="*/ 342162 w 7143544"/>
              <a:gd name="connsiteY978" fmla="*/ 3074581 h 6857999"/>
              <a:gd name="connsiteX979" fmla="*/ 303268 w 7143544"/>
              <a:gd name="connsiteY979" fmla="*/ 2985963 h 6857999"/>
              <a:gd name="connsiteX980" fmla="*/ 337238 w 7143544"/>
              <a:gd name="connsiteY980" fmla="*/ 2850576 h 6857999"/>
              <a:gd name="connsiteX981" fmla="*/ 335269 w 7143544"/>
              <a:gd name="connsiteY981" fmla="*/ 2721096 h 6857999"/>
              <a:gd name="connsiteX982" fmla="*/ 287514 w 7143544"/>
              <a:gd name="connsiteY982" fmla="*/ 2835806 h 6857999"/>
              <a:gd name="connsiteX983" fmla="*/ 275699 w 7143544"/>
              <a:gd name="connsiteY983" fmla="*/ 2511860 h 6857999"/>
              <a:gd name="connsiteX984" fmla="*/ 371701 w 7143544"/>
              <a:gd name="connsiteY984" fmla="*/ 2527614 h 6857999"/>
              <a:gd name="connsiteX985" fmla="*/ 331823 w 7143544"/>
              <a:gd name="connsiteY985" fmla="*/ 2646756 h 6857999"/>
              <a:gd name="connsiteX986" fmla="*/ 284560 w 7143544"/>
              <a:gd name="connsiteY986" fmla="*/ 2642325 h 6857999"/>
              <a:gd name="connsiteX987" fmla="*/ 337731 w 7143544"/>
              <a:gd name="connsiteY987" fmla="*/ 2723557 h 6857999"/>
              <a:gd name="connsiteX988" fmla="*/ 406163 w 7143544"/>
              <a:gd name="connsiteY988" fmla="*/ 2646263 h 6857999"/>
              <a:gd name="connsiteX989" fmla="*/ 400747 w 7143544"/>
              <a:gd name="connsiteY989" fmla="*/ 2637894 h 6857999"/>
              <a:gd name="connsiteX990" fmla="*/ 351023 w 7143544"/>
              <a:gd name="connsiteY990" fmla="*/ 2641832 h 6857999"/>
              <a:gd name="connsiteX991" fmla="*/ 444072 w 7143544"/>
              <a:gd name="connsiteY991" fmla="*/ 2522199 h 6857999"/>
              <a:gd name="connsiteX992" fmla="*/ 481488 w 7143544"/>
              <a:gd name="connsiteY992" fmla="*/ 2406504 h 6857999"/>
              <a:gd name="connsiteX993" fmla="*/ 453918 w 7143544"/>
              <a:gd name="connsiteY993" fmla="*/ 2393211 h 6857999"/>
              <a:gd name="connsiteX994" fmla="*/ 493303 w 7143544"/>
              <a:gd name="connsiteY994" fmla="*/ 2346441 h 6857999"/>
              <a:gd name="connsiteX995" fmla="*/ 475580 w 7143544"/>
              <a:gd name="connsiteY995" fmla="*/ 2344964 h 6857999"/>
              <a:gd name="connsiteX996" fmla="*/ 457364 w 7143544"/>
              <a:gd name="connsiteY996" fmla="*/ 2315425 h 6857999"/>
              <a:gd name="connsiteX997" fmla="*/ 475580 w 7143544"/>
              <a:gd name="connsiteY997" fmla="*/ 2276040 h 6857999"/>
              <a:gd name="connsiteX998" fmla="*/ 515458 w 7143544"/>
              <a:gd name="connsiteY998" fmla="*/ 2219915 h 6857999"/>
              <a:gd name="connsiteX999" fmla="*/ 453426 w 7143544"/>
              <a:gd name="connsiteY999" fmla="*/ 2237146 h 6857999"/>
              <a:gd name="connsiteX1000" fmla="*/ 417979 w 7143544"/>
              <a:gd name="connsiteY1000" fmla="*/ 2290809 h 6857999"/>
              <a:gd name="connsiteX1001" fmla="*/ 353977 w 7143544"/>
              <a:gd name="connsiteY1001" fmla="*/ 2264716 h 6857999"/>
              <a:gd name="connsiteX1002" fmla="*/ 410594 w 7143544"/>
              <a:gd name="connsiteY1002" fmla="*/ 2336595 h 6857999"/>
              <a:gd name="connsiteX1003" fmla="*/ 408625 w 7143544"/>
              <a:gd name="connsiteY1003" fmla="*/ 2361211 h 6857999"/>
              <a:gd name="connsiteX1004" fmla="*/ 402717 w 7143544"/>
              <a:gd name="connsiteY1004" fmla="*/ 2402073 h 6857999"/>
              <a:gd name="connsiteX1005" fmla="*/ 364808 w 7143544"/>
              <a:gd name="connsiteY1005" fmla="*/ 2416350 h 6857999"/>
              <a:gd name="connsiteX1006" fmla="*/ 269791 w 7143544"/>
              <a:gd name="connsiteY1006" fmla="*/ 2435551 h 6857999"/>
              <a:gd name="connsiteX1007" fmla="*/ 275699 w 7143544"/>
              <a:gd name="connsiteY1007" fmla="*/ 2511860 h 6857999"/>
              <a:gd name="connsiteX1008" fmla="*/ 183635 w 7143544"/>
              <a:gd name="connsiteY1008" fmla="*/ 2956424 h 6857999"/>
              <a:gd name="connsiteX1009" fmla="*/ 171327 w 7143544"/>
              <a:gd name="connsiteY1009" fmla="*/ 2956424 h 6857999"/>
              <a:gd name="connsiteX1010" fmla="*/ 142772 w 7143544"/>
              <a:gd name="connsiteY1010" fmla="*/ 3074581 h 6857999"/>
              <a:gd name="connsiteX1011" fmla="*/ 180189 w 7143544"/>
              <a:gd name="connsiteY1011" fmla="*/ 3103135 h 6857999"/>
              <a:gd name="connsiteX1012" fmla="*/ 246652 w 7143544"/>
              <a:gd name="connsiteY1012" fmla="*/ 3029287 h 6857999"/>
              <a:gd name="connsiteX1013" fmla="*/ 257975 w 7143544"/>
              <a:gd name="connsiteY1013" fmla="*/ 2974148 h 6857999"/>
              <a:gd name="connsiteX1014" fmla="*/ 258467 w 7143544"/>
              <a:gd name="connsiteY1014" fmla="*/ 2904731 h 6857999"/>
              <a:gd name="connsiteX1015" fmla="*/ 247636 w 7143544"/>
              <a:gd name="connsiteY1015" fmla="*/ 2905223 h 6857999"/>
              <a:gd name="connsiteX1016" fmla="*/ 239759 w 7143544"/>
              <a:gd name="connsiteY1016" fmla="*/ 2987440 h 6857999"/>
              <a:gd name="connsiteX1017" fmla="*/ 221543 w 7143544"/>
              <a:gd name="connsiteY1017" fmla="*/ 3009595 h 6857999"/>
              <a:gd name="connsiteX1018" fmla="*/ 196928 w 7143544"/>
              <a:gd name="connsiteY1018" fmla="*/ 2992856 h 6857999"/>
              <a:gd name="connsiteX1019" fmla="*/ 183635 w 7143544"/>
              <a:gd name="connsiteY1019" fmla="*/ 2956424 h 6857999"/>
              <a:gd name="connsiteX1020" fmla="*/ 371208 w 7143544"/>
              <a:gd name="connsiteY1020" fmla="*/ 3863768 h 6857999"/>
              <a:gd name="connsiteX1021" fmla="*/ 303761 w 7143544"/>
              <a:gd name="connsiteY1021" fmla="*/ 3909553 h 6857999"/>
              <a:gd name="connsiteX1022" fmla="*/ 315576 w 7143544"/>
              <a:gd name="connsiteY1022" fmla="*/ 3993247 h 6857999"/>
              <a:gd name="connsiteX1023" fmla="*/ 388932 w 7143544"/>
              <a:gd name="connsiteY1023" fmla="*/ 4066110 h 6857999"/>
              <a:gd name="connsiteX1024" fmla="*/ 371208 w 7143544"/>
              <a:gd name="connsiteY1024" fmla="*/ 3863768 h 6857999"/>
              <a:gd name="connsiteX1025" fmla="*/ 5681851 w 7143544"/>
              <a:gd name="connsiteY1025" fmla="*/ 1340634 h 6857999"/>
              <a:gd name="connsiteX1026" fmla="*/ 5662158 w 7143544"/>
              <a:gd name="connsiteY1026" fmla="*/ 1280571 h 6857999"/>
              <a:gd name="connsiteX1027" fmla="*/ 5592741 w 7143544"/>
              <a:gd name="connsiteY1027" fmla="*/ 1216570 h 6857999"/>
              <a:gd name="connsiteX1028" fmla="*/ 5566648 w 7143544"/>
              <a:gd name="connsiteY1028" fmla="*/ 1233308 h 6857999"/>
              <a:gd name="connsiteX1029" fmla="*/ 5585849 w 7143544"/>
              <a:gd name="connsiteY1029" fmla="*/ 1255463 h 6857999"/>
              <a:gd name="connsiteX1030" fmla="*/ 5634588 w 7143544"/>
              <a:gd name="connsiteY1030" fmla="*/ 1301741 h 6857999"/>
              <a:gd name="connsiteX1031" fmla="*/ 5681851 w 7143544"/>
              <a:gd name="connsiteY1031" fmla="*/ 1340634 h 6857999"/>
              <a:gd name="connsiteX1032" fmla="*/ 308192 w 7143544"/>
              <a:gd name="connsiteY1032" fmla="*/ 3346341 h 6857999"/>
              <a:gd name="connsiteX1033" fmla="*/ 297361 w 7143544"/>
              <a:gd name="connsiteY1033" fmla="*/ 3341417 h 6857999"/>
              <a:gd name="connsiteX1034" fmla="*/ 261914 w 7143544"/>
              <a:gd name="connsiteY1034" fmla="*/ 3384741 h 6857999"/>
              <a:gd name="connsiteX1035" fmla="*/ 196928 w 7143544"/>
              <a:gd name="connsiteY1035" fmla="*/ 3432989 h 6857999"/>
              <a:gd name="connsiteX1036" fmla="*/ 217605 w 7143544"/>
              <a:gd name="connsiteY1036" fmla="*/ 3459574 h 6857999"/>
              <a:gd name="connsiteX1037" fmla="*/ 258467 w 7143544"/>
              <a:gd name="connsiteY1037" fmla="*/ 3448743 h 6857999"/>
              <a:gd name="connsiteX1038" fmla="*/ 258467 w 7143544"/>
              <a:gd name="connsiteY1038" fmla="*/ 3493544 h 6857999"/>
              <a:gd name="connsiteX1039" fmla="*/ 266837 w 7143544"/>
              <a:gd name="connsiteY1039" fmla="*/ 3494529 h 6857999"/>
              <a:gd name="connsiteX1040" fmla="*/ 278160 w 7143544"/>
              <a:gd name="connsiteY1040" fmla="*/ 3466959 h 6857999"/>
              <a:gd name="connsiteX1041" fmla="*/ 305730 w 7143544"/>
              <a:gd name="connsiteY1041" fmla="*/ 3481236 h 6857999"/>
              <a:gd name="connsiteX1042" fmla="*/ 296376 w 7143544"/>
              <a:gd name="connsiteY1042" fmla="*/ 3413788 h 6857999"/>
              <a:gd name="connsiteX1043" fmla="*/ 308192 w 7143544"/>
              <a:gd name="connsiteY1043" fmla="*/ 3346341 h 6857999"/>
              <a:gd name="connsiteX1044" fmla="*/ 296868 w 7143544"/>
              <a:gd name="connsiteY1044" fmla="*/ 3638286 h 6857999"/>
              <a:gd name="connsiteX1045" fmla="*/ 276191 w 7143544"/>
              <a:gd name="connsiteY1045" fmla="*/ 3670779 h 6857999"/>
              <a:gd name="connsiteX1046" fmla="*/ 287022 w 7143544"/>
              <a:gd name="connsiteY1046" fmla="*/ 3751026 h 6857999"/>
              <a:gd name="connsiteX1047" fmla="*/ 307207 w 7143544"/>
              <a:gd name="connsiteY1047" fmla="*/ 3755950 h 6857999"/>
              <a:gd name="connsiteX1048" fmla="*/ 303761 w 7143544"/>
              <a:gd name="connsiteY1048" fmla="*/ 3811089 h 6857999"/>
              <a:gd name="connsiteX1049" fmla="*/ 342654 w 7143544"/>
              <a:gd name="connsiteY1049" fmla="*/ 3728872 h 6857999"/>
              <a:gd name="connsiteX1050" fmla="*/ 296868 w 7143544"/>
              <a:gd name="connsiteY1050" fmla="*/ 3638286 h 6857999"/>
              <a:gd name="connsiteX1051" fmla="*/ 168373 w 7143544"/>
              <a:gd name="connsiteY1051" fmla="*/ 2626078 h 6857999"/>
              <a:gd name="connsiteX1052" fmla="*/ 161973 w 7143544"/>
              <a:gd name="connsiteY1052" fmla="*/ 2640848 h 6857999"/>
              <a:gd name="connsiteX1053" fmla="*/ 224497 w 7143544"/>
              <a:gd name="connsiteY1053" fmla="*/ 2696972 h 6857999"/>
              <a:gd name="connsiteX1054" fmla="*/ 249606 w 7143544"/>
              <a:gd name="connsiteY1054" fmla="*/ 2619678 h 6857999"/>
              <a:gd name="connsiteX1055" fmla="*/ 262406 w 7143544"/>
              <a:gd name="connsiteY1055" fmla="*/ 2549277 h 6857999"/>
              <a:gd name="connsiteX1056" fmla="*/ 195451 w 7143544"/>
              <a:gd name="connsiteY1056" fmla="*/ 2606385 h 6857999"/>
              <a:gd name="connsiteX1057" fmla="*/ 205789 w 7143544"/>
              <a:gd name="connsiteY1057" fmla="*/ 2615740 h 6857999"/>
              <a:gd name="connsiteX1058" fmla="*/ 168373 w 7143544"/>
              <a:gd name="connsiteY1058" fmla="*/ 2626078 h 6857999"/>
              <a:gd name="connsiteX1059" fmla="*/ 1281013 w 7143544"/>
              <a:gd name="connsiteY1059" fmla="*/ 6122526 h 6857999"/>
              <a:gd name="connsiteX1060" fmla="*/ 1324338 w 7143544"/>
              <a:gd name="connsiteY1060" fmla="*/ 6178158 h 6857999"/>
              <a:gd name="connsiteX1061" fmla="*/ 1350923 w 7143544"/>
              <a:gd name="connsiteY1061" fmla="*/ 6154527 h 6857999"/>
              <a:gd name="connsiteX1062" fmla="*/ 1411478 w 7143544"/>
              <a:gd name="connsiteY1062" fmla="*/ 6173235 h 6857999"/>
              <a:gd name="connsiteX1063" fmla="*/ 1396216 w 7143544"/>
              <a:gd name="connsiteY1063" fmla="*/ 6139757 h 6857999"/>
              <a:gd name="connsiteX1064" fmla="*/ 1334676 w 7143544"/>
              <a:gd name="connsiteY1064" fmla="*/ 6113172 h 6857999"/>
              <a:gd name="connsiteX1065" fmla="*/ 1281013 w 7143544"/>
              <a:gd name="connsiteY1065" fmla="*/ 6122526 h 6857999"/>
              <a:gd name="connsiteX1066" fmla="*/ 172804 w 7143544"/>
              <a:gd name="connsiteY1066" fmla="*/ 4064141 h 6857999"/>
              <a:gd name="connsiteX1067" fmla="*/ 160496 w 7143544"/>
              <a:gd name="connsiteY1067" fmla="*/ 4073495 h 6857999"/>
              <a:gd name="connsiteX1068" fmla="*/ 168373 w 7143544"/>
              <a:gd name="connsiteY1068" fmla="*/ 4112881 h 6857999"/>
              <a:gd name="connsiteX1069" fmla="*/ 203820 w 7143544"/>
              <a:gd name="connsiteY1069" fmla="*/ 4112881 h 6857999"/>
              <a:gd name="connsiteX1070" fmla="*/ 234836 w 7143544"/>
              <a:gd name="connsiteY1070" fmla="*/ 4109927 h 6857999"/>
              <a:gd name="connsiteX1071" fmla="*/ 235821 w 7143544"/>
              <a:gd name="connsiteY1071" fmla="*/ 4117804 h 6857999"/>
              <a:gd name="connsiteX1072" fmla="*/ 209728 w 7143544"/>
              <a:gd name="connsiteY1072" fmla="*/ 4138974 h 6857999"/>
              <a:gd name="connsiteX1073" fmla="*/ 229913 w 7143544"/>
              <a:gd name="connsiteY1073" fmla="*/ 4168020 h 6857999"/>
              <a:gd name="connsiteX1074" fmla="*/ 258467 w 7143544"/>
              <a:gd name="connsiteY1074" fmla="*/ 4163097 h 6857999"/>
              <a:gd name="connsiteX1075" fmla="*/ 243205 w 7143544"/>
              <a:gd name="connsiteY1075" fmla="*/ 4106481 h 6857999"/>
              <a:gd name="connsiteX1076" fmla="*/ 172804 w 7143544"/>
              <a:gd name="connsiteY1076" fmla="*/ 4064141 h 6857999"/>
              <a:gd name="connsiteX1077" fmla="*/ 6762983 w 7143544"/>
              <a:gd name="connsiteY1077" fmla="*/ 4206421 h 6857999"/>
              <a:gd name="connsiteX1078" fmla="*/ 6836831 w 7143544"/>
              <a:gd name="connsiteY1078" fmla="*/ 4121743 h 6857999"/>
              <a:gd name="connsiteX1079" fmla="*/ 6762983 w 7143544"/>
              <a:gd name="connsiteY1079" fmla="*/ 4206421 h 6857999"/>
              <a:gd name="connsiteX1080" fmla="*/ 4387545 w 7143544"/>
              <a:gd name="connsiteY1080" fmla="*/ 6287453 h 6857999"/>
              <a:gd name="connsiteX1081" fmla="*/ 4516532 w 7143544"/>
              <a:gd name="connsiteY1081" fmla="*/ 6293361 h 6857999"/>
              <a:gd name="connsiteX1082" fmla="*/ 4526871 w 7143544"/>
              <a:gd name="connsiteY1082" fmla="*/ 6253975 h 6857999"/>
              <a:gd name="connsiteX1083" fmla="*/ 4387545 w 7143544"/>
              <a:gd name="connsiteY1083" fmla="*/ 6287453 h 6857999"/>
              <a:gd name="connsiteX1084" fmla="*/ 4542625 w 7143544"/>
              <a:gd name="connsiteY1084" fmla="*/ 6270222 h 6857999"/>
              <a:gd name="connsiteX1085" fmla="*/ 4662259 w 7143544"/>
              <a:gd name="connsiteY1085" fmla="*/ 6219513 h 6857999"/>
              <a:gd name="connsiteX1086" fmla="*/ 4561333 w 7143544"/>
              <a:gd name="connsiteY1086" fmla="*/ 6226405 h 6857999"/>
              <a:gd name="connsiteX1087" fmla="*/ 4542625 w 7143544"/>
              <a:gd name="connsiteY1087" fmla="*/ 6270222 h 6857999"/>
              <a:gd name="connsiteX1088" fmla="*/ 6850615 w 7143544"/>
              <a:gd name="connsiteY1088" fmla="*/ 3869675 h 6857999"/>
              <a:gd name="connsiteX1089" fmla="*/ 6780214 w 7143544"/>
              <a:gd name="connsiteY1089" fmla="*/ 3908568 h 6857999"/>
              <a:gd name="connsiteX1090" fmla="*/ 6743782 w 7143544"/>
              <a:gd name="connsiteY1090" fmla="*/ 3945492 h 6857999"/>
              <a:gd name="connsiteX1091" fmla="*/ 6751167 w 7143544"/>
              <a:gd name="connsiteY1091" fmla="*/ 3951893 h 6857999"/>
              <a:gd name="connsiteX1092" fmla="*/ 6850615 w 7143544"/>
              <a:gd name="connsiteY1092" fmla="*/ 3869675 h 6857999"/>
              <a:gd name="connsiteX1093" fmla="*/ 578475 w 7143544"/>
              <a:gd name="connsiteY1093" fmla="*/ 2019049 h 6857999"/>
              <a:gd name="connsiteX1094" fmla="*/ 568136 w 7143544"/>
              <a:gd name="connsiteY1094" fmla="*/ 2009203 h 6857999"/>
              <a:gd name="connsiteX1095" fmla="*/ 553366 w 7143544"/>
              <a:gd name="connsiteY1095" fmla="*/ 2016588 h 6857999"/>
              <a:gd name="connsiteX1096" fmla="*/ 519396 w 7143544"/>
              <a:gd name="connsiteY1096" fmla="*/ 2098313 h 6857999"/>
              <a:gd name="connsiteX1097" fmla="*/ 524319 w 7143544"/>
              <a:gd name="connsiteY1097" fmla="*/ 2118990 h 6857999"/>
              <a:gd name="connsiteX1098" fmla="*/ 545981 w 7143544"/>
              <a:gd name="connsiteY1098" fmla="*/ 2110128 h 6857999"/>
              <a:gd name="connsiteX1099" fmla="*/ 578475 w 7143544"/>
              <a:gd name="connsiteY1099" fmla="*/ 2019049 h 6857999"/>
              <a:gd name="connsiteX1100" fmla="*/ 143265 w 7143544"/>
              <a:gd name="connsiteY1100" fmla="*/ 3478282 h 6857999"/>
              <a:gd name="connsiteX1101" fmla="*/ 161481 w 7143544"/>
              <a:gd name="connsiteY1101" fmla="*/ 3478774 h 6857999"/>
              <a:gd name="connsiteX1102" fmla="*/ 161481 w 7143544"/>
              <a:gd name="connsiteY1102" fmla="*/ 3345848 h 6857999"/>
              <a:gd name="connsiteX1103" fmla="*/ 143265 w 7143544"/>
              <a:gd name="connsiteY1103" fmla="*/ 3478282 h 6857999"/>
              <a:gd name="connsiteX1104" fmla="*/ 653307 w 7143544"/>
              <a:gd name="connsiteY1104" fmla="*/ 4779973 h 6857999"/>
              <a:gd name="connsiteX1105" fmla="*/ 671523 w 7143544"/>
              <a:gd name="connsiteY1105" fmla="*/ 4850867 h 6857999"/>
              <a:gd name="connsiteX1106" fmla="*/ 705000 w 7143544"/>
              <a:gd name="connsiteY1106" fmla="*/ 4870067 h 6857999"/>
              <a:gd name="connsiteX1107" fmla="*/ 690231 w 7143544"/>
              <a:gd name="connsiteY1107" fmla="*/ 4828712 h 6857999"/>
              <a:gd name="connsiteX1108" fmla="*/ 653307 w 7143544"/>
              <a:gd name="connsiteY1108" fmla="*/ 4779973 h 6857999"/>
              <a:gd name="connsiteX1109" fmla="*/ 4282681 w 7143544"/>
              <a:gd name="connsiteY1109" fmla="*/ 6336685 h 6857999"/>
              <a:gd name="connsiteX1110" fmla="*/ 4290066 w 7143544"/>
              <a:gd name="connsiteY1110" fmla="*/ 6346531 h 6857999"/>
              <a:gd name="connsiteX1111" fmla="*/ 4325020 w 7143544"/>
              <a:gd name="connsiteY1111" fmla="*/ 6318961 h 6857999"/>
              <a:gd name="connsiteX1112" fmla="*/ 4371298 w 7143544"/>
              <a:gd name="connsiteY1112" fmla="*/ 6318961 h 6857999"/>
              <a:gd name="connsiteX1113" fmla="*/ 4373760 w 7143544"/>
              <a:gd name="connsiteY1113" fmla="*/ 6304684 h 6857999"/>
              <a:gd name="connsiteX1114" fmla="*/ 4339790 w 7143544"/>
              <a:gd name="connsiteY1114" fmla="*/ 6291883 h 6857999"/>
              <a:gd name="connsiteX1115" fmla="*/ 4282681 w 7143544"/>
              <a:gd name="connsiteY1115" fmla="*/ 6336685 h 6857999"/>
              <a:gd name="connsiteX1116" fmla="*/ 438164 w 7143544"/>
              <a:gd name="connsiteY1116" fmla="*/ 4399410 h 6857999"/>
              <a:gd name="connsiteX1117" fmla="*/ 447518 w 7143544"/>
              <a:gd name="connsiteY1117" fmla="*/ 4395472 h 6857999"/>
              <a:gd name="connsiteX1118" fmla="*/ 444564 w 7143544"/>
              <a:gd name="connsiteY1118" fmla="*/ 4330486 h 6857999"/>
              <a:gd name="connsiteX1119" fmla="*/ 408132 w 7143544"/>
              <a:gd name="connsiteY1119" fmla="*/ 4376271 h 6857999"/>
              <a:gd name="connsiteX1120" fmla="*/ 438164 w 7143544"/>
              <a:gd name="connsiteY1120" fmla="*/ 4399410 h 6857999"/>
              <a:gd name="connsiteX1121" fmla="*/ 1788102 w 7143544"/>
              <a:gd name="connsiteY1121" fmla="*/ 6310100 h 6857999"/>
              <a:gd name="connsiteX1122" fmla="*/ 1727054 w 7143544"/>
              <a:gd name="connsiteY1122" fmla="*/ 6334223 h 6857999"/>
              <a:gd name="connsiteX1123" fmla="*/ 1791056 w 7143544"/>
              <a:gd name="connsiteY1123" fmla="*/ 6347024 h 6857999"/>
              <a:gd name="connsiteX1124" fmla="*/ 1788102 w 7143544"/>
              <a:gd name="connsiteY1124" fmla="*/ 6310100 h 6857999"/>
              <a:gd name="connsiteX1125" fmla="*/ 473118 w 7143544"/>
              <a:gd name="connsiteY1125" fmla="*/ 4413195 h 6857999"/>
              <a:gd name="connsiteX1126" fmla="*/ 497242 w 7143544"/>
              <a:gd name="connsiteY1126" fmla="*/ 4495905 h 6857999"/>
              <a:gd name="connsiteX1127" fmla="*/ 518412 w 7143544"/>
              <a:gd name="connsiteY1127" fmla="*/ 4503290 h 6857999"/>
              <a:gd name="connsiteX1128" fmla="*/ 525304 w 7143544"/>
              <a:gd name="connsiteY1128" fmla="*/ 4475228 h 6857999"/>
              <a:gd name="connsiteX1129" fmla="*/ 503642 w 7143544"/>
              <a:gd name="connsiteY1129" fmla="*/ 4438796 h 6857999"/>
              <a:gd name="connsiteX1130" fmla="*/ 473118 w 7143544"/>
              <a:gd name="connsiteY1130" fmla="*/ 4413195 h 6857999"/>
              <a:gd name="connsiteX1131" fmla="*/ 6225370 w 7143544"/>
              <a:gd name="connsiteY1131" fmla="*/ 5299861 h 6857999"/>
              <a:gd name="connsiteX1132" fmla="*/ 6207647 w 7143544"/>
              <a:gd name="connsiteY1132" fmla="*/ 5287061 h 6857999"/>
              <a:gd name="connsiteX1133" fmla="*/ 6162354 w 7143544"/>
              <a:gd name="connsiteY1133" fmla="*/ 5352540 h 6857999"/>
              <a:gd name="connsiteX1134" fmla="*/ 6178600 w 7143544"/>
              <a:gd name="connsiteY1134" fmla="*/ 5363863 h 6857999"/>
              <a:gd name="connsiteX1135" fmla="*/ 6225370 w 7143544"/>
              <a:gd name="connsiteY1135" fmla="*/ 5299861 h 6857999"/>
              <a:gd name="connsiteX1136" fmla="*/ 1196335 w 7143544"/>
              <a:gd name="connsiteY1136" fmla="*/ 5561283 h 6857999"/>
              <a:gd name="connsiteX1137" fmla="*/ 1162857 w 7143544"/>
              <a:gd name="connsiteY1137" fmla="*/ 5511066 h 6857999"/>
              <a:gd name="connsiteX1138" fmla="*/ 1154980 w 7143544"/>
              <a:gd name="connsiteY1138" fmla="*/ 5545036 h 6857999"/>
              <a:gd name="connsiteX1139" fmla="*/ 1196335 w 7143544"/>
              <a:gd name="connsiteY1139" fmla="*/ 5561283 h 6857999"/>
              <a:gd name="connsiteX1140" fmla="*/ 546966 w 7143544"/>
              <a:gd name="connsiteY1140" fmla="*/ 5090626 h 6857999"/>
              <a:gd name="connsiteX1141" fmla="*/ 470657 w 7143544"/>
              <a:gd name="connsiteY1141" fmla="*/ 5086688 h 6857999"/>
              <a:gd name="connsiteX1142" fmla="*/ 546966 w 7143544"/>
              <a:gd name="connsiteY1142" fmla="*/ 5090626 h 6857999"/>
              <a:gd name="connsiteX1143" fmla="*/ 1228828 w 7143544"/>
              <a:gd name="connsiteY1143" fmla="*/ 5949722 h 6857999"/>
              <a:gd name="connsiteX1144" fmla="*/ 1169749 w 7143544"/>
              <a:gd name="connsiteY1144" fmla="*/ 5903937 h 6857999"/>
              <a:gd name="connsiteX1145" fmla="*/ 1228828 w 7143544"/>
              <a:gd name="connsiteY1145" fmla="*/ 5949722 h 6857999"/>
              <a:gd name="connsiteX1146" fmla="*/ 165911 w 7143544"/>
              <a:gd name="connsiteY1146" fmla="*/ 3537852 h 6857999"/>
              <a:gd name="connsiteX1147" fmla="*/ 143757 w 7143544"/>
              <a:gd name="connsiteY1147" fmla="*/ 3536376 h 6857999"/>
              <a:gd name="connsiteX1148" fmla="*/ 134403 w 7143544"/>
              <a:gd name="connsiteY1148" fmla="*/ 3583638 h 6857999"/>
              <a:gd name="connsiteX1149" fmla="*/ 162465 w 7143544"/>
              <a:gd name="connsiteY1149" fmla="*/ 3577730 h 6857999"/>
              <a:gd name="connsiteX1150" fmla="*/ 165911 w 7143544"/>
              <a:gd name="connsiteY1150" fmla="*/ 3537852 h 6857999"/>
              <a:gd name="connsiteX1151" fmla="*/ 1929397 w 7143544"/>
              <a:gd name="connsiteY1151" fmla="*/ 5690762 h 6857999"/>
              <a:gd name="connsiteX1152" fmla="*/ 1901827 w 7143544"/>
              <a:gd name="connsiteY1152" fmla="*/ 5753779 h 6857999"/>
              <a:gd name="connsiteX1153" fmla="*/ 1946628 w 7143544"/>
              <a:gd name="connsiteY1153" fmla="*/ 5734579 h 6857999"/>
              <a:gd name="connsiteX1154" fmla="*/ 1929397 w 7143544"/>
              <a:gd name="connsiteY1154" fmla="*/ 5690762 h 6857999"/>
              <a:gd name="connsiteX1155" fmla="*/ 265852 w 7143544"/>
              <a:gd name="connsiteY1155" fmla="*/ 3602346 h 6857999"/>
              <a:gd name="connsiteX1156" fmla="*/ 268314 w 7143544"/>
              <a:gd name="connsiteY1156" fmla="*/ 3617608 h 6857999"/>
              <a:gd name="connsiteX1157" fmla="*/ 336746 w 7143544"/>
              <a:gd name="connsiteY1157" fmla="*/ 3599885 h 6857999"/>
              <a:gd name="connsiteX1158" fmla="*/ 265852 w 7143544"/>
              <a:gd name="connsiteY1158" fmla="*/ 3602346 h 6857999"/>
              <a:gd name="connsiteX1159" fmla="*/ 6757567 w 7143544"/>
              <a:gd name="connsiteY1159" fmla="*/ 4237930 h 6857999"/>
              <a:gd name="connsiteX1160" fmla="*/ 6747721 w 7143544"/>
              <a:gd name="connsiteY1160" fmla="*/ 4230545 h 6857999"/>
              <a:gd name="connsiteX1161" fmla="*/ 6690119 w 7143544"/>
              <a:gd name="connsiteY1161" fmla="*/ 4283223 h 6857999"/>
              <a:gd name="connsiteX1162" fmla="*/ 6704889 w 7143544"/>
              <a:gd name="connsiteY1162" fmla="*/ 4297008 h 6857999"/>
              <a:gd name="connsiteX1163" fmla="*/ 6757567 w 7143544"/>
              <a:gd name="connsiteY1163" fmla="*/ 4237930 h 6857999"/>
              <a:gd name="connsiteX1164" fmla="*/ 424379 w 7143544"/>
              <a:gd name="connsiteY1164" fmla="*/ 4315716 h 6857999"/>
              <a:gd name="connsiteX1165" fmla="*/ 429302 w 7143544"/>
              <a:gd name="connsiteY1165" fmla="*/ 4251223 h 6857999"/>
              <a:gd name="connsiteX1166" fmla="*/ 424379 w 7143544"/>
              <a:gd name="connsiteY1166" fmla="*/ 4315716 h 6857999"/>
              <a:gd name="connsiteX1167" fmla="*/ 5297842 w 7143544"/>
              <a:gd name="connsiteY1167" fmla="*/ 6125480 h 6857999"/>
              <a:gd name="connsiteX1168" fmla="*/ 5294888 w 7143544"/>
              <a:gd name="connsiteY1168" fmla="*/ 6139757 h 6857999"/>
              <a:gd name="connsiteX1169" fmla="*/ 5349043 w 7143544"/>
              <a:gd name="connsiteY1169" fmla="*/ 6143696 h 6857999"/>
              <a:gd name="connsiteX1170" fmla="*/ 5362336 w 7143544"/>
              <a:gd name="connsiteY1170" fmla="*/ 6129911 h 6857999"/>
              <a:gd name="connsiteX1171" fmla="*/ 5344120 w 7143544"/>
              <a:gd name="connsiteY1171" fmla="*/ 6117603 h 6857999"/>
              <a:gd name="connsiteX1172" fmla="*/ 5297842 w 7143544"/>
              <a:gd name="connsiteY1172" fmla="*/ 6125480 h 6857999"/>
              <a:gd name="connsiteX1173" fmla="*/ 5744375 w 7143544"/>
              <a:gd name="connsiteY1173" fmla="*/ 5065518 h 6857999"/>
              <a:gd name="connsiteX1174" fmla="*/ 5731083 w 7143544"/>
              <a:gd name="connsiteY1174" fmla="*/ 5089641 h 6857999"/>
              <a:gd name="connsiteX1175" fmla="*/ 5780315 w 7143544"/>
              <a:gd name="connsiteY1175" fmla="*/ 5085210 h 6857999"/>
              <a:gd name="connsiteX1176" fmla="*/ 5744375 w 7143544"/>
              <a:gd name="connsiteY1176" fmla="*/ 5065518 h 6857999"/>
              <a:gd name="connsiteX1177" fmla="*/ 2644736 w 7143544"/>
              <a:gd name="connsiteY1177" fmla="*/ 6734478 h 6857999"/>
              <a:gd name="connsiteX1178" fmla="*/ 2635875 w 7143544"/>
              <a:gd name="connsiteY1178" fmla="*/ 6687708 h 6857999"/>
              <a:gd name="connsiteX1179" fmla="*/ 2624551 w 7143544"/>
              <a:gd name="connsiteY1179" fmla="*/ 6682785 h 6857999"/>
              <a:gd name="connsiteX1180" fmla="*/ 2600920 w 7143544"/>
              <a:gd name="connsiteY1180" fmla="*/ 6721186 h 6857999"/>
              <a:gd name="connsiteX1181" fmla="*/ 2644736 w 7143544"/>
              <a:gd name="connsiteY1181" fmla="*/ 673447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7143544" h="6857999">
                <a:moveTo>
                  <a:pt x="944760" y="5739994"/>
                </a:moveTo>
                <a:cubicBezTo>
                  <a:pt x="931467" y="5738025"/>
                  <a:pt x="918174" y="5736056"/>
                  <a:pt x="904882" y="5734087"/>
                </a:cubicBezTo>
                <a:cubicBezTo>
                  <a:pt x="903405" y="5738025"/>
                  <a:pt x="901436" y="5741964"/>
                  <a:pt x="899959" y="5745902"/>
                </a:cubicBezTo>
                <a:cubicBezTo>
                  <a:pt x="911774" y="5754272"/>
                  <a:pt x="923098" y="5762149"/>
                  <a:pt x="933436" y="5769533"/>
                </a:cubicBezTo>
                <a:cubicBezTo>
                  <a:pt x="926052" y="5787750"/>
                  <a:pt x="918174" y="5806949"/>
                  <a:pt x="913744" y="5818765"/>
                </a:cubicBezTo>
                <a:cubicBezTo>
                  <a:pt x="899466" y="5810888"/>
                  <a:pt x="874358" y="5805965"/>
                  <a:pt x="865496" y="5791196"/>
                </a:cubicBezTo>
                <a:cubicBezTo>
                  <a:pt x="851711" y="5768549"/>
                  <a:pt x="836942" y="5738025"/>
                  <a:pt x="856635" y="5711932"/>
                </a:cubicBezTo>
                <a:cubicBezTo>
                  <a:pt x="876820" y="5685347"/>
                  <a:pt x="866973" y="5667131"/>
                  <a:pt x="846296" y="5651869"/>
                </a:cubicBezTo>
                <a:cubicBezTo>
                  <a:pt x="821680" y="5633654"/>
                  <a:pt x="824634" y="5593776"/>
                  <a:pt x="782295" y="5587868"/>
                </a:cubicBezTo>
                <a:cubicBezTo>
                  <a:pt x="737986" y="5581468"/>
                  <a:pt x="695646" y="5561283"/>
                  <a:pt x="652322" y="5547006"/>
                </a:cubicBezTo>
                <a:cubicBezTo>
                  <a:pt x="648876" y="5546021"/>
                  <a:pt x="642968" y="5543067"/>
                  <a:pt x="642968" y="5541590"/>
                </a:cubicBezTo>
                <a:cubicBezTo>
                  <a:pt x="644445" y="5532236"/>
                  <a:pt x="647399" y="5522882"/>
                  <a:pt x="649368" y="5513035"/>
                </a:cubicBezTo>
                <a:cubicBezTo>
                  <a:pt x="676446" y="5524359"/>
                  <a:pt x="662661" y="5436234"/>
                  <a:pt x="706477" y="5489404"/>
                </a:cubicBezTo>
                <a:cubicBezTo>
                  <a:pt x="714355" y="5498758"/>
                  <a:pt x="719770" y="5510082"/>
                  <a:pt x="731586" y="5528297"/>
                </a:cubicBezTo>
                <a:cubicBezTo>
                  <a:pt x="737001" y="5508604"/>
                  <a:pt x="739955" y="5499250"/>
                  <a:pt x="742909" y="5488420"/>
                </a:cubicBezTo>
                <a:cubicBezTo>
                  <a:pt x="761617" y="5488420"/>
                  <a:pt x="779341" y="5488420"/>
                  <a:pt x="796572" y="5488420"/>
                </a:cubicBezTo>
                <a:cubicBezTo>
                  <a:pt x="798541" y="5484481"/>
                  <a:pt x="800510" y="5481035"/>
                  <a:pt x="802480" y="5477096"/>
                </a:cubicBezTo>
                <a:cubicBezTo>
                  <a:pt x="791156" y="5471188"/>
                  <a:pt x="779833" y="5464788"/>
                  <a:pt x="762602" y="5454942"/>
                </a:cubicBezTo>
                <a:cubicBezTo>
                  <a:pt x="762602" y="5454942"/>
                  <a:pt x="760632" y="5445588"/>
                  <a:pt x="755709" y="5425895"/>
                </a:cubicBezTo>
                <a:cubicBezTo>
                  <a:pt x="744386" y="5444111"/>
                  <a:pt x="737986" y="5453957"/>
                  <a:pt x="728632" y="5469219"/>
                </a:cubicBezTo>
                <a:cubicBezTo>
                  <a:pt x="718785" y="5466265"/>
                  <a:pt x="697616" y="5460358"/>
                  <a:pt x="674969" y="5453957"/>
                </a:cubicBezTo>
                <a:cubicBezTo>
                  <a:pt x="667584" y="5459865"/>
                  <a:pt x="657738" y="5467250"/>
                  <a:pt x="639030" y="5481035"/>
                </a:cubicBezTo>
                <a:cubicBezTo>
                  <a:pt x="660199" y="5430818"/>
                  <a:pt x="609983" y="5441157"/>
                  <a:pt x="591767" y="5417525"/>
                </a:cubicBezTo>
                <a:cubicBezTo>
                  <a:pt x="616383" y="5411618"/>
                  <a:pt x="630660" y="5407679"/>
                  <a:pt x="645430" y="5404233"/>
                </a:cubicBezTo>
                <a:cubicBezTo>
                  <a:pt x="645430" y="5401772"/>
                  <a:pt x="645430" y="5398818"/>
                  <a:pt x="645430" y="5396356"/>
                </a:cubicBezTo>
                <a:cubicBezTo>
                  <a:pt x="631645" y="5391433"/>
                  <a:pt x="617860" y="5387002"/>
                  <a:pt x="603583" y="5382079"/>
                </a:cubicBezTo>
                <a:cubicBezTo>
                  <a:pt x="601614" y="5367801"/>
                  <a:pt x="599644" y="5352540"/>
                  <a:pt x="597183" y="5335801"/>
                </a:cubicBezTo>
                <a:cubicBezTo>
                  <a:pt x="609983" y="5327924"/>
                  <a:pt x="623276" y="5320047"/>
                  <a:pt x="637061" y="5311677"/>
                </a:cubicBezTo>
                <a:cubicBezTo>
                  <a:pt x="628199" y="5297892"/>
                  <a:pt x="620814" y="5286569"/>
                  <a:pt x="614906" y="5277215"/>
                </a:cubicBezTo>
                <a:cubicBezTo>
                  <a:pt x="590782" y="5277215"/>
                  <a:pt x="564690" y="5272784"/>
                  <a:pt x="541058" y="5278692"/>
                </a:cubicBezTo>
                <a:cubicBezTo>
                  <a:pt x="526289" y="5282138"/>
                  <a:pt x="514965" y="5301338"/>
                  <a:pt x="497734" y="5316600"/>
                </a:cubicBezTo>
                <a:cubicBezTo>
                  <a:pt x="508073" y="5275245"/>
                  <a:pt x="517919" y="5235368"/>
                  <a:pt x="528258" y="5193520"/>
                </a:cubicBezTo>
                <a:cubicBezTo>
                  <a:pt x="533181" y="5198936"/>
                  <a:pt x="539089" y="5204844"/>
                  <a:pt x="544505" y="5210259"/>
                </a:cubicBezTo>
                <a:cubicBezTo>
                  <a:pt x="546966" y="5208290"/>
                  <a:pt x="548935" y="5206813"/>
                  <a:pt x="551397" y="5204844"/>
                </a:cubicBezTo>
                <a:cubicBezTo>
                  <a:pt x="535643" y="5186136"/>
                  <a:pt x="519889" y="5167428"/>
                  <a:pt x="506596" y="5150689"/>
                </a:cubicBezTo>
                <a:cubicBezTo>
                  <a:pt x="495765" y="5156597"/>
                  <a:pt x="487396" y="5162012"/>
                  <a:pt x="474103" y="5169397"/>
                </a:cubicBezTo>
                <a:cubicBezTo>
                  <a:pt x="474595" y="5172351"/>
                  <a:pt x="476565" y="5182690"/>
                  <a:pt x="480011" y="5203859"/>
                </a:cubicBezTo>
                <a:cubicBezTo>
                  <a:pt x="449979" y="5182690"/>
                  <a:pt x="426348" y="5165951"/>
                  <a:pt x="399271" y="5146750"/>
                </a:cubicBezTo>
                <a:cubicBezTo>
                  <a:pt x="412563" y="5140350"/>
                  <a:pt x="420933" y="5136412"/>
                  <a:pt x="432748" y="5130996"/>
                </a:cubicBezTo>
                <a:cubicBezTo>
                  <a:pt x="418963" y="5119180"/>
                  <a:pt x="407148" y="5109334"/>
                  <a:pt x="391886" y="5096042"/>
                </a:cubicBezTo>
                <a:cubicBezTo>
                  <a:pt x="406163" y="5091119"/>
                  <a:pt x="417979" y="5090134"/>
                  <a:pt x="425363" y="5083734"/>
                </a:cubicBezTo>
                <a:cubicBezTo>
                  <a:pt x="434717" y="5075364"/>
                  <a:pt x="446041" y="5064533"/>
                  <a:pt x="427333" y="5049764"/>
                </a:cubicBezTo>
                <a:cubicBezTo>
                  <a:pt x="419948" y="5043855"/>
                  <a:pt x="419948" y="5028101"/>
                  <a:pt x="413055" y="5006439"/>
                </a:cubicBezTo>
                <a:cubicBezTo>
                  <a:pt x="407148" y="5019732"/>
                  <a:pt x="404686" y="5029578"/>
                  <a:pt x="399271" y="5036963"/>
                </a:cubicBezTo>
                <a:cubicBezTo>
                  <a:pt x="392378" y="5046810"/>
                  <a:pt x="383516" y="5054687"/>
                  <a:pt x="371701" y="5060594"/>
                </a:cubicBezTo>
                <a:cubicBezTo>
                  <a:pt x="365793" y="5035978"/>
                  <a:pt x="387947" y="4997085"/>
                  <a:pt x="332315" y="5010870"/>
                </a:cubicBezTo>
                <a:cubicBezTo>
                  <a:pt x="338223" y="5004470"/>
                  <a:pt x="347085" y="4992162"/>
                  <a:pt x="349546" y="4993147"/>
                </a:cubicBezTo>
                <a:cubicBezTo>
                  <a:pt x="384501" y="5008901"/>
                  <a:pt x="398778" y="4986254"/>
                  <a:pt x="408625" y="4966562"/>
                </a:cubicBezTo>
                <a:cubicBezTo>
                  <a:pt x="392378" y="4945392"/>
                  <a:pt x="377116" y="4925699"/>
                  <a:pt x="357916" y="4901083"/>
                </a:cubicBezTo>
                <a:cubicBezTo>
                  <a:pt x="351023" y="4901083"/>
                  <a:pt x="332807" y="4901083"/>
                  <a:pt x="302776" y="4901083"/>
                </a:cubicBezTo>
                <a:cubicBezTo>
                  <a:pt x="328869" y="4876467"/>
                  <a:pt x="347085" y="4859236"/>
                  <a:pt x="368254" y="4838559"/>
                </a:cubicBezTo>
                <a:cubicBezTo>
                  <a:pt x="363331" y="4827236"/>
                  <a:pt x="355946" y="4809020"/>
                  <a:pt x="346592" y="4791296"/>
                </a:cubicBezTo>
                <a:cubicBezTo>
                  <a:pt x="344623" y="4787850"/>
                  <a:pt x="333792" y="4784404"/>
                  <a:pt x="330838" y="4786373"/>
                </a:cubicBezTo>
                <a:cubicBezTo>
                  <a:pt x="320992" y="4792773"/>
                  <a:pt x="303268" y="4804096"/>
                  <a:pt x="304745" y="4810004"/>
                </a:cubicBezTo>
                <a:cubicBezTo>
                  <a:pt x="314099" y="4851359"/>
                  <a:pt x="283576" y="4864159"/>
                  <a:pt x="261914" y="4879914"/>
                </a:cubicBezTo>
                <a:cubicBezTo>
                  <a:pt x="242713" y="4850375"/>
                  <a:pt x="224005" y="4820835"/>
                  <a:pt x="202343" y="4786865"/>
                </a:cubicBezTo>
                <a:cubicBezTo>
                  <a:pt x="206282" y="4782434"/>
                  <a:pt x="216128" y="4772096"/>
                  <a:pt x="227944" y="4758803"/>
                </a:cubicBezTo>
                <a:cubicBezTo>
                  <a:pt x="236313" y="4775050"/>
                  <a:pt x="242221" y="4787358"/>
                  <a:pt x="248621" y="4799665"/>
                </a:cubicBezTo>
                <a:cubicBezTo>
                  <a:pt x="251083" y="4799173"/>
                  <a:pt x="253052" y="4798189"/>
                  <a:pt x="255513" y="4797696"/>
                </a:cubicBezTo>
                <a:cubicBezTo>
                  <a:pt x="255021" y="4789327"/>
                  <a:pt x="254036" y="4780957"/>
                  <a:pt x="253544" y="4772096"/>
                </a:cubicBezTo>
                <a:cubicBezTo>
                  <a:pt x="292930" y="4768649"/>
                  <a:pt x="300314" y="4757818"/>
                  <a:pt x="293914" y="4719910"/>
                </a:cubicBezTo>
                <a:cubicBezTo>
                  <a:pt x="288991" y="4690371"/>
                  <a:pt x="289976" y="4658862"/>
                  <a:pt x="280129" y="4631785"/>
                </a:cubicBezTo>
                <a:cubicBezTo>
                  <a:pt x="273237" y="4613569"/>
                  <a:pt x="272252" y="4585507"/>
                  <a:pt x="240252" y="4581076"/>
                </a:cubicBezTo>
                <a:cubicBezTo>
                  <a:pt x="226959" y="4579107"/>
                  <a:pt x="215636" y="4561876"/>
                  <a:pt x="204312" y="4552522"/>
                </a:cubicBezTo>
                <a:cubicBezTo>
                  <a:pt x="213666" y="4536767"/>
                  <a:pt x="222036" y="4523967"/>
                  <a:pt x="229913" y="4510675"/>
                </a:cubicBezTo>
                <a:cubicBezTo>
                  <a:pt x="226959" y="4507721"/>
                  <a:pt x="224005" y="4505259"/>
                  <a:pt x="221051" y="4502305"/>
                </a:cubicBezTo>
                <a:cubicBezTo>
                  <a:pt x="213174" y="4508213"/>
                  <a:pt x="204805" y="4514613"/>
                  <a:pt x="195451" y="4521505"/>
                </a:cubicBezTo>
                <a:cubicBezTo>
                  <a:pt x="189050" y="4503290"/>
                  <a:pt x="182158" y="4485074"/>
                  <a:pt x="175265" y="4465873"/>
                </a:cubicBezTo>
                <a:cubicBezTo>
                  <a:pt x="191512" y="4463412"/>
                  <a:pt x="206774" y="4460950"/>
                  <a:pt x="231882" y="4456520"/>
                </a:cubicBezTo>
                <a:cubicBezTo>
                  <a:pt x="201358" y="4428457"/>
                  <a:pt x="177727" y="4407288"/>
                  <a:pt x="153111" y="4384641"/>
                </a:cubicBezTo>
                <a:cubicBezTo>
                  <a:pt x="162465" y="4367410"/>
                  <a:pt x="176250" y="4342794"/>
                  <a:pt x="189543" y="4318670"/>
                </a:cubicBezTo>
                <a:cubicBezTo>
                  <a:pt x="188066" y="4316701"/>
                  <a:pt x="186589" y="4315224"/>
                  <a:pt x="185604" y="4313255"/>
                </a:cubicBezTo>
                <a:cubicBezTo>
                  <a:pt x="171327" y="4322116"/>
                  <a:pt x="156557" y="4331470"/>
                  <a:pt x="147696" y="4336886"/>
                </a:cubicBezTo>
                <a:cubicBezTo>
                  <a:pt x="132926" y="4292085"/>
                  <a:pt x="117664" y="4246299"/>
                  <a:pt x="102402" y="4200021"/>
                </a:cubicBezTo>
                <a:cubicBezTo>
                  <a:pt x="107325" y="4197560"/>
                  <a:pt x="112249" y="4195098"/>
                  <a:pt x="117172" y="4193129"/>
                </a:cubicBezTo>
                <a:cubicBezTo>
                  <a:pt x="122587" y="4199529"/>
                  <a:pt x="126526" y="4206914"/>
                  <a:pt x="132926" y="4211837"/>
                </a:cubicBezTo>
                <a:cubicBezTo>
                  <a:pt x="141788" y="4218729"/>
                  <a:pt x="151634" y="4224145"/>
                  <a:pt x="160988" y="4230053"/>
                </a:cubicBezTo>
                <a:cubicBezTo>
                  <a:pt x="165419" y="4222176"/>
                  <a:pt x="174773" y="4209868"/>
                  <a:pt x="172804" y="4207899"/>
                </a:cubicBezTo>
                <a:cubicBezTo>
                  <a:pt x="164927" y="4199529"/>
                  <a:pt x="154588" y="4193621"/>
                  <a:pt x="143757" y="4188698"/>
                </a:cubicBezTo>
                <a:cubicBezTo>
                  <a:pt x="138834" y="4186236"/>
                  <a:pt x="131941" y="4187713"/>
                  <a:pt x="126526" y="4187221"/>
                </a:cubicBezTo>
                <a:cubicBezTo>
                  <a:pt x="111264" y="4155220"/>
                  <a:pt x="175758" y="4135528"/>
                  <a:pt x="132926" y="4100081"/>
                </a:cubicBezTo>
                <a:cubicBezTo>
                  <a:pt x="125049" y="4107465"/>
                  <a:pt x="117172" y="4114850"/>
                  <a:pt x="106833" y="4124696"/>
                </a:cubicBezTo>
                <a:cubicBezTo>
                  <a:pt x="99448" y="4118296"/>
                  <a:pt x="89602" y="4109927"/>
                  <a:pt x="79263" y="4101557"/>
                </a:cubicBezTo>
                <a:cubicBezTo>
                  <a:pt x="90587" y="4094665"/>
                  <a:pt x="101910" y="4087280"/>
                  <a:pt x="113726" y="4080388"/>
                </a:cubicBezTo>
                <a:cubicBezTo>
                  <a:pt x="132926" y="4069557"/>
                  <a:pt x="151634" y="4058233"/>
                  <a:pt x="171327" y="4048879"/>
                </a:cubicBezTo>
                <a:cubicBezTo>
                  <a:pt x="181173" y="4044449"/>
                  <a:pt x="193481" y="4044941"/>
                  <a:pt x="204312" y="4042972"/>
                </a:cubicBezTo>
                <a:cubicBezTo>
                  <a:pt x="208251" y="4046418"/>
                  <a:pt x="212682" y="4049372"/>
                  <a:pt x="216620" y="4052818"/>
                </a:cubicBezTo>
                <a:cubicBezTo>
                  <a:pt x="216620" y="4021802"/>
                  <a:pt x="216620" y="3990294"/>
                  <a:pt x="216620" y="3959278"/>
                </a:cubicBezTo>
                <a:cubicBezTo>
                  <a:pt x="221051" y="3957308"/>
                  <a:pt x="225974" y="3955339"/>
                  <a:pt x="230405" y="3953862"/>
                </a:cubicBezTo>
                <a:cubicBezTo>
                  <a:pt x="221543" y="3947954"/>
                  <a:pt x="211205" y="3936138"/>
                  <a:pt x="203328" y="3937615"/>
                </a:cubicBezTo>
                <a:cubicBezTo>
                  <a:pt x="188066" y="3940569"/>
                  <a:pt x="172804" y="3948939"/>
                  <a:pt x="160988" y="3959278"/>
                </a:cubicBezTo>
                <a:cubicBezTo>
                  <a:pt x="141788" y="3976016"/>
                  <a:pt x="125541" y="3995709"/>
                  <a:pt x="108802" y="4013433"/>
                </a:cubicBezTo>
                <a:cubicBezTo>
                  <a:pt x="75817" y="3978970"/>
                  <a:pt x="64986" y="3941062"/>
                  <a:pt x="54155" y="3902661"/>
                </a:cubicBezTo>
                <a:cubicBezTo>
                  <a:pt x="37909" y="3846536"/>
                  <a:pt x="93541" y="3832259"/>
                  <a:pt x="111264" y="3787458"/>
                </a:cubicBezTo>
                <a:cubicBezTo>
                  <a:pt x="86648" y="3784504"/>
                  <a:pt x="61048" y="3782043"/>
                  <a:pt x="30524" y="3778104"/>
                </a:cubicBezTo>
                <a:cubicBezTo>
                  <a:pt x="37416" y="3719518"/>
                  <a:pt x="15262" y="3651086"/>
                  <a:pt x="66463" y="3604316"/>
                </a:cubicBezTo>
                <a:cubicBezTo>
                  <a:pt x="60555" y="3583638"/>
                  <a:pt x="56124" y="3566407"/>
                  <a:pt x="49724" y="3544253"/>
                </a:cubicBezTo>
                <a:cubicBezTo>
                  <a:pt x="41355" y="3538837"/>
                  <a:pt x="25601" y="3529483"/>
                  <a:pt x="10339" y="3520129"/>
                </a:cubicBezTo>
                <a:cubicBezTo>
                  <a:pt x="14770" y="3518652"/>
                  <a:pt x="19200" y="3517668"/>
                  <a:pt x="23631" y="3516191"/>
                </a:cubicBezTo>
                <a:cubicBezTo>
                  <a:pt x="28554" y="3498467"/>
                  <a:pt x="39878" y="3479267"/>
                  <a:pt x="36432" y="3463512"/>
                </a:cubicBezTo>
                <a:cubicBezTo>
                  <a:pt x="33478" y="3450220"/>
                  <a:pt x="12800" y="3440866"/>
                  <a:pt x="0" y="3429542"/>
                </a:cubicBezTo>
                <a:cubicBezTo>
                  <a:pt x="1969" y="3426589"/>
                  <a:pt x="3939" y="3424127"/>
                  <a:pt x="5416" y="3421173"/>
                </a:cubicBezTo>
                <a:cubicBezTo>
                  <a:pt x="15262" y="3423142"/>
                  <a:pt x="25108" y="3425112"/>
                  <a:pt x="34955" y="3427573"/>
                </a:cubicBezTo>
                <a:cubicBezTo>
                  <a:pt x="37909" y="3418219"/>
                  <a:pt x="40370" y="3408865"/>
                  <a:pt x="42832" y="3400496"/>
                </a:cubicBezTo>
                <a:cubicBezTo>
                  <a:pt x="31508" y="3394588"/>
                  <a:pt x="21170" y="3389172"/>
                  <a:pt x="10831" y="3383757"/>
                </a:cubicBezTo>
                <a:cubicBezTo>
                  <a:pt x="11323" y="3379818"/>
                  <a:pt x="11816" y="3375387"/>
                  <a:pt x="12308" y="3371449"/>
                </a:cubicBezTo>
                <a:cubicBezTo>
                  <a:pt x="29539" y="3369479"/>
                  <a:pt x="46278" y="3368003"/>
                  <a:pt x="63509" y="3366033"/>
                </a:cubicBezTo>
                <a:cubicBezTo>
                  <a:pt x="63509" y="3365541"/>
                  <a:pt x="63017" y="3364556"/>
                  <a:pt x="63017" y="3364064"/>
                </a:cubicBezTo>
                <a:cubicBezTo>
                  <a:pt x="83694" y="3361110"/>
                  <a:pt x="104372" y="3358649"/>
                  <a:pt x="125541" y="3355695"/>
                </a:cubicBezTo>
                <a:cubicBezTo>
                  <a:pt x="127511" y="3358649"/>
                  <a:pt x="128988" y="3361602"/>
                  <a:pt x="130957" y="3364556"/>
                </a:cubicBezTo>
                <a:cubicBezTo>
                  <a:pt x="139326" y="3347818"/>
                  <a:pt x="147696" y="3330586"/>
                  <a:pt x="158034" y="3309417"/>
                </a:cubicBezTo>
                <a:cubicBezTo>
                  <a:pt x="119141" y="3321725"/>
                  <a:pt x="87140" y="3332556"/>
                  <a:pt x="54647" y="3340433"/>
                </a:cubicBezTo>
                <a:cubicBezTo>
                  <a:pt x="48247" y="3341910"/>
                  <a:pt x="35447" y="3332556"/>
                  <a:pt x="31508" y="3324679"/>
                </a:cubicBezTo>
                <a:cubicBezTo>
                  <a:pt x="24124" y="3309417"/>
                  <a:pt x="16247" y="3291693"/>
                  <a:pt x="17231" y="3275939"/>
                </a:cubicBezTo>
                <a:cubicBezTo>
                  <a:pt x="17723" y="3263631"/>
                  <a:pt x="32001" y="3252308"/>
                  <a:pt x="39878" y="3240492"/>
                </a:cubicBezTo>
                <a:cubicBezTo>
                  <a:pt x="41847" y="3237538"/>
                  <a:pt x="44309" y="3234584"/>
                  <a:pt x="45786" y="3231138"/>
                </a:cubicBezTo>
                <a:cubicBezTo>
                  <a:pt x="61540" y="3190768"/>
                  <a:pt x="90587" y="3170090"/>
                  <a:pt x="136865" y="3169106"/>
                </a:cubicBezTo>
                <a:cubicBezTo>
                  <a:pt x="132926" y="3190768"/>
                  <a:pt x="125049" y="3212430"/>
                  <a:pt x="126034" y="3234092"/>
                </a:cubicBezTo>
                <a:cubicBezTo>
                  <a:pt x="127018" y="3253785"/>
                  <a:pt x="136865" y="3273477"/>
                  <a:pt x="145726" y="3302524"/>
                </a:cubicBezTo>
                <a:cubicBezTo>
                  <a:pt x="186589" y="3234092"/>
                  <a:pt x="163942" y="3176491"/>
                  <a:pt x="156065" y="3118889"/>
                </a:cubicBezTo>
                <a:cubicBezTo>
                  <a:pt x="153111" y="3118889"/>
                  <a:pt x="149665" y="3118889"/>
                  <a:pt x="146711" y="3119382"/>
                </a:cubicBezTo>
                <a:cubicBezTo>
                  <a:pt x="148188" y="3132674"/>
                  <a:pt x="150157" y="3145967"/>
                  <a:pt x="151634" y="3159260"/>
                </a:cubicBezTo>
                <a:cubicBezTo>
                  <a:pt x="135388" y="3111997"/>
                  <a:pt x="96494" y="3144490"/>
                  <a:pt x="66955" y="3133659"/>
                </a:cubicBezTo>
                <a:cubicBezTo>
                  <a:pt x="66463" y="3126274"/>
                  <a:pt x="65971" y="3117412"/>
                  <a:pt x="65971" y="3109043"/>
                </a:cubicBezTo>
                <a:cubicBezTo>
                  <a:pt x="51693" y="3106089"/>
                  <a:pt x="38893" y="3103135"/>
                  <a:pt x="29047" y="3101166"/>
                </a:cubicBezTo>
                <a:cubicBezTo>
                  <a:pt x="30031" y="3079011"/>
                  <a:pt x="31016" y="3062273"/>
                  <a:pt x="31508" y="3045534"/>
                </a:cubicBezTo>
                <a:cubicBezTo>
                  <a:pt x="27570" y="3044057"/>
                  <a:pt x="23631" y="3042580"/>
                  <a:pt x="19200" y="3040611"/>
                </a:cubicBezTo>
                <a:cubicBezTo>
                  <a:pt x="31508" y="3032241"/>
                  <a:pt x="43816" y="3023379"/>
                  <a:pt x="57109" y="3014026"/>
                </a:cubicBezTo>
                <a:cubicBezTo>
                  <a:pt x="48247" y="3001225"/>
                  <a:pt x="42339" y="2992363"/>
                  <a:pt x="36924" y="2984979"/>
                </a:cubicBezTo>
                <a:cubicBezTo>
                  <a:pt x="46770" y="2972178"/>
                  <a:pt x="54647" y="2959870"/>
                  <a:pt x="64001" y="2949532"/>
                </a:cubicBezTo>
                <a:cubicBezTo>
                  <a:pt x="72371" y="2940670"/>
                  <a:pt x="83202" y="2933777"/>
                  <a:pt x="94033" y="2924916"/>
                </a:cubicBezTo>
                <a:cubicBezTo>
                  <a:pt x="71879" y="2909161"/>
                  <a:pt x="65478" y="2885530"/>
                  <a:pt x="71879" y="2852545"/>
                </a:cubicBezTo>
                <a:cubicBezTo>
                  <a:pt x="79263" y="2815129"/>
                  <a:pt x="69417" y="2773774"/>
                  <a:pt x="97971" y="2741773"/>
                </a:cubicBezTo>
                <a:cubicBezTo>
                  <a:pt x="112741" y="2725527"/>
                  <a:pt x="129480" y="2710265"/>
                  <a:pt x="141788" y="2692541"/>
                </a:cubicBezTo>
                <a:cubicBezTo>
                  <a:pt x="149665" y="2681218"/>
                  <a:pt x="151142" y="2664971"/>
                  <a:pt x="155573" y="2650694"/>
                </a:cubicBezTo>
                <a:cubicBezTo>
                  <a:pt x="126526" y="2645771"/>
                  <a:pt x="105356" y="2642325"/>
                  <a:pt x="76802" y="2637894"/>
                </a:cubicBezTo>
                <a:cubicBezTo>
                  <a:pt x="140803" y="2569461"/>
                  <a:pt x="148680" y="2492660"/>
                  <a:pt x="147203" y="2400596"/>
                </a:cubicBezTo>
                <a:cubicBezTo>
                  <a:pt x="158527" y="2391735"/>
                  <a:pt x="179696" y="2374996"/>
                  <a:pt x="203820" y="2356288"/>
                </a:cubicBezTo>
                <a:cubicBezTo>
                  <a:pt x="180681" y="2334133"/>
                  <a:pt x="185112" y="2316410"/>
                  <a:pt x="203820" y="2293271"/>
                </a:cubicBezTo>
                <a:cubicBezTo>
                  <a:pt x="216128" y="2278009"/>
                  <a:pt x="223020" y="2248962"/>
                  <a:pt x="217605" y="2230254"/>
                </a:cubicBezTo>
                <a:cubicBezTo>
                  <a:pt x="208743" y="2199238"/>
                  <a:pt x="225974" y="2189884"/>
                  <a:pt x="244682" y="2175607"/>
                </a:cubicBezTo>
                <a:cubicBezTo>
                  <a:pt x="253544" y="2168714"/>
                  <a:pt x="264867" y="2158868"/>
                  <a:pt x="266344" y="2149021"/>
                </a:cubicBezTo>
                <a:cubicBezTo>
                  <a:pt x="273729" y="2106682"/>
                  <a:pt x="275699" y="2063358"/>
                  <a:pt x="283576" y="2021511"/>
                </a:cubicBezTo>
                <a:cubicBezTo>
                  <a:pt x="286037" y="2007726"/>
                  <a:pt x="299822" y="1995910"/>
                  <a:pt x="309176" y="1983602"/>
                </a:cubicBezTo>
                <a:cubicBezTo>
                  <a:pt x="322961" y="1965879"/>
                  <a:pt x="337731" y="1948648"/>
                  <a:pt x="352500" y="1931416"/>
                </a:cubicBezTo>
                <a:cubicBezTo>
                  <a:pt x="361362" y="1921078"/>
                  <a:pt x="370224" y="1910739"/>
                  <a:pt x="381055" y="1902862"/>
                </a:cubicBezTo>
                <a:cubicBezTo>
                  <a:pt x="398286" y="1891046"/>
                  <a:pt x="415517" y="1883169"/>
                  <a:pt x="405671" y="1855107"/>
                </a:cubicBezTo>
                <a:cubicBezTo>
                  <a:pt x="402717" y="1846245"/>
                  <a:pt x="419948" y="1829506"/>
                  <a:pt x="430287" y="1818183"/>
                </a:cubicBezTo>
                <a:cubicBezTo>
                  <a:pt x="446041" y="1801444"/>
                  <a:pt x="463764" y="1787167"/>
                  <a:pt x="480995" y="1771905"/>
                </a:cubicBezTo>
                <a:cubicBezTo>
                  <a:pt x="493303" y="1760582"/>
                  <a:pt x="505119" y="1749751"/>
                  <a:pt x="524319" y="1732027"/>
                </a:cubicBezTo>
                <a:cubicBezTo>
                  <a:pt x="507088" y="1704457"/>
                  <a:pt x="504627" y="1669503"/>
                  <a:pt x="555828" y="1650795"/>
                </a:cubicBezTo>
                <a:cubicBezTo>
                  <a:pt x="502165" y="1620271"/>
                  <a:pt x="501180" y="1615348"/>
                  <a:pt x="536627" y="1586301"/>
                </a:cubicBezTo>
                <a:cubicBezTo>
                  <a:pt x="554351" y="1601071"/>
                  <a:pt x="572074" y="1616332"/>
                  <a:pt x="590290" y="1631594"/>
                </a:cubicBezTo>
                <a:cubicBezTo>
                  <a:pt x="592752" y="1629625"/>
                  <a:pt x="595213" y="1628148"/>
                  <a:pt x="597675" y="1626179"/>
                </a:cubicBezTo>
                <a:cubicBezTo>
                  <a:pt x="589798" y="1613379"/>
                  <a:pt x="582413" y="1601071"/>
                  <a:pt x="568628" y="1578916"/>
                </a:cubicBezTo>
                <a:cubicBezTo>
                  <a:pt x="587829" y="1587286"/>
                  <a:pt x="598167" y="1591717"/>
                  <a:pt x="610475" y="1597132"/>
                </a:cubicBezTo>
                <a:cubicBezTo>
                  <a:pt x="592259" y="1569562"/>
                  <a:pt x="575028" y="1543469"/>
                  <a:pt x="559274" y="1520330"/>
                </a:cubicBezTo>
                <a:cubicBezTo>
                  <a:pt x="599152" y="1462237"/>
                  <a:pt x="659215" y="1426297"/>
                  <a:pt x="674969" y="1356880"/>
                </a:cubicBezTo>
                <a:cubicBezTo>
                  <a:pt x="678908" y="1357865"/>
                  <a:pt x="682846" y="1358850"/>
                  <a:pt x="686785" y="1359834"/>
                </a:cubicBezTo>
                <a:cubicBezTo>
                  <a:pt x="687277" y="1371650"/>
                  <a:pt x="688262" y="1383466"/>
                  <a:pt x="688754" y="1396758"/>
                </a:cubicBezTo>
                <a:cubicBezTo>
                  <a:pt x="694169" y="1395281"/>
                  <a:pt x="705493" y="1392820"/>
                  <a:pt x="717308" y="1389866"/>
                </a:cubicBezTo>
                <a:cubicBezTo>
                  <a:pt x="730109" y="1405620"/>
                  <a:pt x="742417" y="1421374"/>
                  <a:pt x="759648" y="1442544"/>
                </a:cubicBezTo>
                <a:cubicBezTo>
                  <a:pt x="728632" y="1449436"/>
                  <a:pt x="698108" y="1455837"/>
                  <a:pt x="667092" y="1462729"/>
                </a:cubicBezTo>
                <a:cubicBezTo>
                  <a:pt x="666600" y="1467160"/>
                  <a:pt x="666107" y="1471591"/>
                  <a:pt x="665615" y="1475529"/>
                </a:cubicBezTo>
                <a:cubicBezTo>
                  <a:pt x="678908" y="1478976"/>
                  <a:pt x="692200" y="1482914"/>
                  <a:pt x="716816" y="1489314"/>
                </a:cubicBezTo>
                <a:cubicBezTo>
                  <a:pt x="684323" y="1536577"/>
                  <a:pt x="651830" y="1580393"/>
                  <a:pt x="623276" y="1626179"/>
                </a:cubicBezTo>
                <a:cubicBezTo>
                  <a:pt x="598167" y="1666549"/>
                  <a:pt x="577490" y="1709381"/>
                  <a:pt x="559766" y="1754182"/>
                </a:cubicBezTo>
                <a:cubicBezTo>
                  <a:pt x="540074" y="1803414"/>
                  <a:pt x="489365" y="1846245"/>
                  <a:pt x="484442" y="1894985"/>
                </a:cubicBezTo>
                <a:cubicBezTo>
                  <a:pt x="478534" y="1953078"/>
                  <a:pt x="420440" y="1984587"/>
                  <a:pt x="420933" y="2044650"/>
                </a:cubicBezTo>
                <a:cubicBezTo>
                  <a:pt x="448010" y="2021511"/>
                  <a:pt x="469672" y="2002803"/>
                  <a:pt x="491334" y="1983110"/>
                </a:cubicBezTo>
                <a:cubicBezTo>
                  <a:pt x="497734" y="1977202"/>
                  <a:pt x="504134" y="1969817"/>
                  <a:pt x="507088" y="1961940"/>
                </a:cubicBezTo>
                <a:cubicBezTo>
                  <a:pt x="518904" y="1929447"/>
                  <a:pt x="527273" y="1895477"/>
                  <a:pt x="540566" y="1863969"/>
                </a:cubicBezTo>
                <a:cubicBezTo>
                  <a:pt x="553859" y="1832953"/>
                  <a:pt x="571090" y="1803414"/>
                  <a:pt x="589306" y="1774859"/>
                </a:cubicBezTo>
                <a:cubicBezTo>
                  <a:pt x="606537" y="1747782"/>
                  <a:pt x="633614" y="1726612"/>
                  <a:pt x="635091" y="1690673"/>
                </a:cubicBezTo>
                <a:cubicBezTo>
                  <a:pt x="635584" y="1683780"/>
                  <a:pt x="646415" y="1675903"/>
                  <a:pt x="653799" y="1670488"/>
                </a:cubicBezTo>
                <a:cubicBezTo>
                  <a:pt x="666600" y="1661133"/>
                  <a:pt x="680384" y="1653256"/>
                  <a:pt x="699093" y="1641933"/>
                </a:cubicBezTo>
                <a:cubicBezTo>
                  <a:pt x="685800" y="1636025"/>
                  <a:pt x="678908" y="1633071"/>
                  <a:pt x="667584" y="1627656"/>
                </a:cubicBezTo>
                <a:cubicBezTo>
                  <a:pt x="726170" y="1597624"/>
                  <a:pt x="741432" y="1538054"/>
                  <a:pt x="770971" y="1484883"/>
                </a:cubicBezTo>
                <a:cubicBezTo>
                  <a:pt x="788695" y="1503592"/>
                  <a:pt x="813803" y="1517869"/>
                  <a:pt x="813311" y="1531654"/>
                </a:cubicBezTo>
                <a:cubicBezTo>
                  <a:pt x="812326" y="1548885"/>
                  <a:pt x="790172" y="1564639"/>
                  <a:pt x="778848" y="1582362"/>
                </a:cubicBezTo>
                <a:cubicBezTo>
                  <a:pt x="767525" y="1600578"/>
                  <a:pt x="759155" y="1620271"/>
                  <a:pt x="748324" y="1640948"/>
                </a:cubicBezTo>
                <a:cubicBezTo>
                  <a:pt x="685308" y="1619779"/>
                  <a:pt x="718293" y="1674918"/>
                  <a:pt x="711401" y="1693134"/>
                </a:cubicBezTo>
                <a:cubicBezTo>
                  <a:pt x="697123" y="1730550"/>
                  <a:pt x="679400" y="1762551"/>
                  <a:pt x="643461" y="1780275"/>
                </a:cubicBezTo>
                <a:cubicBezTo>
                  <a:pt x="624752" y="1789629"/>
                  <a:pt x="616875" y="1793567"/>
                  <a:pt x="623768" y="1818183"/>
                </a:cubicBezTo>
                <a:cubicBezTo>
                  <a:pt x="637061" y="1864953"/>
                  <a:pt x="603090" y="1924524"/>
                  <a:pt x="561243" y="1947663"/>
                </a:cubicBezTo>
                <a:cubicBezTo>
                  <a:pt x="563705" y="1965879"/>
                  <a:pt x="565182" y="1981141"/>
                  <a:pt x="567644" y="1999356"/>
                </a:cubicBezTo>
                <a:cubicBezTo>
                  <a:pt x="594229" y="1994926"/>
                  <a:pt x="619829" y="1990002"/>
                  <a:pt x="614414" y="1950617"/>
                </a:cubicBezTo>
                <a:cubicBezTo>
                  <a:pt x="613429" y="1944709"/>
                  <a:pt x="617860" y="1936832"/>
                  <a:pt x="620814" y="1930924"/>
                </a:cubicBezTo>
                <a:cubicBezTo>
                  <a:pt x="640999" y="1894985"/>
                  <a:pt x="659215" y="1857076"/>
                  <a:pt x="682846" y="1823599"/>
                </a:cubicBezTo>
                <a:cubicBezTo>
                  <a:pt x="705000" y="1791598"/>
                  <a:pt x="735524" y="1765013"/>
                  <a:pt x="757679" y="1733012"/>
                </a:cubicBezTo>
                <a:cubicBezTo>
                  <a:pt x="774910" y="1708396"/>
                  <a:pt x="785248" y="1679842"/>
                  <a:pt x="798049" y="1652272"/>
                </a:cubicBezTo>
                <a:cubicBezTo>
                  <a:pt x="801003" y="1645872"/>
                  <a:pt x="797556" y="1636518"/>
                  <a:pt x="801495" y="1631594"/>
                </a:cubicBezTo>
                <a:cubicBezTo>
                  <a:pt x="828572" y="1593193"/>
                  <a:pt x="856142" y="1555285"/>
                  <a:pt x="884697" y="1517869"/>
                </a:cubicBezTo>
                <a:cubicBezTo>
                  <a:pt x="902420" y="1494730"/>
                  <a:pt x="922113" y="1473068"/>
                  <a:pt x="941313" y="1450421"/>
                </a:cubicBezTo>
                <a:cubicBezTo>
                  <a:pt x="944760" y="1446482"/>
                  <a:pt x="950668" y="1442544"/>
                  <a:pt x="950668" y="1439098"/>
                </a:cubicBezTo>
                <a:cubicBezTo>
                  <a:pt x="950175" y="1398235"/>
                  <a:pt x="970853" y="1398728"/>
                  <a:pt x="999407" y="1419405"/>
                </a:cubicBezTo>
                <a:cubicBezTo>
                  <a:pt x="1006300" y="1394297"/>
                  <a:pt x="1012207" y="1374604"/>
                  <a:pt x="1018115" y="1354419"/>
                </a:cubicBezTo>
                <a:cubicBezTo>
                  <a:pt x="1036823" y="1352450"/>
                  <a:pt x="1055531" y="1350973"/>
                  <a:pt x="1076701" y="1348511"/>
                </a:cubicBezTo>
                <a:cubicBezTo>
                  <a:pt x="1069316" y="1320449"/>
                  <a:pt x="1065870" y="1304202"/>
                  <a:pt x="1096886" y="1283033"/>
                </a:cubicBezTo>
                <a:cubicBezTo>
                  <a:pt x="1125441" y="1263340"/>
                  <a:pt x="1158426" y="1240201"/>
                  <a:pt x="1180088" y="1208693"/>
                </a:cubicBezTo>
                <a:cubicBezTo>
                  <a:pt x="1182057" y="1205739"/>
                  <a:pt x="1184027" y="1200815"/>
                  <a:pt x="1182550" y="1197862"/>
                </a:cubicBezTo>
                <a:cubicBezTo>
                  <a:pt x="1165811" y="1160445"/>
                  <a:pt x="1197319" y="1146660"/>
                  <a:pt x="1218489" y="1132383"/>
                </a:cubicBezTo>
                <a:cubicBezTo>
                  <a:pt x="1238674" y="1118106"/>
                  <a:pt x="1251474" y="1088074"/>
                  <a:pt x="1286921" y="1097921"/>
                </a:cubicBezTo>
                <a:cubicBezTo>
                  <a:pt x="1296275" y="1100382"/>
                  <a:pt x="1310060" y="1086105"/>
                  <a:pt x="1324338" y="1078228"/>
                </a:cubicBezTo>
                <a:cubicBezTo>
                  <a:pt x="1299229" y="1044750"/>
                  <a:pt x="1322368" y="1040320"/>
                  <a:pt x="1345507" y="1025550"/>
                </a:cubicBezTo>
                <a:cubicBezTo>
                  <a:pt x="1409016" y="984195"/>
                  <a:pt x="1468094" y="935948"/>
                  <a:pt x="1528157" y="889670"/>
                </a:cubicBezTo>
                <a:cubicBezTo>
                  <a:pt x="1561635" y="863577"/>
                  <a:pt x="1571974" y="842407"/>
                  <a:pt x="1579359" y="806960"/>
                </a:cubicBezTo>
                <a:cubicBezTo>
                  <a:pt x="1608405" y="801053"/>
                  <a:pt x="1641883" y="804007"/>
                  <a:pt x="1653699" y="789237"/>
                </a:cubicBezTo>
                <a:cubicBezTo>
                  <a:pt x="1687669" y="748374"/>
                  <a:pt x="1738870" y="747390"/>
                  <a:pt x="1779240" y="723759"/>
                </a:cubicBezTo>
                <a:cubicBezTo>
                  <a:pt x="1794994" y="714405"/>
                  <a:pt x="1809764" y="702589"/>
                  <a:pt x="1821579" y="688804"/>
                </a:cubicBezTo>
                <a:cubicBezTo>
                  <a:pt x="1842749" y="663696"/>
                  <a:pt x="1870811" y="651388"/>
                  <a:pt x="1900350" y="641049"/>
                </a:cubicBezTo>
                <a:cubicBezTo>
                  <a:pt x="1916597" y="635141"/>
                  <a:pt x="1929890" y="610525"/>
                  <a:pt x="1951552" y="633172"/>
                </a:cubicBezTo>
                <a:cubicBezTo>
                  <a:pt x="1953521" y="635141"/>
                  <a:pt x="1966321" y="630218"/>
                  <a:pt x="1970752" y="625295"/>
                </a:cubicBezTo>
                <a:cubicBezTo>
                  <a:pt x="1988475" y="608064"/>
                  <a:pt x="2004230" y="587879"/>
                  <a:pt x="2022938" y="571632"/>
                </a:cubicBezTo>
                <a:cubicBezTo>
                  <a:pt x="2040661" y="556370"/>
                  <a:pt x="2061339" y="536677"/>
                  <a:pt x="2079062" y="572124"/>
                </a:cubicBezTo>
                <a:cubicBezTo>
                  <a:pt x="2108109" y="542585"/>
                  <a:pt x="2130756" y="510092"/>
                  <a:pt x="2176541" y="504184"/>
                </a:cubicBezTo>
                <a:cubicBezTo>
                  <a:pt x="2196726" y="501723"/>
                  <a:pt x="2214450" y="481045"/>
                  <a:pt x="2232666" y="468737"/>
                </a:cubicBezTo>
                <a:cubicBezTo>
                  <a:pt x="2252358" y="455445"/>
                  <a:pt x="2270082" y="435752"/>
                  <a:pt x="2296667" y="455445"/>
                </a:cubicBezTo>
                <a:cubicBezTo>
                  <a:pt x="2290759" y="477107"/>
                  <a:pt x="2284851" y="497292"/>
                  <a:pt x="2277467" y="522400"/>
                </a:cubicBezTo>
                <a:cubicBezTo>
                  <a:pt x="2259251" y="527323"/>
                  <a:pt x="2233158" y="531262"/>
                  <a:pt x="2210019" y="541108"/>
                </a:cubicBezTo>
                <a:cubicBezTo>
                  <a:pt x="2156356" y="564247"/>
                  <a:pt x="2105155" y="593786"/>
                  <a:pt x="2051000" y="615448"/>
                </a:cubicBezTo>
                <a:cubicBezTo>
                  <a:pt x="1921028" y="667634"/>
                  <a:pt x="1807302" y="747390"/>
                  <a:pt x="1690130" y="821238"/>
                </a:cubicBezTo>
                <a:cubicBezTo>
                  <a:pt x="1671914" y="832561"/>
                  <a:pt x="1653206" y="842900"/>
                  <a:pt x="1634006" y="852746"/>
                </a:cubicBezTo>
                <a:cubicBezTo>
                  <a:pt x="1608405" y="866039"/>
                  <a:pt x="1581820" y="876870"/>
                  <a:pt x="1574435" y="910840"/>
                </a:cubicBezTo>
                <a:cubicBezTo>
                  <a:pt x="1571974" y="922163"/>
                  <a:pt x="1559173" y="937425"/>
                  <a:pt x="1548835" y="939394"/>
                </a:cubicBezTo>
                <a:cubicBezTo>
                  <a:pt x="1489264" y="951210"/>
                  <a:pt x="1469079" y="1009303"/>
                  <a:pt x="1425755" y="1040812"/>
                </a:cubicBezTo>
                <a:cubicBezTo>
                  <a:pt x="1395724" y="1062474"/>
                  <a:pt x="1370615" y="1091521"/>
                  <a:pt x="1345507" y="1119091"/>
                </a:cubicBezTo>
                <a:cubicBezTo>
                  <a:pt x="1315968" y="1151091"/>
                  <a:pt x="1294306" y="1195892"/>
                  <a:pt x="1258367" y="1214600"/>
                </a:cubicBezTo>
                <a:cubicBezTo>
                  <a:pt x="1208643" y="1240201"/>
                  <a:pt x="1207658" y="1301741"/>
                  <a:pt x="1159903" y="1324388"/>
                </a:cubicBezTo>
                <a:cubicBezTo>
                  <a:pt x="1149564" y="1329311"/>
                  <a:pt x="1141687" y="1338172"/>
                  <a:pt x="1132825" y="1345557"/>
                </a:cubicBezTo>
                <a:cubicBezTo>
                  <a:pt x="1127410" y="1349988"/>
                  <a:pt x="1120025" y="1354419"/>
                  <a:pt x="1118056" y="1359834"/>
                </a:cubicBezTo>
                <a:cubicBezTo>
                  <a:pt x="1097871" y="1425805"/>
                  <a:pt x="1051101" y="1473068"/>
                  <a:pt x="1006300" y="1522300"/>
                </a:cubicBezTo>
                <a:cubicBezTo>
                  <a:pt x="982668" y="1548393"/>
                  <a:pt x="965437" y="1580393"/>
                  <a:pt x="945252" y="1609440"/>
                </a:cubicBezTo>
                <a:cubicBezTo>
                  <a:pt x="937867" y="1619779"/>
                  <a:pt x="929498" y="1629133"/>
                  <a:pt x="921621" y="1638979"/>
                </a:cubicBezTo>
                <a:cubicBezTo>
                  <a:pt x="897989" y="1667041"/>
                  <a:pt x="874850" y="1691657"/>
                  <a:pt x="865989" y="1733504"/>
                </a:cubicBezTo>
                <a:cubicBezTo>
                  <a:pt x="857127" y="1777321"/>
                  <a:pt x="822172" y="1815229"/>
                  <a:pt x="800018" y="1856584"/>
                </a:cubicBezTo>
                <a:cubicBezTo>
                  <a:pt x="788695" y="1877754"/>
                  <a:pt x="781802" y="1900893"/>
                  <a:pt x="771463" y="1922062"/>
                </a:cubicBezTo>
                <a:cubicBezTo>
                  <a:pt x="761617" y="1941263"/>
                  <a:pt x="747832" y="1958002"/>
                  <a:pt x="738970" y="1977694"/>
                </a:cubicBezTo>
                <a:cubicBezTo>
                  <a:pt x="720262" y="2021019"/>
                  <a:pt x="703524" y="2065327"/>
                  <a:pt x="686292" y="2109144"/>
                </a:cubicBezTo>
                <a:cubicBezTo>
                  <a:pt x="683338" y="2116036"/>
                  <a:pt x="679400" y="2121944"/>
                  <a:pt x="676446" y="2128836"/>
                </a:cubicBezTo>
                <a:cubicBezTo>
                  <a:pt x="667092" y="2146560"/>
                  <a:pt x="653307" y="2163791"/>
                  <a:pt x="649368" y="2182499"/>
                </a:cubicBezTo>
                <a:cubicBezTo>
                  <a:pt x="643461" y="2213515"/>
                  <a:pt x="637061" y="2240100"/>
                  <a:pt x="615398" y="2267178"/>
                </a:cubicBezTo>
                <a:cubicBezTo>
                  <a:pt x="596198" y="2290809"/>
                  <a:pt x="595706" y="2329702"/>
                  <a:pt x="586352" y="2361703"/>
                </a:cubicBezTo>
                <a:cubicBezTo>
                  <a:pt x="581921" y="2376473"/>
                  <a:pt x="589306" y="2399119"/>
                  <a:pt x="560751" y="2400596"/>
                </a:cubicBezTo>
                <a:cubicBezTo>
                  <a:pt x="556813" y="2400596"/>
                  <a:pt x="551889" y="2418812"/>
                  <a:pt x="549920" y="2429151"/>
                </a:cubicBezTo>
                <a:cubicBezTo>
                  <a:pt x="545981" y="2448351"/>
                  <a:pt x="547458" y="2469521"/>
                  <a:pt x="540566" y="2487244"/>
                </a:cubicBezTo>
                <a:cubicBezTo>
                  <a:pt x="528750" y="2518261"/>
                  <a:pt x="496257" y="2544353"/>
                  <a:pt x="523827" y="2582754"/>
                </a:cubicBezTo>
                <a:cubicBezTo>
                  <a:pt x="526781" y="2587185"/>
                  <a:pt x="518904" y="2599001"/>
                  <a:pt x="516935" y="2607370"/>
                </a:cubicBezTo>
                <a:cubicBezTo>
                  <a:pt x="507088" y="2650694"/>
                  <a:pt x="497734" y="2694018"/>
                  <a:pt x="488873" y="2737342"/>
                </a:cubicBezTo>
                <a:cubicBezTo>
                  <a:pt x="478534" y="2786574"/>
                  <a:pt x="467703" y="2836298"/>
                  <a:pt x="458349" y="2885530"/>
                </a:cubicBezTo>
                <a:cubicBezTo>
                  <a:pt x="447518" y="2945101"/>
                  <a:pt x="442102" y="3006641"/>
                  <a:pt x="427333" y="3065227"/>
                </a:cubicBezTo>
                <a:cubicBezTo>
                  <a:pt x="414532" y="3113966"/>
                  <a:pt x="442102" y="3156798"/>
                  <a:pt x="438164" y="3203076"/>
                </a:cubicBezTo>
                <a:cubicBezTo>
                  <a:pt x="434225" y="3250339"/>
                  <a:pt x="430287" y="3297601"/>
                  <a:pt x="427825" y="3344863"/>
                </a:cubicBezTo>
                <a:cubicBezTo>
                  <a:pt x="426840" y="3360618"/>
                  <a:pt x="427825" y="3377849"/>
                  <a:pt x="432748" y="3393111"/>
                </a:cubicBezTo>
                <a:cubicBezTo>
                  <a:pt x="447518" y="3436927"/>
                  <a:pt x="447025" y="3478774"/>
                  <a:pt x="425363" y="3520621"/>
                </a:cubicBezTo>
                <a:cubicBezTo>
                  <a:pt x="421917" y="3527514"/>
                  <a:pt x="423886" y="3541791"/>
                  <a:pt x="429302" y="3548191"/>
                </a:cubicBezTo>
                <a:cubicBezTo>
                  <a:pt x="450472" y="3575761"/>
                  <a:pt x="456379" y="3605300"/>
                  <a:pt x="456872" y="3639763"/>
                </a:cubicBezTo>
                <a:cubicBezTo>
                  <a:pt x="457364" y="3665855"/>
                  <a:pt x="469672" y="3691948"/>
                  <a:pt x="476565" y="3718534"/>
                </a:cubicBezTo>
                <a:cubicBezTo>
                  <a:pt x="494288" y="3789428"/>
                  <a:pt x="512011" y="3859829"/>
                  <a:pt x="532689" y="3941554"/>
                </a:cubicBezTo>
                <a:cubicBezTo>
                  <a:pt x="541551" y="3922846"/>
                  <a:pt x="545489" y="3914969"/>
                  <a:pt x="550412" y="3905122"/>
                </a:cubicBezTo>
                <a:cubicBezTo>
                  <a:pt x="565674" y="3922846"/>
                  <a:pt x="576013" y="3935154"/>
                  <a:pt x="550905" y="3951893"/>
                </a:cubicBezTo>
                <a:cubicBezTo>
                  <a:pt x="544012" y="3956323"/>
                  <a:pt x="545981" y="3977986"/>
                  <a:pt x="548935" y="3990786"/>
                </a:cubicBezTo>
                <a:cubicBezTo>
                  <a:pt x="554351" y="4017863"/>
                  <a:pt x="559274" y="4045925"/>
                  <a:pt x="571582" y="4070049"/>
                </a:cubicBezTo>
                <a:cubicBezTo>
                  <a:pt x="580936" y="4088265"/>
                  <a:pt x="601121" y="4101065"/>
                  <a:pt x="621306" y="4121743"/>
                </a:cubicBezTo>
                <a:cubicBezTo>
                  <a:pt x="618845" y="4125189"/>
                  <a:pt x="611460" y="4137004"/>
                  <a:pt x="601614" y="4152266"/>
                </a:cubicBezTo>
                <a:cubicBezTo>
                  <a:pt x="611952" y="4150297"/>
                  <a:pt x="619337" y="4149312"/>
                  <a:pt x="629676" y="4147343"/>
                </a:cubicBezTo>
                <a:cubicBezTo>
                  <a:pt x="627214" y="4163590"/>
                  <a:pt x="624752" y="4178359"/>
                  <a:pt x="623276" y="4189683"/>
                </a:cubicBezTo>
                <a:cubicBezTo>
                  <a:pt x="651830" y="4206421"/>
                  <a:pt x="686292" y="4217745"/>
                  <a:pt x="704508" y="4241376"/>
                </a:cubicBezTo>
                <a:cubicBezTo>
                  <a:pt x="711893" y="4251223"/>
                  <a:pt x="750786" y="4288146"/>
                  <a:pt x="703524" y="4316209"/>
                </a:cubicBezTo>
                <a:cubicBezTo>
                  <a:pt x="699093" y="4297500"/>
                  <a:pt x="694169" y="4281746"/>
                  <a:pt x="692200" y="4265500"/>
                </a:cubicBezTo>
                <a:cubicBezTo>
                  <a:pt x="690231" y="4249253"/>
                  <a:pt x="694662" y="4229068"/>
                  <a:pt x="660692" y="4234976"/>
                </a:cubicBezTo>
                <a:cubicBezTo>
                  <a:pt x="706970" y="4273869"/>
                  <a:pt x="660692" y="4278300"/>
                  <a:pt x="642968" y="4293070"/>
                </a:cubicBezTo>
                <a:cubicBezTo>
                  <a:pt x="667584" y="4311778"/>
                  <a:pt x="691708" y="4329501"/>
                  <a:pt x="720755" y="4351655"/>
                </a:cubicBezTo>
                <a:cubicBezTo>
                  <a:pt x="718293" y="4352640"/>
                  <a:pt x="730109" y="4346732"/>
                  <a:pt x="731093" y="4348702"/>
                </a:cubicBezTo>
                <a:cubicBezTo>
                  <a:pt x="738478" y="4359040"/>
                  <a:pt x="748817" y="4371348"/>
                  <a:pt x="748324" y="4382672"/>
                </a:cubicBezTo>
                <a:cubicBezTo>
                  <a:pt x="747340" y="4423042"/>
                  <a:pt x="759648" y="4436827"/>
                  <a:pt x="801987" y="4431411"/>
                </a:cubicBezTo>
                <a:cubicBezTo>
                  <a:pt x="782787" y="4479658"/>
                  <a:pt x="818726" y="4490982"/>
                  <a:pt x="850234" y="4507721"/>
                </a:cubicBezTo>
                <a:cubicBezTo>
                  <a:pt x="860573" y="4513136"/>
                  <a:pt x="865989" y="4529383"/>
                  <a:pt x="873373" y="4540214"/>
                </a:cubicBezTo>
                <a:cubicBezTo>
                  <a:pt x="866973" y="4543660"/>
                  <a:pt x="856142" y="4551045"/>
                  <a:pt x="855650" y="4550552"/>
                </a:cubicBezTo>
                <a:cubicBezTo>
                  <a:pt x="848265" y="4540706"/>
                  <a:pt x="842850" y="4530367"/>
                  <a:pt x="835465" y="4518059"/>
                </a:cubicBezTo>
                <a:cubicBezTo>
                  <a:pt x="832019" y="4522490"/>
                  <a:pt x="825619" y="4530860"/>
                  <a:pt x="819218" y="4539229"/>
                </a:cubicBezTo>
                <a:cubicBezTo>
                  <a:pt x="829065" y="4546121"/>
                  <a:pt x="837926" y="4555476"/>
                  <a:pt x="848758" y="4559414"/>
                </a:cubicBezTo>
                <a:cubicBezTo>
                  <a:pt x="898974" y="4577630"/>
                  <a:pt x="899466" y="4577138"/>
                  <a:pt x="905866" y="4604707"/>
                </a:cubicBezTo>
                <a:cubicBezTo>
                  <a:pt x="891589" y="4613077"/>
                  <a:pt x="876820" y="4621939"/>
                  <a:pt x="860081" y="4631785"/>
                </a:cubicBezTo>
                <a:cubicBezTo>
                  <a:pt x="878297" y="4643108"/>
                  <a:pt x="896020" y="4652955"/>
                  <a:pt x="911774" y="4664278"/>
                </a:cubicBezTo>
                <a:cubicBezTo>
                  <a:pt x="916697" y="4668217"/>
                  <a:pt x="921621" y="4678555"/>
                  <a:pt x="920144" y="4683478"/>
                </a:cubicBezTo>
                <a:cubicBezTo>
                  <a:pt x="910790" y="4707110"/>
                  <a:pt x="910297" y="4707110"/>
                  <a:pt x="932944" y="4738618"/>
                </a:cubicBezTo>
                <a:cubicBezTo>
                  <a:pt x="944760" y="4704648"/>
                  <a:pt x="954114" y="4678063"/>
                  <a:pt x="966422" y="4641631"/>
                </a:cubicBezTo>
                <a:cubicBezTo>
                  <a:pt x="977253" y="4644585"/>
                  <a:pt x="999407" y="4644585"/>
                  <a:pt x="1010238" y="4655909"/>
                </a:cubicBezTo>
                <a:cubicBezTo>
                  <a:pt x="1020084" y="4665755"/>
                  <a:pt x="1017623" y="4687909"/>
                  <a:pt x="1021561" y="4709079"/>
                </a:cubicBezTo>
                <a:cubicBezTo>
                  <a:pt x="1065378" y="4730741"/>
                  <a:pt x="1065870" y="4734187"/>
                  <a:pt x="1027469" y="4760772"/>
                </a:cubicBezTo>
                <a:cubicBezTo>
                  <a:pt x="1008761" y="4739603"/>
                  <a:pt x="990545" y="4717941"/>
                  <a:pt x="967899" y="4692340"/>
                </a:cubicBezTo>
                <a:cubicBezTo>
                  <a:pt x="952637" y="4724833"/>
                  <a:pt x="998422" y="4772096"/>
                  <a:pt x="940821" y="4785881"/>
                </a:cubicBezTo>
                <a:cubicBezTo>
                  <a:pt x="949683" y="4787358"/>
                  <a:pt x="958545" y="4788342"/>
                  <a:pt x="967406" y="4789819"/>
                </a:cubicBezTo>
                <a:cubicBezTo>
                  <a:pt x="967406" y="4792773"/>
                  <a:pt x="966914" y="4796219"/>
                  <a:pt x="966914" y="4799173"/>
                </a:cubicBezTo>
                <a:cubicBezTo>
                  <a:pt x="940329" y="4796219"/>
                  <a:pt x="913744" y="4793265"/>
                  <a:pt x="887158" y="4789819"/>
                </a:cubicBezTo>
                <a:cubicBezTo>
                  <a:pt x="911282" y="4804096"/>
                  <a:pt x="907836" y="4848897"/>
                  <a:pt x="944760" y="4845451"/>
                </a:cubicBezTo>
                <a:cubicBezTo>
                  <a:pt x="958545" y="4843974"/>
                  <a:pt x="971837" y="4830189"/>
                  <a:pt x="989068" y="4819851"/>
                </a:cubicBezTo>
                <a:cubicBezTo>
                  <a:pt x="1008761" y="4856282"/>
                  <a:pt x="1030915" y="4898622"/>
                  <a:pt x="1053070" y="4940469"/>
                </a:cubicBezTo>
                <a:cubicBezTo>
                  <a:pt x="1057008" y="4938499"/>
                  <a:pt x="1060947" y="4937023"/>
                  <a:pt x="1064885" y="4935053"/>
                </a:cubicBezTo>
                <a:cubicBezTo>
                  <a:pt x="1062916" y="4919299"/>
                  <a:pt x="1061439" y="4903545"/>
                  <a:pt x="1059470" y="4887791"/>
                </a:cubicBezTo>
                <a:cubicBezTo>
                  <a:pt x="1063409" y="4886806"/>
                  <a:pt x="1067839" y="4886314"/>
                  <a:pt x="1071778" y="4885329"/>
                </a:cubicBezTo>
                <a:cubicBezTo>
                  <a:pt x="1076209" y="4909453"/>
                  <a:pt x="1086055" y="4934561"/>
                  <a:pt x="1083101" y="4958192"/>
                </a:cubicBezTo>
                <a:cubicBezTo>
                  <a:pt x="1080147" y="4978870"/>
                  <a:pt x="1084086" y="4981823"/>
                  <a:pt x="1101317" y="4988716"/>
                </a:cubicBezTo>
                <a:cubicBezTo>
                  <a:pt x="1117071" y="4994624"/>
                  <a:pt x="1130856" y="5009393"/>
                  <a:pt x="1142180" y="5022686"/>
                </a:cubicBezTo>
                <a:cubicBezTo>
                  <a:pt x="1154980" y="5037456"/>
                  <a:pt x="1166303" y="5054687"/>
                  <a:pt x="1174180" y="5072410"/>
                </a:cubicBezTo>
                <a:cubicBezTo>
                  <a:pt x="1180580" y="5086688"/>
                  <a:pt x="1181073" y="5103427"/>
                  <a:pt x="1184027" y="5119180"/>
                </a:cubicBezTo>
                <a:cubicBezTo>
                  <a:pt x="1217504" y="5143304"/>
                  <a:pt x="1256397" y="5167920"/>
                  <a:pt x="1290367" y="5197459"/>
                </a:cubicBezTo>
                <a:cubicBezTo>
                  <a:pt x="1301198" y="5206813"/>
                  <a:pt x="1300706" y="5229952"/>
                  <a:pt x="1306122" y="5243245"/>
                </a:cubicBezTo>
                <a:cubicBezTo>
                  <a:pt x="1341076" y="5288046"/>
                  <a:pt x="1410985" y="5283615"/>
                  <a:pt x="1438063" y="5346139"/>
                </a:cubicBezTo>
                <a:cubicBezTo>
                  <a:pt x="1446432" y="5365340"/>
                  <a:pt x="1476956" y="5374694"/>
                  <a:pt x="1499603" y="5389956"/>
                </a:cubicBezTo>
                <a:cubicBezTo>
                  <a:pt x="1490249" y="5390448"/>
                  <a:pt x="1482864" y="5390940"/>
                  <a:pt x="1475972" y="5391433"/>
                </a:cubicBezTo>
                <a:cubicBezTo>
                  <a:pt x="1474987" y="5394387"/>
                  <a:pt x="1474495" y="5397341"/>
                  <a:pt x="1473510" y="5400294"/>
                </a:cubicBezTo>
                <a:cubicBezTo>
                  <a:pt x="1497141" y="5408171"/>
                  <a:pt x="1520280" y="5416541"/>
                  <a:pt x="1545389" y="5424910"/>
                </a:cubicBezTo>
                <a:cubicBezTo>
                  <a:pt x="1552773" y="5409156"/>
                  <a:pt x="1560158" y="5393402"/>
                  <a:pt x="1570989" y="5371740"/>
                </a:cubicBezTo>
                <a:cubicBezTo>
                  <a:pt x="1584282" y="5394387"/>
                  <a:pt x="1635483" y="5395863"/>
                  <a:pt x="1592159" y="5437218"/>
                </a:cubicBezTo>
                <a:cubicBezTo>
                  <a:pt x="1591174" y="5438203"/>
                  <a:pt x="1604959" y="5460850"/>
                  <a:pt x="1614806" y="5465281"/>
                </a:cubicBezTo>
                <a:cubicBezTo>
                  <a:pt x="1641391" y="5476112"/>
                  <a:pt x="1669945" y="5481527"/>
                  <a:pt x="1703423" y="5490881"/>
                </a:cubicBezTo>
                <a:cubicBezTo>
                  <a:pt x="1687669" y="5500235"/>
                  <a:pt x="1675853" y="5507128"/>
                  <a:pt x="1659606" y="5516974"/>
                </a:cubicBezTo>
                <a:cubicBezTo>
                  <a:pt x="1678807" y="5525836"/>
                  <a:pt x="1660099" y="5576052"/>
                  <a:pt x="1707361" y="5547990"/>
                </a:cubicBezTo>
                <a:cubicBezTo>
                  <a:pt x="1719669" y="5540605"/>
                  <a:pt x="1743793" y="5553405"/>
                  <a:pt x="1771363" y="5558329"/>
                </a:cubicBezTo>
                <a:cubicBezTo>
                  <a:pt x="1778748" y="5569160"/>
                  <a:pt x="1752655" y="5609038"/>
                  <a:pt x="1796963" y="5613469"/>
                </a:cubicBezTo>
                <a:cubicBezTo>
                  <a:pt x="1809271" y="5626761"/>
                  <a:pt x="1822072" y="5640546"/>
                  <a:pt x="1838811" y="5659254"/>
                </a:cubicBezTo>
                <a:cubicBezTo>
                  <a:pt x="1844226" y="5638085"/>
                  <a:pt x="1847672" y="5626761"/>
                  <a:pt x="1852103" y="5610022"/>
                </a:cubicBezTo>
                <a:cubicBezTo>
                  <a:pt x="1830441" y="5611499"/>
                  <a:pt x="1813210" y="5612976"/>
                  <a:pt x="1795979" y="5613961"/>
                </a:cubicBezTo>
                <a:cubicBezTo>
                  <a:pt x="1811733" y="5588360"/>
                  <a:pt x="1825518" y="5572606"/>
                  <a:pt x="1856042" y="5602637"/>
                </a:cubicBezTo>
                <a:cubicBezTo>
                  <a:pt x="1874750" y="5620853"/>
                  <a:pt x="1910689" y="5618392"/>
                  <a:pt x="1922505" y="5650885"/>
                </a:cubicBezTo>
                <a:cubicBezTo>
                  <a:pt x="1923489" y="5654331"/>
                  <a:pt x="1942690" y="5651377"/>
                  <a:pt x="1954013" y="5651377"/>
                </a:cubicBezTo>
                <a:cubicBezTo>
                  <a:pt x="1957952" y="5690762"/>
                  <a:pt x="2030815" y="5695193"/>
                  <a:pt x="1995860" y="5751318"/>
                </a:cubicBezTo>
                <a:cubicBezTo>
                  <a:pt x="2010630" y="5755256"/>
                  <a:pt x="2021953" y="5758210"/>
                  <a:pt x="2038200" y="5762641"/>
                </a:cubicBezTo>
                <a:cubicBezTo>
                  <a:pt x="2036230" y="5750333"/>
                  <a:pt x="2035246" y="5742456"/>
                  <a:pt x="2034261" y="5735071"/>
                </a:cubicBezTo>
                <a:cubicBezTo>
                  <a:pt x="2093832" y="5724733"/>
                  <a:pt x="2126325" y="5739994"/>
                  <a:pt x="2147002" y="5787750"/>
                </a:cubicBezTo>
                <a:cubicBezTo>
                  <a:pt x="2123863" y="5800058"/>
                  <a:pt x="2107617" y="5870951"/>
                  <a:pt x="2120909" y="5899506"/>
                </a:cubicBezTo>
                <a:cubicBezTo>
                  <a:pt x="2151925" y="5858151"/>
                  <a:pt x="2211496" y="5867997"/>
                  <a:pt x="2288790" y="5929045"/>
                </a:cubicBezTo>
                <a:cubicBezTo>
                  <a:pt x="2270574" y="5936430"/>
                  <a:pt x="2253835" y="5942830"/>
                  <a:pt x="2231681" y="5951691"/>
                </a:cubicBezTo>
                <a:cubicBezTo>
                  <a:pt x="2258266" y="5966953"/>
                  <a:pt x="2281898" y="5980738"/>
                  <a:pt x="2307006" y="5994523"/>
                </a:cubicBezTo>
                <a:cubicBezTo>
                  <a:pt x="2307990" y="5978277"/>
                  <a:pt x="2308975" y="5965969"/>
                  <a:pt x="2309467" y="5953661"/>
                </a:cubicBezTo>
                <a:cubicBezTo>
                  <a:pt x="2320298" y="5957107"/>
                  <a:pt x="2331129" y="5963015"/>
                  <a:pt x="2341960" y="5963015"/>
                </a:cubicBezTo>
                <a:cubicBezTo>
                  <a:pt x="2362638" y="5963507"/>
                  <a:pt x="2382823" y="5959076"/>
                  <a:pt x="2403500" y="5960061"/>
                </a:cubicBezTo>
                <a:cubicBezTo>
                  <a:pt x="2416793" y="5961045"/>
                  <a:pt x="2430085" y="5967446"/>
                  <a:pt x="2442886" y="5972861"/>
                </a:cubicBezTo>
                <a:cubicBezTo>
                  <a:pt x="2448794" y="5975323"/>
                  <a:pt x="2454209" y="5983200"/>
                  <a:pt x="2458640" y="5982708"/>
                </a:cubicBezTo>
                <a:cubicBezTo>
                  <a:pt x="2500979" y="5973846"/>
                  <a:pt x="2511318" y="6006831"/>
                  <a:pt x="2526087" y="6033416"/>
                </a:cubicBezTo>
                <a:cubicBezTo>
                  <a:pt x="2537411" y="6032924"/>
                  <a:pt x="2547257" y="6031940"/>
                  <a:pt x="2562027" y="6031447"/>
                </a:cubicBezTo>
                <a:cubicBezTo>
                  <a:pt x="2557596" y="6045724"/>
                  <a:pt x="2554642" y="6055078"/>
                  <a:pt x="2552673" y="6060986"/>
                </a:cubicBezTo>
                <a:cubicBezTo>
                  <a:pt x="2580243" y="6052124"/>
                  <a:pt x="2608797" y="6043262"/>
                  <a:pt x="2640305" y="6033416"/>
                </a:cubicBezTo>
                <a:cubicBezTo>
                  <a:pt x="2641290" y="6017662"/>
                  <a:pt x="2642275" y="5993538"/>
                  <a:pt x="2643259" y="5966953"/>
                </a:cubicBezTo>
                <a:cubicBezTo>
                  <a:pt x="2696430" y="5984677"/>
                  <a:pt x="2708245" y="6000923"/>
                  <a:pt x="2700861" y="6035878"/>
                </a:cubicBezTo>
                <a:cubicBezTo>
                  <a:pt x="2717600" y="6049171"/>
                  <a:pt x="2734338" y="6061971"/>
                  <a:pt x="2751569" y="6074771"/>
                </a:cubicBezTo>
                <a:cubicBezTo>
                  <a:pt x="2754523" y="6077233"/>
                  <a:pt x="2759447" y="6081171"/>
                  <a:pt x="2760924" y="6080186"/>
                </a:cubicBezTo>
                <a:cubicBezTo>
                  <a:pt x="2796863" y="6062955"/>
                  <a:pt x="2822463" y="6096433"/>
                  <a:pt x="2854956" y="6097910"/>
                </a:cubicBezTo>
                <a:cubicBezTo>
                  <a:pt x="2896311" y="6099879"/>
                  <a:pt x="2937666" y="6106280"/>
                  <a:pt x="2981482" y="6111203"/>
                </a:cubicBezTo>
                <a:cubicBezTo>
                  <a:pt x="2989360" y="6141726"/>
                  <a:pt x="2993298" y="6173235"/>
                  <a:pt x="2942589" y="6193913"/>
                </a:cubicBezTo>
                <a:cubicBezTo>
                  <a:pt x="2960805" y="6202282"/>
                  <a:pt x="2970159" y="6208682"/>
                  <a:pt x="2980005" y="6210159"/>
                </a:cubicBezTo>
                <a:cubicBezTo>
                  <a:pt x="2983452" y="6210651"/>
                  <a:pt x="2987882" y="6195881"/>
                  <a:pt x="2991821" y="6188497"/>
                </a:cubicBezTo>
                <a:cubicBezTo>
                  <a:pt x="2997729" y="6177666"/>
                  <a:pt x="3003144" y="6166342"/>
                  <a:pt x="3012498" y="6148127"/>
                </a:cubicBezTo>
                <a:cubicBezTo>
                  <a:pt x="3023329" y="6170281"/>
                  <a:pt x="3030222" y="6184558"/>
                  <a:pt x="3037114" y="6198836"/>
                </a:cubicBezTo>
                <a:cubicBezTo>
                  <a:pt x="3055823" y="6191943"/>
                  <a:pt x="3074531" y="6185051"/>
                  <a:pt x="3095700" y="6177174"/>
                </a:cubicBezTo>
                <a:cubicBezTo>
                  <a:pt x="3097177" y="6165850"/>
                  <a:pt x="3098654" y="6151573"/>
                  <a:pt x="3099147" y="6144681"/>
                </a:cubicBezTo>
                <a:cubicBezTo>
                  <a:pt x="3130163" y="6141726"/>
                  <a:pt x="3155763" y="6137788"/>
                  <a:pt x="3181364" y="6138280"/>
                </a:cubicBezTo>
                <a:cubicBezTo>
                  <a:pt x="3196133" y="6138280"/>
                  <a:pt x="3210903" y="6147142"/>
                  <a:pt x="3226165" y="6149111"/>
                </a:cubicBezTo>
                <a:cubicBezTo>
                  <a:pt x="3242411" y="6151080"/>
                  <a:pt x="3259150" y="6150096"/>
                  <a:pt x="3275889" y="6150588"/>
                </a:cubicBezTo>
                <a:cubicBezTo>
                  <a:pt x="3276874" y="6150588"/>
                  <a:pt x="3278350" y="6148127"/>
                  <a:pt x="3278843" y="6148619"/>
                </a:cubicBezTo>
                <a:cubicBezTo>
                  <a:pt x="3318721" y="6167327"/>
                  <a:pt x="3363522" y="6118095"/>
                  <a:pt x="3401923" y="6158465"/>
                </a:cubicBezTo>
                <a:cubicBezTo>
                  <a:pt x="3406353" y="6163388"/>
                  <a:pt x="3417677" y="6162896"/>
                  <a:pt x="3426046" y="6162896"/>
                </a:cubicBezTo>
                <a:cubicBezTo>
                  <a:pt x="3448200" y="6162404"/>
                  <a:pt x="3471339" y="6142711"/>
                  <a:pt x="3493494" y="6165850"/>
                </a:cubicBezTo>
                <a:cubicBezTo>
                  <a:pt x="3494971" y="6167327"/>
                  <a:pt x="3504817" y="6157973"/>
                  <a:pt x="3511217" y="6156496"/>
                </a:cubicBezTo>
                <a:cubicBezTo>
                  <a:pt x="3525002" y="6153050"/>
                  <a:pt x="3539279" y="6149111"/>
                  <a:pt x="3553557" y="6149111"/>
                </a:cubicBezTo>
                <a:cubicBezTo>
                  <a:pt x="3587034" y="6149111"/>
                  <a:pt x="3620512" y="6155511"/>
                  <a:pt x="3653497" y="6152065"/>
                </a:cubicBezTo>
                <a:cubicBezTo>
                  <a:pt x="3689437" y="6148619"/>
                  <a:pt x="3724391" y="6131880"/>
                  <a:pt x="3760331" y="6131388"/>
                </a:cubicBezTo>
                <a:cubicBezTo>
                  <a:pt x="3782977" y="6130895"/>
                  <a:pt x="3805624" y="6149111"/>
                  <a:pt x="3828763" y="6158957"/>
                </a:cubicBezTo>
                <a:cubicBezTo>
                  <a:pt x="3829747" y="6153542"/>
                  <a:pt x="3830732" y="6146649"/>
                  <a:pt x="3833194" y="6129418"/>
                </a:cubicBezTo>
                <a:cubicBezTo>
                  <a:pt x="3839594" y="6149604"/>
                  <a:pt x="3843040" y="6161419"/>
                  <a:pt x="3846979" y="6174220"/>
                </a:cubicBezTo>
                <a:cubicBezTo>
                  <a:pt x="3872087" y="6172250"/>
                  <a:pt x="3897688" y="6169789"/>
                  <a:pt x="3925750" y="6167819"/>
                </a:cubicBezTo>
                <a:cubicBezTo>
                  <a:pt x="3912457" y="6148619"/>
                  <a:pt x="3870118" y="6155511"/>
                  <a:pt x="3879472" y="6117110"/>
                </a:cubicBezTo>
                <a:cubicBezTo>
                  <a:pt x="3903595" y="6123018"/>
                  <a:pt x="3926242" y="6128434"/>
                  <a:pt x="3938550" y="6131388"/>
                </a:cubicBezTo>
                <a:cubicBezTo>
                  <a:pt x="3948396" y="6153050"/>
                  <a:pt x="3955289" y="6167819"/>
                  <a:pt x="3962181" y="6182589"/>
                </a:cubicBezTo>
                <a:cubicBezTo>
                  <a:pt x="3966612" y="6181112"/>
                  <a:pt x="3971043" y="6179635"/>
                  <a:pt x="3975474" y="6178158"/>
                </a:cubicBezTo>
                <a:cubicBezTo>
                  <a:pt x="3970058" y="6162896"/>
                  <a:pt x="3960704" y="6147142"/>
                  <a:pt x="3961197" y="6132373"/>
                </a:cubicBezTo>
                <a:cubicBezTo>
                  <a:pt x="3961689" y="6122526"/>
                  <a:pt x="3976459" y="6104802"/>
                  <a:pt x="3985320" y="6104802"/>
                </a:cubicBezTo>
                <a:cubicBezTo>
                  <a:pt x="4026675" y="6104310"/>
                  <a:pt x="4065568" y="6105295"/>
                  <a:pt x="4097569" y="6070340"/>
                </a:cubicBezTo>
                <a:cubicBezTo>
                  <a:pt x="4111846" y="6054586"/>
                  <a:pt x="4148278" y="6073294"/>
                  <a:pt x="4164524" y="6096925"/>
                </a:cubicBezTo>
                <a:cubicBezTo>
                  <a:pt x="4170925" y="6105787"/>
                  <a:pt x="4183725" y="6110218"/>
                  <a:pt x="4194063" y="6116618"/>
                </a:cubicBezTo>
                <a:cubicBezTo>
                  <a:pt x="4195541" y="6113664"/>
                  <a:pt x="4197018" y="6110218"/>
                  <a:pt x="4198494" y="6107264"/>
                </a:cubicBezTo>
                <a:cubicBezTo>
                  <a:pt x="4194556" y="6092987"/>
                  <a:pt x="4191109" y="6078710"/>
                  <a:pt x="4187171" y="6064432"/>
                </a:cubicBezTo>
                <a:cubicBezTo>
                  <a:pt x="4224095" y="6050647"/>
                  <a:pt x="4262496" y="6035878"/>
                  <a:pt x="4306805" y="6019139"/>
                </a:cubicBezTo>
                <a:cubicBezTo>
                  <a:pt x="4314682" y="6025047"/>
                  <a:pt x="4330928" y="6037847"/>
                  <a:pt x="4348159" y="6051632"/>
                </a:cubicBezTo>
                <a:cubicBezTo>
                  <a:pt x="4356529" y="6040309"/>
                  <a:pt x="4365391" y="6028001"/>
                  <a:pt x="4373760" y="6016678"/>
                </a:cubicBezTo>
                <a:cubicBezTo>
                  <a:pt x="4388529" y="6027509"/>
                  <a:pt x="4399360" y="6036371"/>
                  <a:pt x="4410684" y="6044740"/>
                </a:cubicBezTo>
                <a:cubicBezTo>
                  <a:pt x="4412653" y="6042278"/>
                  <a:pt x="4415115" y="6039324"/>
                  <a:pt x="4417084" y="6036863"/>
                </a:cubicBezTo>
                <a:cubicBezTo>
                  <a:pt x="4411176" y="6028001"/>
                  <a:pt x="4405268" y="6018647"/>
                  <a:pt x="4399360" y="6009785"/>
                </a:cubicBezTo>
                <a:cubicBezTo>
                  <a:pt x="4410684" y="6004862"/>
                  <a:pt x="4422499" y="6000431"/>
                  <a:pt x="4433823" y="5994523"/>
                </a:cubicBezTo>
                <a:cubicBezTo>
                  <a:pt x="4440223" y="5991569"/>
                  <a:pt x="4445638" y="5984677"/>
                  <a:pt x="4452531" y="5983200"/>
                </a:cubicBezTo>
                <a:cubicBezTo>
                  <a:pt x="4467793" y="5979754"/>
                  <a:pt x="4483547" y="5978769"/>
                  <a:pt x="4498809" y="5976307"/>
                </a:cubicBezTo>
                <a:cubicBezTo>
                  <a:pt x="4507178" y="5975323"/>
                  <a:pt x="4520963" y="5975815"/>
                  <a:pt x="4522933" y="5971384"/>
                </a:cubicBezTo>
                <a:cubicBezTo>
                  <a:pt x="4542625" y="5928553"/>
                  <a:pt x="4592349" y="5948738"/>
                  <a:pt x="4621396" y="5925106"/>
                </a:cubicBezTo>
                <a:cubicBezTo>
                  <a:pt x="4622381" y="5924614"/>
                  <a:pt x="4637150" y="5940861"/>
                  <a:pt x="4650935" y="5955138"/>
                </a:cubicBezTo>
                <a:cubicBezTo>
                  <a:pt x="4655859" y="5943814"/>
                  <a:pt x="4664720" y="5931506"/>
                  <a:pt x="4665705" y="5918214"/>
                </a:cubicBezTo>
                <a:cubicBezTo>
                  <a:pt x="4667674" y="5897044"/>
                  <a:pt x="4676044" y="5892121"/>
                  <a:pt x="4695244" y="5896552"/>
                </a:cubicBezTo>
                <a:cubicBezTo>
                  <a:pt x="4707060" y="5899506"/>
                  <a:pt x="4719860" y="5900983"/>
                  <a:pt x="4730199" y="5902952"/>
                </a:cubicBezTo>
                <a:cubicBezTo>
                  <a:pt x="4737091" y="5891136"/>
                  <a:pt x="4742999" y="5881782"/>
                  <a:pt x="4748414" y="5872428"/>
                </a:cubicBezTo>
                <a:cubicBezTo>
                  <a:pt x="4755307" y="5877844"/>
                  <a:pt x="4761707" y="5883259"/>
                  <a:pt x="4764661" y="5885228"/>
                </a:cubicBezTo>
                <a:cubicBezTo>
                  <a:pt x="4777954" y="5873905"/>
                  <a:pt x="4790754" y="5863074"/>
                  <a:pt x="4811431" y="5845843"/>
                </a:cubicBezTo>
                <a:cubicBezTo>
                  <a:pt x="4805031" y="5864059"/>
                  <a:pt x="4801585" y="5872920"/>
                  <a:pt x="4798139" y="5882767"/>
                </a:cubicBezTo>
                <a:cubicBezTo>
                  <a:pt x="4824231" y="5873413"/>
                  <a:pt x="4824231" y="5873413"/>
                  <a:pt x="4812908" y="5811873"/>
                </a:cubicBezTo>
                <a:cubicBezTo>
                  <a:pt x="4819801" y="5815319"/>
                  <a:pt x="4825216" y="5816796"/>
                  <a:pt x="4829155" y="5820242"/>
                </a:cubicBezTo>
                <a:cubicBezTo>
                  <a:pt x="4833093" y="5824181"/>
                  <a:pt x="4835555" y="5829597"/>
                  <a:pt x="4842940" y="5840427"/>
                </a:cubicBezTo>
                <a:cubicBezTo>
                  <a:pt x="4856725" y="5765595"/>
                  <a:pt x="4907433" y="5792180"/>
                  <a:pt x="4954204" y="5795627"/>
                </a:cubicBezTo>
                <a:cubicBezTo>
                  <a:pt x="4947804" y="5784303"/>
                  <a:pt x="4944357" y="5778888"/>
                  <a:pt x="4941403" y="5773472"/>
                </a:cubicBezTo>
                <a:cubicBezTo>
                  <a:pt x="4982758" y="5761656"/>
                  <a:pt x="5032975" y="5770026"/>
                  <a:pt x="5054637" y="5731625"/>
                </a:cubicBezTo>
                <a:cubicBezTo>
                  <a:pt x="5080729" y="5723255"/>
                  <a:pt x="5099930" y="5717840"/>
                  <a:pt x="5122576" y="5710455"/>
                </a:cubicBezTo>
                <a:cubicBezTo>
                  <a:pt x="5105838" y="5692732"/>
                  <a:pt x="5092545" y="5678947"/>
                  <a:pt x="5070883" y="5656300"/>
                </a:cubicBezTo>
                <a:cubicBezTo>
                  <a:pt x="5095007" y="5656300"/>
                  <a:pt x="5107807" y="5654823"/>
                  <a:pt x="5120115" y="5656792"/>
                </a:cubicBezTo>
                <a:cubicBezTo>
                  <a:pt x="5162455" y="5662700"/>
                  <a:pt x="5174763" y="5653838"/>
                  <a:pt x="5179193" y="5611991"/>
                </a:cubicBezTo>
                <a:cubicBezTo>
                  <a:pt x="5184609" y="5559806"/>
                  <a:pt x="5211194" y="5546513"/>
                  <a:pt x="5259441" y="5564729"/>
                </a:cubicBezTo>
                <a:cubicBezTo>
                  <a:pt x="5272241" y="5569652"/>
                  <a:pt x="5292919" y="5555375"/>
                  <a:pt x="5313596" y="5548482"/>
                </a:cubicBezTo>
                <a:cubicBezTo>
                  <a:pt x="5284057" y="5518451"/>
                  <a:pt x="5284057" y="5518451"/>
                  <a:pt x="5311627" y="5490881"/>
                </a:cubicBezTo>
                <a:cubicBezTo>
                  <a:pt x="5325904" y="5496296"/>
                  <a:pt x="5338704" y="5501712"/>
                  <a:pt x="5351012" y="5506635"/>
                </a:cubicBezTo>
                <a:cubicBezTo>
                  <a:pt x="5355936" y="5493343"/>
                  <a:pt x="5357413" y="5475127"/>
                  <a:pt x="5367259" y="5467742"/>
                </a:cubicBezTo>
                <a:cubicBezTo>
                  <a:pt x="5388921" y="5450511"/>
                  <a:pt x="5370705" y="5407679"/>
                  <a:pt x="5412060" y="5403248"/>
                </a:cubicBezTo>
                <a:cubicBezTo>
                  <a:pt x="5419445" y="5402264"/>
                  <a:pt x="5425352" y="5386510"/>
                  <a:pt x="5425352" y="5386017"/>
                </a:cubicBezTo>
                <a:cubicBezTo>
                  <a:pt x="5461784" y="5379125"/>
                  <a:pt x="5490831" y="5373709"/>
                  <a:pt x="5520370" y="5368294"/>
                </a:cubicBezTo>
                <a:cubicBezTo>
                  <a:pt x="5520370" y="5364355"/>
                  <a:pt x="5520862" y="5360417"/>
                  <a:pt x="5520862" y="5356478"/>
                </a:cubicBezTo>
                <a:cubicBezTo>
                  <a:pt x="5513478" y="5352540"/>
                  <a:pt x="5506585" y="5348601"/>
                  <a:pt x="5499200" y="5344170"/>
                </a:cubicBezTo>
                <a:cubicBezTo>
                  <a:pt x="5508554" y="5309215"/>
                  <a:pt x="5515939" y="5271307"/>
                  <a:pt x="5568125" y="5288046"/>
                </a:cubicBezTo>
                <a:cubicBezTo>
                  <a:pt x="5568125" y="5288046"/>
                  <a:pt x="5575017" y="5274261"/>
                  <a:pt x="5575017" y="5266876"/>
                </a:cubicBezTo>
                <a:cubicBezTo>
                  <a:pt x="5574525" y="5249645"/>
                  <a:pt x="5572064" y="5231922"/>
                  <a:pt x="5570094" y="5207798"/>
                </a:cubicBezTo>
                <a:cubicBezTo>
                  <a:pt x="5584864" y="5217152"/>
                  <a:pt x="5594710" y="5223552"/>
                  <a:pt x="5604064" y="5229952"/>
                </a:cubicBezTo>
                <a:cubicBezTo>
                  <a:pt x="5647881" y="5220598"/>
                  <a:pt x="5621788" y="5186136"/>
                  <a:pt x="5627203" y="5154135"/>
                </a:cubicBezTo>
                <a:cubicBezTo>
                  <a:pt x="5669050" y="5197459"/>
                  <a:pt x="5687266" y="5155120"/>
                  <a:pt x="5711882" y="5137889"/>
                </a:cubicBezTo>
                <a:cubicBezTo>
                  <a:pt x="5715328" y="5135427"/>
                  <a:pt x="5707944" y="5117211"/>
                  <a:pt x="5703513" y="5096042"/>
                </a:cubicBezTo>
                <a:cubicBezTo>
                  <a:pt x="5722221" y="5066995"/>
                  <a:pt x="5740436" y="5017270"/>
                  <a:pt x="5810838" y="5035486"/>
                </a:cubicBezTo>
                <a:cubicBezTo>
                  <a:pt x="5802961" y="5002993"/>
                  <a:pt x="5796561" y="4978377"/>
                  <a:pt x="5789668" y="4950315"/>
                </a:cubicBezTo>
                <a:cubicBezTo>
                  <a:pt x="5840377" y="4894683"/>
                  <a:pt x="5840377" y="4894683"/>
                  <a:pt x="5928010" y="4911914"/>
                </a:cubicBezTo>
                <a:cubicBezTo>
                  <a:pt x="5905856" y="4898129"/>
                  <a:pt x="5884194" y="4884344"/>
                  <a:pt x="5855639" y="4866621"/>
                </a:cubicBezTo>
                <a:cubicBezTo>
                  <a:pt x="5871886" y="4860221"/>
                  <a:pt x="5883702" y="4849882"/>
                  <a:pt x="5893055" y="4852344"/>
                </a:cubicBezTo>
                <a:cubicBezTo>
                  <a:pt x="5924564" y="4860713"/>
                  <a:pt x="5928995" y="4845451"/>
                  <a:pt x="5922594" y="4820343"/>
                </a:cubicBezTo>
                <a:cubicBezTo>
                  <a:pt x="5949672" y="4818866"/>
                  <a:pt x="5946718" y="4818866"/>
                  <a:pt x="5943764" y="4790804"/>
                </a:cubicBezTo>
                <a:cubicBezTo>
                  <a:pt x="5942780" y="4781942"/>
                  <a:pt x="5960995" y="4771111"/>
                  <a:pt x="5970842" y="4760280"/>
                </a:cubicBezTo>
                <a:cubicBezTo>
                  <a:pt x="5953118" y="4740587"/>
                  <a:pt x="5958534" y="4729264"/>
                  <a:pt x="5985611" y="4720402"/>
                </a:cubicBezTo>
                <a:cubicBezTo>
                  <a:pt x="6017120" y="4709571"/>
                  <a:pt x="6040259" y="4688402"/>
                  <a:pt x="6037797" y="4650985"/>
                </a:cubicBezTo>
                <a:cubicBezTo>
                  <a:pt x="6036813" y="4637693"/>
                  <a:pt x="6033859" y="4624892"/>
                  <a:pt x="6031397" y="4609631"/>
                </a:cubicBezTo>
                <a:cubicBezTo>
                  <a:pt x="6046659" y="4604707"/>
                  <a:pt x="6062413" y="4598799"/>
                  <a:pt x="6079152" y="4594369"/>
                </a:cubicBezTo>
                <a:cubicBezTo>
                  <a:pt x="6092937" y="4590923"/>
                  <a:pt x="6107214" y="4588953"/>
                  <a:pt x="6124938" y="4585015"/>
                </a:cubicBezTo>
                <a:cubicBezTo>
                  <a:pt x="6111645" y="4566799"/>
                  <a:pt x="6082106" y="4545629"/>
                  <a:pt x="6131830" y="4541198"/>
                </a:cubicBezTo>
                <a:cubicBezTo>
                  <a:pt x="6125430" y="4523967"/>
                  <a:pt x="6119522" y="4507228"/>
                  <a:pt x="6113614" y="4490982"/>
                </a:cubicBezTo>
                <a:cubicBezTo>
                  <a:pt x="6116076" y="4489505"/>
                  <a:pt x="6119030" y="4488028"/>
                  <a:pt x="6121491" y="4486551"/>
                </a:cubicBezTo>
                <a:cubicBezTo>
                  <a:pt x="6130353" y="4497874"/>
                  <a:pt x="6139707" y="4509197"/>
                  <a:pt x="6148569" y="4520521"/>
                </a:cubicBezTo>
                <a:cubicBezTo>
                  <a:pt x="6151030" y="4520028"/>
                  <a:pt x="6153492" y="4519536"/>
                  <a:pt x="6155954" y="4519044"/>
                </a:cubicBezTo>
                <a:cubicBezTo>
                  <a:pt x="6149061" y="4495905"/>
                  <a:pt x="6134784" y="4471781"/>
                  <a:pt x="6136753" y="4449135"/>
                </a:cubicBezTo>
                <a:cubicBezTo>
                  <a:pt x="6139215" y="4423042"/>
                  <a:pt x="6155461" y="4397934"/>
                  <a:pt x="6166292" y="4372825"/>
                </a:cubicBezTo>
                <a:cubicBezTo>
                  <a:pt x="6168754" y="4367410"/>
                  <a:pt x="6175154" y="4363963"/>
                  <a:pt x="6179585" y="4360025"/>
                </a:cubicBezTo>
                <a:cubicBezTo>
                  <a:pt x="6173185" y="4349686"/>
                  <a:pt x="6167277" y="4340332"/>
                  <a:pt x="6161369" y="4330486"/>
                </a:cubicBezTo>
                <a:cubicBezTo>
                  <a:pt x="6173185" y="4330978"/>
                  <a:pt x="6185000" y="4331963"/>
                  <a:pt x="6209124" y="4332947"/>
                </a:cubicBezTo>
                <a:cubicBezTo>
                  <a:pt x="6193862" y="4319655"/>
                  <a:pt x="6181554" y="4313255"/>
                  <a:pt x="6178108" y="4303901"/>
                </a:cubicBezTo>
                <a:cubicBezTo>
                  <a:pt x="6174662" y="4293562"/>
                  <a:pt x="6180077" y="4280269"/>
                  <a:pt x="6181554" y="4268454"/>
                </a:cubicBezTo>
                <a:cubicBezTo>
                  <a:pt x="6185000" y="4268454"/>
                  <a:pt x="6188939" y="4267961"/>
                  <a:pt x="6192385" y="4267961"/>
                </a:cubicBezTo>
                <a:cubicBezTo>
                  <a:pt x="6195831" y="4277315"/>
                  <a:pt x="6198786" y="4286670"/>
                  <a:pt x="6205185" y="4305378"/>
                </a:cubicBezTo>
                <a:cubicBezTo>
                  <a:pt x="6213555" y="4282731"/>
                  <a:pt x="6221432" y="4266977"/>
                  <a:pt x="6224878" y="4250730"/>
                </a:cubicBezTo>
                <a:cubicBezTo>
                  <a:pt x="6229801" y="4228084"/>
                  <a:pt x="6221924" y="4205437"/>
                  <a:pt x="6251464" y="4187713"/>
                </a:cubicBezTo>
                <a:cubicBezTo>
                  <a:pt x="6267710" y="4178359"/>
                  <a:pt x="6270172" y="4142420"/>
                  <a:pt x="6276079" y="4118296"/>
                </a:cubicBezTo>
                <a:cubicBezTo>
                  <a:pt x="6278049" y="4110419"/>
                  <a:pt x="6273126" y="4100573"/>
                  <a:pt x="6278049" y="4088757"/>
                </a:cubicBezTo>
                <a:cubicBezTo>
                  <a:pt x="6282480" y="4095157"/>
                  <a:pt x="6287403" y="4101557"/>
                  <a:pt x="6294788" y="4111896"/>
                </a:cubicBezTo>
                <a:cubicBezTo>
                  <a:pt x="6304141" y="4100573"/>
                  <a:pt x="6312511" y="4089742"/>
                  <a:pt x="6322358" y="4077434"/>
                </a:cubicBezTo>
                <a:cubicBezTo>
                  <a:pt x="6298234" y="4067095"/>
                  <a:pt x="6257864" y="4072511"/>
                  <a:pt x="6297742" y="4032141"/>
                </a:cubicBezTo>
                <a:cubicBezTo>
                  <a:pt x="6317434" y="4012448"/>
                  <a:pt x="6327773" y="3978970"/>
                  <a:pt x="6333188" y="3949431"/>
                </a:cubicBezTo>
                <a:cubicBezTo>
                  <a:pt x="6338604" y="3919400"/>
                  <a:pt x="6333681" y="3886907"/>
                  <a:pt x="6332696" y="3855398"/>
                </a:cubicBezTo>
                <a:cubicBezTo>
                  <a:pt x="6332204" y="3837182"/>
                  <a:pt x="6330235" y="3818474"/>
                  <a:pt x="6328757" y="3795335"/>
                </a:cubicBezTo>
                <a:cubicBezTo>
                  <a:pt x="6327281" y="3795828"/>
                  <a:pt x="6334666" y="3793858"/>
                  <a:pt x="6342050" y="3792381"/>
                </a:cubicBezTo>
                <a:cubicBezTo>
                  <a:pt x="6349927" y="3755457"/>
                  <a:pt x="6357312" y="3717057"/>
                  <a:pt x="6366174" y="3679148"/>
                </a:cubicBezTo>
                <a:cubicBezTo>
                  <a:pt x="6372082" y="3653547"/>
                  <a:pt x="6381436" y="3628931"/>
                  <a:pt x="6386359" y="3603331"/>
                </a:cubicBezTo>
                <a:cubicBezTo>
                  <a:pt x="6387836" y="3594469"/>
                  <a:pt x="6380451" y="3584131"/>
                  <a:pt x="6376020" y="3572807"/>
                </a:cubicBezTo>
                <a:cubicBezTo>
                  <a:pt x="6378974" y="3550653"/>
                  <a:pt x="6382420" y="3526037"/>
                  <a:pt x="6387343" y="3490098"/>
                </a:cubicBezTo>
                <a:cubicBezTo>
                  <a:pt x="6422791" y="3468436"/>
                  <a:pt x="6399651" y="3427081"/>
                  <a:pt x="6391774" y="3387695"/>
                </a:cubicBezTo>
                <a:cubicBezTo>
                  <a:pt x="6390297" y="3380310"/>
                  <a:pt x="6388328" y="3368495"/>
                  <a:pt x="6391774" y="3366033"/>
                </a:cubicBezTo>
                <a:cubicBezTo>
                  <a:pt x="6424759" y="3339448"/>
                  <a:pt x="6407036" y="3310401"/>
                  <a:pt x="6400144" y="3279878"/>
                </a:cubicBezTo>
                <a:cubicBezTo>
                  <a:pt x="6394728" y="3255262"/>
                  <a:pt x="6389805" y="3228184"/>
                  <a:pt x="6395220" y="3204553"/>
                </a:cubicBezTo>
                <a:cubicBezTo>
                  <a:pt x="6404575" y="3164675"/>
                  <a:pt x="6399651" y="3130213"/>
                  <a:pt x="6389313" y="3091319"/>
                </a:cubicBezTo>
                <a:cubicBezTo>
                  <a:pt x="6378482" y="3051442"/>
                  <a:pt x="6376513" y="3006641"/>
                  <a:pt x="6382420" y="2965286"/>
                </a:cubicBezTo>
                <a:cubicBezTo>
                  <a:pt x="6388821" y="2920485"/>
                  <a:pt x="6363220" y="2880607"/>
                  <a:pt x="6372082" y="2835314"/>
                </a:cubicBezTo>
                <a:cubicBezTo>
                  <a:pt x="6376513" y="2813652"/>
                  <a:pt x="6361251" y="2788051"/>
                  <a:pt x="6358789" y="2764420"/>
                </a:cubicBezTo>
                <a:cubicBezTo>
                  <a:pt x="6358296" y="2748666"/>
                  <a:pt x="6356820" y="2733404"/>
                  <a:pt x="6356820" y="2717650"/>
                </a:cubicBezTo>
                <a:cubicBezTo>
                  <a:pt x="6356820" y="2710757"/>
                  <a:pt x="6356820" y="2703372"/>
                  <a:pt x="6359774" y="2697464"/>
                </a:cubicBezTo>
                <a:cubicBezTo>
                  <a:pt x="6367651" y="2678756"/>
                  <a:pt x="6374051" y="2663495"/>
                  <a:pt x="6346481" y="2652663"/>
                </a:cubicBezTo>
                <a:cubicBezTo>
                  <a:pt x="6337127" y="2649217"/>
                  <a:pt x="6328757" y="2627555"/>
                  <a:pt x="6330235" y="2615247"/>
                </a:cubicBezTo>
                <a:cubicBezTo>
                  <a:pt x="6336635" y="2555677"/>
                  <a:pt x="6307588" y="2505953"/>
                  <a:pt x="6289372" y="2453274"/>
                </a:cubicBezTo>
                <a:cubicBezTo>
                  <a:pt x="6275587" y="2413397"/>
                  <a:pt x="6267710" y="2372042"/>
                  <a:pt x="6256387" y="2331672"/>
                </a:cubicBezTo>
                <a:cubicBezTo>
                  <a:pt x="6251956" y="2316410"/>
                  <a:pt x="6245556" y="2302132"/>
                  <a:pt x="6235710" y="2288348"/>
                </a:cubicBezTo>
                <a:cubicBezTo>
                  <a:pt x="6232755" y="2276532"/>
                  <a:pt x="6228817" y="2264224"/>
                  <a:pt x="6226355" y="2252408"/>
                </a:cubicBezTo>
                <a:cubicBezTo>
                  <a:pt x="6217493" y="2214007"/>
                  <a:pt x="6200754" y="2178561"/>
                  <a:pt x="6194847" y="2138683"/>
                </a:cubicBezTo>
                <a:cubicBezTo>
                  <a:pt x="6190416" y="2111605"/>
                  <a:pt x="6190908" y="2071727"/>
                  <a:pt x="6148077" y="2060896"/>
                </a:cubicBezTo>
                <a:cubicBezTo>
                  <a:pt x="6139707" y="2058927"/>
                  <a:pt x="6133799" y="2039234"/>
                  <a:pt x="6130845" y="2026434"/>
                </a:cubicBezTo>
                <a:cubicBezTo>
                  <a:pt x="6122476" y="1989510"/>
                  <a:pt x="6116076" y="1952094"/>
                  <a:pt x="6108691" y="1915170"/>
                </a:cubicBezTo>
                <a:cubicBezTo>
                  <a:pt x="6112137" y="1912216"/>
                  <a:pt x="6115091" y="1909262"/>
                  <a:pt x="6118537" y="1906801"/>
                </a:cubicBezTo>
                <a:cubicBezTo>
                  <a:pt x="6097368" y="1896954"/>
                  <a:pt x="6072752" y="1891539"/>
                  <a:pt x="6056505" y="1876277"/>
                </a:cubicBezTo>
                <a:cubicBezTo>
                  <a:pt x="6040751" y="1861999"/>
                  <a:pt x="6031397" y="1839353"/>
                  <a:pt x="6024013" y="1819168"/>
                </a:cubicBezTo>
                <a:cubicBezTo>
                  <a:pt x="6018597" y="1804398"/>
                  <a:pt x="6021058" y="1786182"/>
                  <a:pt x="6020074" y="1766982"/>
                </a:cubicBezTo>
                <a:cubicBezTo>
                  <a:pt x="5989550" y="1769936"/>
                  <a:pt x="5975273" y="1762551"/>
                  <a:pt x="5972319" y="1729073"/>
                </a:cubicBezTo>
                <a:cubicBezTo>
                  <a:pt x="5970842" y="1714304"/>
                  <a:pt x="5941303" y="1701996"/>
                  <a:pt x="5919641" y="1684765"/>
                </a:cubicBezTo>
                <a:cubicBezTo>
                  <a:pt x="5926533" y="1705935"/>
                  <a:pt x="5930964" y="1719719"/>
                  <a:pt x="5938349" y="1742858"/>
                </a:cubicBezTo>
                <a:cubicBezTo>
                  <a:pt x="5913733" y="1734489"/>
                  <a:pt x="5896010" y="1728089"/>
                  <a:pt x="5878286" y="1722181"/>
                </a:cubicBezTo>
                <a:cubicBezTo>
                  <a:pt x="5886655" y="1706427"/>
                  <a:pt x="5894532" y="1690673"/>
                  <a:pt x="5905363" y="1670488"/>
                </a:cubicBezTo>
                <a:cubicBezTo>
                  <a:pt x="5905856" y="1671472"/>
                  <a:pt x="5903887" y="1663103"/>
                  <a:pt x="5901917" y="1663103"/>
                </a:cubicBezTo>
                <a:cubicBezTo>
                  <a:pt x="5862040" y="1662118"/>
                  <a:pt x="5837424" y="1631594"/>
                  <a:pt x="5806407" y="1613871"/>
                </a:cubicBezTo>
                <a:cubicBezTo>
                  <a:pt x="5784745" y="1601563"/>
                  <a:pt x="5763576" y="1590732"/>
                  <a:pt x="5771945" y="1558239"/>
                </a:cubicBezTo>
                <a:cubicBezTo>
                  <a:pt x="5750776" y="1550362"/>
                  <a:pt x="5710897" y="1557254"/>
                  <a:pt x="5726160" y="1516884"/>
                </a:cubicBezTo>
                <a:cubicBezTo>
                  <a:pt x="5701051" y="1499653"/>
                  <a:pt x="5677420" y="1483406"/>
                  <a:pt x="5648373" y="1463714"/>
                </a:cubicBezTo>
                <a:cubicBezTo>
                  <a:pt x="5649850" y="1462729"/>
                  <a:pt x="5642958" y="1466668"/>
                  <a:pt x="5636065" y="1470114"/>
                </a:cubicBezTo>
                <a:cubicBezTo>
                  <a:pt x="5614895" y="1428267"/>
                  <a:pt x="5614895" y="1428267"/>
                  <a:pt x="5681851" y="1413989"/>
                </a:cubicBezTo>
                <a:cubicBezTo>
                  <a:pt x="5608988" y="1337188"/>
                  <a:pt x="5539079" y="1263340"/>
                  <a:pt x="5466707" y="1186538"/>
                </a:cubicBezTo>
                <a:cubicBezTo>
                  <a:pt x="5437660" y="1228878"/>
                  <a:pt x="5399752" y="1214108"/>
                  <a:pt x="5356921" y="1211154"/>
                </a:cubicBezTo>
                <a:cubicBezTo>
                  <a:pt x="5329350" y="1209185"/>
                  <a:pt x="5298827" y="1212631"/>
                  <a:pt x="5269288" y="1206723"/>
                </a:cubicBezTo>
                <a:cubicBezTo>
                  <a:pt x="5263380" y="1205246"/>
                  <a:pt x="5253534" y="1207216"/>
                  <a:pt x="5251072" y="1203769"/>
                </a:cubicBezTo>
                <a:cubicBezTo>
                  <a:pt x="5224487" y="1164384"/>
                  <a:pt x="5179686" y="1182600"/>
                  <a:pt x="5144731" y="1169307"/>
                </a:cubicBezTo>
                <a:cubicBezTo>
                  <a:pt x="5104361" y="1153553"/>
                  <a:pt x="5063991" y="1138783"/>
                  <a:pt x="5020667" y="1122044"/>
                </a:cubicBezTo>
                <a:cubicBezTo>
                  <a:pt x="5031005" y="1112690"/>
                  <a:pt x="5037898" y="1106290"/>
                  <a:pt x="5044790" y="1099890"/>
                </a:cubicBezTo>
                <a:cubicBezTo>
                  <a:pt x="5013774" y="1059028"/>
                  <a:pt x="4960604" y="1027027"/>
                  <a:pt x="4997035" y="959579"/>
                </a:cubicBezTo>
                <a:cubicBezTo>
                  <a:pt x="4942388" y="913794"/>
                  <a:pt x="4965527" y="848315"/>
                  <a:pt x="4963065" y="784806"/>
                </a:cubicBezTo>
                <a:cubicBezTo>
                  <a:pt x="4849340" y="710958"/>
                  <a:pt x="4736107" y="629726"/>
                  <a:pt x="4603673" y="578525"/>
                </a:cubicBezTo>
                <a:cubicBezTo>
                  <a:pt x="4476162" y="528800"/>
                  <a:pt x="4353083" y="466768"/>
                  <a:pt x="4214741" y="448552"/>
                </a:cubicBezTo>
                <a:cubicBezTo>
                  <a:pt x="4215233" y="443629"/>
                  <a:pt x="4215726" y="439198"/>
                  <a:pt x="4216218" y="434275"/>
                </a:cubicBezTo>
                <a:cubicBezTo>
                  <a:pt x="4267911" y="437229"/>
                  <a:pt x="4320097" y="440183"/>
                  <a:pt x="4371791" y="442152"/>
                </a:cubicBezTo>
                <a:cubicBezTo>
                  <a:pt x="4392468" y="443137"/>
                  <a:pt x="4413638" y="445106"/>
                  <a:pt x="4433823" y="441168"/>
                </a:cubicBezTo>
                <a:cubicBezTo>
                  <a:pt x="4476162" y="433290"/>
                  <a:pt x="4506194" y="448552"/>
                  <a:pt x="4531302" y="481045"/>
                </a:cubicBezTo>
                <a:cubicBezTo>
                  <a:pt x="4536717" y="487938"/>
                  <a:pt x="4547549" y="490892"/>
                  <a:pt x="4556410" y="494830"/>
                </a:cubicBezTo>
                <a:cubicBezTo>
                  <a:pt x="4572164" y="502707"/>
                  <a:pt x="4588411" y="510585"/>
                  <a:pt x="4604657" y="517477"/>
                </a:cubicBezTo>
                <a:cubicBezTo>
                  <a:pt x="4644535" y="534708"/>
                  <a:pt x="4684413" y="551939"/>
                  <a:pt x="4724291" y="568678"/>
                </a:cubicBezTo>
                <a:cubicBezTo>
                  <a:pt x="4732168" y="572124"/>
                  <a:pt x="4745460" y="573109"/>
                  <a:pt x="4747922" y="579017"/>
                </a:cubicBezTo>
                <a:cubicBezTo>
                  <a:pt x="4770076" y="628249"/>
                  <a:pt x="4820293" y="618895"/>
                  <a:pt x="4858202" y="634649"/>
                </a:cubicBezTo>
                <a:cubicBezTo>
                  <a:pt x="4865586" y="637603"/>
                  <a:pt x="4871986" y="644988"/>
                  <a:pt x="4878879" y="648926"/>
                </a:cubicBezTo>
                <a:cubicBezTo>
                  <a:pt x="4894633" y="657788"/>
                  <a:pt x="4910880" y="666157"/>
                  <a:pt x="4926634" y="675019"/>
                </a:cubicBezTo>
                <a:cubicBezTo>
                  <a:pt x="4931065" y="672557"/>
                  <a:pt x="4935003" y="669603"/>
                  <a:pt x="4939434" y="667142"/>
                </a:cubicBezTo>
                <a:cubicBezTo>
                  <a:pt x="4931557" y="633172"/>
                  <a:pt x="4923680" y="599694"/>
                  <a:pt x="4914818" y="562770"/>
                </a:cubicBezTo>
                <a:cubicBezTo>
                  <a:pt x="4884294" y="596248"/>
                  <a:pt x="4862632" y="576063"/>
                  <a:pt x="4837524" y="551939"/>
                </a:cubicBezTo>
                <a:cubicBezTo>
                  <a:pt x="4818816" y="534708"/>
                  <a:pt x="4792231" y="525846"/>
                  <a:pt x="4770076" y="512061"/>
                </a:cubicBezTo>
                <a:cubicBezTo>
                  <a:pt x="4753338" y="501723"/>
                  <a:pt x="4738076" y="489907"/>
                  <a:pt x="4721829" y="479568"/>
                </a:cubicBezTo>
                <a:cubicBezTo>
                  <a:pt x="4717891" y="477107"/>
                  <a:pt x="4711491" y="475138"/>
                  <a:pt x="4708044" y="476615"/>
                </a:cubicBezTo>
                <a:cubicBezTo>
                  <a:pt x="4669643" y="491384"/>
                  <a:pt x="4647489" y="461353"/>
                  <a:pt x="4619427" y="446091"/>
                </a:cubicBezTo>
                <a:cubicBezTo>
                  <a:pt x="4604165" y="437721"/>
                  <a:pt x="4585457" y="426890"/>
                  <a:pt x="4569210" y="428860"/>
                </a:cubicBezTo>
                <a:cubicBezTo>
                  <a:pt x="4532779" y="433290"/>
                  <a:pt x="4511117" y="421475"/>
                  <a:pt x="4497824" y="385536"/>
                </a:cubicBezTo>
                <a:cubicBezTo>
                  <a:pt x="4548041" y="362889"/>
                  <a:pt x="4583980" y="406213"/>
                  <a:pt x="4627304" y="412121"/>
                </a:cubicBezTo>
                <a:cubicBezTo>
                  <a:pt x="4671613" y="418521"/>
                  <a:pt x="4714444" y="433290"/>
                  <a:pt x="4757276" y="446583"/>
                </a:cubicBezTo>
                <a:cubicBezTo>
                  <a:pt x="4799615" y="459876"/>
                  <a:pt x="4840478" y="475630"/>
                  <a:pt x="4882325" y="490399"/>
                </a:cubicBezTo>
                <a:cubicBezTo>
                  <a:pt x="4883802" y="487446"/>
                  <a:pt x="4885279" y="484492"/>
                  <a:pt x="4886756" y="481538"/>
                </a:cubicBezTo>
                <a:cubicBezTo>
                  <a:pt x="4872479" y="470707"/>
                  <a:pt x="4857709" y="459383"/>
                  <a:pt x="4836047" y="442645"/>
                </a:cubicBezTo>
                <a:cubicBezTo>
                  <a:pt x="4857709" y="439198"/>
                  <a:pt x="4868540" y="437229"/>
                  <a:pt x="4885771" y="434767"/>
                </a:cubicBezTo>
                <a:cubicBezTo>
                  <a:pt x="4863125" y="418521"/>
                  <a:pt x="4843924" y="405228"/>
                  <a:pt x="4826201" y="390951"/>
                </a:cubicBezTo>
                <a:cubicBezTo>
                  <a:pt x="4820293" y="386028"/>
                  <a:pt x="4816847" y="377166"/>
                  <a:pt x="4815862" y="369781"/>
                </a:cubicBezTo>
                <a:cubicBezTo>
                  <a:pt x="4815370" y="367320"/>
                  <a:pt x="4827185" y="359935"/>
                  <a:pt x="4832601" y="360920"/>
                </a:cubicBezTo>
                <a:cubicBezTo>
                  <a:pt x="4854755" y="363874"/>
                  <a:pt x="4883310" y="340242"/>
                  <a:pt x="4898079" y="376674"/>
                </a:cubicBezTo>
                <a:cubicBezTo>
                  <a:pt x="4899556" y="379628"/>
                  <a:pt x="4910387" y="382089"/>
                  <a:pt x="4914818" y="380120"/>
                </a:cubicBezTo>
                <a:cubicBezTo>
                  <a:pt x="4961096" y="362397"/>
                  <a:pt x="4988666" y="398828"/>
                  <a:pt x="5018697" y="419013"/>
                </a:cubicBezTo>
                <a:cubicBezTo>
                  <a:pt x="5053160" y="442152"/>
                  <a:pt x="5066453" y="444122"/>
                  <a:pt x="5085160" y="406705"/>
                </a:cubicBezTo>
                <a:cubicBezTo>
                  <a:pt x="5101899" y="413105"/>
                  <a:pt x="5119130" y="419013"/>
                  <a:pt x="5138331" y="426398"/>
                </a:cubicBezTo>
                <a:cubicBezTo>
                  <a:pt x="5138823" y="419013"/>
                  <a:pt x="5140300" y="413598"/>
                  <a:pt x="5138823" y="412613"/>
                </a:cubicBezTo>
                <a:cubicBezTo>
                  <a:pt x="5110268" y="390459"/>
                  <a:pt x="5084176" y="363381"/>
                  <a:pt x="5052175" y="348612"/>
                </a:cubicBezTo>
                <a:cubicBezTo>
                  <a:pt x="5001466" y="324488"/>
                  <a:pt x="4947311" y="307257"/>
                  <a:pt x="4894141" y="289533"/>
                </a:cubicBezTo>
                <a:cubicBezTo>
                  <a:pt x="4862632" y="278702"/>
                  <a:pt x="4829155" y="272302"/>
                  <a:pt x="4796662" y="264425"/>
                </a:cubicBezTo>
                <a:cubicBezTo>
                  <a:pt x="4753830" y="254086"/>
                  <a:pt x="4710506" y="244240"/>
                  <a:pt x="4667674" y="233901"/>
                </a:cubicBezTo>
                <a:cubicBezTo>
                  <a:pt x="4660782" y="232424"/>
                  <a:pt x="4650443" y="230947"/>
                  <a:pt x="4647981" y="226024"/>
                </a:cubicBezTo>
                <a:cubicBezTo>
                  <a:pt x="4630258" y="195501"/>
                  <a:pt x="4599734" y="199439"/>
                  <a:pt x="4572164" y="193039"/>
                </a:cubicBezTo>
                <a:cubicBezTo>
                  <a:pt x="4534256" y="183685"/>
                  <a:pt x="4497824" y="168423"/>
                  <a:pt x="4460900" y="155623"/>
                </a:cubicBezTo>
                <a:cubicBezTo>
                  <a:pt x="4461885" y="150207"/>
                  <a:pt x="4463362" y="144792"/>
                  <a:pt x="4464347" y="139376"/>
                </a:cubicBezTo>
                <a:cubicBezTo>
                  <a:pt x="4540656" y="139376"/>
                  <a:pt x="4617458" y="132976"/>
                  <a:pt x="4692783" y="140853"/>
                </a:cubicBezTo>
                <a:cubicBezTo>
                  <a:pt x="4777461" y="149715"/>
                  <a:pt x="4861648" y="167931"/>
                  <a:pt x="4943865" y="190577"/>
                </a:cubicBezTo>
                <a:cubicBezTo>
                  <a:pt x="4971927" y="198454"/>
                  <a:pt x="4997035" y="200916"/>
                  <a:pt x="5025098" y="203378"/>
                </a:cubicBezTo>
                <a:cubicBezTo>
                  <a:pt x="5054145" y="205839"/>
                  <a:pt x="5080729" y="227501"/>
                  <a:pt x="5109284" y="239809"/>
                </a:cubicBezTo>
                <a:cubicBezTo>
                  <a:pt x="5123561" y="245717"/>
                  <a:pt x="5141285" y="255071"/>
                  <a:pt x="5153593" y="251625"/>
                </a:cubicBezTo>
                <a:cubicBezTo>
                  <a:pt x="5167378" y="247194"/>
                  <a:pt x="5188547" y="227009"/>
                  <a:pt x="5186578" y="218147"/>
                </a:cubicBezTo>
                <a:cubicBezTo>
                  <a:pt x="5178701" y="184670"/>
                  <a:pt x="5182640" y="138884"/>
                  <a:pt x="5126023" y="138392"/>
                </a:cubicBezTo>
                <a:cubicBezTo>
                  <a:pt x="5126023" y="120176"/>
                  <a:pt x="5126515" y="105406"/>
                  <a:pt x="5126023" y="90144"/>
                </a:cubicBezTo>
                <a:cubicBezTo>
                  <a:pt x="5125038" y="52728"/>
                  <a:pt x="5142269" y="38451"/>
                  <a:pt x="5178701" y="40912"/>
                </a:cubicBezTo>
                <a:cubicBezTo>
                  <a:pt x="5203809" y="42389"/>
                  <a:pt x="5229410" y="35005"/>
                  <a:pt x="5254026" y="37466"/>
                </a:cubicBezTo>
                <a:cubicBezTo>
                  <a:pt x="5275195" y="39435"/>
                  <a:pt x="5295873" y="49774"/>
                  <a:pt x="5316550" y="57159"/>
                </a:cubicBezTo>
                <a:cubicBezTo>
                  <a:pt x="5336243" y="64051"/>
                  <a:pt x="5355443" y="72421"/>
                  <a:pt x="5379567" y="81775"/>
                </a:cubicBezTo>
                <a:cubicBezTo>
                  <a:pt x="5382521" y="62574"/>
                  <a:pt x="5384490" y="41897"/>
                  <a:pt x="5390398" y="21712"/>
                </a:cubicBezTo>
                <a:cubicBezTo>
                  <a:pt x="5393352" y="12850"/>
                  <a:pt x="5406152" y="-935"/>
                  <a:pt x="5412060" y="50"/>
                </a:cubicBezTo>
                <a:cubicBezTo>
                  <a:pt x="5457846" y="9404"/>
                  <a:pt x="5504123" y="19250"/>
                  <a:pt x="5547448" y="35497"/>
                </a:cubicBezTo>
                <a:cubicBezTo>
                  <a:pt x="5561725" y="40912"/>
                  <a:pt x="5568618" y="66021"/>
                  <a:pt x="5572556" y="85713"/>
                </a:cubicBezTo>
                <a:cubicBezTo>
                  <a:pt x="5584864" y="91129"/>
                  <a:pt x="5597664" y="97037"/>
                  <a:pt x="5613419" y="103929"/>
                </a:cubicBezTo>
                <a:cubicBezTo>
                  <a:pt x="5618342" y="92606"/>
                  <a:pt x="5623757" y="80790"/>
                  <a:pt x="5629665" y="67990"/>
                </a:cubicBezTo>
                <a:cubicBezTo>
                  <a:pt x="5646896" y="106391"/>
                  <a:pt x="5704005" y="121160"/>
                  <a:pt x="5677912" y="179746"/>
                </a:cubicBezTo>
                <a:cubicBezTo>
                  <a:pt x="5681358" y="179746"/>
                  <a:pt x="5684805" y="179254"/>
                  <a:pt x="5688251" y="179254"/>
                </a:cubicBezTo>
                <a:cubicBezTo>
                  <a:pt x="5701051" y="168423"/>
                  <a:pt x="5713359" y="157100"/>
                  <a:pt x="5734037" y="139376"/>
                </a:cubicBezTo>
                <a:cubicBezTo>
                  <a:pt x="5740929" y="159561"/>
                  <a:pt x="5746837" y="176300"/>
                  <a:pt x="5755206" y="199439"/>
                </a:cubicBezTo>
                <a:cubicBezTo>
                  <a:pt x="5724190" y="197962"/>
                  <a:pt x="5703020" y="196977"/>
                  <a:pt x="5681358" y="195993"/>
                </a:cubicBezTo>
                <a:cubicBezTo>
                  <a:pt x="5680374" y="200424"/>
                  <a:pt x="5679389" y="204855"/>
                  <a:pt x="5678404" y="209285"/>
                </a:cubicBezTo>
                <a:cubicBezTo>
                  <a:pt x="5690712" y="215686"/>
                  <a:pt x="5703020" y="222086"/>
                  <a:pt x="5718282" y="229963"/>
                </a:cubicBezTo>
                <a:cubicBezTo>
                  <a:pt x="5716805" y="235871"/>
                  <a:pt x="5714836" y="244732"/>
                  <a:pt x="5712375" y="254086"/>
                </a:cubicBezTo>
                <a:cubicBezTo>
                  <a:pt x="5783269" y="287072"/>
                  <a:pt x="5853670" y="320057"/>
                  <a:pt x="5921610" y="352058"/>
                </a:cubicBezTo>
                <a:cubicBezTo>
                  <a:pt x="5935395" y="341227"/>
                  <a:pt x="5942780" y="335319"/>
                  <a:pt x="5952133" y="328427"/>
                </a:cubicBezTo>
                <a:cubicBezTo>
                  <a:pt x="5972319" y="376674"/>
                  <a:pt x="5991519" y="421967"/>
                  <a:pt x="6010720" y="468245"/>
                </a:cubicBezTo>
                <a:cubicBezTo>
                  <a:pt x="6022043" y="465784"/>
                  <a:pt x="6046167" y="441168"/>
                  <a:pt x="6038289" y="485476"/>
                </a:cubicBezTo>
                <a:cubicBezTo>
                  <a:pt x="6049613" y="488430"/>
                  <a:pt x="6061429" y="491384"/>
                  <a:pt x="6074721" y="494830"/>
                </a:cubicBezTo>
                <a:cubicBezTo>
                  <a:pt x="6067336" y="515508"/>
                  <a:pt x="6063398" y="534216"/>
                  <a:pt x="6095891" y="524862"/>
                </a:cubicBezTo>
                <a:cubicBezTo>
                  <a:pt x="6082598" y="568678"/>
                  <a:pt x="6082598" y="568678"/>
                  <a:pt x="6007274" y="523877"/>
                </a:cubicBezTo>
                <a:cubicBezTo>
                  <a:pt x="6004812" y="533724"/>
                  <a:pt x="6002843" y="544062"/>
                  <a:pt x="5999889" y="553416"/>
                </a:cubicBezTo>
                <a:cubicBezTo>
                  <a:pt x="5996442" y="562770"/>
                  <a:pt x="5991519" y="571140"/>
                  <a:pt x="5984627" y="585417"/>
                </a:cubicBezTo>
                <a:cubicBezTo>
                  <a:pt x="6007766" y="601664"/>
                  <a:pt x="6030904" y="616925"/>
                  <a:pt x="6053552" y="634157"/>
                </a:cubicBezTo>
                <a:cubicBezTo>
                  <a:pt x="6057982" y="637110"/>
                  <a:pt x="6056998" y="647449"/>
                  <a:pt x="6060936" y="650895"/>
                </a:cubicBezTo>
                <a:cubicBezTo>
                  <a:pt x="6072752" y="659757"/>
                  <a:pt x="6085552" y="667142"/>
                  <a:pt x="6098845" y="672557"/>
                </a:cubicBezTo>
                <a:cubicBezTo>
                  <a:pt x="6100322" y="673050"/>
                  <a:pt x="6110168" y="657296"/>
                  <a:pt x="6113614" y="647941"/>
                </a:cubicBezTo>
                <a:cubicBezTo>
                  <a:pt x="6122476" y="620864"/>
                  <a:pt x="6129861" y="593294"/>
                  <a:pt x="6138230" y="566217"/>
                </a:cubicBezTo>
                <a:cubicBezTo>
                  <a:pt x="6166785" y="576555"/>
                  <a:pt x="6185985" y="594279"/>
                  <a:pt x="6201247" y="622833"/>
                </a:cubicBezTo>
                <a:cubicBezTo>
                  <a:pt x="6213555" y="644988"/>
                  <a:pt x="6243094" y="657788"/>
                  <a:pt x="6264756" y="675019"/>
                </a:cubicBezTo>
                <a:cubicBezTo>
                  <a:pt x="6264756" y="693235"/>
                  <a:pt x="6264756" y="714897"/>
                  <a:pt x="6264756" y="741974"/>
                </a:cubicBezTo>
                <a:cubicBezTo>
                  <a:pt x="6258356" y="744436"/>
                  <a:pt x="6244571" y="748867"/>
                  <a:pt x="6237678" y="751328"/>
                </a:cubicBezTo>
                <a:cubicBezTo>
                  <a:pt x="6216017" y="711451"/>
                  <a:pt x="6195339" y="673050"/>
                  <a:pt x="6174170" y="634649"/>
                </a:cubicBezTo>
                <a:cubicBezTo>
                  <a:pt x="6118045" y="672557"/>
                  <a:pt x="6130353" y="725728"/>
                  <a:pt x="6163338" y="768560"/>
                </a:cubicBezTo>
                <a:cubicBezTo>
                  <a:pt x="6194355" y="808437"/>
                  <a:pt x="6246540" y="825669"/>
                  <a:pt x="6263771" y="882778"/>
                </a:cubicBezTo>
                <a:cubicBezTo>
                  <a:pt x="6277557" y="928563"/>
                  <a:pt x="6316449" y="967456"/>
                  <a:pt x="6345496" y="1008319"/>
                </a:cubicBezTo>
                <a:cubicBezTo>
                  <a:pt x="6381928" y="1060012"/>
                  <a:pt x="6428206" y="1106783"/>
                  <a:pt x="6454299" y="1163399"/>
                </a:cubicBezTo>
                <a:cubicBezTo>
                  <a:pt x="6473499" y="1203769"/>
                  <a:pt x="6521254" y="1206723"/>
                  <a:pt x="6534055" y="1246109"/>
                </a:cubicBezTo>
                <a:cubicBezTo>
                  <a:pt x="6536024" y="1252017"/>
                  <a:pt x="6546855" y="1257432"/>
                  <a:pt x="6545870" y="1261371"/>
                </a:cubicBezTo>
                <a:cubicBezTo>
                  <a:pt x="6536024" y="1300756"/>
                  <a:pt x="6570978" y="1313064"/>
                  <a:pt x="6587717" y="1337188"/>
                </a:cubicBezTo>
                <a:cubicBezTo>
                  <a:pt x="6608887" y="1367711"/>
                  <a:pt x="6630549" y="1399712"/>
                  <a:pt x="6643349" y="1434667"/>
                </a:cubicBezTo>
                <a:cubicBezTo>
                  <a:pt x="6653688" y="1463221"/>
                  <a:pt x="6677811" y="1503592"/>
                  <a:pt x="6702427" y="1526238"/>
                </a:cubicBezTo>
                <a:cubicBezTo>
                  <a:pt x="6716705" y="1539531"/>
                  <a:pt x="6739843" y="1552823"/>
                  <a:pt x="6726551" y="1586301"/>
                </a:cubicBezTo>
                <a:cubicBezTo>
                  <a:pt x="6718182" y="1607471"/>
                  <a:pt x="6715720" y="1637994"/>
                  <a:pt x="6743290" y="1661133"/>
                </a:cubicBezTo>
                <a:cubicBezTo>
                  <a:pt x="6765444" y="1679349"/>
                  <a:pt x="6779722" y="1707411"/>
                  <a:pt x="6799415" y="1733504"/>
                </a:cubicBezTo>
                <a:cubicBezTo>
                  <a:pt x="6788091" y="1736458"/>
                  <a:pt x="6778245" y="1738920"/>
                  <a:pt x="6761998" y="1742858"/>
                </a:cubicBezTo>
                <a:cubicBezTo>
                  <a:pt x="6773814" y="1751228"/>
                  <a:pt x="6780706" y="1760090"/>
                  <a:pt x="6788583" y="1761074"/>
                </a:cubicBezTo>
                <a:cubicBezTo>
                  <a:pt x="6825507" y="1765505"/>
                  <a:pt x="6819107" y="1790121"/>
                  <a:pt x="6820092" y="1816214"/>
                </a:cubicBezTo>
                <a:cubicBezTo>
                  <a:pt x="6820584" y="1836399"/>
                  <a:pt x="6829938" y="1857076"/>
                  <a:pt x="6839784" y="1875784"/>
                </a:cubicBezTo>
                <a:cubicBezTo>
                  <a:pt x="6842246" y="1880708"/>
                  <a:pt x="6859969" y="1877754"/>
                  <a:pt x="6876216" y="1878738"/>
                </a:cubicBezTo>
                <a:cubicBezTo>
                  <a:pt x="6872277" y="1894985"/>
                  <a:pt x="6863908" y="1913693"/>
                  <a:pt x="6864893" y="1931416"/>
                </a:cubicBezTo>
                <a:cubicBezTo>
                  <a:pt x="6865878" y="1947663"/>
                  <a:pt x="6877201" y="1963417"/>
                  <a:pt x="6887539" y="1988525"/>
                </a:cubicBezTo>
                <a:cubicBezTo>
                  <a:pt x="6852585" y="2039234"/>
                  <a:pt x="6918063" y="2088466"/>
                  <a:pt x="6916586" y="2147052"/>
                </a:cubicBezTo>
                <a:cubicBezTo>
                  <a:pt x="6916094" y="2161822"/>
                  <a:pt x="6917571" y="2177576"/>
                  <a:pt x="6921509" y="2191361"/>
                </a:cubicBezTo>
                <a:cubicBezTo>
                  <a:pt x="6933325" y="2232223"/>
                  <a:pt x="6945633" y="2273086"/>
                  <a:pt x="6961387" y="2312471"/>
                </a:cubicBezTo>
                <a:cubicBezTo>
                  <a:pt x="6965326" y="2321825"/>
                  <a:pt x="6983049" y="2325764"/>
                  <a:pt x="6995357" y="2332656"/>
                </a:cubicBezTo>
                <a:cubicBezTo>
                  <a:pt x="7001265" y="2360719"/>
                  <a:pt x="6922986" y="2400104"/>
                  <a:pt x="7008650" y="2418812"/>
                </a:cubicBezTo>
                <a:cubicBezTo>
                  <a:pt x="7002250" y="2437028"/>
                  <a:pt x="6995849" y="2455244"/>
                  <a:pt x="6990926" y="2470013"/>
                </a:cubicBezTo>
                <a:cubicBezTo>
                  <a:pt x="6999788" y="2491183"/>
                  <a:pt x="7008650" y="2511368"/>
                  <a:pt x="7016035" y="2529092"/>
                </a:cubicBezTo>
                <a:cubicBezTo>
                  <a:pt x="7030312" y="2529092"/>
                  <a:pt x="7051974" y="2522691"/>
                  <a:pt x="7065267" y="2530568"/>
                </a:cubicBezTo>
                <a:cubicBezTo>
                  <a:pt x="7088898" y="2543861"/>
                  <a:pt x="7087421" y="2591616"/>
                  <a:pt x="7061328" y="2601955"/>
                </a:cubicBezTo>
                <a:cubicBezTo>
                  <a:pt x="7013080" y="2620663"/>
                  <a:pt x="7041635" y="2636909"/>
                  <a:pt x="7058866" y="2654633"/>
                </a:cubicBezTo>
                <a:cubicBezTo>
                  <a:pt x="7018989" y="2691064"/>
                  <a:pt x="7028835" y="2748666"/>
                  <a:pt x="7079543" y="2772297"/>
                </a:cubicBezTo>
                <a:cubicBezTo>
                  <a:pt x="7074620" y="2781651"/>
                  <a:pt x="7069697" y="2791497"/>
                  <a:pt x="7062312" y="2805774"/>
                </a:cubicBezTo>
                <a:cubicBezTo>
                  <a:pt x="7080528" y="2800851"/>
                  <a:pt x="7094806" y="2797405"/>
                  <a:pt x="7109083" y="2793467"/>
                </a:cubicBezTo>
                <a:cubicBezTo>
                  <a:pt x="7111544" y="2796913"/>
                  <a:pt x="7113513" y="2800359"/>
                  <a:pt x="7115975" y="2804298"/>
                </a:cubicBezTo>
                <a:cubicBezTo>
                  <a:pt x="7100221" y="2822513"/>
                  <a:pt x="7084959" y="2840729"/>
                  <a:pt x="7067728" y="2860422"/>
                </a:cubicBezTo>
                <a:cubicBezTo>
                  <a:pt x="7093821" y="2872238"/>
                  <a:pt x="7037696" y="2921962"/>
                  <a:pt x="7100713" y="2922947"/>
                </a:cubicBezTo>
                <a:cubicBezTo>
                  <a:pt x="7082005" y="2954455"/>
                  <a:pt x="7065759" y="2982025"/>
                  <a:pt x="7053943" y="3002210"/>
                </a:cubicBezTo>
                <a:cubicBezTo>
                  <a:pt x="7064774" y="3015010"/>
                  <a:pt x="7072159" y="3024856"/>
                  <a:pt x="7081021" y="3034210"/>
                </a:cubicBezTo>
                <a:cubicBezTo>
                  <a:pt x="7092836" y="3046518"/>
                  <a:pt x="7104159" y="3059811"/>
                  <a:pt x="7117944" y="3069165"/>
                </a:cubicBezTo>
                <a:cubicBezTo>
                  <a:pt x="7143053" y="3086889"/>
                  <a:pt x="7134683" y="3105597"/>
                  <a:pt x="7134191" y="3124797"/>
                </a:cubicBezTo>
                <a:cubicBezTo>
                  <a:pt x="7129760" y="3125289"/>
                  <a:pt x="7124837" y="3125782"/>
                  <a:pt x="7120406" y="3126766"/>
                </a:cubicBezTo>
                <a:cubicBezTo>
                  <a:pt x="7118437" y="3115935"/>
                  <a:pt x="7116467" y="3104612"/>
                  <a:pt x="7114991" y="3093781"/>
                </a:cubicBezTo>
                <a:cubicBezTo>
                  <a:pt x="7101698" y="3115935"/>
                  <a:pt x="7068220" y="3129720"/>
                  <a:pt x="7088405" y="3163690"/>
                </a:cubicBezTo>
                <a:cubicBezTo>
                  <a:pt x="7090867" y="3168121"/>
                  <a:pt x="7085944" y="3176983"/>
                  <a:pt x="7086928" y="3182891"/>
                </a:cubicBezTo>
                <a:cubicBezTo>
                  <a:pt x="7089883" y="3200614"/>
                  <a:pt x="7093821" y="3218338"/>
                  <a:pt x="7097760" y="3236553"/>
                </a:cubicBezTo>
                <a:cubicBezTo>
                  <a:pt x="7113021" y="3230153"/>
                  <a:pt x="7127791" y="3223753"/>
                  <a:pt x="7148468" y="3214892"/>
                </a:cubicBezTo>
                <a:cubicBezTo>
                  <a:pt x="7137637" y="3251815"/>
                  <a:pt x="7125329" y="3293170"/>
                  <a:pt x="7112529" y="3336002"/>
                </a:cubicBezTo>
                <a:cubicBezTo>
                  <a:pt x="7093329" y="3333048"/>
                  <a:pt x="7080036" y="3331079"/>
                  <a:pt x="7066251" y="3329110"/>
                </a:cubicBezTo>
                <a:cubicBezTo>
                  <a:pt x="7043604" y="3347818"/>
                  <a:pt x="7046066" y="3372926"/>
                  <a:pt x="7065267" y="3387203"/>
                </a:cubicBezTo>
                <a:cubicBezTo>
                  <a:pt x="7071174" y="3391634"/>
                  <a:pt x="7099236" y="3367510"/>
                  <a:pt x="7117944" y="3355695"/>
                </a:cubicBezTo>
                <a:cubicBezTo>
                  <a:pt x="7116960" y="3362587"/>
                  <a:pt x="7114991" y="3373910"/>
                  <a:pt x="7113021" y="3386711"/>
                </a:cubicBezTo>
                <a:cubicBezTo>
                  <a:pt x="7120898" y="3383265"/>
                  <a:pt x="7127791" y="3379818"/>
                  <a:pt x="7142560" y="3372926"/>
                </a:cubicBezTo>
                <a:cubicBezTo>
                  <a:pt x="7133698" y="3391142"/>
                  <a:pt x="7127791" y="3402465"/>
                  <a:pt x="7122375" y="3413788"/>
                </a:cubicBezTo>
                <a:cubicBezTo>
                  <a:pt x="7124837" y="3412804"/>
                  <a:pt x="7127299" y="3411819"/>
                  <a:pt x="7129760" y="3410834"/>
                </a:cubicBezTo>
                <a:cubicBezTo>
                  <a:pt x="7133206" y="3422158"/>
                  <a:pt x="7136653" y="3433481"/>
                  <a:pt x="7139114" y="3443327"/>
                </a:cubicBezTo>
                <a:cubicBezTo>
                  <a:pt x="7124345" y="3447266"/>
                  <a:pt x="7110068" y="3447266"/>
                  <a:pt x="7106621" y="3453174"/>
                </a:cubicBezTo>
                <a:cubicBezTo>
                  <a:pt x="7088405" y="3484190"/>
                  <a:pt x="7073636" y="3517668"/>
                  <a:pt x="7056405" y="3549176"/>
                </a:cubicBezTo>
                <a:cubicBezTo>
                  <a:pt x="7045574" y="3568869"/>
                  <a:pt x="7031789" y="3586592"/>
                  <a:pt x="7021942" y="3601854"/>
                </a:cubicBezTo>
                <a:cubicBezTo>
                  <a:pt x="7031297" y="3610716"/>
                  <a:pt x="7053943" y="3622531"/>
                  <a:pt x="7054435" y="3635332"/>
                </a:cubicBezTo>
                <a:cubicBezTo>
                  <a:pt x="7055420" y="3660932"/>
                  <a:pt x="7030804" y="3662902"/>
                  <a:pt x="7009634" y="3661425"/>
                </a:cubicBezTo>
                <a:cubicBezTo>
                  <a:pt x="6997819" y="3654040"/>
                  <a:pt x="6986496" y="3647147"/>
                  <a:pt x="6966803" y="3634347"/>
                </a:cubicBezTo>
                <a:cubicBezTo>
                  <a:pt x="6957941" y="3665855"/>
                  <a:pt x="6949572" y="3694902"/>
                  <a:pt x="6941694" y="3723949"/>
                </a:cubicBezTo>
                <a:cubicBezTo>
                  <a:pt x="6945141" y="3725918"/>
                  <a:pt x="6948095" y="3727888"/>
                  <a:pt x="6951541" y="3730349"/>
                </a:cubicBezTo>
                <a:cubicBezTo>
                  <a:pt x="6957449" y="3723457"/>
                  <a:pt x="6967787" y="3717549"/>
                  <a:pt x="6968772" y="3709672"/>
                </a:cubicBezTo>
                <a:cubicBezTo>
                  <a:pt x="6972710" y="3684563"/>
                  <a:pt x="6989449" y="3672255"/>
                  <a:pt x="7009634" y="3661425"/>
                </a:cubicBezTo>
                <a:cubicBezTo>
                  <a:pt x="7017019" y="3678163"/>
                  <a:pt x="7019973" y="3699333"/>
                  <a:pt x="7032281" y="3711149"/>
                </a:cubicBezTo>
                <a:cubicBezTo>
                  <a:pt x="7060343" y="3737242"/>
                  <a:pt x="7053943" y="3757919"/>
                  <a:pt x="7031297" y="3782043"/>
                </a:cubicBezTo>
                <a:cubicBezTo>
                  <a:pt x="7024404" y="3789428"/>
                  <a:pt x="7017511" y="3806166"/>
                  <a:pt x="7021450" y="3813059"/>
                </a:cubicBezTo>
                <a:cubicBezTo>
                  <a:pt x="7041635" y="3851952"/>
                  <a:pt x="7005696" y="3854413"/>
                  <a:pt x="6988957" y="3875583"/>
                </a:cubicBezTo>
                <a:cubicBezTo>
                  <a:pt x="6991911" y="3901184"/>
                  <a:pt x="7008157" y="3930723"/>
                  <a:pt x="6981572" y="3966170"/>
                </a:cubicBezTo>
                <a:cubicBezTo>
                  <a:pt x="6963356" y="3989801"/>
                  <a:pt x="6966803" y="4029679"/>
                  <a:pt x="6958925" y="4062172"/>
                </a:cubicBezTo>
                <a:cubicBezTo>
                  <a:pt x="6955479" y="4075957"/>
                  <a:pt x="6947110" y="4088265"/>
                  <a:pt x="6938740" y="4105988"/>
                </a:cubicBezTo>
                <a:cubicBezTo>
                  <a:pt x="6959910" y="4130604"/>
                  <a:pt x="6930371" y="4149805"/>
                  <a:pt x="6914124" y="4168513"/>
                </a:cubicBezTo>
                <a:cubicBezTo>
                  <a:pt x="6896401" y="4188698"/>
                  <a:pt x="6890493" y="4200514"/>
                  <a:pt x="6914124" y="4220207"/>
                </a:cubicBezTo>
                <a:cubicBezTo>
                  <a:pt x="6936279" y="4238422"/>
                  <a:pt x="6922494" y="4251223"/>
                  <a:pt x="6902309" y="4261561"/>
                </a:cubicBezTo>
                <a:cubicBezTo>
                  <a:pt x="6883601" y="4271408"/>
                  <a:pt x="6866862" y="4284208"/>
                  <a:pt x="6849139" y="4295531"/>
                </a:cubicBezTo>
                <a:cubicBezTo>
                  <a:pt x="6850615" y="4299470"/>
                  <a:pt x="6852092" y="4303901"/>
                  <a:pt x="6853570" y="4307839"/>
                </a:cubicBezTo>
                <a:cubicBezTo>
                  <a:pt x="6874739" y="4310301"/>
                  <a:pt x="6896401" y="4312270"/>
                  <a:pt x="6919540" y="4315224"/>
                </a:cubicBezTo>
                <a:cubicBezTo>
                  <a:pt x="6918555" y="4318670"/>
                  <a:pt x="6918063" y="4325070"/>
                  <a:pt x="6915602" y="4326547"/>
                </a:cubicBezTo>
                <a:cubicBezTo>
                  <a:pt x="6883601" y="4343778"/>
                  <a:pt x="6853570" y="4361010"/>
                  <a:pt x="6852092" y="4405318"/>
                </a:cubicBezTo>
                <a:cubicBezTo>
                  <a:pt x="6851600" y="4415657"/>
                  <a:pt x="6828954" y="4424519"/>
                  <a:pt x="6814184" y="4435842"/>
                </a:cubicBezTo>
                <a:cubicBezTo>
                  <a:pt x="6818122" y="4443227"/>
                  <a:pt x="6823045" y="4451104"/>
                  <a:pt x="6830430" y="4464397"/>
                </a:cubicBezTo>
                <a:cubicBezTo>
                  <a:pt x="6802368" y="4457012"/>
                  <a:pt x="6779229" y="4428457"/>
                  <a:pt x="6747721" y="4466858"/>
                </a:cubicBezTo>
                <a:cubicBezTo>
                  <a:pt x="6770368" y="4469812"/>
                  <a:pt x="6787107" y="4472274"/>
                  <a:pt x="6810737" y="4475720"/>
                </a:cubicBezTo>
                <a:cubicBezTo>
                  <a:pt x="6800399" y="4483105"/>
                  <a:pt x="6795476" y="4485566"/>
                  <a:pt x="6791537" y="4489505"/>
                </a:cubicBezTo>
                <a:cubicBezTo>
                  <a:pt x="6786122" y="4494920"/>
                  <a:pt x="6781198" y="4500828"/>
                  <a:pt x="6775783" y="4506736"/>
                </a:cubicBezTo>
                <a:cubicBezTo>
                  <a:pt x="6781198" y="4510675"/>
                  <a:pt x="6786614" y="4516582"/>
                  <a:pt x="6792522" y="4519044"/>
                </a:cubicBezTo>
                <a:cubicBezTo>
                  <a:pt x="6848154" y="4538244"/>
                  <a:pt x="6849139" y="4549568"/>
                  <a:pt x="6810737" y="4594861"/>
                </a:cubicBezTo>
                <a:cubicBezTo>
                  <a:pt x="6800399" y="4607169"/>
                  <a:pt x="6757567" y="4618985"/>
                  <a:pt x="6793014" y="4650493"/>
                </a:cubicBezTo>
                <a:cubicBezTo>
                  <a:pt x="6794491" y="4651970"/>
                  <a:pt x="6778245" y="4673140"/>
                  <a:pt x="6769383" y="4686925"/>
                </a:cubicBezTo>
                <a:cubicBezTo>
                  <a:pt x="6754613" y="4678555"/>
                  <a:pt x="6741813" y="4671170"/>
                  <a:pt x="6722120" y="4659847"/>
                </a:cubicBezTo>
                <a:cubicBezTo>
                  <a:pt x="6725074" y="4678063"/>
                  <a:pt x="6726551" y="4686925"/>
                  <a:pt x="6728028" y="4696279"/>
                </a:cubicBezTo>
                <a:cubicBezTo>
                  <a:pt x="6680273" y="4705141"/>
                  <a:pt x="6675842" y="4731726"/>
                  <a:pt x="6717197" y="4781450"/>
                </a:cubicBezTo>
                <a:cubicBezTo>
                  <a:pt x="6700951" y="4804096"/>
                  <a:pt x="6683720" y="4827236"/>
                  <a:pt x="6667473" y="4850867"/>
                </a:cubicBezTo>
                <a:cubicBezTo>
                  <a:pt x="6663534" y="4856282"/>
                  <a:pt x="6662057" y="4864159"/>
                  <a:pt x="6662057" y="4871052"/>
                </a:cubicBezTo>
                <a:cubicBezTo>
                  <a:pt x="6662550" y="4894191"/>
                  <a:pt x="6662550" y="4913883"/>
                  <a:pt x="6630057" y="4896160"/>
                </a:cubicBezTo>
                <a:cubicBezTo>
                  <a:pt x="6626610" y="4894191"/>
                  <a:pt x="6612333" y="4900591"/>
                  <a:pt x="6612333" y="4904037"/>
                </a:cubicBezTo>
                <a:cubicBezTo>
                  <a:pt x="6609379" y="4939976"/>
                  <a:pt x="6568517" y="4940961"/>
                  <a:pt x="6552762" y="4972470"/>
                </a:cubicBezTo>
                <a:cubicBezTo>
                  <a:pt x="6565070" y="4974931"/>
                  <a:pt x="6576394" y="4976900"/>
                  <a:pt x="6590671" y="4979362"/>
                </a:cubicBezTo>
                <a:cubicBezTo>
                  <a:pt x="6594609" y="4988716"/>
                  <a:pt x="6581317" y="5065518"/>
                  <a:pt x="6568025" y="5068964"/>
                </a:cubicBezTo>
                <a:cubicBezTo>
                  <a:pt x="6552270" y="5072902"/>
                  <a:pt x="6534547" y="5067979"/>
                  <a:pt x="6511408" y="5066995"/>
                </a:cubicBezTo>
                <a:cubicBezTo>
                  <a:pt x="6507961" y="5085703"/>
                  <a:pt x="6503530" y="5110318"/>
                  <a:pt x="6499100" y="5134442"/>
                </a:cubicBezTo>
                <a:cubicBezTo>
                  <a:pt x="6535531" y="5151181"/>
                  <a:pt x="6563102" y="5190074"/>
                  <a:pt x="6618733" y="5157089"/>
                </a:cubicBezTo>
                <a:cubicBezTo>
                  <a:pt x="6602979" y="5182197"/>
                  <a:pt x="6596087" y="5194013"/>
                  <a:pt x="6588702" y="5204844"/>
                </a:cubicBezTo>
                <a:cubicBezTo>
                  <a:pt x="6573440" y="5227491"/>
                  <a:pt x="6551778" y="5229460"/>
                  <a:pt x="6537008" y="5209767"/>
                </a:cubicBezTo>
                <a:cubicBezTo>
                  <a:pt x="6508946" y="5173828"/>
                  <a:pt x="6497131" y="5172351"/>
                  <a:pt x="6462176" y="5199429"/>
                </a:cubicBezTo>
                <a:cubicBezTo>
                  <a:pt x="6457745" y="5202875"/>
                  <a:pt x="6450360" y="5202875"/>
                  <a:pt x="6444945" y="5204352"/>
                </a:cubicBezTo>
                <a:cubicBezTo>
                  <a:pt x="6452822" y="5216167"/>
                  <a:pt x="6460699" y="5228475"/>
                  <a:pt x="6473499" y="5248168"/>
                </a:cubicBezTo>
                <a:cubicBezTo>
                  <a:pt x="6443468" y="5254568"/>
                  <a:pt x="6417375" y="5257522"/>
                  <a:pt x="6392759" y="5265892"/>
                </a:cubicBezTo>
                <a:cubicBezTo>
                  <a:pt x="6378974" y="5270815"/>
                  <a:pt x="6361251" y="5282138"/>
                  <a:pt x="6357804" y="5294446"/>
                </a:cubicBezTo>
                <a:cubicBezTo>
                  <a:pt x="6351897" y="5316108"/>
                  <a:pt x="6342050" y="5345155"/>
                  <a:pt x="6376020" y="5353524"/>
                </a:cubicBezTo>
                <a:cubicBezTo>
                  <a:pt x="6347958" y="5389956"/>
                  <a:pt x="6321865" y="5425895"/>
                  <a:pt x="6293311" y="5459373"/>
                </a:cubicBezTo>
                <a:cubicBezTo>
                  <a:pt x="6287403" y="5466265"/>
                  <a:pt x="6271156" y="5464788"/>
                  <a:pt x="6253433" y="5468235"/>
                </a:cubicBezTo>
                <a:cubicBezTo>
                  <a:pt x="6240633" y="5512051"/>
                  <a:pt x="6226355" y="5562267"/>
                  <a:pt x="6212078" y="5611991"/>
                </a:cubicBezTo>
                <a:cubicBezTo>
                  <a:pt x="6208632" y="5611499"/>
                  <a:pt x="6205185" y="5611007"/>
                  <a:pt x="6201739" y="5610022"/>
                </a:cubicBezTo>
                <a:cubicBezTo>
                  <a:pt x="6207647" y="5578021"/>
                  <a:pt x="6213062" y="5546021"/>
                  <a:pt x="6219463" y="5512543"/>
                </a:cubicBezTo>
                <a:cubicBezTo>
                  <a:pt x="6170231" y="5523374"/>
                  <a:pt x="6170231" y="5523374"/>
                  <a:pt x="6155461" y="5479558"/>
                </a:cubicBezTo>
                <a:cubicBezTo>
                  <a:pt x="6136753" y="5496789"/>
                  <a:pt x="6121491" y="5511558"/>
                  <a:pt x="6105737" y="5525836"/>
                </a:cubicBezTo>
                <a:cubicBezTo>
                  <a:pt x="6106722" y="5529774"/>
                  <a:pt x="6107214" y="5533713"/>
                  <a:pt x="6108199" y="5537651"/>
                </a:cubicBezTo>
                <a:cubicBezTo>
                  <a:pt x="6135769" y="5539129"/>
                  <a:pt x="6163831" y="5540605"/>
                  <a:pt x="6194847" y="5542575"/>
                </a:cubicBezTo>
                <a:cubicBezTo>
                  <a:pt x="6191401" y="5559314"/>
                  <a:pt x="6188939" y="5570637"/>
                  <a:pt x="6185000" y="5590329"/>
                </a:cubicBezTo>
                <a:cubicBezTo>
                  <a:pt x="6182047" y="5575560"/>
                  <a:pt x="6180570" y="5568668"/>
                  <a:pt x="6177124" y="5552421"/>
                </a:cubicBezTo>
                <a:cubicBezTo>
                  <a:pt x="6124938" y="5636115"/>
                  <a:pt x="6076690" y="5714394"/>
                  <a:pt x="6031889" y="5786765"/>
                </a:cubicBezTo>
                <a:cubicBezTo>
                  <a:pt x="6042720" y="5804981"/>
                  <a:pt x="6049613" y="5817289"/>
                  <a:pt x="6056505" y="5829597"/>
                </a:cubicBezTo>
                <a:cubicBezTo>
                  <a:pt x="5987089" y="5862582"/>
                  <a:pt x="5940811" y="5859136"/>
                  <a:pt x="5903887" y="5820242"/>
                </a:cubicBezTo>
                <a:cubicBezTo>
                  <a:pt x="5878286" y="5839935"/>
                  <a:pt x="5878286" y="5839935"/>
                  <a:pt x="5905363" y="5872920"/>
                </a:cubicBezTo>
                <a:cubicBezTo>
                  <a:pt x="5898471" y="5883259"/>
                  <a:pt x="5891579" y="5894090"/>
                  <a:pt x="5881732" y="5908860"/>
                </a:cubicBezTo>
                <a:cubicBezTo>
                  <a:pt x="5873362" y="5897044"/>
                  <a:pt x="5867455" y="5889167"/>
                  <a:pt x="5861547" y="5881290"/>
                </a:cubicBezTo>
                <a:cubicBezTo>
                  <a:pt x="5858101" y="5882275"/>
                  <a:pt x="5855147" y="5882767"/>
                  <a:pt x="5853670" y="5884244"/>
                </a:cubicBezTo>
                <a:cubicBezTo>
                  <a:pt x="5826592" y="5918706"/>
                  <a:pt x="5797546" y="5951691"/>
                  <a:pt x="5753237" y="5964984"/>
                </a:cubicBezTo>
                <a:cubicBezTo>
                  <a:pt x="5748314" y="5966461"/>
                  <a:pt x="5744375" y="5975323"/>
                  <a:pt x="5741914" y="5981230"/>
                </a:cubicBezTo>
                <a:cubicBezTo>
                  <a:pt x="5738960" y="5987631"/>
                  <a:pt x="5739452" y="6000431"/>
                  <a:pt x="5736990" y="6001415"/>
                </a:cubicBezTo>
                <a:cubicBezTo>
                  <a:pt x="5699082" y="6009293"/>
                  <a:pt x="5709913" y="6043262"/>
                  <a:pt x="5699082" y="6069848"/>
                </a:cubicBezTo>
                <a:cubicBezTo>
                  <a:pt x="5709421" y="6069356"/>
                  <a:pt x="5718775" y="6068863"/>
                  <a:pt x="5730098" y="6068371"/>
                </a:cubicBezTo>
                <a:cubicBezTo>
                  <a:pt x="5727144" y="6075263"/>
                  <a:pt x="5724190" y="6082648"/>
                  <a:pt x="5718775" y="6095449"/>
                </a:cubicBezTo>
                <a:cubicBezTo>
                  <a:pt x="5698589" y="6078218"/>
                  <a:pt x="5680866" y="6063448"/>
                  <a:pt x="5657727" y="6043755"/>
                </a:cubicBezTo>
                <a:cubicBezTo>
                  <a:pt x="5656742" y="6044247"/>
                  <a:pt x="5646896" y="6047693"/>
                  <a:pt x="5635081" y="6051632"/>
                </a:cubicBezTo>
                <a:cubicBezTo>
                  <a:pt x="5635081" y="6042770"/>
                  <a:pt x="5635081" y="6035386"/>
                  <a:pt x="5635081" y="6027509"/>
                </a:cubicBezTo>
                <a:cubicBezTo>
                  <a:pt x="5632126" y="6025539"/>
                  <a:pt x="5629173" y="6023078"/>
                  <a:pt x="5626219" y="6021108"/>
                </a:cubicBezTo>
                <a:cubicBezTo>
                  <a:pt x="5612926" y="6035386"/>
                  <a:pt x="5599141" y="6049171"/>
                  <a:pt x="5586341" y="6062463"/>
                </a:cubicBezTo>
                <a:cubicBezTo>
                  <a:pt x="5596187" y="6088556"/>
                  <a:pt x="5605542" y="6112680"/>
                  <a:pt x="5616372" y="6140742"/>
                </a:cubicBezTo>
                <a:cubicBezTo>
                  <a:pt x="5600618" y="6139757"/>
                  <a:pt x="5585849" y="6140250"/>
                  <a:pt x="5572064" y="6137296"/>
                </a:cubicBezTo>
                <a:cubicBezTo>
                  <a:pt x="5551879" y="6132865"/>
                  <a:pt x="5532678" y="6124003"/>
                  <a:pt x="5526278" y="6156004"/>
                </a:cubicBezTo>
                <a:cubicBezTo>
                  <a:pt x="5525786" y="6158957"/>
                  <a:pt x="5505601" y="6157973"/>
                  <a:pt x="5494277" y="6158957"/>
                </a:cubicBezTo>
                <a:cubicBezTo>
                  <a:pt x="5493293" y="6129418"/>
                  <a:pt x="5547940" y="6135819"/>
                  <a:pt x="5534155" y="6090033"/>
                </a:cubicBezTo>
                <a:cubicBezTo>
                  <a:pt x="5517416" y="6129911"/>
                  <a:pt x="5451938" y="6123018"/>
                  <a:pt x="5472616" y="6179635"/>
                </a:cubicBezTo>
                <a:cubicBezTo>
                  <a:pt x="5460800" y="6185051"/>
                  <a:pt x="5450953" y="6189482"/>
                  <a:pt x="5447015" y="6190958"/>
                </a:cubicBezTo>
                <a:cubicBezTo>
                  <a:pt x="5433722" y="6182589"/>
                  <a:pt x="5423876" y="6172743"/>
                  <a:pt x="5413537" y="6171758"/>
                </a:cubicBezTo>
                <a:cubicBezTo>
                  <a:pt x="5405167" y="6171265"/>
                  <a:pt x="5396306" y="6182097"/>
                  <a:pt x="5387444" y="6187020"/>
                </a:cubicBezTo>
                <a:cubicBezTo>
                  <a:pt x="5375628" y="6192928"/>
                  <a:pt x="5363320" y="6198343"/>
                  <a:pt x="5349536" y="6199820"/>
                </a:cubicBezTo>
                <a:cubicBezTo>
                  <a:pt x="5319997" y="6211636"/>
                  <a:pt x="5373167" y="6266775"/>
                  <a:pt x="5311135" y="6265791"/>
                </a:cubicBezTo>
                <a:cubicBezTo>
                  <a:pt x="5319012" y="6277607"/>
                  <a:pt x="5325904" y="6289422"/>
                  <a:pt x="5333289" y="6300745"/>
                </a:cubicBezTo>
                <a:cubicBezTo>
                  <a:pt x="5329843" y="6303699"/>
                  <a:pt x="5326889" y="6306653"/>
                  <a:pt x="5323443" y="6309607"/>
                </a:cubicBezTo>
                <a:cubicBezTo>
                  <a:pt x="5300796" y="6291391"/>
                  <a:pt x="5278642" y="6273176"/>
                  <a:pt x="5254026" y="6253483"/>
                </a:cubicBezTo>
                <a:cubicBezTo>
                  <a:pt x="5238271" y="6274160"/>
                  <a:pt x="5231379" y="6312069"/>
                  <a:pt x="5198886" y="6288437"/>
                </a:cubicBezTo>
                <a:cubicBezTo>
                  <a:pt x="5180178" y="6309607"/>
                  <a:pt x="5163439" y="6327823"/>
                  <a:pt x="5147192" y="6346039"/>
                </a:cubicBezTo>
                <a:cubicBezTo>
                  <a:pt x="5149162" y="6348500"/>
                  <a:pt x="5151623" y="6350962"/>
                  <a:pt x="5153593" y="6353423"/>
                </a:cubicBezTo>
                <a:cubicBezTo>
                  <a:pt x="5170332" y="6344562"/>
                  <a:pt x="5186578" y="6334716"/>
                  <a:pt x="5204302" y="6327823"/>
                </a:cubicBezTo>
                <a:cubicBezTo>
                  <a:pt x="5206763" y="6326839"/>
                  <a:pt x="5214640" y="6339147"/>
                  <a:pt x="5219564" y="6344562"/>
                </a:cubicBezTo>
                <a:cubicBezTo>
                  <a:pt x="5205286" y="6355393"/>
                  <a:pt x="5192978" y="6364747"/>
                  <a:pt x="5176239" y="6377547"/>
                </a:cubicBezTo>
                <a:cubicBezTo>
                  <a:pt x="5206271" y="6390347"/>
                  <a:pt x="5242702" y="6369670"/>
                  <a:pt x="5249595" y="6408071"/>
                </a:cubicBezTo>
                <a:cubicBezTo>
                  <a:pt x="5227441" y="6412994"/>
                  <a:pt x="5207748" y="6417918"/>
                  <a:pt x="5188055" y="6422348"/>
                </a:cubicBezTo>
                <a:cubicBezTo>
                  <a:pt x="5171808" y="6426287"/>
                  <a:pt x="5155070" y="6430225"/>
                  <a:pt x="5138823" y="6434164"/>
                </a:cubicBezTo>
                <a:cubicBezTo>
                  <a:pt x="5137346" y="6430225"/>
                  <a:pt x="5136362" y="6426779"/>
                  <a:pt x="5134884" y="6422841"/>
                </a:cubicBezTo>
                <a:cubicBezTo>
                  <a:pt x="5147685" y="6414471"/>
                  <a:pt x="5159993" y="6406102"/>
                  <a:pt x="5169347" y="6399701"/>
                </a:cubicBezTo>
                <a:cubicBezTo>
                  <a:pt x="5153593" y="6377547"/>
                  <a:pt x="5139315" y="6356870"/>
                  <a:pt x="5122576" y="6332254"/>
                </a:cubicBezTo>
                <a:cubicBezTo>
                  <a:pt x="5138331" y="6323392"/>
                  <a:pt x="5155070" y="6314531"/>
                  <a:pt x="5171808" y="6305176"/>
                </a:cubicBezTo>
                <a:cubicBezTo>
                  <a:pt x="5170332" y="6303699"/>
                  <a:pt x="5169347" y="6301730"/>
                  <a:pt x="5167870" y="6300253"/>
                </a:cubicBezTo>
                <a:cubicBezTo>
                  <a:pt x="5133900" y="6303699"/>
                  <a:pt x="5099930" y="6307146"/>
                  <a:pt x="5065960" y="6311084"/>
                </a:cubicBezTo>
                <a:cubicBezTo>
                  <a:pt x="5065468" y="6315023"/>
                  <a:pt x="5064483" y="6318961"/>
                  <a:pt x="5063991" y="6322900"/>
                </a:cubicBezTo>
                <a:cubicBezTo>
                  <a:pt x="5078268" y="6328807"/>
                  <a:pt x="5092545" y="6335208"/>
                  <a:pt x="5115192" y="6344562"/>
                </a:cubicBezTo>
                <a:cubicBezTo>
                  <a:pt x="5090084" y="6361793"/>
                  <a:pt x="5066453" y="6378039"/>
                  <a:pt x="5040852" y="6395763"/>
                </a:cubicBezTo>
                <a:cubicBezTo>
                  <a:pt x="5040852" y="6402163"/>
                  <a:pt x="5040852" y="6412009"/>
                  <a:pt x="5040852" y="6423825"/>
                </a:cubicBezTo>
                <a:cubicBezTo>
                  <a:pt x="5019682" y="6413979"/>
                  <a:pt x="4997528" y="6387393"/>
                  <a:pt x="4993589" y="6436133"/>
                </a:cubicBezTo>
                <a:cubicBezTo>
                  <a:pt x="4993097" y="6444010"/>
                  <a:pt x="4968481" y="6449918"/>
                  <a:pt x="4955188" y="6456810"/>
                </a:cubicBezTo>
                <a:cubicBezTo>
                  <a:pt x="4953219" y="6453364"/>
                  <a:pt x="4951250" y="6449425"/>
                  <a:pt x="4949280" y="6445979"/>
                </a:cubicBezTo>
                <a:cubicBezTo>
                  <a:pt x="4959619" y="6439087"/>
                  <a:pt x="4970450" y="6432194"/>
                  <a:pt x="4988174" y="6420379"/>
                </a:cubicBezTo>
                <a:cubicBezTo>
                  <a:pt x="4955188" y="6415456"/>
                  <a:pt x="4927618" y="6411517"/>
                  <a:pt x="4899556" y="6407086"/>
                </a:cubicBezTo>
                <a:cubicBezTo>
                  <a:pt x="4901033" y="6419886"/>
                  <a:pt x="4903495" y="6438595"/>
                  <a:pt x="4904480" y="6448933"/>
                </a:cubicBezTo>
                <a:cubicBezTo>
                  <a:pt x="4880848" y="6456810"/>
                  <a:pt x="4862140" y="6460749"/>
                  <a:pt x="4845401" y="6468626"/>
                </a:cubicBezTo>
                <a:cubicBezTo>
                  <a:pt x="4801093" y="6490780"/>
                  <a:pt x="4792231" y="6488811"/>
                  <a:pt x="4756291" y="6452380"/>
                </a:cubicBezTo>
                <a:cubicBezTo>
                  <a:pt x="4750876" y="6446964"/>
                  <a:pt x="4732168" y="6447457"/>
                  <a:pt x="4724783" y="6452872"/>
                </a:cubicBezTo>
                <a:cubicBezTo>
                  <a:pt x="4715429" y="6458780"/>
                  <a:pt x="4710506" y="6472565"/>
                  <a:pt x="4703613" y="6483396"/>
                </a:cubicBezTo>
                <a:cubicBezTo>
                  <a:pt x="4702136" y="6479950"/>
                  <a:pt x="4701152" y="6476011"/>
                  <a:pt x="4699675" y="6472565"/>
                </a:cubicBezTo>
                <a:cubicBezTo>
                  <a:pt x="4683921" y="6476996"/>
                  <a:pt x="4668659" y="6481919"/>
                  <a:pt x="4652905" y="6486349"/>
                </a:cubicBezTo>
                <a:cubicBezTo>
                  <a:pt x="4653397" y="6489304"/>
                  <a:pt x="4653889" y="6492258"/>
                  <a:pt x="4654381" y="6495211"/>
                </a:cubicBezTo>
                <a:cubicBezTo>
                  <a:pt x="4674074" y="6498657"/>
                  <a:pt x="4693767" y="6502104"/>
                  <a:pt x="4713460" y="6505058"/>
                </a:cubicBezTo>
                <a:cubicBezTo>
                  <a:pt x="4713952" y="6508996"/>
                  <a:pt x="4714444" y="6512935"/>
                  <a:pt x="4715429" y="6516873"/>
                </a:cubicBezTo>
                <a:cubicBezTo>
                  <a:pt x="4701644" y="6521797"/>
                  <a:pt x="4686382" y="6525735"/>
                  <a:pt x="4673582" y="6532627"/>
                </a:cubicBezTo>
                <a:cubicBezTo>
                  <a:pt x="4656351" y="6541982"/>
                  <a:pt x="4640597" y="6554782"/>
                  <a:pt x="4622873" y="6563644"/>
                </a:cubicBezTo>
                <a:cubicBezTo>
                  <a:pt x="4613519" y="6568567"/>
                  <a:pt x="4598257" y="6572505"/>
                  <a:pt x="4590380" y="6568075"/>
                </a:cubicBezTo>
                <a:cubicBezTo>
                  <a:pt x="4581026" y="6562659"/>
                  <a:pt x="4575118" y="6548874"/>
                  <a:pt x="4571672" y="6537551"/>
                </a:cubicBezTo>
                <a:cubicBezTo>
                  <a:pt x="4570195" y="6532135"/>
                  <a:pt x="4578565" y="6524258"/>
                  <a:pt x="4582503" y="6517366"/>
                </a:cubicBezTo>
                <a:cubicBezTo>
                  <a:pt x="4579057" y="6515888"/>
                  <a:pt x="4575118" y="6514412"/>
                  <a:pt x="4571672" y="6512935"/>
                </a:cubicBezTo>
                <a:cubicBezTo>
                  <a:pt x="4558872" y="6553305"/>
                  <a:pt x="4546071" y="6593675"/>
                  <a:pt x="4532779" y="6633553"/>
                </a:cubicBezTo>
                <a:cubicBezTo>
                  <a:pt x="4527856" y="6632076"/>
                  <a:pt x="4522933" y="6631091"/>
                  <a:pt x="4518009" y="6629615"/>
                </a:cubicBezTo>
                <a:cubicBezTo>
                  <a:pt x="4520471" y="6619275"/>
                  <a:pt x="4519978" y="6605983"/>
                  <a:pt x="4526379" y="6599090"/>
                </a:cubicBezTo>
                <a:cubicBezTo>
                  <a:pt x="4545087" y="6577921"/>
                  <a:pt x="4559364" y="6560690"/>
                  <a:pt x="4516040" y="6553797"/>
                </a:cubicBezTo>
                <a:cubicBezTo>
                  <a:pt x="4511609" y="6553305"/>
                  <a:pt x="4508655" y="6544443"/>
                  <a:pt x="4503732" y="6537058"/>
                </a:cubicBezTo>
                <a:cubicBezTo>
                  <a:pt x="4502747" y="6559705"/>
                  <a:pt x="4501270" y="6573490"/>
                  <a:pt x="4472716" y="6559705"/>
                </a:cubicBezTo>
                <a:cubicBezTo>
                  <a:pt x="4456470" y="6551828"/>
                  <a:pt x="4432346" y="6559705"/>
                  <a:pt x="4411668" y="6560690"/>
                </a:cubicBezTo>
                <a:cubicBezTo>
                  <a:pt x="4413145" y="6569059"/>
                  <a:pt x="4414622" y="6577428"/>
                  <a:pt x="4417576" y="6596137"/>
                </a:cubicBezTo>
                <a:cubicBezTo>
                  <a:pt x="4401822" y="6628137"/>
                  <a:pt x="4369329" y="6631583"/>
                  <a:pt x="4337821" y="6594167"/>
                </a:cubicBezTo>
                <a:cubicBezTo>
                  <a:pt x="4324036" y="6598598"/>
                  <a:pt x="4309758" y="6602537"/>
                  <a:pt x="4294004" y="6607460"/>
                </a:cubicBezTo>
                <a:cubicBezTo>
                  <a:pt x="4301389" y="6618783"/>
                  <a:pt x="4307297" y="6627153"/>
                  <a:pt x="4317636" y="6642907"/>
                </a:cubicBezTo>
                <a:cubicBezTo>
                  <a:pt x="4290558" y="6627645"/>
                  <a:pt x="4271358" y="6609429"/>
                  <a:pt x="4251173" y="6607952"/>
                </a:cubicBezTo>
                <a:cubicBezTo>
                  <a:pt x="4228034" y="6606475"/>
                  <a:pt x="4204402" y="6620260"/>
                  <a:pt x="4178309" y="6628630"/>
                </a:cubicBezTo>
                <a:cubicBezTo>
                  <a:pt x="4181755" y="6638968"/>
                  <a:pt x="4184709" y="6646353"/>
                  <a:pt x="4189633" y="6660138"/>
                </a:cubicBezTo>
                <a:cubicBezTo>
                  <a:pt x="4170432" y="6660138"/>
                  <a:pt x="4152709" y="6663092"/>
                  <a:pt x="4136462" y="6659646"/>
                </a:cubicBezTo>
                <a:cubicBezTo>
                  <a:pt x="4112831" y="6654231"/>
                  <a:pt x="4090676" y="6644384"/>
                  <a:pt x="4069999" y="6665553"/>
                </a:cubicBezTo>
                <a:cubicBezTo>
                  <a:pt x="4068522" y="6667031"/>
                  <a:pt x="4065076" y="6666538"/>
                  <a:pt x="4062614" y="6666046"/>
                </a:cubicBezTo>
                <a:cubicBezTo>
                  <a:pt x="4022244" y="6655215"/>
                  <a:pt x="3981382" y="6644384"/>
                  <a:pt x="3938550" y="6632568"/>
                </a:cubicBezTo>
                <a:cubicBezTo>
                  <a:pt x="3941996" y="6650292"/>
                  <a:pt x="3949381" y="6665553"/>
                  <a:pt x="3944458" y="6671954"/>
                </a:cubicBezTo>
                <a:cubicBezTo>
                  <a:pt x="3937565" y="6680815"/>
                  <a:pt x="3922304" y="6682292"/>
                  <a:pt x="3909996" y="6687216"/>
                </a:cubicBezTo>
                <a:cubicBezTo>
                  <a:pt x="3895226" y="6693123"/>
                  <a:pt x="3880949" y="6698539"/>
                  <a:pt x="3870610" y="6702477"/>
                </a:cubicBezTo>
                <a:cubicBezTo>
                  <a:pt x="3826301" y="6706416"/>
                  <a:pt x="3784454" y="6710354"/>
                  <a:pt x="3742607" y="6714293"/>
                </a:cubicBezTo>
                <a:cubicBezTo>
                  <a:pt x="3737684" y="6714785"/>
                  <a:pt x="3732268" y="6713801"/>
                  <a:pt x="3727838" y="6714785"/>
                </a:cubicBezTo>
                <a:cubicBezTo>
                  <a:pt x="3708637" y="6720201"/>
                  <a:pt x="3678606" y="6721186"/>
                  <a:pt x="3673190" y="6733002"/>
                </a:cubicBezTo>
                <a:cubicBezTo>
                  <a:pt x="3666790" y="6748263"/>
                  <a:pt x="3680083" y="6771894"/>
                  <a:pt x="3685006" y="6792080"/>
                </a:cubicBezTo>
                <a:cubicBezTo>
                  <a:pt x="3687960" y="6787649"/>
                  <a:pt x="3690421" y="6783218"/>
                  <a:pt x="3693375" y="6778787"/>
                </a:cubicBezTo>
                <a:cubicBezTo>
                  <a:pt x="3721437" y="6776325"/>
                  <a:pt x="3749992" y="6770910"/>
                  <a:pt x="3778054" y="6771894"/>
                </a:cubicBezTo>
                <a:cubicBezTo>
                  <a:pt x="3813009" y="6773371"/>
                  <a:pt x="3814486" y="6777802"/>
                  <a:pt x="3807593" y="6820634"/>
                </a:cubicBezTo>
                <a:cubicBezTo>
                  <a:pt x="3753438" y="6781248"/>
                  <a:pt x="3722915" y="6843773"/>
                  <a:pt x="3675652" y="6848204"/>
                </a:cubicBezTo>
                <a:cubicBezTo>
                  <a:pt x="3659897" y="6812265"/>
                  <a:pt x="3629374" y="6801926"/>
                  <a:pt x="3590973" y="6802911"/>
                </a:cubicBezTo>
                <a:cubicBezTo>
                  <a:pt x="3560942" y="6803895"/>
                  <a:pt x="3542726" y="6814726"/>
                  <a:pt x="3539772" y="6841312"/>
                </a:cubicBezTo>
                <a:cubicBezTo>
                  <a:pt x="3512202" y="6846727"/>
                  <a:pt x="3488078" y="6851650"/>
                  <a:pt x="3457062" y="6858050"/>
                </a:cubicBezTo>
                <a:cubicBezTo>
                  <a:pt x="3466909" y="6835403"/>
                  <a:pt x="3473309" y="6821126"/>
                  <a:pt x="3479217" y="6807834"/>
                </a:cubicBezTo>
                <a:cubicBezTo>
                  <a:pt x="3497432" y="6806357"/>
                  <a:pt x="3515156" y="6804880"/>
                  <a:pt x="3532387" y="6803403"/>
                </a:cubicBezTo>
                <a:cubicBezTo>
                  <a:pt x="3531895" y="6799465"/>
                  <a:pt x="3531402" y="6795034"/>
                  <a:pt x="3530910" y="6791095"/>
                </a:cubicBezTo>
                <a:cubicBezTo>
                  <a:pt x="3521556" y="6792572"/>
                  <a:pt x="3511710" y="6793556"/>
                  <a:pt x="3502355" y="6795034"/>
                </a:cubicBezTo>
                <a:cubicBezTo>
                  <a:pt x="3499894" y="6792080"/>
                  <a:pt x="3497925" y="6789125"/>
                  <a:pt x="3495463" y="6786172"/>
                </a:cubicBezTo>
                <a:cubicBezTo>
                  <a:pt x="3510233" y="6774356"/>
                  <a:pt x="3525002" y="6762541"/>
                  <a:pt x="3540264" y="6750725"/>
                </a:cubicBezTo>
                <a:cubicBezTo>
                  <a:pt x="3543218" y="6754171"/>
                  <a:pt x="3546172" y="6757617"/>
                  <a:pt x="3549126" y="6761063"/>
                </a:cubicBezTo>
                <a:cubicBezTo>
                  <a:pt x="3544203" y="6765002"/>
                  <a:pt x="3539772" y="6768448"/>
                  <a:pt x="3534849" y="6772387"/>
                </a:cubicBezTo>
                <a:cubicBezTo>
                  <a:pt x="3536326" y="6775833"/>
                  <a:pt x="3537802" y="6778787"/>
                  <a:pt x="3539279" y="6782233"/>
                </a:cubicBezTo>
                <a:cubicBezTo>
                  <a:pt x="3560449" y="6769925"/>
                  <a:pt x="3581619" y="6757617"/>
                  <a:pt x="3602789" y="6745309"/>
                </a:cubicBezTo>
                <a:cubicBezTo>
                  <a:pt x="3565373" y="6747278"/>
                  <a:pt x="3529925" y="6709370"/>
                  <a:pt x="3491525" y="6741863"/>
                </a:cubicBezTo>
                <a:cubicBezTo>
                  <a:pt x="3484140" y="6748263"/>
                  <a:pt x="3463955" y="6747771"/>
                  <a:pt x="3454601" y="6741863"/>
                </a:cubicBezTo>
                <a:cubicBezTo>
                  <a:pt x="3423092" y="6721678"/>
                  <a:pt x="3398476" y="6739893"/>
                  <a:pt x="3369429" y="6747278"/>
                </a:cubicBezTo>
                <a:cubicBezTo>
                  <a:pt x="3347275" y="6753186"/>
                  <a:pt x="3320690" y="6742355"/>
                  <a:pt x="3296074" y="6739893"/>
                </a:cubicBezTo>
                <a:cubicBezTo>
                  <a:pt x="3292136" y="6739401"/>
                  <a:pt x="3287705" y="6744324"/>
                  <a:pt x="3283274" y="6746786"/>
                </a:cubicBezTo>
                <a:lnTo>
                  <a:pt x="3283274" y="6746786"/>
                </a:lnTo>
                <a:cubicBezTo>
                  <a:pt x="3243888" y="6740386"/>
                  <a:pt x="3204503" y="6733986"/>
                  <a:pt x="3165117" y="6728078"/>
                </a:cubicBezTo>
                <a:cubicBezTo>
                  <a:pt x="3164133" y="6732017"/>
                  <a:pt x="3163148" y="6735955"/>
                  <a:pt x="3162163" y="6739893"/>
                </a:cubicBezTo>
                <a:cubicBezTo>
                  <a:pt x="3167087" y="6744324"/>
                  <a:pt x="3172502" y="6748755"/>
                  <a:pt x="3177425" y="6752694"/>
                </a:cubicBezTo>
                <a:cubicBezTo>
                  <a:pt x="3146409" y="6781248"/>
                  <a:pt x="3129670" y="6755156"/>
                  <a:pt x="3106039" y="6727093"/>
                </a:cubicBezTo>
                <a:cubicBezTo>
                  <a:pt x="3104070" y="6747771"/>
                  <a:pt x="3102593" y="6760079"/>
                  <a:pt x="3101116" y="6772387"/>
                </a:cubicBezTo>
                <a:cubicBezTo>
                  <a:pt x="3124255" y="6790110"/>
                  <a:pt x="3170040" y="6757125"/>
                  <a:pt x="3171025" y="6800941"/>
                </a:cubicBezTo>
                <a:cubicBezTo>
                  <a:pt x="3151332" y="6817680"/>
                  <a:pt x="3133609" y="6832942"/>
                  <a:pt x="3115885" y="6848204"/>
                </a:cubicBezTo>
                <a:cubicBezTo>
                  <a:pt x="3069115" y="6865435"/>
                  <a:pt x="3056807" y="6815219"/>
                  <a:pt x="3026283" y="6790603"/>
                </a:cubicBezTo>
                <a:cubicBezTo>
                  <a:pt x="3029729" y="6790110"/>
                  <a:pt x="3034160" y="6787649"/>
                  <a:pt x="3036622" y="6789125"/>
                </a:cubicBezTo>
                <a:cubicBezTo>
                  <a:pt x="3079454" y="6813741"/>
                  <a:pt x="3093731" y="6804880"/>
                  <a:pt x="3095208" y="6756140"/>
                </a:cubicBezTo>
                <a:cubicBezTo>
                  <a:pt x="3096193" y="6726109"/>
                  <a:pt x="3090285" y="6712816"/>
                  <a:pt x="3055823" y="6725617"/>
                </a:cubicBezTo>
                <a:cubicBezTo>
                  <a:pt x="3042037" y="6731032"/>
                  <a:pt x="3021360" y="6723155"/>
                  <a:pt x="3005606" y="6717247"/>
                </a:cubicBezTo>
                <a:cubicBezTo>
                  <a:pt x="2999698" y="6715278"/>
                  <a:pt x="2998713" y="6701001"/>
                  <a:pt x="2993298" y="6687216"/>
                </a:cubicBezTo>
                <a:cubicBezTo>
                  <a:pt x="2963266" y="6684754"/>
                  <a:pt x="2960313" y="6687708"/>
                  <a:pt x="2960313" y="6731524"/>
                </a:cubicBezTo>
                <a:cubicBezTo>
                  <a:pt x="3004621" y="6747771"/>
                  <a:pt x="3023329" y="6796510"/>
                  <a:pt x="2998713" y="6844265"/>
                </a:cubicBezTo>
                <a:cubicBezTo>
                  <a:pt x="2978529" y="6831465"/>
                  <a:pt x="2958836" y="6819157"/>
                  <a:pt x="2937666" y="6805372"/>
                </a:cubicBezTo>
                <a:cubicBezTo>
                  <a:pt x="2936681" y="6812265"/>
                  <a:pt x="2935205" y="6820142"/>
                  <a:pt x="2933727" y="6830480"/>
                </a:cubicBezTo>
                <a:cubicBezTo>
                  <a:pt x="2921419" y="6828511"/>
                  <a:pt x="2908619" y="6826542"/>
                  <a:pt x="2892373" y="6823588"/>
                </a:cubicBezTo>
                <a:cubicBezTo>
                  <a:pt x="2899265" y="6817188"/>
                  <a:pt x="2904681" y="6811773"/>
                  <a:pt x="2913542" y="6803895"/>
                </a:cubicBezTo>
                <a:cubicBezTo>
                  <a:pt x="2905173" y="6802911"/>
                  <a:pt x="2900250" y="6803403"/>
                  <a:pt x="2895819" y="6801926"/>
                </a:cubicBezTo>
                <a:cubicBezTo>
                  <a:pt x="2885973" y="6798480"/>
                  <a:pt x="2876618" y="6794049"/>
                  <a:pt x="2867264" y="6789618"/>
                </a:cubicBezTo>
                <a:cubicBezTo>
                  <a:pt x="2872680" y="6780756"/>
                  <a:pt x="2869234" y="6761063"/>
                  <a:pt x="2891880" y="6774849"/>
                </a:cubicBezTo>
                <a:cubicBezTo>
                  <a:pt x="2896803" y="6777802"/>
                  <a:pt x="2916004" y="6756632"/>
                  <a:pt x="2933235" y="6743340"/>
                </a:cubicBezTo>
                <a:cubicBezTo>
                  <a:pt x="2911573" y="6745802"/>
                  <a:pt x="2894834" y="6749740"/>
                  <a:pt x="2878588" y="6749248"/>
                </a:cubicBezTo>
                <a:cubicBezTo>
                  <a:pt x="2852003" y="6747771"/>
                  <a:pt x="2854956" y="6733494"/>
                  <a:pt x="2868249" y="6717739"/>
                </a:cubicBezTo>
                <a:cubicBezTo>
                  <a:pt x="2847079" y="6697554"/>
                  <a:pt x="2805232" y="6715278"/>
                  <a:pt x="2792924" y="6677369"/>
                </a:cubicBezTo>
                <a:cubicBezTo>
                  <a:pt x="2792432" y="6675892"/>
                  <a:pt x="2775201" y="6678354"/>
                  <a:pt x="2767324" y="6682292"/>
                </a:cubicBezTo>
                <a:cubicBezTo>
                  <a:pt x="2765355" y="6683277"/>
                  <a:pt x="2767816" y="6696570"/>
                  <a:pt x="2770278" y="6703462"/>
                </a:cubicBezTo>
                <a:cubicBezTo>
                  <a:pt x="2772247" y="6708386"/>
                  <a:pt x="2777663" y="6712324"/>
                  <a:pt x="2782586" y="6716755"/>
                </a:cubicBezTo>
                <a:cubicBezTo>
                  <a:pt x="2751077" y="6733002"/>
                  <a:pt x="2718092" y="6713801"/>
                  <a:pt x="2710707" y="6675892"/>
                </a:cubicBezTo>
                <a:cubicBezTo>
                  <a:pt x="2696430" y="6675892"/>
                  <a:pt x="2682153" y="6675892"/>
                  <a:pt x="2667383" y="6675892"/>
                </a:cubicBezTo>
                <a:cubicBezTo>
                  <a:pt x="2666891" y="6677861"/>
                  <a:pt x="2665906" y="6679831"/>
                  <a:pt x="2665414" y="6682292"/>
                </a:cubicBezTo>
                <a:cubicBezTo>
                  <a:pt x="2675752" y="6685738"/>
                  <a:pt x="2686091" y="6689677"/>
                  <a:pt x="2696430" y="6693123"/>
                </a:cubicBezTo>
                <a:cubicBezTo>
                  <a:pt x="2693968" y="6695093"/>
                  <a:pt x="2691507" y="6696570"/>
                  <a:pt x="2689045" y="6698539"/>
                </a:cubicBezTo>
                <a:cubicBezTo>
                  <a:pt x="2699384" y="6714293"/>
                  <a:pt x="2709722" y="6730047"/>
                  <a:pt x="2721538" y="6747278"/>
                </a:cubicBezTo>
                <a:cubicBezTo>
                  <a:pt x="2714153" y="6755156"/>
                  <a:pt x="2704307" y="6765494"/>
                  <a:pt x="2691999" y="6778787"/>
                </a:cubicBezTo>
                <a:cubicBezTo>
                  <a:pt x="2684122" y="6771894"/>
                  <a:pt x="2672306" y="6761556"/>
                  <a:pt x="2660490" y="6751217"/>
                </a:cubicBezTo>
                <a:cubicBezTo>
                  <a:pt x="2631936" y="6790110"/>
                  <a:pt x="2591074" y="6777802"/>
                  <a:pt x="2530026" y="6712324"/>
                </a:cubicBezTo>
                <a:cubicBezTo>
                  <a:pt x="2548242" y="6708878"/>
                  <a:pt x="2565473" y="6705924"/>
                  <a:pt x="2591566" y="6701001"/>
                </a:cubicBezTo>
                <a:cubicBezTo>
                  <a:pt x="2565965" y="6684754"/>
                  <a:pt x="2547750" y="6673430"/>
                  <a:pt x="2529534" y="6662107"/>
                </a:cubicBezTo>
                <a:cubicBezTo>
                  <a:pt x="2530026" y="6658169"/>
                  <a:pt x="2530518" y="6654231"/>
                  <a:pt x="2531503" y="6649800"/>
                </a:cubicBezTo>
                <a:cubicBezTo>
                  <a:pt x="2510333" y="6655215"/>
                  <a:pt x="2489164" y="6660630"/>
                  <a:pt x="2467994" y="6666538"/>
                </a:cubicBezTo>
                <a:cubicBezTo>
                  <a:pt x="2471932" y="6680323"/>
                  <a:pt x="2475871" y="6694600"/>
                  <a:pt x="2480794" y="6710847"/>
                </a:cubicBezTo>
                <a:cubicBezTo>
                  <a:pt x="2455686" y="6736940"/>
                  <a:pt x="2446824" y="6736448"/>
                  <a:pt x="2359684" y="6692631"/>
                </a:cubicBezTo>
                <a:cubicBezTo>
                  <a:pt x="2363622" y="6667031"/>
                  <a:pt x="2367561" y="6640445"/>
                  <a:pt x="2371007" y="6614845"/>
                </a:cubicBezTo>
                <a:cubicBezTo>
                  <a:pt x="2360669" y="6614845"/>
                  <a:pt x="2344422" y="6611891"/>
                  <a:pt x="2329652" y="6615829"/>
                </a:cubicBezTo>
                <a:cubicBezTo>
                  <a:pt x="2321775" y="6617799"/>
                  <a:pt x="2305036" y="6611891"/>
                  <a:pt x="2305036" y="6636999"/>
                </a:cubicBezTo>
                <a:cubicBezTo>
                  <a:pt x="2305036" y="6667523"/>
                  <a:pt x="2275497" y="6676877"/>
                  <a:pt x="2249897" y="6659646"/>
                </a:cubicBezTo>
                <a:cubicBezTo>
                  <a:pt x="2219865" y="6639953"/>
                  <a:pt x="2191803" y="6616814"/>
                  <a:pt x="2159802" y="6599583"/>
                </a:cubicBezTo>
                <a:cubicBezTo>
                  <a:pt x="2147002" y="6592691"/>
                  <a:pt x="2127802" y="6598598"/>
                  <a:pt x="2104663" y="6598598"/>
                </a:cubicBezTo>
                <a:cubicBezTo>
                  <a:pt x="2095801" y="6594659"/>
                  <a:pt x="2079062" y="6586782"/>
                  <a:pt x="2054446" y="6574967"/>
                </a:cubicBezTo>
                <a:cubicBezTo>
                  <a:pt x="2069216" y="6567582"/>
                  <a:pt x="2081524" y="6561182"/>
                  <a:pt x="2094324" y="6554782"/>
                </a:cubicBezTo>
                <a:cubicBezTo>
                  <a:pt x="2067739" y="6499642"/>
                  <a:pt x="2055431" y="6492258"/>
                  <a:pt x="1992906" y="6497181"/>
                </a:cubicBezTo>
                <a:cubicBezTo>
                  <a:pt x="1994383" y="6491273"/>
                  <a:pt x="1995860" y="6484873"/>
                  <a:pt x="1997829" y="6476011"/>
                </a:cubicBezTo>
                <a:cubicBezTo>
                  <a:pt x="1951552" y="6503088"/>
                  <a:pt x="1935797" y="6459272"/>
                  <a:pt x="1909212" y="6441056"/>
                </a:cubicBezTo>
                <a:cubicBezTo>
                  <a:pt x="1900350" y="6435149"/>
                  <a:pt x="1890996" y="6430225"/>
                  <a:pt x="1882135" y="6424810"/>
                </a:cubicBezTo>
                <a:cubicBezTo>
                  <a:pt x="1879673" y="6427764"/>
                  <a:pt x="1877704" y="6430718"/>
                  <a:pt x="1875242" y="6433671"/>
                </a:cubicBezTo>
                <a:cubicBezTo>
                  <a:pt x="1884596" y="6455334"/>
                  <a:pt x="1894443" y="6476503"/>
                  <a:pt x="1906258" y="6503088"/>
                </a:cubicBezTo>
                <a:cubicBezTo>
                  <a:pt x="1890012" y="6523766"/>
                  <a:pt x="1870319" y="6517858"/>
                  <a:pt x="1850626" y="6494227"/>
                </a:cubicBezTo>
                <a:cubicBezTo>
                  <a:pt x="1832903" y="6473057"/>
                  <a:pt x="1815672" y="6449918"/>
                  <a:pt x="1780225" y="6462226"/>
                </a:cubicBezTo>
                <a:cubicBezTo>
                  <a:pt x="1774809" y="6450410"/>
                  <a:pt x="1770378" y="6439579"/>
                  <a:pt x="1765455" y="6427764"/>
                </a:cubicBezTo>
                <a:cubicBezTo>
                  <a:pt x="1778748" y="6418410"/>
                  <a:pt x="1791056" y="6409056"/>
                  <a:pt x="1803856" y="6399701"/>
                </a:cubicBezTo>
                <a:cubicBezTo>
                  <a:pt x="1765455" y="6380501"/>
                  <a:pt x="1730008" y="6363270"/>
                  <a:pt x="1694561" y="6345546"/>
                </a:cubicBezTo>
                <a:cubicBezTo>
                  <a:pt x="1692592" y="6348500"/>
                  <a:pt x="1690130" y="6351454"/>
                  <a:pt x="1688161" y="6354408"/>
                </a:cubicBezTo>
                <a:cubicBezTo>
                  <a:pt x="1702931" y="6366716"/>
                  <a:pt x="1717208" y="6379024"/>
                  <a:pt x="1735916" y="6394778"/>
                </a:cubicBezTo>
                <a:cubicBezTo>
                  <a:pt x="1725577" y="6403640"/>
                  <a:pt x="1711792" y="6414963"/>
                  <a:pt x="1692100" y="6431210"/>
                </a:cubicBezTo>
                <a:cubicBezTo>
                  <a:pt x="1685207" y="6405117"/>
                  <a:pt x="1683730" y="6383455"/>
                  <a:pt x="1674376" y="6365731"/>
                </a:cubicBezTo>
                <a:cubicBezTo>
                  <a:pt x="1659606" y="6336685"/>
                  <a:pt x="1640406" y="6310100"/>
                  <a:pt x="1624652" y="6284006"/>
                </a:cubicBezTo>
                <a:cubicBezTo>
                  <a:pt x="1644345" y="6290899"/>
                  <a:pt x="1669945" y="6300253"/>
                  <a:pt x="1695546" y="6309115"/>
                </a:cubicBezTo>
                <a:cubicBezTo>
                  <a:pt x="1696530" y="6306653"/>
                  <a:pt x="1697515" y="6304191"/>
                  <a:pt x="1698500" y="6301730"/>
                </a:cubicBezTo>
                <a:cubicBezTo>
                  <a:pt x="1686192" y="6285976"/>
                  <a:pt x="1673391" y="6270222"/>
                  <a:pt x="1657637" y="6250036"/>
                </a:cubicBezTo>
                <a:cubicBezTo>
                  <a:pt x="1659606" y="6249544"/>
                  <a:pt x="1652714" y="6252006"/>
                  <a:pt x="1648283" y="6253483"/>
                </a:cubicBezTo>
                <a:cubicBezTo>
                  <a:pt x="1624652" y="6197851"/>
                  <a:pt x="1556220" y="6239698"/>
                  <a:pt x="1526188" y="6197358"/>
                </a:cubicBezTo>
                <a:cubicBezTo>
                  <a:pt x="1532096" y="6235760"/>
                  <a:pt x="1581328" y="6228375"/>
                  <a:pt x="1591174" y="6267760"/>
                </a:cubicBezTo>
                <a:cubicBezTo>
                  <a:pt x="1573451" y="6258406"/>
                  <a:pt x="1558189" y="6250529"/>
                  <a:pt x="1535050" y="6238713"/>
                </a:cubicBezTo>
                <a:cubicBezTo>
                  <a:pt x="1549327" y="6269237"/>
                  <a:pt x="1559173" y="6290407"/>
                  <a:pt x="1571974" y="6316992"/>
                </a:cubicBezTo>
                <a:cubicBezTo>
                  <a:pt x="1559666" y="6317484"/>
                  <a:pt x="1541942" y="6322408"/>
                  <a:pt x="1539481" y="6317977"/>
                </a:cubicBezTo>
                <a:cubicBezTo>
                  <a:pt x="1529634" y="6300253"/>
                  <a:pt x="1521757" y="6280560"/>
                  <a:pt x="1517819" y="6260868"/>
                </a:cubicBezTo>
                <a:cubicBezTo>
                  <a:pt x="1513880" y="6240683"/>
                  <a:pt x="1514865" y="6219513"/>
                  <a:pt x="1513880" y="6208189"/>
                </a:cubicBezTo>
                <a:cubicBezTo>
                  <a:pt x="1491234" y="6203266"/>
                  <a:pt x="1476956" y="6201297"/>
                  <a:pt x="1463664" y="6197358"/>
                </a:cubicBezTo>
                <a:cubicBezTo>
                  <a:pt x="1448894" y="6193420"/>
                  <a:pt x="1434617" y="6188497"/>
                  <a:pt x="1420340" y="6183573"/>
                </a:cubicBezTo>
                <a:cubicBezTo>
                  <a:pt x="1417878" y="6187020"/>
                  <a:pt x="1415416" y="6190958"/>
                  <a:pt x="1412955" y="6194405"/>
                </a:cubicBezTo>
                <a:cubicBezTo>
                  <a:pt x="1427232" y="6210651"/>
                  <a:pt x="1441509" y="6226898"/>
                  <a:pt x="1456279" y="6243144"/>
                </a:cubicBezTo>
                <a:cubicBezTo>
                  <a:pt x="1454310" y="6246098"/>
                  <a:pt x="1451848" y="6249052"/>
                  <a:pt x="1449879" y="6251514"/>
                </a:cubicBezTo>
                <a:cubicBezTo>
                  <a:pt x="1437078" y="6246590"/>
                  <a:pt x="1421817" y="6244129"/>
                  <a:pt x="1410985" y="6235760"/>
                </a:cubicBezTo>
                <a:cubicBezTo>
                  <a:pt x="1379969" y="6212128"/>
                  <a:pt x="1346000" y="6202282"/>
                  <a:pt x="1307106" y="6199820"/>
                </a:cubicBezTo>
                <a:cubicBezTo>
                  <a:pt x="1296768" y="6199328"/>
                  <a:pt x="1285937" y="6182097"/>
                  <a:pt x="1277567" y="6170773"/>
                </a:cubicBezTo>
                <a:cubicBezTo>
                  <a:pt x="1262305" y="6150096"/>
                  <a:pt x="1268213" y="6111695"/>
                  <a:pt x="1224397" y="6115142"/>
                </a:cubicBezTo>
                <a:cubicBezTo>
                  <a:pt x="1214550" y="6116126"/>
                  <a:pt x="1202735" y="6096433"/>
                  <a:pt x="1193873" y="6084617"/>
                </a:cubicBezTo>
                <a:cubicBezTo>
                  <a:pt x="1184027" y="6070833"/>
                  <a:pt x="1174673" y="6057048"/>
                  <a:pt x="1163842" y="6044247"/>
                </a:cubicBezTo>
                <a:cubicBezTo>
                  <a:pt x="1153011" y="6030955"/>
                  <a:pt x="1169257" y="5990585"/>
                  <a:pt x="1126918" y="6011262"/>
                </a:cubicBezTo>
                <a:cubicBezTo>
                  <a:pt x="1126918" y="5981723"/>
                  <a:pt x="1126918" y="5957107"/>
                  <a:pt x="1126918" y="5927075"/>
                </a:cubicBezTo>
                <a:cubicBezTo>
                  <a:pt x="1122979" y="5915752"/>
                  <a:pt x="1117071" y="5897044"/>
                  <a:pt x="1108210" y="5869474"/>
                </a:cubicBezTo>
                <a:cubicBezTo>
                  <a:pt x="1097379" y="5897044"/>
                  <a:pt x="1091471" y="5913291"/>
                  <a:pt x="1084578" y="5929537"/>
                </a:cubicBezTo>
                <a:cubicBezTo>
                  <a:pt x="1078178" y="5944799"/>
                  <a:pt x="1070301" y="5960061"/>
                  <a:pt x="1054054" y="5973846"/>
                </a:cubicBezTo>
                <a:cubicBezTo>
                  <a:pt x="1056516" y="5942830"/>
                  <a:pt x="1050608" y="5908368"/>
                  <a:pt x="1062916" y="5881782"/>
                </a:cubicBezTo>
                <a:cubicBezTo>
                  <a:pt x="1078178" y="5848304"/>
                  <a:pt x="1040762" y="5827627"/>
                  <a:pt x="1060947" y="5798580"/>
                </a:cubicBezTo>
                <a:cubicBezTo>
                  <a:pt x="1055531" y="5797596"/>
                  <a:pt x="1050608" y="5796611"/>
                  <a:pt x="1045193" y="5795627"/>
                </a:cubicBezTo>
                <a:cubicBezTo>
                  <a:pt x="1040270" y="5806949"/>
                  <a:pt x="1035346" y="5818273"/>
                  <a:pt x="1028454" y="5834027"/>
                </a:cubicBezTo>
                <a:cubicBezTo>
                  <a:pt x="1030915" y="5834520"/>
                  <a:pt x="1023531" y="5832550"/>
                  <a:pt x="1021069" y="5832058"/>
                </a:cubicBezTo>
                <a:cubicBezTo>
                  <a:pt x="1012207" y="5848797"/>
                  <a:pt x="1003838" y="5864551"/>
                  <a:pt x="995468" y="5880797"/>
                </a:cubicBezTo>
                <a:cubicBezTo>
                  <a:pt x="989561" y="5878336"/>
                  <a:pt x="983653" y="5875382"/>
                  <a:pt x="977745" y="5872920"/>
                </a:cubicBezTo>
                <a:cubicBezTo>
                  <a:pt x="984145" y="5855689"/>
                  <a:pt x="990545" y="5838950"/>
                  <a:pt x="998915" y="5816796"/>
                </a:cubicBezTo>
                <a:cubicBezTo>
                  <a:pt x="954114" y="5814827"/>
                  <a:pt x="950668" y="5776426"/>
                  <a:pt x="941313" y="5742456"/>
                </a:cubicBezTo>
                <a:cubicBezTo>
                  <a:pt x="951160" y="5736056"/>
                  <a:pt x="961006" y="5729656"/>
                  <a:pt x="970853" y="5723748"/>
                </a:cubicBezTo>
                <a:cubicBezTo>
                  <a:pt x="957560" y="5709471"/>
                  <a:pt x="944760" y="5694701"/>
                  <a:pt x="926544" y="5675008"/>
                </a:cubicBezTo>
                <a:cubicBezTo>
                  <a:pt x="935898" y="5702086"/>
                  <a:pt x="940329" y="5720794"/>
                  <a:pt x="944760" y="5739994"/>
                </a:cubicBezTo>
                <a:close/>
                <a:moveTo>
                  <a:pt x="287514" y="2835806"/>
                </a:moveTo>
                <a:cubicBezTo>
                  <a:pt x="284068" y="2834821"/>
                  <a:pt x="280622" y="2833837"/>
                  <a:pt x="277175" y="2833345"/>
                </a:cubicBezTo>
                <a:cubicBezTo>
                  <a:pt x="277175" y="2821529"/>
                  <a:pt x="278652" y="2809713"/>
                  <a:pt x="276683" y="2797897"/>
                </a:cubicBezTo>
                <a:cubicBezTo>
                  <a:pt x="275206" y="2789036"/>
                  <a:pt x="269298" y="2772789"/>
                  <a:pt x="266837" y="2773282"/>
                </a:cubicBezTo>
                <a:cubicBezTo>
                  <a:pt x="245667" y="2776235"/>
                  <a:pt x="225482" y="2782143"/>
                  <a:pt x="204805" y="2787066"/>
                </a:cubicBezTo>
                <a:cubicBezTo>
                  <a:pt x="206282" y="2791497"/>
                  <a:pt x="208251" y="2796421"/>
                  <a:pt x="208743" y="2800851"/>
                </a:cubicBezTo>
                <a:cubicBezTo>
                  <a:pt x="210220" y="2809713"/>
                  <a:pt x="210712" y="2819067"/>
                  <a:pt x="211697" y="2827929"/>
                </a:cubicBezTo>
                <a:cubicBezTo>
                  <a:pt x="243205" y="2823006"/>
                  <a:pt x="265360" y="2848114"/>
                  <a:pt x="282099" y="2874207"/>
                </a:cubicBezTo>
                <a:cubicBezTo>
                  <a:pt x="301791" y="2904238"/>
                  <a:pt x="270283" y="2914577"/>
                  <a:pt x="272252" y="2936731"/>
                </a:cubicBezTo>
                <a:cubicBezTo>
                  <a:pt x="276191" y="2982517"/>
                  <a:pt x="276191" y="3029287"/>
                  <a:pt x="272745" y="3075073"/>
                </a:cubicBezTo>
                <a:cubicBezTo>
                  <a:pt x="269298" y="3120858"/>
                  <a:pt x="270775" y="3170090"/>
                  <a:pt x="230897" y="3210953"/>
                </a:cubicBezTo>
                <a:cubicBezTo>
                  <a:pt x="226467" y="3150890"/>
                  <a:pt x="192989" y="3222276"/>
                  <a:pt x="185604" y="3203076"/>
                </a:cubicBezTo>
                <a:cubicBezTo>
                  <a:pt x="184620" y="3218830"/>
                  <a:pt x="183143" y="3242461"/>
                  <a:pt x="181666" y="3266585"/>
                </a:cubicBezTo>
                <a:cubicBezTo>
                  <a:pt x="193974" y="3270523"/>
                  <a:pt x="209728" y="3275447"/>
                  <a:pt x="222528" y="3279385"/>
                </a:cubicBezTo>
                <a:cubicBezTo>
                  <a:pt x="226467" y="3263631"/>
                  <a:pt x="230405" y="3248369"/>
                  <a:pt x="233851" y="3233600"/>
                </a:cubicBezTo>
                <a:cubicBezTo>
                  <a:pt x="237790" y="3233600"/>
                  <a:pt x="241729" y="3233600"/>
                  <a:pt x="245667" y="3234092"/>
                </a:cubicBezTo>
                <a:cubicBezTo>
                  <a:pt x="254036" y="3270523"/>
                  <a:pt x="261914" y="3306955"/>
                  <a:pt x="270775" y="3347325"/>
                </a:cubicBezTo>
                <a:cubicBezTo>
                  <a:pt x="279637" y="3337479"/>
                  <a:pt x="286530" y="3329110"/>
                  <a:pt x="291945" y="3323202"/>
                </a:cubicBezTo>
                <a:cubicBezTo>
                  <a:pt x="283576" y="3310401"/>
                  <a:pt x="277175" y="3300555"/>
                  <a:pt x="272745" y="3293170"/>
                </a:cubicBezTo>
                <a:cubicBezTo>
                  <a:pt x="288006" y="3291693"/>
                  <a:pt x="300807" y="3292678"/>
                  <a:pt x="311145" y="3288247"/>
                </a:cubicBezTo>
                <a:cubicBezTo>
                  <a:pt x="315084" y="3286278"/>
                  <a:pt x="310653" y="3270523"/>
                  <a:pt x="314592" y="3263139"/>
                </a:cubicBezTo>
                <a:cubicBezTo>
                  <a:pt x="348069" y="3203568"/>
                  <a:pt x="348069" y="3193229"/>
                  <a:pt x="311638" y="3145967"/>
                </a:cubicBezTo>
                <a:cubicBezTo>
                  <a:pt x="331331" y="3131690"/>
                  <a:pt x="349054" y="3116428"/>
                  <a:pt x="321976" y="3097720"/>
                </a:cubicBezTo>
                <a:cubicBezTo>
                  <a:pt x="328869" y="3089842"/>
                  <a:pt x="341177" y="3082950"/>
                  <a:pt x="342162" y="3074581"/>
                </a:cubicBezTo>
                <a:cubicBezTo>
                  <a:pt x="346100" y="3039134"/>
                  <a:pt x="348562" y="3002702"/>
                  <a:pt x="303268" y="2985963"/>
                </a:cubicBezTo>
                <a:cubicBezTo>
                  <a:pt x="386963" y="2935255"/>
                  <a:pt x="390901" y="2915562"/>
                  <a:pt x="337238" y="2850576"/>
                </a:cubicBezTo>
                <a:cubicBezTo>
                  <a:pt x="386963" y="2804298"/>
                  <a:pt x="390409" y="2752604"/>
                  <a:pt x="335269" y="2721096"/>
                </a:cubicBezTo>
                <a:cubicBezTo>
                  <a:pt x="318038" y="2760974"/>
                  <a:pt x="302776" y="2798390"/>
                  <a:pt x="287514" y="2835806"/>
                </a:cubicBezTo>
                <a:close/>
                <a:moveTo>
                  <a:pt x="275699" y="2511860"/>
                </a:moveTo>
                <a:cubicBezTo>
                  <a:pt x="338223" y="2490691"/>
                  <a:pt x="350531" y="2493645"/>
                  <a:pt x="371701" y="2527614"/>
                </a:cubicBezTo>
                <a:cubicBezTo>
                  <a:pt x="357916" y="2568969"/>
                  <a:pt x="345115" y="2606878"/>
                  <a:pt x="331823" y="2646756"/>
                </a:cubicBezTo>
                <a:cubicBezTo>
                  <a:pt x="324438" y="2646263"/>
                  <a:pt x="309176" y="2644294"/>
                  <a:pt x="284560" y="2642325"/>
                </a:cubicBezTo>
                <a:cubicBezTo>
                  <a:pt x="304253" y="2672848"/>
                  <a:pt x="319515" y="2695987"/>
                  <a:pt x="337731" y="2723557"/>
                </a:cubicBezTo>
                <a:cubicBezTo>
                  <a:pt x="363824" y="2694018"/>
                  <a:pt x="384993" y="2670387"/>
                  <a:pt x="406163" y="2646263"/>
                </a:cubicBezTo>
                <a:cubicBezTo>
                  <a:pt x="404194" y="2643309"/>
                  <a:pt x="402224" y="2640848"/>
                  <a:pt x="400747" y="2637894"/>
                </a:cubicBezTo>
                <a:cubicBezTo>
                  <a:pt x="386470" y="2638879"/>
                  <a:pt x="372193" y="2640355"/>
                  <a:pt x="351023" y="2641832"/>
                </a:cubicBezTo>
                <a:cubicBezTo>
                  <a:pt x="385486" y="2597524"/>
                  <a:pt x="416502" y="2557646"/>
                  <a:pt x="444072" y="2522199"/>
                </a:cubicBezTo>
                <a:cubicBezTo>
                  <a:pt x="398286" y="2463121"/>
                  <a:pt x="456872" y="2439982"/>
                  <a:pt x="481488" y="2406504"/>
                </a:cubicBezTo>
                <a:cubicBezTo>
                  <a:pt x="468687" y="2400104"/>
                  <a:pt x="458349" y="2395673"/>
                  <a:pt x="453918" y="2393211"/>
                </a:cubicBezTo>
                <a:cubicBezTo>
                  <a:pt x="467703" y="2376965"/>
                  <a:pt x="480503" y="2361703"/>
                  <a:pt x="493303" y="2346441"/>
                </a:cubicBezTo>
                <a:cubicBezTo>
                  <a:pt x="487396" y="2345949"/>
                  <a:pt x="481488" y="2345457"/>
                  <a:pt x="475580" y="2344964"/>
                </a:cubicBezTo>
                <a:cubicBezTo>
                  <a:pt x="469180" y="2335118"/>
                  <a:pt x="456872" y="2324779"/>
                  <a:pt x="457364" y="2315425"/>
                </a:cubicBezTo>
                <a:cubicBezTo>
                  <a:pt x="458349" y="2301640"/>
                  <a:pt x="467703" y="2288348"/>
                  <a:pt x="475580" y="2276040"/>
                </a:cubicBezTo>
                <a:cubicBezTo>
                  <a:pt x="488380" y="2256347"/>
                  <a:pt x="502657" y="2238131"/>
                  <a:pt x="515458" y="2219915"/>
                </a:cubicBezTo>
                <a:cubicBezTo>
                  <a:pt x="479026" y="2198253"/>
                  <a:pt x="466226" y="2218438"/>
                  <a:pt x="453426" y="2237146"/>
                </a:cubicBezTo>
                <a:cubicBezTo>
                  <a:pt x="441118" y="2254870"/>
                  <a:pt x="429794" y="2272593"/>
                  <a:pt x="417979" y="2290809"/>
                </a:cubicBezTo>
                <a:cubicBezTo>
                  <a:pt x="366777" y="2253885"/>
                  <a:pt x="366777" y="2253885"/>
                  <a:pt x="353977" y="2264716"/>
                </a:cubicBezTo>
                <a:cubicBezTo>
                  <a:pt x="349054" y="2313456"/>
                  <a:pt x="384993" y="2324779"/>
                  <a:pt x="410594" y="2336595"/>
                </a:cubicBezTo>
                <a:cubicBezTo>
                  <a:pt x="409609" y="2346441"/>
                  <a:pt x="409117" y="2353826"/>
                  <a:pt x="408625" y="2361211"/>
                </a:cubicBezTo>
                <a:cubicBezTo>
                  <a:pt x="407148" y="2374996"/>
                  <a:pt x="410594" y="2393211"/>
                  <a:pt x="402717" y="2402073"/>
                </a:cubicBezTo>
                <a:cubicBezTo>
                  <a:pt x="396317" y="2409458"/>
                  <a:pt x="388439" y="2423243"/>
                  <a:pt x="364808" y="2416350"/>
                </a:cubicBezTo>
                <a:cubicBezTo>
                  <a:pt x="335761" y="2407489"/>
                  <a:pt x="295391" y="2386811"/>
                  <a:pt x="269791" y="2435551"/>
                </a:cubicBezTo>
                <a:cubicBezTo>
                  <a:pt x="252560" y="2466075"/>
                  <a:pt x="264867" y="2486752"/>
                  <a:pt x="275699" y="2511860"/>
                </a:cubicBezTo>
                <a:close/>
                <a:moveTo>
                  <a:pt x="183635" y="2956424"/>
                </a:moveTo>
                <a:cubicBezTo>
                  <a:pt x="179696" y="2956424"/>
                  <a:pt x="175265" y="2956424"/>
                  <a:pt x="171327" y="2956424"/>
                </a:cubicBezTo>
                <a:cubicBezTo>
                  <a:pt x="161481" y="2995810"/>
                  <a:pt x="150157" y="3034703"/>
                  <a:pt x="142772" y="3074581"/>
                </a:cubicBezTo>
                <a:cubicBezTo>
                  <a:pt x="137849" y="3101658"/>
                  <a:pt x="157050" y="3115935"/>
                  <a:pt x="180189" y="3103135"/>
                </a:cubicBezTo>
                <a:cubicBezTo>
                  <a:pt x="209728" y="3086889"/>
                  <a:pt x="246159" y="3075073"/>
                  <a:pt x="246652" y="3029287"/>
                </a:cubicBezTo>
                <a:cubicBezTo>
                  <a:pt x="246652" y="3011071"/>
                  <a:pt x="256006" y="2992856"/>
                  <a:pt x="257975" y="2974148"/>
                </a:cubicBezTo>
                <a:cubicBezTo>
                  <a:pt x="259944" y="2951501"/>
                  <a:pt x="258467" y="2927870"/>
                  <a:pt x="258467" y="2904731"/>
                </a:cubicBezTo>
                <a:cubicBezTo>
                  <a:pt x="255021" y="2904731"/>
                  <a:pt x="251083" y="2904731"/>
                  <a:pt x="247636" y="2905223"/>
                </a:cubicBezTo>
                <a:cubicBezTo>
                  <a:pt x="252560" y="2933285"/>
                  <a:pt x="217113" y="2955932"/>
                  <a:pt x="239759" y="2987440"/>
                </a:cubicBezTo>
                <a:cubicBezTo>
                  <a:pt x="241236" y="2989902"/>
                  <a:pt x="228436" y="3008610"/>
                  <a:pt x="221543" y="3009595"/>
                </a:cubicBezTo>
                <a:cubicBezTo>
                  <a:pt x="213666" y="3010579"/>
                  <a:pt x="201851" y="3001225"/>
                  <a:pt x="196928" y="2992856"/>
                </a:cubicBezTo>
                <a:cubicBezTo>
                  <a:pt x="189543" y="2982517"/>
                  <a:pt x="187573" y="2968732"/>
                  <a:pt x="183635" y="2956424"/>
                </a:cubicBezTo>
                <a:close/>
                <a:moveTo>
                  <a:pt x="371208" y="3863768"/>
                </a:moveTo>
                <a:cubicBezTo>
                  <a:pt x="345608" y="3880999"/>
                  <a:pt x="325423" y="3894784"/>
                  <a:pt x="303761" y="3909553"/>
                </a:cubicBezTo>
                <a:cubicBezTo>
                  <a:pt x="306715" y="3936631"/>
                  <a:pt x="302776" y="3969616"/>
                  <a:pt x="315576" y="3993247"/>
                </a:cubicBezTo>
                <a:cubicBezTo>
                  <a:pt x="330346" y="4019833"/>
                  <a:pt x="359885" y="4038541"/>
                  <a:pt x="388932" y="4066110"/>
                </a:cubicBezTo>
                <a:cubicBezTo>
                  <a:pt x="383024" y="3999155"/>
                  <a:pt x="377608" y="3936138"/>
                  <a:pt x="371208" y="3863768"/>
                </a:cubicBezTo>
                <a:close/>
                <a:moveTo>
                  <a:pt x="5681851" y="1340634"/>
                </a:moveTo>
                <a:cubicBezTo>
                  <a:pt x="5674958" y="1319957"/>
                  <a:pt x="5664620" y="1300756"/>
                  <a:pt x="5662158" y="1280571"/>
                </a:cubicBezTo>
                <a:cubicBezTo>
                  <a:pt x="5656742" y="1237247"/>
                  <a:pt x="5635573" y="1215093"/>
                  <a:pt x="5592741" y="1216570"/>
                </a:cubicBezTo>
                <a:cubicBezTo>
                  <a:pt x="5583879" y="1217062"/>
                  <a:pt x="5575510" y="1227401"/>
                  <a:pt x="5566648" y="1233308"/>
                </a:cubicBezTo>
                <a:cubicBezTo>
                  <a:pt x="5573048" y="1240693"/>
                  <a:pt x="5577479" y="1251032"/>
                  <a:pt x="5585849" y="1255463"/>
                </a:cubicBezTo>
                <a:cubicBezTo>
                  <a:pt x="5607018" y="1266294"/>
                  <a:pt x="5625727" y="1274171"/>
                  <a:pt x="5634588" y="1301741"/>
                </a:cubicBezTo>
                <a:cubicBezTo>
                  <a:pt x="5638527" y="1316510"/>
                  <a:pt x="5643942" y="1352942"/>
                  <a:pt x="5681851" y="1340634"/>
                </a:cubicBezTo>
                <a:close/>
                <a:moveTo>
                  <a:pt x="308192" y="3346341"/>
                </a:moveTo>
                <a:cubicBezTo>
                  <a:pt x="304745" y="3344863"/>
                  <a:pt x="300807" y="3343387"/>
                  <a:pt x="297361" y="3341417"/>
                </a:cubicBezTo>
                <a:cubicBezTo>
                  <a:pt x="285053" y="3356187"/>
                  <a:pt x="259944" y="3373418"/>
                  <a:pt x="261914" y="3384741"/>
                </a:cubicBezTo>
                <a:cubicBezTo>
                  <a:pt x="273729" y="3439881"/>
                  <a:pt x="240744" y="3437912"/>
                  <a:pt x="196928" y="3432989"/>
                </a:cubicBezTo>
                <a:cubicBezTo>
                  <a:pt x="208251" y="3447266"/>
                  <a:pt x="215143" y="3456620"/>
                  <a:pt x="217605" y="3459574"/>
                </a:cubicBezTo>
                <a:cubicBezTo>
                  <a:pt x="235328" y="3454651"/>
                  <a:pt x="248621" y="3451205"/>
                  <a:pt x="258467" y="3448743"/>
                </a:cubicBezTo>
                <a:cubicBezTo>
                  <a:pt x="258467" y="3467943"/>
                  <a:pt x="258467" y="3480744"/>
                  <a:pt x="258467" y="3493544"/>
                </a:cubicBezTo>
                <a:cubicBezTo>
                  <a:pt x="261421" y="3494036"/>
                  <a:pt x="263883" y="3494036"/>
                  <a:pt x="266837" y="3494529"/>
                </a:cubicBezTo>
                <a:cubicBezTo>
                  <a:pt x="270775" y="3485174"/>
                  <a:pt x="274714" y="3476313"/>
                  <a:pt x="278160" y="3466959"/>
                </a:cubicBezTo>
                <a:cubicBezTo>
                  <a:pt x="285545" y="3470897"/>
                  <a:pt x="291453" y="3473851"/>
                  <a:pt x="305730" y="3481236"/>
                </a:cubicBezTo>
                <a:cubicBezTo>
                  <a:pt x="301791" y="3453666"/>
                  <a:pt x="295884" y="3433481"/>
                  <a:pt x="296376" y="3413788"/>
                </a:cubicBezTo>
                <a:cubicBezTo>
                  <a:pt x="297361" y="3391142"/>
                  <a:pt x="304253" y="3368495"/>
                  <a:pt x="308192" y="3346341"/>
                </a:cubicBezTo>
                <a:close/>
                <a:moveTo>
                  <a:pt x="296868" y="3638286"/>
                </a:moveTo>
                <a:cubicBezTo>
                  <a:pt x="289976" y="3649117"/>
                  <a:pt x="283083" y="3659947"/>
                  <a:pt x="276191" y="3670779"/>
                </a:cubicBezTo>
                <a:cubicBezTo>
                  <a:pt x="305238" y="3693425"/>
                  <a:pt x="316069" y="3719026"/>
                  <a:pt x="287022" y="3751026"/>
                </a:cubicBezTo>
                <a:cubicBezTo>
                  <a:pt x="294899" y="3752996"/>
                  <a:pt x="301791" y="3754473"/>
                  <a:pt x="307207" y="3755950"/>
                </a:cubicBezTo>
                <a:cubicBezTo>
                  <a:pt x="305730" y="3774658"/>
                  <a:pt x="304745" y="3792381"/>
                  <a:pt x="303761" y="3811089"/>
                </a:cubicBezTo>
                <a:cubicBezTo>
                  <a:pt x="335269" y="3805674"/>
                  <a:pt x="335269" y="3805674"/>
                  <a:pt x="342654" y="3728872"/>
                </a:cubicBezTo>
                <a:cubicBezTo>
                  <a:pt x="345608" y="3697364"/>
                  <a:pt x="321484" y="3650101"/>
                  <a:pt x="296868" y="3638286"/>
                </a:cubicBezTo>
                <a:close/>
                <a:moveTo>
                  <a:pt x="168373" y="2626078"/>
                </a:moveTo>
                <a:cubicBezTo>
                  <a:pt x="166404" y="2631001"/>
                  <a:pt x="163942" y="2635925"/>
                  <a:pt x="161973" y="2640848"/>
                </a:cubicBezTo>
                <a:cubicBezTo>
                  <a:pt x="240252" y="2611801"/>
                  <a:pt x="177235" y="2701895"/>
                  <a:pt x="224497" y="2696972"/>
                </a:cubicBezTo>
                <a:cubicBezTo>
                  <a:pt x="231882" y="2671864"/>
                  <a:pt x="234344" y="2640848"/>
                  <a:pt x="249606" y="2619678"/>
                </a:cubicBezTo>
                <a:cubicBezTo>
                  <a:pt x="267329" y="2596047"/>
                  <a:pt x="266837" y="2576846"/>
                  <a:pt x="262406" y="2549277"/>
                </a:cubicBezTo>
                <a:cubicBezTo>
                  <a:pt x="237790" y="2569954"/>
                  <a:pt x="216620" y="2588170"/>
                  <a:pt x="195451" y="2606385"/>
                </a:cubicBezTo>
                <a:cubicBezTo>
                  <a:pt x="196435" y="2607370"/>
                  <a:pt x="200866" y="2611309"/>
                  <a:pt x="205789" y="2615740"/>
                </a:cubicBezTo>
                <a:cubicBezTo>
                  <a:pt x="192497" y="2619678"/>
                  <a:pt x="180681" y="2622632"/>
                  <a:pt x="168373" y="2626078"/>
                </a:cubicBezTo>
                <a:close/>
                <a:moveTo>
                  <a:pt x="1281013" y="6122526"/>
                </a:moveTo>
                <a:cubicBezTo>
                  <a:pt x="1298737" y="6145173"/>
                  <a:pt x="1313506" y="6164373"/>
                  <a:pt x="1324338" y="6178158"/>
                </a:cubicBezTo>
                <a:cubicBezTo>
                  <a:pt x="1336153" y="6167327"/>
                  <a:pt x="1344522" y="6153542"/>
                  <a:pt x="1350923" y="6154527"/>
                </a:cubicBezTo>
                <a:cubicBezTo>
                  <a:pt x="1369138" y="6156989"/>
                  <a:pt x="1386370" y="6164866"/>
                  <a:pt x="1411478" y="6173235"/>
                </a:cubicBezTo>
                <a:cubicBezTo>
                  <a:pt x="1425263" y="6162896"/>
                  <a:pt x="1418863" y="6149604"/>
                  <a:pt x="1396216" y="6139757"/>
                </a:cubicBezTo>
                <a:cubicBezTo>
                  <a:pt x="1375539" y="6130895"/>
                  <a:pt x="1349938" y="6127449"/>
                  <a:pt x="1334676" y="6113172"/>
                </a:cubicBezTo>
                <a:cubicBezTo>
                  <a:pt x="1308091" y="6089048"/>
                  <a:pt x="1295783" y="6101356"/>
                  <a:pt x="1281013" y="6122526"/>
                </a:cubicBezTo>
                <a:close/>
                <a:moveTo>
                  <a:pt x="172804" y="4064141"/>
                </a:moveTo>
                <a:cubicBezTo>
                  <a:pt x="168865" y="4067095"/>
                  <a:pt x="164434" y="4070049"/>
                  <a:pt x="160496" y="4073495"/>
                </a:cubicBezTo>
                <a:cubicBezTo>
                  <a:pt x="162465" y="4086788"/>
                  <a:pt x="160988" y="4103527"/>
                  <a:pt x="168373" y="4112881"/>
                </a:cubicBezTo>
                <a:cubicBezTo>
                  <a:pt x="172804" y="4118789"/>
                  <a:pt x="191512" y="4113373"/>
                  <a:pt x="203820" y="4112881"/>
                </a:cubicBezTo>
                <a:cubicBezTo>
                  <a:pt x="214159" y="4112389"/>
                  <a:pt x="224497" y="4110912"/>
                  <a:pt x="234836" y="4109927"/>
                </a:cubicBezTo>
                <a:cubicBezTo>
                  <a:pt x="235328" y="4112389"/>
                  <a:pt x="235328" y="4115342"/>
                  <a:pt x="235821" y="4117804"/>
                </a:cubicBezTo>
                <a:cubicBezTo>
                  <a:pt x="227451" y="4124696"/>
                  <a:pt x="219082" y="4131589"/>
                  <a:pt x="209728" y="4138974"/>
                </a:cubicBezTo>
                <a:cubicBezTo>
                  <a:pt x="217113" y="4150297"/>
                  <a:pt x="221051" y="4163097"/>
                  <a:pt x="229913" y="4168020"/>
                </a:cubicBezTo>
                <a:cubicBezTo>
                  <a:pt x="236313" y="4171467"/>
                  <a:pt x="248621" y="4165067"/>
                  <a:pt x="258467" y="4163097"/>
                </a:cubicBezTo>
                <a:cubicBezTo>
                  <a:pt x="254036" y="4143897"/>
                  <a:pt x="255021" y="4118296"/>
                  <a:pt x="243205" y="4106481"/>
                </a:cubicBezTo>
                <a:cubicBezTo>
                  <a:pt x="224990" y="4087280"/>
                  <a:pt x="196928" y="4077434"/>
                  <a:pt x="172804" y="4064141"/>
                </a:cubicBezTo>
                <a:close/>
                <a:moveTo>
                  <a:pt x="6762983" y="4206421"/>
                </a:moveTo>
                <a:cubicBezTo>
                  <a:pt x="6811722" y="4197068"/>
                  <a:pt x="6831907" y="4166051"/>
                  <a:pt x="6836831" y="4121743"/>
                </a:cubicBezTo>
                <a:cubicBezTo>
                  <a:pt x="6781198" y="4102050"/>
                  <a:pt x="6769875" y="4133066"/>
                  <a:pt x="6762983" y="4206421"/>
                </a:cubicBezTo>
                <a:close/>
                <a:moveTo>
                  <a:pt x="4387545" y="6287453"/>
                </a:moveTo>
                <a:cubicBezTo>
                  <a:pt x="4415115" y="6308622"/>
                  <a:pt x="4489947" y="6315023"/>
                  <a:pt x="4516532" y="6293361"/>
                </a:cubicBezTo>
                <a:cubicBezTo>
                  <a:pt x="4523917" y="6286960"/>
                  <a:pt x="4522933" y="6270714"/>
                  <a:pt x="4526871" y="6253975"/>
                </a:cubicBezTo>
                <a:cubicBezTo>
                  <a:pt x="4474193" y="6266775"/>
                  <a:pt x="4429392" y="6277114"/>
                  <a:pt x="4387545" y="6287453"/>
                </a:cubicBezTo>
                <a:close/>
                <a:moveTo>
                  <a:pt x="4542625" y="6270222"/>
                </a:moveTo>
                <a:cubicBezTo>
                  <a:pt x="4595303" y="6286468"/>
                  <a:pt x="4626320" y="6250036"/>
                  <a:pt x="4662259" y="6219513"/>
                </a:cubicBezTo>
                <a:cubicBezTo>
                  <a:pt x="4624842" y="6192928"/>
                  <a:pt x="4591365" y="6270222"/>
                  <a:pt x="4561333" y="6226405"/>
                </a:cubicBezTo>
                <a:cubicBezTo>
                  <a:pt x="4555425" y="6240683"/>
                  <a:pt x="4549025" y="6255452"/>
                  <a:pt x="4542625" y="6270222"/>
                </a:cubicBezTo>
                <a:close/>
                <a:moveTo>
                  <a:pt x="6850615" y="3869675"/>
                </a:moveTo>
                <a:cubicBezTo>
                  <a:pt x="6825507" y="3883460"/>
                  <a:pt x="6801383" y="3894291"/>
                  <a:pt x="6780214" y="3908568"/>
                </a:cubicBezTo>
                <a:cubicBezTo>
                  <a:pt x="6766429" y="3917923"/>
                  <a:pt x="6756090" y="3933184"/>
                  <a:pt x="6743782" y="3945492"/>
                </a:cubicBezTo>
                <a:cubicBezTo>
                  <a:pt x="6746244" y="3947462"/>
                  <a:pt x="6748705" y="3949923"/>
                  <a:pt x="6751167" y="3951893"/>
                </a:cubicBezTo>
                <a:cubicBezTo>
                  <a:pt x="6860954" y="3892814"/>
                  <a:pt x="6860954" y="3892814"/>
                  <a:pt x="6850615" y="3869675"/>
                </a:cubicBezTo>
                <a:close/>
                <a:moveTo>
                  <a:pt x="578475" y="2019049"/>
                </a:moveTo>
                <a:cubicBezTo>
                  <a:pt x="576505" y="2016588"/>
                  <a:pt x="572567" y="2009695"/>
                  <a:pt x="568136" y="2009203"/>
                </a:cubicBezTo>
                <a:cubicBezTo>
                  <a:pt x="563705" y="2008218"/>
                  <a:pt x="554843" y="2012649"/>
                  <a:pt x="553366" y="2016588"/>
                </a:cubicBezTo>
                <a:cubicBezTo>
                  <a:pt x="541058" y="2043173"/>
                  <a:pt x="529735" y="2070743"/>
                  <a:pt x="519396" y="2098313"/>
                </a:cubicBezTo>
                <a:cubicBezTo>
                  <a:pt x="517427" y="2103728"/>
                  <a:pt x="522350" y="2112098"/>
                  <a:pt x="524319" y="2118990"/>
                </a:cubicBezTo>
                <a:cubicBezTo>
                  <a:pt x="531704" y="2116036"/>
                  <a:pt x="544012" y="2115051"/>
                  <a:pt x="545981" y="2110128"/>
                </a:cubicBezTo>
                <a:cubicBezTo>
                  <a:pt x="557305" y="2081081"/>
                  <a:pt x="567151" y="2051542"/>
                  <a:pt x="578475" y="2019049"/>
                </a:cubicBezTo>
                <a:close/>
                <a:moveTo>
                  <a:pt x="143265" y="3478282"/>
                </a:moveTo>
                <a:cubicBezTo>
                  <a:pt x="149173" y="3478282"/>
                  <a:pt x="155573" y="3478774"/>
                  <a:pt x="161481" y="3478774"/>
                </a:cubicBezTo>
                <a:cubicBezTo>
                  <a:pt x="161481" y="3434466"/>
                  <a:pt x="161481" y="3390157"/>
                  <a:pt x="161481" y="3345848"/>
                </a:cubicBezTo>
                <a:cubicBezTo>
                  <a:pt x="155080" y="3390157"/>
                  <a:pt x="126526" y="3432989"/>
                  <a:pt x="143265" y="3478282"/>
                </a:cubicBezTo>
                <a:close/>
                <a:moveTo>
                  <a:pt x="653307" y="4779973"/>
                </a:moveTo>
                <a:cubicBezTo>
                  <a:pt x="624752" y="4810004"/>
                  <a:pt x="656753" y="4830189"/>
                  <a:pt x="671523" y="4850867"/>
                </a:cubicBezTo>
                <a:cubicBezTo>
                  <a:pt x="678415" y="4860221"/>
                  <a:pt x="693677" y="4863667"/>
                  <a:pt x="705000" y="4870067"/>
                </a:cubicBezTo>
                <a:cubicBezTo>
                  <a:pt x="700077" y="4856282"/>
                  <a:pt x="697616" y="4841020"/>
                  <a:pt x="690231" y="4828712"/>
                </a:cubicBezTo>
                <a:cubicBezTo>
                  <a:pt x="680384" y="4812466"/>
                  <a:pt x="666600" y="4797696"/>
                  <a:pt x="653307" y="4779973"/>
                </a:cubicBezTo>
                <a:close/>
                <a:moveTo>
                  <a:pt x="4282681" y="6336685"/>
                </a:moveTo>
                <a:cubicBezTo>
                  <a:pt x="4285142" y="6340131"/>
                  <a:pt x="4287604" y="6343085"/>
                  <a:pt x="4290066" y="6346531"/>
                </a:cubicBezTo>
                <a:cubicBezTo>
                  <a:pt x="4302374" y="6337177"/>
                  <a:pt x="4314189" y="6327331"/>
                  <a:pt x="4325020" y="6318961"/>
                </a:cubicBezTo>
                <a:cubicBezTo>
                  <a:pt x="4339790" y="6318961"/>
                  <a:pt x="4355544" y="6318961"/>
                  <a:pt x="4371298" y="6318961"/>
                </a:cubicBezTo>
                <a:cubicBezTo>
                  <a:pt x="4372283" y="6314038"/>
                  <a:pt x="4372775" y="6309607"/>
                  <a:pt x="4373760" y="6304684"/>
                </a:cubicBezTo>
                <a:cubicBezTo>
                  <a:pt x="4362436" y="6300253"/>
                  <a:pt x="4351605" y="6294345"/>
                  <a:pt x="4339790" y="6291883"/>
                </a:cubicBezTo>
                <a:cubicBezTo>
                  <a:pt x="4301881" y="6283514"/>
                  <a:pt x="4302374" y="6322408"/>
                  <a:pt x="4282681" y="6336685"/>
                </a:cubicBezTo>
                <a:close/>
                <a:moveTo>
                  <a:pt x="438164" y="4399410"/>
                </a:moveTo>
                <a:cubicBezTo>
                  <a:pt x="441118" y="4397934"/>
                  <a:pt x="444072" y="4396949"/>
                  <a:pt x="447518" y="4395472"/>
                </a:cubicBezTo>
                <a:cubicBezTo>
                  <a:pt x="441610" y="4374302"/>
                  <a:pt x="486411" y="4353625"/>
                  <a:pt x="444564" y="4330486"/>
                </a:cubicBezTo>
                <a:cubicBezTo>
                  <a:pt x="432256" y="4345748"/>
                  <a:pt x="420933" y="4360025"/>
                  <a:pt x="408132" y="4376271"/>
                </a:cubicBezTo>
                <a:cubicBezTo>
                  <a:pt x="419456" y="4384641"/>
                  <a:pt x="428810" y="4392026"/>
                  <a:pt x="438164" y="4399410"/>
                </a:cubicBezTo>
                <a:close/>
                <a:moveTo>
                  <a:pt x="1788102" y="6310100"/>
                </a:moveTo>
                <a:cubicBezTo>
                  <a:pt x="1761516" y="6320438"/>
                  <a:pt x="1744285" y="6327331"/>
                  <a:pt x="1727054" y="6334223"/>
                </a:cubicBezTo>
                <a:cubicBezTo>
                  <a:pt x="1777763" y="6364255"/>
                  <a:pt x="1783671" y="6366224"/>
                  <a:pt x="1791056" y="6347024"/>
                </a:cubicBezTo>
                <a:cubicBezTo>
                  <a:pt x="1795486" y="6336685"/>
                  <a:pt x="1789579" y="6322408"/>
                  <a:pt x="1788102" y="6310100"/>
                </a:cubicBezTo>
                <a:close/>
                <a:moveTo>
                  <a:pt x="473118" y="4413195"/>
                </a:moveTo>
                <a:cubicBezTo>
                  <a:pt x="482965" y="4448150"/>
                  <a:pt x="488873" y="4472766"/>
                  <a:pt x="497242" y="4495905"/>
                </a:cubicBezTo>
                <a:cubicBezTo>
                  <a:pt x="498719" y="4500336"/>
                  <a:pt x="511027" y="4501320"/>
                  <a:pt x="518412" y="4503290"/>
                </a:cubicBezTo>
                <a:cubicBezTo>
                  <a:pt x="520873" y="4493936"/>
                  <a:pt x="527766" y="4483105"/>
                  <a:pt x="525304" y="4475228"/>
                </a:cubicBezTo>
                <a:cubicBezTo>
                  <a:pt x="521366" y="4461935"/>
                  <a:pt x="512504" y="4450119"/>
                  <a:pt x="503642" y="4438796"/>
                </a:cubicBezTo>
                <a:cubicBezTo>
                  <a:pt x="497242" y="4430426"/>
                  <a:pt x="486903" y="4424519"/>
                  <a:pt x="473118" y="4413195"/>
                </a:cubicBezTo>
                <a:close/>
                <a:moveTo>
                  <a:pt x="6225370" y="5299861"/>
                </a:moveTo>
                <a:cubicBezTo>
                  <a:pt x="6219463" y="5295431"/>
                  <a:pt x="6213555" y="5291492"/>
                  <a:pt x="6207647" y="5287061"/>
                </a:cubicBezTo>
                <a:cubicBezTo>
                  <a:pt x="6192385" y="5308723"/>
                  <a:pt x="6177616" y="5330878"/>
                  <a:pt x="6162354" y="5352540"/>
                </a:cubicBezTo>
                <a:cubicBezTo>
                  <a:pt x="6167769" y="5356478"/>
                  <a:pt x="6173185" y="5359924"/>
                  <a:pt x="6178600" y="5363863"/>
                </a:cubicBezTo>
                <a:cubicBezTo>
                  <a:pt x="6194355" y="5342693"/>
                  <a:pt x="6209616" y="5321031"/>
                  <a:pt x="6225370" y="5299861"/>
                </a:cubicBezTo>
                <a:close/>
                <a:moveTo>
                  <a:pt x="1196335" y="5561283"/>
                </a:moveTo>
                <a:cubicBezTo>
                  <a:pt x="1219966" y="5519436"/>
                  <a:pt x="1186981" y="5519928"/>
                  <a:pt x="1162857" y="5511066"/>
                </a:cubicBezTo>
                <a:cubicBezTo>
                  <a:pt x="1159903" y="5524359"/>
                  <a:pt x="1157441" y="5534698"/>
                  <a:pt x="1154980" y="5545036"/>
                </a:cubicBezTo>
                <a:cubicBezTo>
                  <a:pt x="1168765" y="5550452"/>
                  <a:pt x="1182550" y="5555375"/>
                  <a:pt x="1196335" y="5561283"/>
                </a:cubicBezTo>
                <a:close/>
                <a:moveTo>
                  <a:pt x="546966" y="5090626"/>
                </a:moveTo>
                <a:cubicBezTo>
                  <a:pt x="518412" y="5089149"/>
                  <a:pt x="497734" y="5088164"/>
                  <a:pt x="470657" y="5086688"/>
                </a:cubicBezTo>
                <a:cubicBezTo>
                  <a:pt x="502165" y="5131488"/>
                  <a:pt x="507088" y="5131981"/>
                  <a:pt x="546966" y="5090626"/>
                </a:cubicBezTo>
                <a:close/>
                <a:moveTo>
                  <a:pt x="1228828" y="5949722"/>
                </a:moveTo>
                <a:cubicBezTo>
                  <a:pt x="1205196" y="5931506"/>
                  <a:pt x="1187473" y="5917721"/>
                  <a:pt x="1169749" y="5903937"/>
                </a:cubicBezTo>
                <a:cubicBezTo>
                  <a:pt x="1155964" y="5939876"/>
                  <a:pt x="1174673" y="5957600"/>
                  <a:pt x="1228828" y="5949722"/>
                </a:cubicBezTo>
                <a:close/>
                <a:moveTo>
                  <a:pt x="165911" y="3537852"/>
                </a:moveTo>
                <a:cubicBezTo>
                  <a:pt x="158527" y="3537360"/>
                  <a:pt x="151142" y="3536868"/>
                  <a:pt x="143757" y="3536376"/>
                </a:cubicBezTo>
                <a:cubicBezTo>
                  <a:pt x="140803" y="3552130"/>
                  <a:pt x="137357" y="3567884"/>
                  <a:pt x="134403" y="3583638"/>
                </a:cubicBezTo>
                <a:cubicBezTo>
                  <a:pt x="144249" y="3581669"/>
                  <a:pt x="160496" y="3582654"/>
                  <a:pt x="162465" y="3577730"/>
                </a:cubicBezTo>
                <a:cubicBezTo>
                  <a:pt x="166896" y="3565915"/>
                  <a:pt x="164927" y="3551145"/>
                  <a:pt x="165911" y="3537852"/>
                </a:cubicBezTo>
                <a:close/>
                <a:moveTo>
                  <a:pt x="1929397" y="5690762"/>
                </a:moveTo>
                <a:cubicBezTo>
                  <a:pt x="1916597" y="5720302"/>
                  <a:pt x="1909212" y="5737040"/>
                  <a:pt x="1901827" y="5753779"/>
                </a:cubicBezTo>
                <a:cubicBezTo>
                  <a:pt x="1920043" y="5753287"/>
                  <a:pt x="1936782" y="5746887"/>
                  <a:pt x="1946628" y="5734579"/>
                </a:cubicBezTo>
                <a:cubicBezTo>
                  <a:pt x="1950567" y="5729656"/>
                  <a:pt x="1938751" y="5712425"/>
                  <a:pt x="1929397" y="5690762"/>
                </a:cubicBezTo>
                <a:close/>
                <a:moveTo>
                  <a:pt x="265852" y="3602346"/>
                </a:moveTo>
                <a:cubicBezTo>
                  <a:pt x="266837" y="3607270"/>
                  <a:pt x="267329" y="3612193"/>
                  <a:pt x="268314" y="3617608"/>
                </a:cubicBezTo>
                <a:cubicBezTo>
                  <a:pt x="288499" y="3612193"/>
                  <a:pt x="308684" y="3607270"/>
                  <a:pt x="336746" y="3599885"/>
                </a:cubicBezTo>
                <a:cubicBezTo>
                  <a:pt x="302284" y="3567392"/>
                  <a:pt x="285053" y="3589546"/>
                  <a:pt x="265852" y="3602346"/>
                </a:cubicBezTo>
                <a:close/>
                <a:moveTo>
                  <a:pt x="6757567" y="4237930"/>
                </a:moveTo>
                <a:cubicBezTo>
                  <a:pt x="6754121" y="4235468"/>
                  <a:pt x="6750675" y="4233007"/>
                  <a:pt x="6747721" y="4230545"/>
                </a:cubicBezTo>
                <a:cubicBezTo>
                  <a:pt x="6728520" y="4248268"/>
                  <a:pt x="6709320" y="4265500"/>
                  <a:pt x="6690119" y="4283223"/>
                </a:cubicBezTo>
                <a:cubicBezTo>
                  <a:pt x="6695043" y="4287654"/>
                  <a:pt x="6699966" y="4292577"/>
                  <a:pt x="6704889" y="4297008"/>
                </a:cubicBezTo>
                <a:cubicBezTo>
                  <a:pt x="6722120" y="4277315"/>
                  <a:pt x="6739843" y="4257623"/>
                  <a:pt x="6757567" y="4237930"/>
                </a:cubicBezTo>
                <a:close/>
                <a:moveTo>
                  <a:pt x="424379" y="4315716"/>
                </a:moveTo>
                <a:cubicBezTo>
                  <a:pt x="426348" y="4293070"/>
                  <a:pt x="427333" y="4274854"/>
                  <a:pt x="429302" y="4251223"/>
                </a:cubicBezTo>
                <a:cubicBezTo>
                  <a:pt x="386963" y="4271408"/>
                  <a:pt x="386963" y="4281254"/>
                  <a:pt x="424379" y="4315716"/>
                </a:cubicBezTo>
                <a:close/>
                <a:moveTo>
                  <a:pt x="5297842" y="6125480"/>
                </a:moveTo>
                <a:cubicBezTo>
                  <a:pt x="5296857" y="6130403"/>
                  <a:pt x="5295873" y="6134834"/>
                  <a:pt x="5294888" y="6139757"/>
                </a:cubicBezTo>
                <a:cubicBezTo>
                  <a:pt x="5313104" y="6141234"/>
                  <a:pt x="5331320" y="6144188"/>
                  <a:pt x="5349043" y="6143696"/>
                </a:cubicBezTo>
                <a:cubicBezTo>
                  <a:pt x="5353474" y="6143696"/>
                  <a:pt x="5357905" y="6134834"/>
                  <a:pt x="5362336" y="6129911"/>
                </a:cubicBezTo>
                <a:cubicBezTo>
                  <a:pt x="5356428" y="6125480"/>
                  <a:pt x="5350028" y="6117110"/>
                  <a:pt x="5344120" y="6117603"/>
                </a:cubicBezTo>
                <a:cubicBezTo>
                  <a:pt x="5328858" y="6118587"/>
                  <a:pt x="5313104" y="6122526"/>
                  <a:pt x="5297842" y="6125480"/>
                </a:cubicBezTo>
                <a:close/>
                <a:moveTo>
                  <a:pt x="5744375" y="5065518"/>
                </a:moveTo>
                <a:cubicBezTo>
                  <a:pt x="5739452" y="5074380"/>
                  <a:pt x="5735021" y="5081764"/>
                  <a:pt x="5731083" y="5089641"/>
                </a:cubicBezTo>
                <a:cubicBezTo>
                  <a:pt x="5759637" y="5117211"/>
                  <a:pt x="5759637" y="5117211"/>
                  <a:pt x="5780315" y="5085210"/>
                </a:cubicBezTo>
                <a:cubicBezTo>
                  <a:pt x="5769483" y="5079303"/>
                  <a:pt x="5758653" y="5073395"/>
                  <a:pt x="5744375" y="5065518"/>
                </a:cubicBezTo>
                <a:close/>
                <a:moveTo>
                  <a:pt x="2644736" y="6734478"/>
                </a:moveTo>
                <a:cubicBezTo>
                  <a:pt x="2641290" y="6715770"/>
                  <a:pt x="2638336" y="6701985"/>
                  <a:pt x="2635875" y="6687708"/>
                </a:cubicBezTo>
                <a:cubicBezTo>
                  <a:pt x="2631936" y="6686231"/>
                  <a:pt x="2628490" y="6684754"/>
                  <a:pt x="2624551" y="6682785"/>
                </a:cubicBezTo>
                <a:cubicBezTo>
                  <a:pt x="2617166" y="6694600"/>
                  <a:pt x="2610274" y="6706416"/>
                  <a:pt x="2600920" y="6721186"/>
                </a:cubicBezTo>
                <a:cubicBezTo>
                  <a:pt x="2619136" y="6726601"/>
                  <a:pt x="2628982" y="6729555"/>
                  <a:pt x="2644736" y="6734478"/>
                </a:cubicBezTo>
                <a:close/>
              </a:path>
            </a:pathLst>
          </a:custGeom>
          <a:solidFill>
            <a:srgbClr val="BBC23F"/>
          </a:solidFill>
          <a:ln w="4920" cap="flat">
            <a:noFill/>
            <a:prstDash val="solid"/>
            <a:miter/>
          </a:ln>
        </p:spPr>
        <p:txBody>
          <a:bodyPr rtlCol="0" anchor="ctr"/>
          <a:lstStyle/>
          <a:p>
            <a:endParaRPr lang="zh-CN" altLang="en-US"/>
          </a:p>
        </p:txBody>
      </p:sp>
      <p:sp>
        <p:nvSpPr>
          <p:cNvPr id="35" name="图形 2">
            <a:extLst>
              <a:ext uri="{FF2B5EF4-FFF2-40B4-BE49-F238E27FC236}">
                <a16:creationId xmlns:a16="http://schemas.microsoft.com/office/drawing/2014/main" id="{D785F7BB-8363-0DCF-F6CB-4498880F9752}"/>
              </a:ext>
            </a:extLst>
          </p:cNvPr>
          <p:cNvSpPr/>
          <p:nvPr/>
        </p:nvSpPr>
        <p:spPr>
          <a:xfrm>
            <a:off x="8677456" y="2836227"/>
            <a:ext cx="826227" cy="793201"/>
          </a:xfrm>
          <a:custGeom>
            <a:avLst/>
            <a:gdLst>
              <a:gd name="connsiteX0" fmla="*/ 944760 w 7143544"/>
              <a:gd name="connsiteY0" fmla="*/ 5739994 h 6857999"/>
              <a:gd name="connsiteX1" fmla="*/ 904882 w 7143544"/>
              <a:gd name="connsiteY1" fmla="*/ 5734087 h 6857999"/>
              <a:gd name="connsiteX2" fmla="*/ 899959 w 7143544"/>
              <a:gd name="connsiteY2" fmla="*/ 5745902 h 6857999"/>
              <a:gd name="connsiteX3" fmla="*/ 933436 w 7143544"/>
              <a:gd name="connsiteY3" fmla="*/ 5769533 h 6857999"/>
              <a:gd name="connsiteX4" fmla="*/ 913744 w 7143544"/>
              <a:gd name="connsiteY4" fmla="*/ 5818765 h 6857999"/>
              <a:gd name="connsiteX5" fmla="*/ 865496 w 7143544"/>
              <a:gd name="connsiteY5" fmla="*/ 5791196 h 6857999"/>
              <a:gd name="connsiteX6" fmla="*/ 856635 w 7143544"/>
              <a:gd name="connsiteY6" fmla="*/ 5711932 h 6857999"/>
              <a:gd name="connsiteX7" fmla="*/ 846296 w 7143544"/>
              <a:gd name="connsiteY7" fmla="*/ 5651869 h 6857999"/>
              <a:gd name="connsiteX8" fmla="*/ 782295 w 7143544"/>
              <a:gd name="connsiteY8" fmla="*/ 5587868 h 6857999"/>
              <a:gd name="connsiteX9" fmla="*/ 652322 w 7143544"/>
              <a:gd name="connsiteY9" fmla="*/ 5547006 h 6857999"/>
              <a:gd name="connsiteX10" fmla="*/ 642968 w 7143544"/>
              <a:gd name="connsiteY10" fmla="*/ 5541590 h 6857999"/>
              <a:gd name="connsiteX11" fmla="*/ 649368 w 7143544"/>
              <a:gd name="connsiteY11" fmla="*/ 5513035 h 6857999"/>
              <a:gd name="connsiteX12" fmla="*/ 706477 w 7143544"/>
              <a:gd name="connsiteY12" fmla="*/ 5489404 h 6857999"/>
              <a:gd name="connsiteX13" fmla="*/ 731586 w 7143544"/>
              <a:gd name="connsiteY13" fmla="*/ 5528297 h 6857999"/>
              <a:gd name="connsiteX14" fmla="*/ 742909 w 7143544"/>
              <a:gd name="connsiteY14" fmla="*/ 5488420 h 6857999"/>
              <a:gd name="connsiteX15" fmla="*/ 796572 w 7143544"/>
              <a:gd name="connsiteY15" fmla="*/ 5488420 h 6857999"/>
              <a:gd name="connsiteX16" fmla="*/ 802480 w 7143544"/>
              <a:gd name="connsiteY16" fmla="*/ 5477096 h 6857999"/>
              <a:gd name="connsiteX17" fmla="*/ 762602 w 7143544"/>
              <a:gd name="connsiteY17" fmla="*/ 5454942 h 6857999"/>
              <a:gd name="connsiteX18" fmla="*/ 755709 w 7143544"/>
              <a:gd name="connsiteY18" fmla="*/ 5425895 h 6857999"/>
              <a:gd name="connsiteX19" fmla="*/ 728632 w 7143544"/>
              <a:gd name="connsiteY19" fmla="*/ 5469219 h 6857999"/>
              <a:gd name="connsiteX20" fmla="*/ 674969 w 7143544"/>
              <a:gd name="connsiteY20" fmla="*/ 5453957 h 6857999"/>
              <a:gd name="connsiteX21" fmla="*/ 639030 w 7143544"/>
              <a:gd name="connsiteY21" fmla="*/ 5481035 h 6857999"/>
              <a:gd name="connsiteX22" fmla="*/ 591767 w 7143544"/>
              <a:gd name="connsiteY22" fmla="*/ 5417525 h 6857999"/>
              <a:gd name="connsiteX23" fmla="*/ 645430 w 7143544"/>
              <a:gd name="connsiteY23" fmla="*/ 5404233 h 6857999"/>
              <a:gd name="connsiteX24" fmla="*/ 645430 w 7143544"/>
              <a:gd name="connsiteY24" fmla="*/ 5396356 h 6857999"/>
              <a:gd name="connsiteX25" fmla="*/ 603583 w 7143544"/>
              <a:gd name="connsiteY25" fmla="*/ 5382079 h 6857999"/>
              <a:gd name="connsiteX26" fmla="*/ 597183 w 7143544"/>
              <a:gd name="connsiteY26" fmla="*/ 5335801 h 6857999"/>
              <a:gd name="connsiteX27" fmla="*/ 637061 w 7143544"/>
              <a:gd name="connsiteY27" fmla="*/ 5311677 h 6857999"/>
              <a:gd name="connsiteX28" fmla="*/ 614906 w 7143544"/>
              <a:gd name="connsiteY28" fmla="*/ 5277215 h 6857999"/>
              <a:gd name="connsiteX29" fmla="*/ 541058 w 7143544"/>
              <a:gd name="connsiteY29" fmla="*/ 5278692 h 6857999"/>
              <a:gd name="connsiteX30" fmla="*/ 497734 w 7143544"/>
              <a:gd name="connsiteY30" fmla="*/ 5316600 h 6857999"/>
              <a:gd name="connsiteX31" fmla="*/ 528258 w 7143544"/>
              <a:gd name="connsiteY31" fmla="*/ 5193520 h 6857999"/>
              <a:gd name="connsiteX32" fmla="*/ 544505 w 7143544"/>
              <a:gd name="connsiteY32" fmla="*/ 5210259 h 6857999"/>
              <a:gd name="connsiteX33" fmla="*/ 551397 w 7143544"/>
              <a:gd name="connsiteY33" fmla="*/ 5204844 h 6857999"/>
              <a:gd name="connsiteX34" fmla="*/ 506596 w 7143544"/>
              <a:gd name="connsiteY34" fmla="*/ 5150689 h 6857999"/>
              <a:gd name="connsiteX35" fmla="*/ 474103 w 7143544"/>
              <a:gd name="connsiteY35" fmla="*/ 5169397 h 6857999"/>
              <a:gd name="connsiteX36" fmla="*/ 480011 w 7143544"/>
              <a:gd name="connsiteY36" fmla="*/ 5203859 h 6857999"/>
              <a:gd name="connsiteX37" fmla="*/ 399271 w 7143544"/>
              <a:gd name="connsiteY37" fmla="*/ 5146750 h 6857999"/>
              <a:gd name="connsiteX38" fmla="*/ 432748 w 7143544"/>
              <a:gd name="connsiteY38" fmla="*/ 5130996 h 6857999"/>
              <a:gd name="connsiteX39" fmla="*/ 391886 w 7143544"/>
              <a:gd name="connsiteY39" fmla="*/ 5096042 h 6857999"/>
              <a:gd name="connsiteX40" fmla="*/ 425363 w 7143544"/>
              <a:gd name="connsiteY40" fmla="*/ 5083734 h 6857999"/>
              <a:gd name="connsiteX41" fmla="*/ 427333 w 7143544"/>
              <a:gd name="connsiteY41" fmla="*/ 5049764 h 6857999"/>
              <a:gd name="connsiteX42" fmla="*/ 413055 w 7143544"/>
              <a:gd name="connsiteY42" fmla="*/ 5006439 h 6857999"/>
              <a:gd name="connsiteX43" fmla="*/ 399271 w 7143544"/>
              <a:gd name="connsiteY43" fmla="*/ 5036963 h 6857999"/>
              <a:gd name="connsiteX44" fmla="*/ 371701 w 7143544"/>
              <a:gd name="connsiteY44" fmla="*/ 5060594 h 6857999"/>
              <a:gd name="connsiteX45" fmla="*/ 332315 w 7143544"/>
              <a:gd name="connsiteY45" fmla="*/ 5010870 h 6857999"/>
              <a:gd name="connsiteX46" fmla="*/ 349546 w 7143544"/>
              <a:gd name="connsiteY46" fmla="*/ 4993147 h 6857999"/>
              <a:gd name="connsiteX47" fmla="*/ 408625 w 7143544"/>
              <a:gd name="connsiteY47" fmla="*/ 4966562 h 6857999"/>
              <a:gd name="connsiteX48" fmla="*/ 357916 w 7143544"/>
              <a:gd name="connsiteY48" fmla="*/ 4901083 h 6857999"/>
              <a:gd name="connsiteX49" fmla="*/ 302776 w 7143544"/>
              <a:gd name="connsiteY49" fmla="*/ 4901083 h 6857999"/>
              <a:gd name="connsiteX50" fmla="*/ 368254 w 7143544"/>
              <a:gd name="connsiteY50" fmla="*/ 4838559 h 6857999"/>
              <a:gd name="connsiteX51" fmla="*/ 346592 w 7143544"/>
              <a:gd name="connsiteY51" fmla="*/ 4791296 h 6857999"/>
              <a:gd name="connsiteX52" fmla="*/ 330838 w 7143544"/>
              <a:gd name="connsiteY52" fmla="*/ 4786373 h 6857999"/>
              <a:gd name="connsiteX53" fmla="*/ 304745 w 7143544"/>
              <a:gd name="connsiteY53" fmla="*/ 4810004 h 6857999"/>
              <a:gd name="connsiteX54" fmla="*/ 261914 w 7143544"/>
              <a:gd name="connsiteY54" fmla="*/ 4879914 h 6857999"/>
              <a:gd name="connsiteX55" fmla="*/ 202343 w 7143544"/>
              <a:gd name="connsiteY55" fmla="*/ 4786865 h 6857999"/>
              <a:gd name="connsiteX56" fmla="*/ 227944 w 7143544"/>
              <a:gd name="connsiteY56" fmla="*/ 4758803 h 6857999"/>
              <a:gd name="connsiteX57" fmla="*/ 248621 w 7143544"/>
              <a:gd name="connsiteY57" fmla="*/ 4799665 h 6857999"/>
              <a:gd name="connsiteX58" fmla="*/ 255513 w 7143544"/>
              <a:gd name="connsiteY58" fmla="*/ 4797696 h 6857999"/>
              <a:gd name="connsiteX59" fmla="*/ 253544 w 7143544"/>
              <a:gd name="connsiteY59" fmla="*/ 4772096 h 6857999"/>
              <a:gd name="connsiteX60" fmla="*/ 293914 w 7143544"/>
              <a:gd name="connsiteY60" fmla="*/ 4719910 h 6857999"/>
              <a:gd name="connsiteX61" fmla="*/ 280129 w 7143544"/>
              <a:gd name="connsiteY61" fmla="*/ 4631785 h 6857999"/>
              <a:gd name="connsiteX62" fmla="*/ 240252 w 7143544"/>
              <a:gd name="connsiteY62" fmla="*/ 4581076 h 6857999"/>
              <a:gd name="connsiteX63" fmla="*/ 204312 w 7143544"/>
              <a:gd name="connsiteY63" fmla="*/ 4552522 h 6857999"/>
              <a:gd name="connsiteX64" fmla="*/ 229913 w 7143544"/>
              <a:gd name="connsiteY64" fmla="*/ 4510675 h 6857999"/>
              <a:gd name="connsiteX65" fmla="*/ 221051 w 7143544"/>
              <a:gd name="connsiteY65" fmla="*/ 4502305 h 6857999"/>
              <a:gd name="connsiteX66" fmla="*/ 195451 w 7143544"/>
              <a:gd name="connsiteY66" fmla="*/ 4521505 h 6857999"/>
              <a:gd name="connsiteX67" fmla="*/ 175265 w 7143544"/>
              <a:gd name="connsiteY67" fmla="*/ 4465873 h 6857999"/>
              <a:gd name="connsiteX68" fmla="*/ 231882 w 7143544"/>
              <a:gd name="connsiteY68" fmla="*/ 4456520 h 6857999"/>
              <a:gd name="connsiteX69" fmla="*/ 153111 w 7143544"/>
              <a:gd name="connsiteY69" fmla="*/ 4384641 h 6857999"/>
              <a:gd name="connsiteX70" fmla="*/ 189543 w 7143544"/>
              <a:gd name="connsiteY70" fmla="*/ 4318670 h 6857999"/>
              <a:gd name="connsiteX71" fmla="*/ 185604 w 7143544"/>
              <a:gd name="connsiteY71" fmla="*/ 4313255 h 6857999"/>
              <a:gd name="connsiteX72" fmla="*/ 147696 w 7143544"/>
              <a:gd name="connsiteY72" fmla="*/ 4336886 h 6857999"/>
              <a:gd name="connsiteX73" fmla="*/ 102402 w 7143544"/>
              <a:gd name="connsiteY73" fmla="*/ 4200021 h 6857999"/>
              <a:gd name="connsiteX74" fmla="*/ 117172 w 7143544"/>
              <a:gd name="connsiteY74" fmla="*/ 4193129 h 6857999"/>
              <a:gd name="connsiteX75" fmla="*/ 132926 w 7143544"/>
              <a:gd name="connsiteY75" fmla="*/ 4211837 h 6857999"/>
              <a:gd name="connsiteX76" fmla="*/ 160988 w 7143544"/>
              <a:gd name="connsiteY76" fmla="*/ 4230053 h 6857999"/>
              <a:gd name="connsiteX77" fmla="*/ 172804 w 7143544"/>
              <a:gd name="connsiteY77" fmla="*/ 4207899 h 6857999"/>
              <a:gd name="connsiteX78" fmla="*/ 143757 w 7143544"/>
              <a:gd name="connsiteY78" fmla="*/ 4188698 h 6857999"/>
              <a:gd name="connsiteX79" fmla="*/ 126526 w 7143544"/>
              <a:gd name="connsiteY79" fmla="*/ 4187221 h 6857999"/>
              <a:gd name="connsiteX80" fmla="*/ 132926 w 7143544"/>
              <a:gd name="connsiteY80" fmla="*/ 4100081 h 6857999"/>
              <a:gd name="connsiteX81" fmla="*/ 106833 w 7143544"/>
              <a:gd name="connsiteY81" fmla="*/ 4124696 h 6857999"/>
              <a:gd name="connsiteX82" fmla="*/ 79263 w 7143544"/>
              <a:gd name="connsiteY82" fmla="*/ 4101557 h 6857999"/>
              <a:gd name="connsiteX83" fmla="*/ 113726 w 7143544"/>
              <a:gd name="connsiteY83" fmla="*/ 4080388 h 6857999"/>
              <a:gd name="connsiteX84" fmla="*/ 171327 w 7143544"/>
              <a:gd name="connsiteY84" fmla="*/ 4048879 h 6857999"/>
              <a:gd name="connsiteX85" fmla="*/ 204312 w 7143544"/>
              <a:gd name="connsiteY85" fmla="*/ 4042972 h 6857999"/>
              <a:gd name="connsiteX86" fmla="*/ 216620 w 7143544"/>
              <a:gd name="connsiteY86" fmla="*/ 4052818 h 6857999"/>
              <a:gd name="connsiteX87" fmla="*/ 216620 w 7143544"/>
              <a:gd name="connsiteY87" fmla="*/ 3959278 h 6857999"/>
              <a:gd name="connsiteX88" fmla="*/ 230405 w 7143544"/>
              <a:gd name="connsiteY88" fmla="*/ 3953862 h 6857999"/>
              <a:gd name="connsiteX89" fmla="*/ 203328 w 7143544"/>
              <a:gd name="connsiteY89" fmla="*/ 3937615 h 6857999"/>
              <a:gd name="connsiteX90" fmla="*/ 160988 w 7143544"/>
              <a:gd name="connsiteY90" fmla="*/ 3959278 h 6857999"/>
              <a:gd name="connsiteX91" fmla="*/ 108802 w 7143544"/>
              <a:gd name="connsiteY91" fmla="*/ 4013433 h 6857999"/>
              <a:gd name="connsiteX92" fmla="*/ 54155 w 7143544"/>
              <a:gd name="connsiteY92" fmla="*/ 3902661 h 6857999"/>
              <a:gd name="connsiteX93" fmla="*/ 111264 w 7143544"/>
              <a:gd name="connsiteY93" fmla="*/ 3787458 h 6857999"/>
              <a:gd name="connsiteX94" fmla="*/ 30524 w 7143544"/>
              <a:gd name="connsiteY94" fmla="*/ 3778104 h 6857999"/>
              <a:gd name="connsiteX95" fmla="*/ 66463 w 7143544"/>
              <a:gd name="connsiteY95" fmla="*/ 3604316 h 6857999"/>
              <a:gd name="connsiteX96" fmla="*/ 49724 w 7143544"/>
              <a:gd name="connsiteY96" fmla="*/ 3544253 h 6857999"/>
              <a:gd name="connsiteX97" fmla="*/ 10339 w 7143544"/>
              <a:gd name="connsiteY97" fmla="*/ 3520129 h 6857999"/>
              <a:gd name="connsiteX98" fmla="*/ 23631 w 7143544"/>
              <a:gd name="connsiteY98" fmla="*/ 3516191 h 6857999"/>
              <a:gd name="connsiteX99" fmla="*/ 36432 w 7143544"/>
              <a:gd name="connsiteY99" fmla="*/ 3463512 h 6857999"/>
              <a:gd name="connsiteX100" fmla="*/ 0 w 7143544"/>
              <a:gd name="connsiteY100" fmla="*/ 3429542 h 6857999"/>
              <a:gd name="connsiteX101" fmla="*/ 5416 w 7143544"/>
              <a:gd name="connsiteY101" fmla="*/ 3421173 h 6857999"/>
              <a:gd name="connsiteX102" fmla="*/ 34955 w 7143544"/>
              <a:gd name="connsiteY102" fmla="*/ 3427573 h 6857999"/>
              <a:gd name="connsiteX103" fmla="*/ 42832 w 7143544"/>
              <a:gd name="connsiteY103" fmla="*/ 3400496 h 6857999"/>
              <a:gd name="connsiteX104" fmla="*/ 10831 w 7143544"/>
              <a:gd name="connsiteY104" fmla="*/ 3383757 h 6857999"/>
              <a:gd name="connsiteX105" fmla="*/ 12308 w 7143544"/>
              <a:gd name="connsiteY105" fmla="*/ 3371449 h 6857999"/>
              <a:gd name="connsiteX106" fmla="*/ 63509 w 7143544"/>
              <a:gd name="connsiteY106" fmla="*/ 3366033 h 6857999"/>
              <a:gd name="connsiteX107" fmla="*/ 63017 w 7143544"/>
              <a:gd name="connsiteY107" fmla="*/ 3364064 h 6857999"/>
              <a:gd name="connsiteX108" fmla="*/ 125541 w 7143544"/>
              <a:gd name="connsiteY108" fmla="*/ 3355695 h 6857999"/>
              <a:gd name="connsiteX109" fmla="*/ 130957 w 7143544"/>
              <a:gd name="connsiteY109" fmla="*/ 3364556 h 6857999"/>
              <a:gd name="connsiteX110" fmla="*/ 158034 w 7143544"/>
              <a:gd name="connsiteY110" fmla="*/ 3309417 h 6857999"/>
              <a:gd name="connsiteX111" fmla="*/ 54647 w 7143544"/>
              <a:gd name="connsiteY111" fmla="*/ 3340433 h 6857999"/>
              <a:gd name="connsiteX112" fmla="*/ 31508 w 7143544"/>
              <a:gd name="connsiteY112" fmla="*/ 3324679 h 6857999"/>
              <a:gd name="connsiteX113" fmla="*/ 17231 w 7143544"/>
              <a:gd name="connsiteY113" fmla="*/ 3275939 h 6857999"/>
              <a:gd name="connsiteX114" fmla="*/ 39878 w 7143544"/>
              <a:gd name="connsiteY114" fmla="*/ 3240492 h 6857999"/>
              <a:gd name="connsiteX115" fmla="*/ 45786 w 7143544"/>
              <a:gd name="connsiteY115" fmla="*/ 3231138 h 6857999"/>
              <a:gd name="connsiteX116" fmla="*/ 136865 w 7143544"/>
              <a:gd name="connsiteY116" fmla="*/ 3169106 h 6857999"/>
              <a:gd name="connsiteX117" fmla="*/ 126034 w 7143544"/>
              <a:gd name="connsiteY117" fmla="*/ 3234092 h 6857999"/>
              <a:gd name="connsiteX118" fmla="*/ 145726 w 7143544"/>
              <a:gd name="connsiteY118" fmla="*/ 3302524 h 6857999"/>
              <a:gd name="connsiteX119" fmla="*/ 156065 w 7143544"/>
              <a:gd name="connsiteY119" fmla="*/ 3118889 h 6857999"/>
              <a:gd name="connsiteX120" fmla="*/ 146711 w 7143544"/>
              <a:gd name="connsiteY120" fmla="*/ 3119382 h 6857999"/>
              <a:gd name="connsiteX121" fmla="*/ 151634 w 7143544"/>
              <a:gd name="connsiteY121" fmla="*/ 3159260 h 6857999"/>
              <a:gd name="connsiteX122" fmla="*/ 66955 w 7143544"/>
              <a:gd name="connsiteY122" fmla="*/ 3133659 h 6857999"/>
              <a:gd name="connsiteX123" fmla="*/ 65971 w 7143544"/>
              <a:gd name="connsiteY123" fmla="*/ 3109043 h 6857999"/>
              <a:gd name="connsiteX124" fmla="*/ 29047 w 7143544"/>
              <a:gd name="connsiteY124" fmla="*/ 3101166 h 6857999"/>
              <a:gd name="connsiteX125" fmla="*/ 31508 w 7143544"/>
              <a:gd name="connsiteY125" fmla="*/ 3045534 h 6857999"/>
              <a:gd name="connsiteX126" fmla="*/ 19200 w 7143544"/>
              <a:gd name="connsiteY126" fmla="*/ 3040611 h 6857999"/>
              <a:gd name="connsiteX127" fmla="*/ 57109 w 7143544"/>
              <a:gd name="connsiteY127" fmla="*/ 3014026 h 6857999"/>
              <a:gd name="connsiteX128" fmla="*/ 36924 w 7143544"/>
              <a:gd name="connsiteY128" fmla="*/ 2984979 h 6857999"/>
              <a:gd name="connsiteX129" fmla="*/ 64001 w 7143544"/>
              <a:gd name="connsiteY129" fmla="*/ 2949532 h 6857999"/>
              <a:gd name="connsiteX130" fmla="*/ 94033 w 7143544"/>
              <a:gd name="connsiteY130" fmla="*/ 2924916 h 6857999"/>
              <a:gd name="connsiteX131" fmla="*/ 71879 w 7143544"/>
              <a:gd name="connsiteY131" fmla="*/ 2852545 h 6857999"/>
              <a:gd name="connsiteX132" fmla="*/ 97971 w 7143544"/>
              <a:gd name="connsiteY132" fmla="*/ 2741773 h 6857999"/>
              <a:gd name="connsiteX133" fmla="*/ 141788 w 7143544"/>
              <a:gd name="connsiteY133" fmla="*/ 2692541 h 6857999"/>
              <a:gd name="connsiteX134" fmla="*/ 155573 w 7143544"/>
              <a:gd name="connsiteY134" fmla="*/ 2650694 h 6857999"/>
              <a:gd name="connsiteX135" fmla="*/ 76802 w 7143544"/>
              <a:gd name="connsiteY135" fmla="*/ 2637894 h 6857999"/>
              <a:gd name="connsiteX136" fmla="*/ 147203 w 7143544"/>
              <a:gd name="connsiteY136" fmla="*/ 2400596 h 6857999"/>
              <a:gd name="connsiteX137" fmla="*/ 203820 w 7143544"/>
              <a:gd name="connsiteY137" fmla="*/ 2356288 h 6857999"/>
              <a:gd name="connsiteX138" fmla="*/ 203820 w 7143544"/>
              <a:gd name="connsiteY138" fmla="*/ 2293271 h 6857999"/>
              <a:gd name="connsiteX139" fmla="*/ 217605 w 7143544"/>
              <a:gd name="connsiteY139" fmla="*/ 2230254 h 6857999"/>
              <a:gd name="connsiteX140" fmla="*/ 244682 w 7143544"/>
              <a:gd name="connsiteY140" fmla="*/ 2175607 h 6857999"/>
              <a:gd name="connsiteX141" fmla="*/ 266344 w 7143544"/>
              <a:gd name="connsiteY141" fmla="*/ 2149021 h 6857999"/>
              <a:gd name="connsiteX142" fmla="*/ 283576 w 7143544"/>
              <a:gd name="connsiteY142" fmla="*/ 2021511 h 6857999"/>
              <a:gd name="connsiteX143" fmla="*/ 309176 w 7143544"/>
              <a:gd name="connsiteY143" fmla="*/ 1983602 h 6857999"/>
              <a:gd name="connsiteX144" fmla="*/ 352500 w 7143544"/>
              <a:gd name="connsiteY144" fmla="*/ 1931416 h 6857999"/>
              <a:gd name="connsiteX145" fmla="*/ 381055 w 7143544"/>
              <a:gd name="connsiteY145" fmla="*/ 1902862 h 6857999"/>
              <a:gd name="connsiteX146" fmla="*/ 405671 w 7143544"/>
              <a:gd name="connsiteY146" fmla="*/ 1855107 h 6857999"/>
              <a:gd name="connsiteX147" fmla="*/ 430287 w 7143544"/>
              <a:gd name="connsiteY147" fmla="*/ 1818183 h 6857999"/>
              <a:gd name="connsiteX148" fmla="*/ 480995 w 7143544"/>
              <a:gd name="connsiteY148" fmla="*/ 1771905 h 6857999"/>
              <a:gd name="connsiteX149" fmla="*/ 524319 w 7143544"/>
              <a:gd name="connsiteY149" fmla="*/ 1732027 h 6857999"/>
              <a:gd name="connsiteX150" fmla="*/ 555828 w 7143544"/>
              <a:gd name="connsiteY150" fmla="*/ 1650795 h 6857999"/>
              <a:gd name="connsiteX151" fmla="*/ 536627 w 7143544"/>
              <a:gd name="connsiteY151" fmla="*/ 1586301 h 6857999"/>
              <a:gd name="connsiteX152" fmla="*/ 590290 w 7143544"/>
              <a:gd name="connsiteY152" fmla="*/ 1631594 h 6857999"/>
              <a:gd name="connsiteX153" fmla="*/ 597675 w 7143544"/>
              <a:gd name="connsiteY153" fmla="*/ 1626179 h 6857999"/>
              <a:gd name="connsiteX154" fmla="*/ 568628 w 7143544"/>
              <a:gd name="connsiteY154" fmla="*/ 1578916 h 6857999"/>
              <a:gd name="connsiteX155" fmla="*/ 610475 w 7143544"/>
              <a:gd name="connsiteY155" fmla="*/ 1597132 h 6857999"/>
              <a:gd name="connsiteX156" fmla="*/ 559274 w 7143544"/>
              <a:gd name="connsiteY156" fmla="*/ 1520330 h 6857999"/>
              <a:gd name="connsiteX157" fmla="*/ 674969 w 7143544"/>
              <a:gd name="connsiteY157" fmla="*/ 1356880 h 6857999"/>
              <a:gd name="connsiteX158" fmla="*/ 686785 w 7143544"/>
              <a:gd name="connsiteY158" fmla="*/ 1359834 h 6857999"/>
              <a:gd name="connsiteX159" fmla="*/ 688754 w 7143544"/>
              <a:gd name="connsiteY159" fmla="*/ 1396758 h 6857999"/>
              <a:gd name="connsiteX160" fmla="*/ 717308 w 7143544"/>
              <a:gd name="connsiteY160" fmla="*/ 1389866 h 6857999"/>
              <a:gd name="connsiteX161" fmla="*/ 759648 w 7143544"/>
              <a:gd name="connsiteY161" fmla="*/ 1442544 h 6857999"/>
              <a:gd name="connsiteX162" fmla="*/ 667092 w 7143544"/>
              <a:gd name="connsiteY162" fmla="*/ 1462729 h 6857999"/>
              <a:gd name="connsiteX163" fmla="*/ 665615 w 7143544"/>
              <a:gd name="connsiteY163" fmla="*/ 1475529 h 6857999"/>
              <a:gd name="connsiteX164" fmla="*/ 716816 w 7143544"/>
              <a:gd name="connsiteY164" fmla="*/ 1489314 h 6857999"/>
              <a:gd name="connsiteX165" fmla="*/ 623276 w 7143544"/>
              <a:gd name="connsiteY165" fmla="*/ 1626179 h 6857999"/>
              <a:gd name="connsiteX166" fmla="*/ 559766 w 7143544"/>
              <a:gd name="connsiteY166" fmla="*/ 1754182 h 6857999"/>
              <a:gd name="connsiteX167" fmla="*/ 484442 w 7143544"/>
              <a:gd name="connsiteY167" fmla="*/ 1894985 h 6857999"/>
              <a:gd name="connsiteX168" fmla="*/ 420933 w 7143544"/>
              <a:gd name="connsiteY168" fmla="*/ 2044650 h 6857999"/>
              <a:gd name="connsiteX169" fmla="*/ 491334 w 7143544"/>
              <a:gd name="connsiteY169" fmla="*/ 1983110 h 6857999"/>
              <a:gd name="connsiteX170" fmla="*/ 507088 w 7143544"/>
              <a:gd name="connsiteY170" fmla="*/ 1961940 h 6857999"/>
              <a:gd name="connsiteX171" fmla="*/ 540566 w 7143544"/>
              <a:gd name="connsiteY171" fmla="*/ 1863969 h 6857999"/>
              <a:gd name="connsiteX172" fmla="*/ 589306 w 7143544"/>
              <a:gd name="connsiteY172" fmla="*/ 1774859 h 6857999"/>
              <a:gd name="connsiteX173" fmla="*/ 635091 w 7143544"/>
              <a:gd name="connsiteY173" fmla="*/ 1690673 h 6857999"/>
              <a:gd name="connsiteX174" fmla="*/ 653799 w 7143544"/>
              <a:gd name="connsiteY174" fmla="*/ 1670488 h 6857999"/>
              <a:gd name="connsiteX175" fmla="*/ 699093 w 7143544"/>
              <a:gd name="connsiteY175" fmla="*/ 1641933 h 6857999"/>
              <a:gd name="connsiteX176" fmla="*/ 667584 w 7143544"/>
              <a:gd name="connsiteY176" fmla="*/ 1627656 h 6857999"/>
              <a:gd name="connsiteX177" fmla="*/ 770971 w 7143544"/>
              <a:gd name="connsiteY177" fmla="*/ 1484883 h 6857999"/>
              <a:gd name="connsiteX178" fmla="*/ 813311 w 7143544"/>
              <a:gd name="connsiteY178" fmla="*/ 1531654 h 6857999"/>
              <a:gd name="connsiteX179" fmla="*/ 778848 w 7143544"/>
              <a:gd name="connsiteY179" fmla="*/ 1582362 h 6857999"/>
              <a:gd name="connsiteX180" fmla="*/ 748324 w 7143544"/>
              <a:gd name="connsiteY180" fmla="*/ 1640948 h 6857999"/>
              <a:gd name="connsiteX181" fmla="*/ 711401 w 7143544"/>
              <a:gd name="connsiteY181" fmla="*/ 1693134 h 6857999"/>
              <a:gd name="connsiteX182" fmla="*/ 643461 w 7143544"/>
              <a:gd name="connsiteY182" fmla="*/ 1780275 h 6857999"/>
              <a:gd name="connsiteX183" fmla="*/ 623768 w 7143544"/>
              <a:gd name="connsiteY183" fmla="*/ 1818183 h 6857999"/>
              <a:gd name="connsiteX184" fmla="*/ 561243 w 7143544"/>
              <a:gd name="connsiteY184" fmla="*/ 1947663 h 6857999"/>
              <a:gd name="connsiteX185" fmla="*/ 567644 w 7143544"/>
              <a:gd name="connsiteY185" fmla="*/ 1999356 h 6857999"/>
              <a:gd name="connsiteX186" fmla="*/ 614414 w 7143544"/>
              <a:gd name="connsiteY186" fmla="*/ 1950617 h 6857999"/>
              <a:gd name="connsiteX187" fmla="*/ 620814 w 7143544"/>
              <a:gd name="connsiteY187" fmla="*/ 1930924 h 6857999"/>
              <a:gd name="connsiteX188" fmla="*/ 682846 w 7143544"/>
              <a:gd name="connsiteY188" fmla="*/ 1823599 h 6857999"/>
              <a:gd name="connsiteX189" fmla="*/ 757679 w 7143544"/>
              <a:gd name="connsiteY189" fmla="*/ 1733012 h 6857999"/>
              <a:gd name="connsiteX190" fmla="*/ 798049 w 7143544"/>
              <a:gd name="connsiteY190" fmla="*/ 1652272 h 6857999"/>
              <a:gd name="connsiteX191" fmla="*/ 801495 w 7143544"/>
              <a:gd name="connsiteY191" fmla="*/ 1631594 h 6857999"/>
              <a:gd name="connsiteX192" fmla="*/ 884697 w 7143544"/>
              <a:gd name="connsiteY192" fmla="*/ 1517869 h 6857999"/>
              <a:gd name="connsiteX193" fmla="*/ 941313 w 7143544"/>
              <a:gd name="connsiteY193" fmla="*/ 1450421 h 6857999"/>
              <a:gd name="connsiteX194" fmla="*/ 950668 w 7143544"/>
              <a:gd name="connsiteY194" fmla="*/ 1439098 h 6857999"/>
              <a:gd name="connsiteX195" fmla="*/ 999407 w 7143544"/>
              <a:gd name="connsiteY195" fmla="*/ 1419405 h 6857999"/>
              <a:gd name="connsiteX196" fmla="*/ 1018115 w 7143544"/>
              <a:gd name="connsiteY196" fmla="*/ 1354419 h 6857999"/>
              <a:gd name="connsiteX197" fmla="*/ 1076701 w 7143544"/>
              <a:gd name="connsiteY197" fmla="*/ 1348511 h 6857999"/>
              <a:gd name="connsiteX198" fmla="*/ 1096886 w 7143544"/>
              <a:gd name="connsiteY198" fmla="*/ 1283033 h 6857999"/>
              <a:gd name="connsiteX199" fmla="*/ 1180088 w 7143544"/>
              <a:gd name="connsiteY199" fmla="*/ 1208693 h 6857999"/>
              <a:gd name="connsiteX200" fmla="*/ 1182550 w 7143544"/>
              <a:gd name="connsiteY200" fmla="*/ 1197862 h 6857999"/>
              <a:gd name="connsiteX201" fmla="*/ 1218489 w 7143544"/>
              <a:gd name="connsiteY201" fmla="*/ 1132383 h 6857999"/>
              <a:gd name="connsiteX202" fmla="*/ 1286921 w 7143544"/>
              <a:gd name="connsiteY202" fmla="*/ 1097921 h 6857999"/>
              <a:gd name="connsiteX203" fmla="*/ 1324338 w 7143544"/>
              <a:gd name="connsiteY203" fmla="*/ 1078228 h 6857999"/>
              <a:gd name="connsiteX204" fmla="*/ 1345507 w 7143544"/>
              <a:gd name="connsiteY204" fmla="*/ 1025550 h 6857999"/>
              <a:gd name="connsiteX205" fmla="*/ 1528157 w 7143544"/>
              <a:gd name="connsiteY205" fmla="*/ 889670 h 6857999"/>
              <a:gd name="connsiteX206" fmla="*/ 1579359 w 7143544"/>
              <a:gd name="connsiteY206" fmla="*/ 806960 h 6857999"/>
              <a:gd name="connsiteX207" fmla="*/ 1653699 w 7143544"/>
              <a:gd name="connsiteY207" fmla="*/ 789237 h 6857999"/>
              <a:gd name="connsiteX208" fmla="*/ 1779240 w 7143544"/>
              <a:gd name="connsiteY208" fmla="*/ 723759 h 6857999"/>
              <a:gd name="connsiteX209" fmla="*/ 1821579 w 7143544"/>
              <a:gd name="connsiteY209" fmla="*/ 688804 h 6857999"/>
              <a:gd name="connsiteX210" fmla="*/ 1900350 w 7143544"/>
              <a:gd name="connsiteY210" fmla="*/ 641049 h 6857999"/>
              <a:gd name="connsiteX211" fmla="*/ 1951552 w 7143544"/>
              <a:gd name="connsiteY211" fmla="*/ 633172 h 6857999"/>
              <a:gd name="connsiteX212" fmla="*/ 1970752 w 7143544"/>
              <a:gd name="connsiteY212" fmla="*/ 625295 h 6857999"/>
              <a:gd name="connsiteX213" fmla="*/ 2022938 w 7143544"/>
              <a:gd name="connsiteY213" fmla="*/ 571632 h 6857999"/>
              <a:gd name="connsiteX214" fmla="*/ 2079062 w 7143544"/>
              <a:gd name="connsiteY214" fmla="*/ 572124 h 6857999"/>
              <a:gd name="connsiteX215" fmla="*/ 2176541 w 7143544"/>
              <a:gd name="connsiteY215" fmla="*/ 504184 h 6857999"/>
              <a:gd name="connsiteX216" fmla="*/ 2232666 w 7143544"/>
              <a:gd name="connsiteY216" fmla="*/ 468737 h 6857999"/>
              <a:gd name="connsiteX217" fmla="*/ 2296667 w 7143544"/>
              <a:gd name="connsiteY217" fmla="*/ 455445 h 6857999"/>
              <a:gd name="connsiteX218" fmla="*/ 2277467 w 7143544"/>
              <a:gd name="connsiteY218" fmla="*/ 522400 h 6857999"/>
              <a:gd name="connsiteX219" fmla="*/ 2210019 w 7143544"/>
              <a:gd name="connsiteY219" fmla="*/ 541108 h 6857999"/>
              <a:gd name="connsiteX220" fmla="*/ 2051000 w 7143544"/>
              <a:gd name="connsiteY220" fmla="*/ 615448 h 6857999"/>
              <a:gd name="connsiteX221" fmla="*/ 1690130 w 7143544"/>
              <a:gd name="connsiteY221" fmla="*/ 821238 h 6857999"/>
              <a:gd name="connsiteX222" fmla="*/ 1634006 w 7143544"/>
              <a:gd name="connsiteY222" fmla="*/ 852746 h 6857999"/>
              <a:gd name="connsiteX223" fmla="*/ 1574435 w 7143544"/>
              <a:gd name="connsiteY223" fmla="*/ 910840 h 6857999"/>
              <a:gd name="connsiteX224" fmla="*/ 1548835 w 7143544"/>
              <a:gd name="connsiteY224" fmla="*/ 939394 h 6857999"/>
              <a:gd name="connsiteX225" fmla="*/ 1425755 w 7143544"/>
              <a:gd name="connsiteY225" fmla="*/ 1040812 h 6857999"/>
              <a:gd name="connsiteX226" fmla="*/ 1345507 w 7143544"/>
              <a:gd name="connsiteY226" fmla="*/ 1119091 h 6857999"/>
              <a:gd name="connsiteX227" fmla="*/ 1258367 w 7143544"/>
              <a:gd name="connsiteY227" fmla="*/ 1214600 h 6857999"/>
              <a:gd name="connsiteX228" fmla="*/ 1159903 w 7143544"/>
              <a:gd name="connsiteY228" fmla="*/ 1324388 h 6857999"/>
              <a:gd name="connsiteX229" fmla="*/ 1132825 w 7143544"/>
              <a:gd name="connsiteY229" fmla="*/ 1345557 h 6857999"/>
              <a:gd name="connsiteX230" fmla="*/ 1118056 w 7143544"/>
              <a:gd name="connsiteY230" fmla="*/ 1359834 h 6857999"/>
              <a:gd name="connsiteX231" fmla="*/ 1006300 w 7143544"/>
              <a:gd name="connsiteY231" fmla="*/ 1522300 h 6857999"/>
              <a:gd name="connsiteX232" fmla="*/ 945252 w 7143544"/>
              <a:gd name="connsiteY232" fmla="*/ 1609440 h 6857999"/>
              <a:gd name="connsiteX233" fmla="*/ 921621 w 7143544"/>
              <a:gd name="connsiteY233" fmla="*/ 1638979 h 6857999"/>
              <a:gd name="connsiteX234" fmla="*/ 865989 w 7143544"/>
              <a:gd name="connsiteY234" fmla="*/ 1733504 h 6857999"/>
              <a:gd name="connsiteX235" fmla="*/ 800018 w 7143544"/>
              <a:gd name="connsiteY235" fmla="*/ 1856584 h 6857999"/>
              <a:gd name="connsiteX236" fmla="*/ 771463 w 7143544"/>
              <a:gd name="connsiteY236" fmla="*/ 1922062 h 6857999"/>
              <a:gd name="connsiteX237" fmla="*/ 738970 w 7143544"/>
              <a:gd name="connsiteY237" fmla="*/ 1977694 h 6857999"/>
              <a:gd name="connsiteX238" fmla="*/ 686292 w 7143544"/>
              <a:gd name="connsiteY238" fmla="*/ 2109144 h 6857999"/>
              <a:gd name="connsiteX239" fmla="*/ 676446 w 7143544"/>
              <a:gd name="connsiteY239" fmla="*/ 2128836 h 6857999"/>
              <a:gd name="connsiteX240" fmla="*/ 649368 w 7143544"/>
              <a:gd name="connsiteY240" fmla="*/ 2182499 h 6857999"/>
              <a:gd name="connsiteX241" fmla="*/ 615398 w 7143544"/>
              <a:gd name="connsiteY241" fmla="*/ 2267178 h 6857999"/>
              <a:gd name="connsiteX242" fmla="*/ 586352 w 7143544"/>
              <a:gd name="connsiteY242" fmla="*/ 2361703 h 6857999"/>
              <a:gd name="connsiteX243" fmla="*/ 560751 w 7143544"/>
              <a:gd name="connsiteY243" fmla="*/ 2400596 h 6857999"/>
              <a:gd name="connsiteX244" fmla="*/ 549920 w 7143544"/>
              <a:gd name="connsiteY244" fmla="*/ 2429151 h 6857999"/>
              <a:gd name="connsiteX245" fmla="*/ 540566 w 7143544"/>
              <a:gd name="connsiteY245" fmla="*/ 2487244 h 6857999"/>
              <a:gd name="connsiteX246" fmla="*/ 523827 w 7143544"/>
              <a:gd name="connsiteY246" fmla="*/ 2582754 h 6857999"/>
              <a:gd name="connsiteX247" fmla="*/ 516935 w 7143544"/>
              <a:gd name="connsiteY247" fmla="*/ 2607370 h 6857999"/>
              <a:gd name="connsiteX248" fmla="*/ 488873 w 7143544"/>
              <a:gd name="connsiteY248" fmla="*/ 2737342 h 6857999"/>
              <a:gd name="connsiteX249" fmla="*/ 458349 w 7143544"/>
              <a:gd name="connsiteY249" fmla="*/ 2885530 h 6857999"/>
              <a:gd name="connsiteX250" fmla="*/ 427333 w 7143544"/>
              <a:gd name="connsiteY250" fmla="*/ 3065227 h 6857999"/>
              <a:gd name="connsiteX251" fmla="*/ 438164 w 7143544"/>
              <a:gd name="connsiteY251" fmla="*/ 3203076 h 6857999"/>
              <a:gd name="connsiteX252" fmla="*/ 427825 w 7143544"/>
              <a:gd name="connsiteY252" fmla="*/ 3344863 h 6857999"/>
              <a:gd name="connsiteX253" fmla="*/ 432748 w 7143544"/>
              <a:gd name="connsiteY253" fmla="*/ 3393111 h 6857999"/>
              <a:gd name="connsiteX254" fmla="*/ 425363 w 7143544"/>
              <a:gd name="connsiteY254" fmla="*/ 3520621 h 6857999"/>
              <a:gd name="connsiteX255" fmla="*/ 429302 w 7143544"/>
              <a:gd name="connsiteY255" fmla="*/ 3548191 h 6857999"/>
              <a:gd name="connsiteX256" fmla="*/ 456872 w 7143544"/>
              <a:gd name="connsiteY256" fmla="*/ 3639763 h 6857999"/>
              <a:gd name="connsiteX257" fmla="*/ 476565 w 7143544"/>
              <a:gd name="connsiteY257" fmla="*/ 3718534 h 6857999"/>
              <a:gd name="connsiteX258" fmla="*/ 532689 w 7143544"/>
              <a:gd name="connsiteY258" fmla="*/ 3941554 h 6857999"/>
              <a:gd name="connsiteX259" fmla="*/ 550412 w 7143544"/>
              <a:gd name="connsiteY259" fmla="*/ 3905122 h 6857999"/>
              <a:gd name="connsiteX260" fmla="*/ 550905 w 7143544"/>
              <a:gd name="connsiteY260" fmla="*/ 3951893 h 6857999"/>
              <a:gd name="connsiteX261" fmla="*/ 548935 w 7143544"/>
              <a:gd name="connsiteY261" fmla="*/ 3990786 h 6857999"/>
              <a:gd name="connsiteX262" fmla="*/ 571582 w 7143544"/>
              <a:gd name="connsiteY262" fmla="*/ 4070049 h 6857999"/>
              <a:gd name="connsiteX263" fmla="*/ 621306 w 7143544"/>
              <a:gd name="connsiteY263" fmla="*/ 4121743 h 6857999"/>
              <a:gd name="connsiteX264" fmla="*/ 601614 w 7143544"/>
              <a:gd name="connsiteY264" fmla="*/ 4152266 h 6857999"/>
              <a:gd name="connsiteX265" fmla="*/ 629676 w 7143544"/>
              <a:gd name="connsiteY265" fmla="*/ 4147343 h 6857999"/>
              <a:gd name="connsiteX266" fmla="*/ 623276 w 7143544"/>
              <a:gd name="connsiteY266" fmla="*/ 4189683 h 6857999"/>
              <a:gd name="connsiteX267" fmla="*/ 704508 w 7143544"/>
              <a:gd name="connsiteY267" fmla="*/ 4241376 h 6857999"/>
              <a:gd name="connsiteX268" fmla="*/ 703524 w 7143544"/>
              <a:gd name="connsiteY268" fmla="*/ 4316209 h 6857999"/>
              <a:gd name="connsiteX269" fmla="*/ 692200 w 7143544"/>
              <a:gd name="connsiteY269" fmla="*/ 4265500 h 6857999"/>
              <a:gd name="connsiteX270" fmla="*/ 660692 w 7143544"/>
              <a:gd name="connsiteY270" fmla="*/ 4234976 h 6857999"/>
              <a:gd name="connsiteX271" fmla="*/ 642968 w 7143544"/>
              <a:gd name="connsiteY271" fmla="*/ 4293070 h 6857999"/>
              <a:gd name="connsiteX272" fmla="*/ 720755 w 7143544"/>
              <a:gd name="connsiteY272" fmla="*/ 4351655 h 6857999"/>
              <a:gd name="connsiteX273" fmla="*/ 731093 w 7143544"/>
              <a:gd name="connsiteY273" fmla="*/ 4348702 h 6857999"/>
              <a:gd name="connsiteX274" fmla="*/ 748324 w 7143544"/>
              <a:gd name="connsiteY274" fmla="*/ 4382672 h 6857999"/>
              <a:gd name="connsiteX275" fmla="*/ 801987 w 7143544"/>
              <a:gd name="connsiteY275" fmla="*/ 4431411 h 6857999"/>
              <a:gd name="connsiteX276" fmla="*/ 850234 w 7143544"/>
              <a:gd name="connsiteY276" fmla="*/ 4507721 h 6857999"/>
              <a:gd name="connsiteX277" fmla="*/ 873373 w 7143544"/>
              <a:gd name="connsiteY277" fmla="*/ 4540214 h 6857999"/>
              <a:gd name="connsiteX278" fmla="*/ 855650 w 7143544"/>
              <a:gd name="connsiteY278" fmla="*/ 4550552 h 6857999"/>
              <a:gd name="connsiteX279" fmla="*/ 835465 w 7143544"/>
              <a:gd name="connsiteY279" fmla="*/ 4518059 h 6857999"/>
              <a:gd name="connsiteX280" fmla="*/ 819218 w 7143544"/>
              <a:gd name="connsiteY280" fmla="*/ 4539229 h 6857999"/>
              <a:gd name="connsiteX281" fmla="*/ 848758 w 7143544"/>
              <a:gd name="connsiteY281" fmla="*/ 4559414 h 6857999"/>
              <a:gd name="connsiteX282" fmla="*/ 905866 w 7143544"/>
              <a:gd name="connsiteY282" fmla="*/ 4604707 h 6857999"/>
              <a:gd name="connsiteX283" fmla="*/ 860081 w 7143544"/>
              <a:gd name="connsiteY283" fmla="*/ 4631785 h 6857999"/>
              <a:gd name="connsiteX284" fmla="*/ 911774 w 7143544"/>
              <a:gd name="connsiteY284" fmla="*/ 4664278 h 6857999"/>
              <a:gd name="connsiteX285" fmla="*/ 920144 w 7143544"/>
              <a:gd name="connsiteY285" fmla="*/ 4683478 h 6857999"/>
              <a:gd name="connsiteX286" fmla="*/ 932944 w 7143544"/>
              <a:gd name="connsiteY286" fmla="*/ 4738618 h 6857999"/>
              <a:gd name="connsiteX287" fmla="*/ 966422 w 7143544"/>
              <a:gd name="connsiteY287" fmla="*/ 4641631 h 6857999"/>
              <a:gd name="connsiteX288" fmla="*/ 1010238 w 7143544"/>
              <a:gd name="connsiteY288" fmla="*/ 4655909 h 6857999"/>
              <a:gd name="connsiteX289" fmla="*/ 1021561 w 7143544"/>
              <a:gd name="connsiteY289" fmla="*/ 4709079 h 6857999"/>
              <a:gd name="connsiteX290" fmla="*/ 1027469 w 7143544"/>
              <a:gd name="connsiteY290" fmla="*/ 4760772 h 6857999"/>
              <a:gd name="connsiteX291" fmla="*/ 967899 w 7143544"/>
              <a:gd name="connsiteY291" fmla="*/ 4692340 h 6857999"/>
              <a:gd name="connsiteX292" fmla="*/ 940821 w 7143544"/>
              <a:gd name="connsiteY292" fmla="*/ 4785881 h 6857999"/>
              <a:gd name="connsiteX293" fmla="*/ 967406 w 7143544"/>
              <a:gd name="connsiteY293" fmla="*/ 4789819 h 6857999"/>
              <a:gd name="connsiteX294" fmla="*/ 966914 w 7143544"/>
              <a:gd name="connsiteY294" fmla="*/ 4799173 h 6857999"/>
              <a:gd name="connsiteX295" fmla="*/ 887158 w 7143544"/>
              <a:gd name="connsiteY295" fmla="*/ 4789819 h 6857999"/>
              <a:gd name="connsiteX296" fmla="*/ 944760 w 7143544"/>
              <a:gd name="connsiteY296" fmla="*/ 4845451 h 6857999"/>
              <a:gd name="connsiteX297" fmla="*/ 989068 w 7143544"/>
              <a:gd name="connsiteY297" fmla="*/ 4819851 h 6857999"/>
              <a:gd name="connsiteX298" fmla="*/ 1053070 w 7143544"/>
              <a:gd name="connsiteY298" fmla="*/ 4940469 h 6857999"/>
              <a:gd name="connsiteX299" fmla="*/ 1064885 w 7143544"/>
              <a:gd name="connsiteY299" fmla="*/ 4935053 h 6857999"/>
              <a:gd name="connsiteX300" fmla="*/ 1059470 w 7143544"/>
              <a:gd name="connsiteY300" fmla="*/ 4887791 h 6857999"/>
              <a:gd name="connsiteX301" fmla="*/ 1071778 w 7143544"/>
              <a:gd name="connsiteY301" fmla="*/ 4885329 h 6857999"/>
              <a:gd name="connsiteX302" fmla="*/ 1083101 w 7143544"/>
              <a:gd name="connsiteY302" fmla="*/ 4958192 h 6857999"/>
              <a:gd name="connsiteX303" fmla="*/ 1101317 w 7143544"/>
              <a:gd name="connsiteY303" fmla="*/ 4988716 h 6857999"/>
              <a:gd name="connsiteX304" fmla="*/ 1142180 w 7143544"/>
              <a:gd name="connsiteY304" fmla="*/ 5022686 h 6857999"/>
              <a:gd name="connsiteX305" fmla="*/ 1174180 w 7143544"/>
              <a:gd name="connsiteY305" fmla="*/ 5072410 h 6857999"/>
              <a:gd name="connsiteX306" fmla="*/ 1184027 w 7143544"/>
              <a:gd name="connsiteY306" fmla="*/ 5119180 h 6857999"/>
              <a:gd name="connsiteX307" fmla="*/ 1290367 w 7143544"/>
              <a:gd name="connsiteY307" fmla="*/ 5197459 h 6857999"/>
              <a:gd name="connsiteX308" fmla="*/ 1306122 w 7143544"/>
              <a:gd name="connsiteY308" fmla="*/ 5243245 h 6857999"/>
              <a:gd name="connsiteX309" fmla="*/ 1438063 w 7143544"/>
              <a:gd name="connsiteY309" fmla="*/ 5346139 h 6857999"/>
              <a:gd name="connsiteX310" fmla="*/ 1499603 w 7143544"/>
              <a:gd name="connsiteY310" fmla="*/ 5389956 h 6857999"/>
              <a:gd name="connsiteX311" fmla="*/ 1475972 w 7143544"/>
              <a:gd name="connsiteY311" fmla="*/ 5391433 h 6857999"/>
              <a:gd name="connsiteX312" fmla="*/ 1473510 w 7143544"/>
              <a:gd name="connsiteY312" fmla="*/ 5400294 h 6857999"/>
              <a:gd name="connsiteX313" fmla="*/ 1545389 w 7143544"/>
              <a:gd name="connsiteY313" fmla="*/ 5424910 h 6857999"/>
              <a:gd name="connsiteX314" fmla="*/ 1570989 w 7143544"/>
              <a:gd name="connsiteY314" fmla="*/ 5371740 h 6857999"/>
              <a:gd name="connsiteX315" fmla="*/ 1592159 w 7143544"/>
              <a:gd name="connsiteY315" fmla="*/ 5437218 h 6857999"/>
              <a:gd name="connsiteX316" fmla="*/ 1614806 w 7143544"/>
              <a:gd name="connsiteY316" fmla="*/ 5465281 h 6857999"/>
              <a:gd name="connsiteX317" fmla="*/ 1703423 w 7143544"/>
              <a:gd name="connsiteY317" fmla="*/ 5490881 h 6857999"/>
              <a:gd name="connsiteX318" fmla="*/ 1659606 w 7143544"/>
              <a:gd name="connsiteY318" fmla="*/ 5516974 h 6857999"/>
              <a:gd name="connsiteX319" fmla="*/ 1707361 w 7143544"/>
              <a:gd name="connsiteY319" fmla="*/ 5547990 h 6857999"/>
              <a:gd name="connsiteX320" fmla="*/ 1771363 w 7143544"/>
              <a:gd name="connsiteY320" fmla="*/ 5558329 h 6857999"/>
              <a:gd name="connsiteX321" fmla="*/ 1796963 w 7143544"/>
              <a:gd name="connsiteY321" fmla="*/ 5613469 h 6857999"/>
              <a:gd name="connsiteX322" fmla="*/ 1838811 w 7143544"/>
              <a:gd name="connsiteY322" fmla="*/ 5659254 h 6857999"/>
              <a:gd name="connsiteX323" fmla="*/ 1852103 w 7143544"/>
              <a:gd name="connsiteY323" fmla="*/ 5610022 h 6857999"/>
              <a:gd name="connsiteX324" fmla="*/ 1795979 w 7143544"/>
              <a:gd name="connsiteY324" fmla="*/ 5613961 h 6857999"/>
              <a:gd name="connsiteX325" fmla="*/ 1856042 w 7143544"/>
              <a:gd name="connsiteY325" fmla="*/ 5602637 h 6857999"/>
              <a:gd name="connsiteX326" fmla="*/ 1922505 w 7143544"/>
              <a:gd name="connsiteY326" fmla="*/ 5650885 h 6857999"/>
              <a:gd name="connsiteX327" fmla="*/ 1954013 w 7143544"/>
              <a:gd name="connsiteY327" fmla="*/ 5651377 h 6857999"/>
              <a:gd name="connsiteX328" fmla="*/ 1995860 w 7143544"/>
              <a:gd name="connsiteY328" fmla="*/ 5751318 h 6857999"/>
              <a:gd name="connsiteX329" fmla="*/ 2038200 w 7143544"/>
              <a:gd name="connsiteY329" fmla="*/ 5762641 h 6857999"/>
              <a:gd name="connsiteX330" fmla="*/ 2034261 w 7143544"/>
              <a:gd name="connsiteY330" fmla="*/ 5735071 h 6857999"/>
              <a:gd name="connsiteX331" fmla="*/ 2147002 w 7143544"/>
              <a:gd name="connsiteY331" fmla="*/ 5787750 h 6857999"/>
              <a:gd name="connsiteX332" fmla="*/ 2120909 w 7143544"/>
              <a:gd name="connsiteY332" fmla="*/ 5899506 h 6857999"/>
              <a:gd name="connsiteX333" fmla="*/ 2288790 w 7143544"/>
              <a:gd name="connsiteY333" fmla="*/ 5929045 h 6857999"/>
              <a:gd name="connsiteX334" fmla="*/ 2231681 w 7143544"/>
              <a:gd name="connsiteY334" fmla="*/ 5951691 h 6857999"/>
              <a:gd name="connsiteX335" fmla="*/ 2307006 w 7143544"/>
              <a:gd name="connsiteY335" fmla="*/ 5994523 h 6857999"/>
              <a:gd name="connsiteX336" fmla="*/ 2309467 w 7143544"/>
              <a:gd name="connsiteY336" fmla="*/ 5953661 h 6857999"/>
              <a:gd name="connsiteX337" fmla="*/ 2341960 w 7143544"/>
              <a:gd name="connsiteY337" fmla="*/ 5963015 h 6857999"/>
              <a:gd name="connsiteX338" fmla="*/ 2403500 w 7143544"/>
              <a:gd name="connsiteY338" fmla="*/ 5960061 h 6857999"/>
              <a:gd name="connsiteX339" fmla="*/ 2442886 w 7143544"/>
              <a:gd name="connsiteY339" fmla="*/ 5972861 h 6857999"/>
              <a:gd name="connsiteX340" fmla="*/ 2458640 w 7143544"/>
              <a:gd name="connsiteY340" fmla="*/ 5982708 h 6857999"/>
              <a:gd name="connsiteX341" fmla="*/ 2526087 w 7143544"/>
              <a:gd name="connsiteY341" fmla="*/ 6033416 h 6857999"/>
              <a:gd name="connsiteX342" fmla="*/ 2562027 w 7143544"/>
              <a:gd name="connsiteY342" fmla="*/ 6031447 h 6857999"/>
              <a:gd name="connsiteX343" fmla="*/ 2552673 w 7143544"/>
              <a:gd name="connsiteY343" fmla="*/ 6060986 h 6857999"/>
              <a:gd name="connsiteX344" fmla="*/ 2640305 w 7143544"/>
              <a:gd name="connsiteY344" fmla="*/ 6033416 h 6857999"/>
              <a:gd name="connsiteX345" fmla="*/ 2643259 w 7143544"/>
              <a:gd name="connsiteY345" fmla="*/ 5966953 h 6857999"/>
              <a:gd name="connsiteX346" fmla="*/ 2700861 w 7143544"/>
              <a:gd name="connsiteY346" fmla="*/ 6035878 h 6857999"/>
              <a:gd name="connsiteX347" fmla="*/ 2751569 w 7143544"/>
              <a:gd name="connsiteY347" fmla="*/ 6074771 h 6857999"/>
              <a:gd name="connsiteX348" fmla="*/ 2760924 w 7143544"/>
              <a:gd name="connsiteY348" fmla="*/ 6080186 h 6857999"/>
              <a:gd name="connsiteX349" fmla="*/ 2854956 w 7143544"/>
              <a:gd name="connsiteY349" fmla="*/ 6097910 h 6857999"/>
              <a:gd name="connsiteX350" fmla="*/ 2981482 w 7143544"/>
              <a:gd name="connsiteY350" fmla="*/ 6111203 h 6857999"/>
              <a:gd name="connsiteX351" fmla="*/ 2942589 w 7143544"/>
              <a:gd name="connsiteY351" fmla="*/ 6193913 h 6857999"/>
              <a:gd name="connsiteX352" fmla="*/ 2980005 w 7143544"/>
              <a:gd name="connsiteY352" fmla="*/ 6210159 h 6857999"/>
              <a:gd name="connsiteX353" fmla="*/ 2991821 w 7143544"/>
              <a:gd name="connsiteY353" fmla="*/ 6188497 h 6857999"/>
              <a:gd name="connsiteX354" fmla="*/ 3012498 w 7143544"/>
              <a:gd name="connsiteY354" fmla="*/ 6148127 h 6857999"/>
              <a:gd name="connsiteX355" fmla="*/ 3037114 w 7143544"/>
              <a:gd name="connsiteY355" fmla="*/ 6198836 h 6857999"/>
              <a:gd name="connsiteX356" fmla="*/ 3095700 w 7143544"/>
              <a:gd name="connsiteY356" fmla="*/ 6177174 h 6857999"/>
              <a:gd name="connsiteX357" fmla="*/ 3099147 w 7143544"/>
              <a:gd name="connsiteY357" fmla="*/ 6144681 h 6857999"/>
              <a:gd name="connsiteX358" fmla="*/ 3181364 w 7143544"/>
              <a:gd name="connsiteY358" fmla="*/ 6138280 h 6857999"/>
              <a:gd name="connsiteX359" fmla="*/ 3226165 w 7143544"/>
              <a:gd name="connsiteY359" fmla="*/ 6149111 h 6857999"/>
              <a:gd name="connsiteX360" fmla="*/ 3275889 w 7143544"/>
              <a:gd name="connsiteY360" fmla="*/ 6150588 h 6857999"/>
              <a:gd name="connsiteX361" fmla="*/ 3278843 w 7143544"/>
              <a:gd name="connsiteY361" fmla="*/ 6148619 h 6857999"/>
              <a:gd name="connsiteX362" fmla="*/ 3401923 w 7143544"/>
              <a:gd name="connsiteY362" fmla="*/ 6158465 h 6857999"/>
              <a:gd name="connsiteX363" fmla="*/ 3426046 w 7143544"/>
              <a:gd name="connsiteY363" fmla="*/ 6162896 h 6857999"/>
              <a:gd name="connsiteX364" fmla="*/ 3493494 w 7143544"/>
              <a:gd name="connsiteY364" fmla="*/ 6165850 h 6857999"/>
              <a:gd name="connsiteX365" fmla="*/ 3511217 w 7143544"/>
              <a:gd name="connsiteY365" fmla="*/ 6156496 h 6857999"/>
              <a:gd name="connsiteX366" fmla="*/ 3553557 w 7143544"/>
              <a:gd name="connsiteY366" fmla="*/ 6149111 h 6857999"/>
              <a:gd name="connsiteX367" fmla="*/ 3653497 w 7143544"/>
              <a:gd name="connsiteY367" fmla="*/ 6152065 h 6857999"/>
              <a:gd name="connsiteX368" fmla="*/ 3760331 w 7143544"/>
              <a:gd name="connsiteY368" fmla="*/ 6131388 h 6857999"/>
              <a:gd name="connsiteX369" fmla="*/ 3828763 w 7143544"/>
              <a:gd name="connsiteY369" fmla="*/ 6158957 h 6857999"/>
              <a:gd name="connsiteX370" fmla="*/ 3833194 w 7143544"/>
              <a:gd name="connsiteY370" fmla="*/ 6129418 h 6857999"/>
              <a:gd name="connsiteX371" fmla="*/ 3846979 w 7143544"/>
              <a:gd name="connsiteY371" fmla="*/ 6174220 h 6857999"/>
              <a:gd name="connsiteX372" fmla="*/ 3925750 w 7143544"/>
              <a:gd name="connsiteY372" fmla="*/ 6167819 h 6857999"/>
              <a:gd name="connsiteX373" fmla="*/ 3879472 w 7143544"/>
              <a:gd name="connsiteY373" fmla="*/ 6117110 h 6857999"/>
              <a:gd name="connsiteX374" fmla="*/ 3938550 w 7143544"/>
              <a:gd name="connsiteY374" fmla="*/ 6131388 h 6857999"/>
              <a:gd name="connsiteX375" fmla="*/ 3962181 w 7143544"/>
              <a:gd name="connsiteY375" fmla="*/ 6182589 h 6857999"/>
              <a:gd name="connsiteX376" fmla="*/ 3975474 w 7143544"/>
              <a:gd name="connsiteY376" fmla="*/ 6178158 h 6857999"/>
              <a:gd name="connsiteX377" fmla="*/ 3961197 w 7143544"/>
              <a:gd name="connsiteY377" fmla="*/ 6132373 h 6857999"/>
              <a:gd name="connsiteX378" fmla="*/ 3985320 w 7143544"/>
              <a:gd name="connsiteY378" fmla="*/ 6104802 h 6857999"/>
              <a:gd name="connsiteX379" fmla="*/ 4097569 w 7143544"/>
              <a:gd name="connsiteY379" fmla="*/ 6070340 h 6857999"/>
              <a:gd name="connsiteX380" fmla="*/ 4164524 w 7143544"/>
              <a:gd name="connsiteY380" fmla="*/ 6096925 h 6857999"/>
              <a:gd name="connsiteX381" fmla="*/ 4194063 w 7143544"/>
              <a:gd name="connsiteY381" fmla="*/ 6116618 h 6857999"/>
              <a:gd name="connsiteX382" fmla="*/ 4198494 w 7143544"/>
              <a:gd name="connsiteY382" fmla="*/ 6107264 h 6857999"/>
              <a:gd name="connsiteX383" fmla="*/ 4187171 w 7143544"/>
              <a:gd name="connsiteY383" fmla="*/ 6064432 h 6857999"/>
              <a:gd name="connsiteX384" fmla="*/ 4306805 w 7143544"/>
              <a:gd name="connsiteY384" fmla="*/ 6019139 h 6857999"/>
              <a:gd name="connsiteX385" fmla="*/ 4348159 w 7143544"/>
              <a:gd name="connsiteY385" fmla="*/ 6051632 h 6857999"/>
              <a:gd name="connsiteX386" fmla="*/ 4373760 w 7143544"/>
              <a:gd name="connsiteY386" fmla="*/ 6016678 h 6857999"/>
              <a:gd name="connsiteX387" fmla="*/ 4410684 w 7143544"/>
              <a:gd name="connsiteY387" fmla="*/ 6044740 h 6857999"/>
              <a:gd name="connsiteX388" fmla="*/ 4417084 w 7143544"/>
              <a:gd name="connsiteY388" fmla="*/ 6036863 h 6857999"/>
              <a:gd name="connsiteX389" fmla="*/ 4399360 w 7143544"/>
              <a:gd name="connsiteY389" fmla="*/ 6009785 h 6857999"/>
              <a:gd name="connsiteX390" fmla="*/ 4433823 w 7143544"/>
              <a:gd name="connsiteY390" fmla="*/ 5994523 h 6857999"/>
              <a:gd name="connsiteX391" fmla="*/ 4452531 w 7143544"/>
              <a:gd name="connsiteY391" fmla="*/ 5983200 h 6857999"/>
              <a:gd name="connsiteX392" fmla="*/ 4498809 w 7143544"/>
              <a:gd name="connsiteY392" fmla="*/ 5976307 h 6857999"/>
              <a:gd name="connsiteX393" fmla="*/ 4522933 w 7143544"/>
              <a:gd name="connsiteY393" fmla="*/ 5971384 h 6857999"/>
              <a:gd name="connsiteX394" fmla="*/ 4621396 w 7143544"/>
              <a:gd name="connsiteY394" fmla="*/ 5925106 h 6857999"/>
              <a:gd name="connsiteX395" fmla="*/ 4650935 w 7143544"/>
              <a:gd name="connsiteY395" fmla="*/ 5955138 h 6857999"/>
              <a:gd name="connsiteX396" fmla="*/ 4665705 w 7143544"/>
              <a:gd name="connsiteY396" fmla="*/ 5918214 h 6857999"/>
              <a:gd name="connsiteX397" fmla="*/ 4695244 w 7143544"/>
              <a:gd name="connsiteY397" fmla="*/ 5896552 h 6857999"/>
              <a:gd name="connsiteX398" fmla="*/ 4730199 w 7143544"/>
              <a:gd name="connsiteY398" fmla="*/ 5902952 h 6857999"/>
              <a:gd name="connsiteX399" fmla="*/ 4748414 w 7143544"/>
              <a:gd name="connsiteY399" fmla="*/ 5872428 h 6857999"/>
              <a:gd name="connsiteX400" fmla="*/ 4764661 w 7143544"/>
              <a:gd name="connsiteY400" fmla="*/ 5885228 h 6857999"/>
              <a:gd name="connsiteX401" fmla="*/ 4811431 w 7143544"/>
              <a:gd name="connsiteY401" fmla="*/ 5845843 h 6857999"/>
              <a:gd name="connsiteX402" fmla="*/ 4798139 w 7143544"/>
              <a:gd name="connsiteY402" fmla="*/ 5882767 h 6857999"/>
              <a:gd name="connsiteX403" fmla="*/ 4812908 w 7143544"/>
              <a:gd name="connsiteY403" fmla="*/ 5811873 h 6857999"/>
              <a:gd name="connsiteX404" fmla="*/ 4829155 w 7143544"/>
              <a:gd name="connsiteY404" fmla="*/ 5820242 h 6857999"/>
              <a:gd name="connsiteX405" fmla="*/ 4842940 w 7143544"/>
              <a:gd name="connsiteY405" fmla="*/ 5840427 h 6857999"/>
              <a:gd name="connsiteX406" fmla="*/ 4954204 w 7143544"/>
              <a:gd name="connsiteY406" fmla="*/ 5795627 h 6857999"/>
              <a:gd name="connsiteX407" fmla="*/ 4941403 w 7143544"/>
              <a:gd name="connsiteY407" fmla="*/ 5773472 h 6857999"/>
              <a:gd name="connsiteX408" fmla="*/ 5054637 w 7143544"/>
              <a:gd name="connsiteY408" fmla="*/ 5731625 h 6857999"/>
              <a:gd name="connsiteX409" fmla="*/ 5122576 w 7143544"/>
              <a:gd name="connsiteY409" fmla="*/ 5710455 h 6857999"/>
              <a:gd name="connsiteX410" fmla="*/ 5070883 w 7143544"/>
              <a:gd name="connsiteY410" fmla="*/ 5656300 h 6857999"/>
              <a:gd name="connsiteX411" fmla="*/ 5120115 w 7143544"/>
              <a:gd name="connsiteY411" fmla="*/ 5656792 h 6857999"/>
              <a:gd name="connsiteX412" fmla="*/ 5179193 w 7143544"/>
              <a:gd name="connsiteY412" fmla="*/ 5611991 h 6857999"/>
              <a:gd name="connsiteX413" fmla="*/ 5259441 w 7143544"/>
              <a:gd name="connsiteY413" fmla="*/ 5564729 h 6857999"/>
              <a:gd name="connsiteX414" fmla="*/ 5313596 w 7143544"/>
              <a:gd name="connsiteY414" fmla="*/ 5548482 h 6857999"/>
              <a:gd name="connsiteX415" fmla="*/ 5311627 w 7143544"/>
              <a:gd name="connsiteY415" fmla="*/ 5490881 h 6857999"/>
              <a:gd name="connsiteX416" fmla="*/ 5351012 w 7143544"/>
              <a:gd name="connsiteY416" fmla="*/ 5506635 h 6857999"/>
              <a:gd name="connsiteX417" fmla="*/ 5367259 w 7143544"/>
              <a:gd name="connsiteY417" fmla="*/ 5467742 h 6857999"/>
              <a:gd name="connsiteX418" fmla="*/ 5412060 w 7143544"/>
              <a:gd name="connsiteY418" fmla="*/ 5403248 h 6857999"/>
              <a:gd name="connsiteX419" fmla="*/ 5425352 w 7143544"/>
              <a:gd name="connsiteY419" fmla="*/ 5386017 h 6857999"/>
              <a:gd name="connsiteX420" fmla="*/ 5520370 w 7143544"/>
              <a:gd name="connsiteY420" fmla="*/ 5368294 h 6857999"/>
              <a:gd name="connsiteX421" fmla="*/ 5520862 w 7143544"/>
              <a:gd name="connsiteY421" fmla="*/ 5356478 h 6857999"/>
              <a:gd name="connsiteX422" fmla="*/ 5499200 w 7143544"/>
              <a:gd name="connsiteY422" fmla="*/ 5344170 h 6857999"/>
              <a:gd name="connsiteX423" fmla="*/ 5568125 w 7143544"/>
              <a:gd name="connsiteY423" fmla="*/ 5288046 h 6857999"/>
              <a:gd name="connsiteX424" fmla="*/ 5575017 w 7143544"/>
              <a:gd name="connsiteY424" fmla="*/ 5266876 h 6857999"/>
              <a:gd name="connsiteX425" fmla="*/ 5570094 w 7143544"/>
              <a:gd name="connsiteY425" fmla="*/ 5207798 h 6857999"/>
              <a:gd name="connsiteX426" fmla="*/ 5604064 w 7143544"/>
              <a:gd name="connsiteY426" fmla="*/ 5229952 h 6857999"/>
              <a:gd name="connsiteX427" fmla="*/ 5627203 w 7143544"/>
              <a:gd name="connsiteY427" fmla="*/ 5154135 h 6857999"/>
              <a:gd name="connsiteX428" fmla="*/ 5711882 w 7143544"/>
              <a:gd name="connsiteY428" fmla="*/ 5137889 h 6857999"/>
              <a:gd name="connsiteX429" fmla="*/ 5703513 w 7143544"/>
              <a:gd name="connsiteY429" fmla="*/ 5096042 h 6857999"/>
              <a:gd name="connsiteX430" fmla="*/ 5810838 w 7143544"/>
              <a:gd name="connsiteY430" fmla="*/ 5035486 h 6857999"/>
              <a:gd name="connsiteX431" fmla="*/ 5789668 w 7143544"/>
              <a:gd name="connsiteY431" fmla="*/ 4950315 h 6857999"/>
              <a:gd name="connsiteX432" fmla="*/ 5928010 w 7143544"/>
              <a:gd name="connsiteY432" fmla="*/ 4911914 h 6857999"/>
              <a:gd name="connsiteX433" fmla="*/ 5855639 w 7143544"/>
              <a:gd name="connsiteY433" fmla="*/ 4866621 h 6857999"/>
              <a:gd name="connsiteX434" fmla="*/ 5893055 w 7143544"/>
              <a:gd name="connsiteY434" fmla="*/ 4852344 h 6857999"/>
              <a:gd name="connsiteX435" fmla="*/ 5922594 w 7143544"/>
              <a:gd name="connsiteY435" fmla="*/ 4820343 h 6857999"/>
              <a:gd name="connsiteX436" fmla="*/ 5943764 w 7143544"/>
              <a:gd name="connsiteY436" fmla="*/ 4790804 h 6857999"/>
              <a:gd name="connsiteX437" fmla="*/ 5970842 w 7143544"/>
              <a:gd name="connsiteY437" fmla="*/ 4760280 h 6857999"/>
              <a:gd name="connsiteX438" fmla="*/ 5985611 w 7143544"/>
              <a:gd name="connsiteY438" fmla="*/ 4720402 h 6857999"/>
              <a:gd name="connsiteX439" fmla="*/ 6037797 w 7143544"/>
              <a:gd name="connsiteY439" fmla="*/ 4650985 h 6857999"/>
              <a:gd name="connsiteX440" fmla="*/ 6031397 w 7143544"/>
              <a:gd name="connsiteY440" fmla="*/ 4609631 h 6857999"/>
              <a:gd name="connsiteX441" fmla="*/ 6079152 w 7143544"/>
              <a:gd name="connsiteY441" fmla="*/ 4594369 h 6857999"/>
              <a:gd name="connsiteX442" fmla="*/ 6124938 w 7143544"/>
              <a:gd name="connsiteY442" fmla="*/ 4585015 h 6857999"/>
              <a:gd name="connsiteX443" fmla="*/ 6131830 w 7143544"/>
              <a:gd name="connsiteY443" fmla="*/ 4541198 h 6857999"/>
              <a:gd name="connsiteX444" fmla="*/ 6113614 w 7143544"/>
              <a:gd name="connsiteY444" fmla="*/ 4490982 h 6857999"/>
              <a:gd name="connsiteX445" fmla="*/ 6121491 w 7143544"/>
              <a:gd name="connsiteY445" fmla="*/ 4486551 h 6857999"/>
              <a:gd name="connsiteX446" fmla="*/ 6148569 w 7143544"/>
              <a:gd name="connsiteY446" fmla="*/ 4520521 h 6857999"/>
              <a:gd name="connsiteX447" fmla="*/ 6155954 w 7143544"/>
              <a:gd name="connsiteY447" fmla="*/ 4519044 h 6857999"/>
              <a:gd name="connsiteX448" fmla="*/ 6136753 w 7143544"/>
              <a:gd name="connsiteY448" fmla="*/ 4449135 h 6857999"/>
              <a:gd name="connsiteX449" fmla="*/ 6166292 w 7143544"/>
              <a:gd name="connsiteY449" fmla="*/ 4372825 h 6857999"/>
              <a:gd name="connsiteX450" fmla="*/ 6179585 w 7143544"/>
              <a:gd name="connsiteY450" fmla="*/ 4360025 h 6857999"/>
              <a:gd name="connsiteX451" fmla="*/ 6161369 w 7143544"/>
              <a:gd name="connsiteY451" fmla="*/ 4330486 h 6857999"/>
              <a:gd name="connsiteX452" fmla="*/ 6209124 w 7143544"/>
              <a:gd name="connsiteY452" fmla="*/ 4332947 h 6857999"/>
              <a:gd name="connsiteX453" fmla="*/ 6178108 w 7143544"/>
              <a:gd name="connsiteY453" fmla="*/ 4303901 h 6857999"/>
              <a:gd name="connsiteX454" fmla="*/ 6181554 w 7143544"/>
              <a:gd name="connsiteY454" fmla="*/ 4268454 h 6857999"/>
              <a:gd name="connsiteX455" fmla="*/ 6192385 w 7143544"/>
              <a:gd name="connsiteY455" fmla="*/ 4267961 h 6857999"/>
              <a:gd name="connsiteX456" fmla="*/ 6205185 w 7143544"/>
              <a:gd name="connsiteY456" fmla="*/ 4305378 h 6857999"/>
              <a:gd name="connsiteX457" fmla="*/ 6224878 w 7143544"/>
              <a:gd name="connsiteY457" fmla="*/ 4250730 h 6857999"/>
              <a:gd name="connsiteX458" fmla="*/ 6251464 w 7143544"/>
              <a:gd name="connsiteY458" fmla="*/ 4187713 h 6857999"/>
              <a:gd name="connsiteX459" fmla="*/ 6276079 w 7143544"/>
              <a:gd name="connsiteY459" fmla="*/ 4118296 h 6857999"/>
              <a:gd name="connsiteX460" fmla="*/ 6278049 w 7143544"/>
              <a:gd name="connsiteY460" fmla="*/ 4088757 h 6857999"/>
              <a:gd name="connsiteX461" fmla="*/ 6294788 w 7143544"/>
              <a:gd name="connsiteY461" fmla="*/ 4111896 h 6857999"/>
              <a:gd name="connsiteX462" fmla="*/ 6322358 w 7143544"/>
              <a:gd name="connsiteY462" fmla="*/ 4077434 h 6857999"/>
              <a:gd name="connsiteX463" fmla="*/ 6297742 w 7143544"/>
              <a:gd name="connsiteY463" fmla="*/ 4032141 h 6857999"/>
              <a:gd name="connsiteX464" fmla="*/ 6333188 w 7143544"/>
              <a:gd name="connsiteY464" fmla="*/ 3949431 h 6857999"/>
              <a:gd name="connsiteX465" fmla="*/ 6332696 w 7143544"/>
              <a:gd name="connsiteY465" fmla="*/ 3855398 h 6857999"/>
              <a:gd name="connsiteX466" fmla="*/ 6328757 w 7143544"/>
              <a:gd name="connsiteY466" fmla="*/ 3795335 h 6857999"/>
              <a:gd name="connsiteX467" fmla="*/ 6342050 w 7143544"/>
              <a:gd name="connsiteY467" fmla="*/ 3792381 h 6857999"/>
              <a:gd name="connsiteX468" fmla="*/ 6366174 w 7143544"/>
              <a:gd name="connsiteY468" fmla="*/ 3679148 h 6857999"/>
              <a:gd name="connsiteX469" fmla="*/ 6386359 w 7143544"/>
              <a:gd name="connsiteY469" fmla="*/ 3603331 h 6857999"/>
              <a:gd name="connsiteX470" fmla="*/ 6376020 w 7143544"/>
              <a:gd name="connsiteY470" fmla="*/ 3572807 h 6857999"/>
              <a:gd name="connsiteX471" fmla="*/ 6387343 w 7143544"/>
              <a:gd name="connsiteY471" fmla="*/ 3490098 h 6857999"/>
              <a:gd name="connsiteX472" fmla="*/ 6391774 w 7143544"/>
              <a:gd name="connsiteY472" fmla="*/ 3387695 h 6857999"/>
              <a:gd name="connsiteX473" fmla="*/ 6391774 w 7143544"/>
              <a:gd name="connsiteY473" fmla="*/ 3366033 h 6857999"/>
              <a:gd name="connsiteX474" fmla="*/ 6400144 w 7143544"/>
              <a:gd name="connsiteY474" fmla="*/ 3279878 h 6857999"/>
              <a:gd name="connsiteX475" fmla="*/ 6395220 w 7143544"/>
              <a:gd name="connsiteY475" fmla="*/ 3204553 h 6857999"/>
              <a:gd name="connsiteX476" fmla="*/ 6389313 w 7143544"/>
              <a:gd name="connsiteY476" fmla="*/ 3091319 h 6857999"/>
              <a:gd name="connsiteX477" fmla="*/ 6382420 w 7143544"/>
              <a:gd name="connsiteY477" fmla="*/ 2965286 h 6857999"/>
              <a:gd name="connsiteX478" fmla="*/ 6372082 w 7143544"/>
              <a:gd name="connsiteY478" fmla="*/ 2835314 h 6857999"/>
              <a:gd name="connsiteX479" fmla="*/ 6358789 w 7143544"/>
              <a:gd name="connsiteY479" fmla="*/ 2764420 h 6857999"/>
              <a:gd name="connsiteX480" fmla="*/ 6356820 w 7143544"/>
              <a:gd name="connsiteY480" fmla="*/ 2717650 h 6857999"/>
              <a:gd name="connsiteX481" fmla="*/ 6359774 w 7143544"/>
              <a:gd name="connsiteY481" fmla="*/ 2697464 h 6857999"/>
              <a:gd name="connsiteX482" fmla="*/ 6346481 w 7143544"/>
              <a:gd name="connsiteY482" fmla="*/ 2652663 h 6857999"/>
              <a:gd name="connsiteX483" fmla="*/ 6330235 w 7143544"/>
              <a:gd name="connsiteY483" fmla="*/ 2615247 h 6857999"/>
              <a:gd name="connsiteX484" fmla="*/ 6289372 w 7143544"/>
              <a:gd name="connsiteY484" fmla="*/ 2453274 h 6857999"/>
              <a:gd name="connsiteX485" fmla="*/ 6256387 w 7143544"/>
              <a:gd name="connsiteY485" fmla="*/ 2331672 h 6857999"/>
              <a:gd name="connsiteX486" fmla="*/ 6235710 w 7143544"/>
              <a:gd name="connsiteY486" fmla="*/ 2288348 h 6857999"/>
              <a:gd name="connsiteX487" fmla="*/ 6226355 w 7143544"/>
              <a:gd name="connsiteY487" fmla="*/ 2252408 h 6857999"/>
              <a:gd name="connsiteX488" fmla="*/ 6194847 w 7143544"/>
              <a:gd name="connsiteY488" fmla="*/ 2138683 h 6857999"/>
              <a:gd name="connsiteX489" fmla="*/ 6148077 w 7143544"/>
              <a:gd name="connsiteY489" fmla="*/ 2060896 h 6857999"/>
              <a:gd name="connsiteX490" fmla="*/ 6130845 w 7143544"/>
              <a:gd name="connsiteY490" fmla="*/ 2026434 h 6857999"/>
              <a:gd name="connsiteX491" fmla="*/ 6108691 w 7143544"/>
              <a:gd name="connsiteY491" fmla="*/ 1915170 h 6857999"/>
              <a:gd name="connsiteX492" fmla="*/ 6118537 w 7143544"/>
              <a:gd name="connsiteY492" fmla="*/ 1906801 h 6857999"/>
              <a:gd name="connsiteX493" fmla="*/ 6056505 w 7143544"/>
              <a:gd name="connsiteY493" fmla="*/ 1876277 h 6857999"/>
              <a:gd name="connsiteX494" fmla="*/ 6024013 w 7143544"/>
              <a:gd name="connsiteY494" fmla="*/ 1819168 h 6857999"/>
              <a:gd name="connsiteX495" fmla="*/ 6020074 w 7143544"/>
              <a:gd name="connsiteY495" fmla="*/ 1766982 h 6857999"/>
              <a:gd name="connsiteX496" fmla="*/ 5972319 w 7143544"/>
              <a:gd name="connsiteY496" fmla="*/ 1729073 h 6857999"/>
              <a:gd name="connsiteX497" fmla="*/ 5919641 w 7143544"/>
              <a:gd name="connsiteY497" fmla="*/ 1684765 h 6857999"/>
              <a:gd name="connsiteX498" fmla="*/ 5938349 w 7143544"/>
              <a:gd name="connsiteY498" fmla="*/ 1742858 h 6857999"/>
              <a:gd name="connsiteX499" fmla="*/ 5878286 w 7143544"/>
              <a:gd name="connsiteY499" fmla="*/ 1722181 h 6857999"/>
              <a:gd name="connsiteX500" fmla="*/ 5905363 w 7143544"/>
              <a:gd name="connsiteY500" fmla="*/ 1670488 h 6857999"/>
              <a:gd name="connsiteX501" fmla="*/ 5901917 w 7143544"/>
              <a:gd name="connsiteY501" fmla="*/ 1663103 h 6857999"/>
              <a:gd name="connsiteX502" fmla="*/ 5806407 w 7143544"/>
              <a:gd name="connsiteY502" fmla="*/ 1613871 h 6857999"/>
              <a:gd name="connsiteX503" fmla="*/ 5771945 w 7143544"/>
              <a:gd name="connsiteY503" fmla="*/ 1558239 h 6857999"/>
              <a:gd name="connsiteX504" fmla="*/ 5726160 w 7143544"/>
              <a:gd name="connsiteY504" fmla="*/ 1516884 h 6857999"/>
              <a:gd name="connsiteX505" fmla="*/ 5648373 w 7143544"/>
              <a:gd name="connsiteY505" fmla="*/ 1463714 h 6857999"/>
              <a:gd name="connsiteX506" fmla="*/ 5636065 w 7143544"/>
              <a:gd name="connsiteY506" fmla="*/ 1470114 h 6857999"/>
              <a:gd name="connsiteX507" fmla="*/ 5681851 w 7143544"/>
              <a:gd name="connsiteY507" fmla="*/ 1413989 h 6857999"/>
              <a:gd name="connsiteX508" fmla="*/ 5466707 w 7143544"/>
              <a:gd name="connsiteY508" fmla="*/ 1186538 h 6857999"/>
              <a:gd name="connsiteX509" fmla="*/ 5356921 w 7143544"/>
              <a:gd name="connsiteY509" fmla="*/ 1211154 h 6857999"/>
              <a:gd name="connsiteX510" fmla="*/ 5269288 w 7143544"/>
              <a:gd name="connsiteY510" fmla="*/ 1206723 h 6857999"/>
              <a:gd name="connsiteX511" fmla="*/ 5251072 w 7143544"/>
              <a:gd name="connsiteY511" fmla="*/ 1203769 h 6857999"/>
              <a:gd name="connsiteX512" fmla="*/ 5144731 w 7143544"/>
              <a:gd name="connsiteY512" fmla="*/ 1169307 h 6857999"/>
              <a:gd name="connsiteX513" fmla="*/ 5020667 w 7143544"/>
              <a:gd name="connsiteY513" fmla="*/ 1122044 h 6857999"/>
              <a:gd name="connsiteX514" fmla="*/ 5044790 w 7143544"/>
              <a:gd name="connsiteY514" fmla="*/ 1099890 h 6857999"/>
              <a:gd name="connsiteX515" fmla="*/ 4997035 w 7143544"/>
              <a:gd name="connsiteY515" fmla="*/ 959579 h 6857999"/>
              <a:gd name="connsiteX516" fmla="*/ 4963065 w 7143544"/>
              <a:gd name="connsiteY516" fmla="*/ 784806 h 6857999"/>
              <a:gd name="connsiteX517" fmla="*/ 4603673 w 7143544"/>
              <a:gd name="connsiteY517" fmla="*/ 578525 h 6857999"/>
              <a:gd name="connsiteX518" fmla="*/ 4214741 w 7143544"/>
              <a:gd name="connsiteY518" fmla="*/ 448552 h 6857999"/>
              <a:gd name="connsiteX519" fmla="*/ 4216218 w 7143544"/>
              <a:gd name="connsiteY519" fmla="*/ 434275 h 6857999"/>
              <a:gd name="connsiteX520" fmla="*/ 4371791 w 7143544"/>
              <a:gd name="connsiteY520" fmla="*/ 442152 h 6857999"/>
              <a:gd name="connsiteX521" fmla="*/ 4433823 w 7143544"/>
              <a:gd name="connsiteY521" fmla="*/ 441168 h 6857999"/>
              <a:gd name="connsiteX522" fmla="*/ 4531302 w 7143544"/>
              <a:gd name="connsiteY522" fmla="*/ 481045 h 6857999"/>
              <a:gd name="connsiteX523" fmla="*/ 4556410 w 7143544"/>
              <a:gd name="connsiteY523" fmla="*/ 494830 h 6857999"/>
              <a:gd name="connsiteX524" fmla="*/ 4604657 w 7143544"/>
              <a:gd name="connsiteY524" fmla="*/ 517477 h 6857999"/>
              <a:gd name="connsiteX525" fmla="*/ 4724291 w 7143544"/>
              <a:gd name="connsiteY525" fmla="*/ 568678 h 6857999"/>
              <a:gd name="connsiteX526" fmla="*/ 4747922 w 7143544"/>
              <a:gd name="connsiteY526" fmla="*/ 579017 h 6857999"/>
              <a:gd name="connsiteX527" fmla="*/ 4858202 w 7143544"/>
              <a:gd name="connsiteY527" fmla="*/ 634649 h 6857999"/>
              <a:gd name="connsiteX528" fmla="*/ 4878879 w 7143544"/>
              <a:gd name="connsiteY528" fmla="*/ 648926 h 6857999"/>
              <a:gd name="connsiteX529" fmla="*/ 4926634 w 7143544"/>
              <a:gd name="connsiteY529" fmla="*/ 675019 h 6857999"/>
              <a:gd name="connsiteX530" fmla="*/ 4939434 w 7143544"/>
              <a:gd name="connsiteY530" fmla="*/ 667142 h 6857999"/>
              <a:gd name="connsiteX531" fmla="*/ 4914818 w 7143544"/>
              <a:gd name="connsiteY531" fmla="*/ 562770 h 6857999"/>
              <a:gd name="connsiteX532" fmla="*/ 4837524 w 7143544"/>
              <a:gd name="connsiteY532" fmla="*/ 551939 h 6857999"/>
              <a:gd name="connsiteX533" fmla="*/ 4770076 w 7143544"/>
              <a:gd name="connsiteY533" fmla="*/ 512061 h 6857999"/>
              <a:gd name="connsiteX534" fmla="*/ 4721829 w 7143544"/>
              <a:gd name="connsiteY534" fmla="*/ 479568 h 6857999"/>
              <a:gd name="connsiteX535" fmla="*/ 4708044 w 7143544"/>
              <a:gd name="connsiteY535" fmla="*/ 476615 h 6857999"/>
              <a:gd name="connsiteX536" fmla="*/ 4619427 w 7143544"/>
              <a:gd name="connsiteY536" fmla="*/ 446091 h 6857999"/>
              <a:gd name="connsiteX537" fmla="*/ 4569210 w 7143544"/>
              <a:gd name="connsiteY537" fmla="*/ 428860 h 6857999"/>
              <a:gd name="connsiteX538" fmla="*/ 4497824 w 7143544"/>
              <a:gd name="connsiteY538" fmla="*/ 385536 h 6857999"/>
              <a:gd name="connsiteX539" fmla="*/ 4627304 w 7143544"/>
              <a:gd name="connsiteY539" fmla="*/ 412121 h 6857999"/>
              <a:gd name="connsiteX540" fmla="*/ 4757276 w 7143544"/>
              <a:gd name="connsiteY540" fmla="*/ 446583 h 6857999"/>
              <a:gd name="connsiteX541" fmla="*/ 4882325 w 7143544"/>
              <a:gd name="connsiteY541" fmla="*/ 490399 h 6857999"/>
              <a:gd name="connsiteX542" fmla="*/ 4886756 w 7143544"/>
              <a:gd name="connsiteY542" fmla="*/ 481538 h 6857999"/>
              <a:gd name="connsiteX543" fmla="*/ 4836047 w 7143544"/>
              <a:gd name="connsiteY543" fmla="*/ 442645 h 6857999"/>
              <a:gd name="connsiteX544" fmla="*/ 4885771 w 7143544"/>
              <a:gd name="connsiteY544" fmla="*/ 434767 h 6857999"/>
              <a:gd name="connsiteX545" fmla="*/ 4826201 w 7143544"/>
              <a:gd name="connsiteY545" fmla="*/ 390951 h 6857999"/>
              <a:gd name="connsiteX546" fmla="*/ 4815862 w 7143544"/>
              <a:gd name="connsiteY546" fmla="*/ 369781 h 6857999"/>
              <a:gd name="connsiteX547" fmla="*/ 4832601 w 7143544"/>
              <a:gd name="connsiteY547" fmla="*/ 360920 h 6857999"/>
              <a:gd name="connsiteX548" fmla="*/ 4898079 w 7143544"/>
              <a:gd name="connsiteY548" fmla="*/ 376674 h 6857999"/>
              <a:gd name="connsiteX549" fmla="*/ 4914818 w 7143544"/>
              <a:gd name="connsiteY549" fmla="*/ 380120 h 6857999"/>
              <a:gd name="connsiteX550" fmla="*/ 5018697 w 7143544"/>
              <a:gd name="connsiteY550" fmla="*/ 419013 h 6857999"/>
              <a:gd name="connsiteX551" fmla="*/ 5085160 w 7143544"/>
              <a:gd name="connsiteY551" fmla="*/ 406705 h 6857999"/>
              <a:gd name="connsiteX552" fmla="*/ 5138331 w 7143544"/>
              <a:gd name="connsiteY552" fmla="*/ 426398 h 6857999"/>
              <a:gd name="connsiteX553" fmla="*/ 5138823 w 7143544"/>
              <a:gd name="connsiteY553" fmla="*/ 412613 h 6857999"/>
              <a:gd name="connsiteX554" fmla="*/ 5052175 w 7143544"/>
              <a:gd name="connsiteY554" fmla="*/ 348612 h 6857999"/>
              <a:gd name="connsiteX555" fmla="*/ 4894141 w 7143544"/>
              <a:gd name="connsiteY555" fmla="*/ 289533 h 6857999"/>
              <a:gd name="connsiteX556" fmla="*/ 4796662 w 7143544"/>
              <a:gd name="connsiteY556" fmla="*/ 264425 h 6857999"/>
              <a:gd name="connsiteX557" fmla="*/ 4667674 w 7143544"/>
              <a:gd name="connsiteY557" fmla="*/ 233901 h 6857999"/>
              <a:gd name="connsiteX558" fmla="*/ 4647981 w 7143544"/>
              <a:gd name="connsiteY558" fmla="*/ 226024 h 6857999"/>
              <a:gd name="connsiteX559" fmla="*/ 4572164 w 7143544"/>
              <a:gd name="connsiteY559" fmla="*/ 193039 h 6857999"/>
              <a:gd name="connsiteX560" fmla="*/ 4460900 w 7143544"/>
              <a:gd name="connsiteY560" fmla="*/ 155623 h 6857999"/>
              <a:gd name="connsiteX561" fmla="*/ 4464347 w 7143544"/>
              <a:gd name="connsiteY561" fmla="*/ 139376 h 6857999"/>
              <a:gd name="connsiteX562" fmla="*/ 4692783 w 7143544"/>
              <a:gd name="connsiteY562" fmla="*/ 140853 h 6857999"/>
              <a:gd name="connsiteX563" fmla="*/ 4943865 w 7143544"/>
              <a:gd name="connsiteY563" fmla="*/ 190577 h 6857999"/>
              <a:gd name="connsiteX564" fmla="*/ 5025098 w 7143544"/>
              <a:gd name="connsiteY564" fmla="*/ 203378 h 6857999"/>
              <a:gd name="connsiteX565" fmla="*/ 5109284 w 7143544"/>
              <a:gd name="connsiteY565" fmla="*/ 239809 h 6857999"/>
              <a:gd name="connsiteX566" fmla="*/ 5153593 w 7143544"/>
              <a:gd name="connsiteY566" fmla="*/ 251625 h 6857999"/>
              <a:gd name="connsiteX567" fmla="*/ 5186578 w 7143544"/>
              <a:gd name="connsiteY567" fmla="*/ 218147 h 6857999"/>
              <a:gd name="connsiteX568" fmla="*/ 5126023 w 7143544"/>
              <a:gd name="connsiteY568" fmla="*/ 138392 h 6857999"/>
              <a:gd name="connsiteX569" fmla="*/ 5126023 w 7143544"/>
              <a:gd name="connsiteY569" fmla="*/ 90144 h 6857999"/>
              <a:gd name="connsiteX570" fmla="*/ 5178701 w 7143544"/>
              <a:gd name="connsiteY570" fmla="*/ 40912 h 6857999"/>
              <a:gd name="connsiteX571" fmla="*/ 5254026 w 7143544"/>
              <a:gd name="connsiteY571" fmla="*/ 37466 h 6857999"/>
              <a:gd name="connsiteX572" fmla="*/ 5316550 w 7143544"/>
              <a:gd name="connsiteY572" fmla="*/ 57159 h 6857999"/>
              <a:gd name="connsiteX573" fmla="*/ 5379567 w 7143544"/>
              <a:gd name="connsiteY573" fmla="*/ 81775 h 6857999"/>
              <a:gd name="connsiteX574" fmla="*/ 5390398 w 7143544"/>
              <a:gd name="connsiteY574" fmla="*/ 21712 h 6857999"/>
              <a:gd name="connsiteX575" fmla="*/ 5412060 w 7143544"/>
              <a:gd name="connsiteY575" fmla="*/ 50 h 6857999"/>
              <a:gd name="connsiteX576" fmla="*/ 5547448 w 7143544"/>
              <a:gd name="connsiteY576" fmla="*/ 35497 h 6857999"/>
              <a:gd name="connsiteX577" fmla="*/ 5572556 w 7143544"/>
              <a:gd name="connsiteY577" fmla="*/ 85713 h 6857999"/>
              <a:gd name="connsiteX578" fmla="*/ 5613419 w 7143544"/>
              <a:gd name="connsiteY578" fmla="*/ 103929 h 6857999"/>
              <a:gd name="connsiteX579" fmla="*/ 5629665 w 7143544"/>
              <a:gd name="connsiteY579" fmla="*/ 67990 h 6857999"/>
              <a:gd name="connsiteX580" fmla="*/ 5677912 w 7143544"/>
              <a:gd name="connsiteY580" fmla="*/ 179746 h 6857999"/>
              <a:gd name="connsiteX581" fmla="*/ 5688251 w 7143544"/>
              <a:gd name="connsiteY581" fmla="*/ 179254 h 6857999"/>
              <a:gd name="connsiteX582" fmla="*/ 5734037 w 7143544"/>
              <a:gd name="connsiteY582" fmla="*/ 139376 h 6857999"/>
              <a:gd name="connsiteX583" fmla="*/ 5755206 w 7143544"/>
              <a:gd name="connsiteY583" fmla="*/ 199439 h 6857999"/>
              <a:gd name="connsiteX584" fmla="*/ 5681358 w 7143544"/>
              <a:gd name="connsiteY584" fmla="*/ 195993 h 6857999"/>
              <a:gd name="connsiteX585" fmla="*/ 5678404 w 7143544"/>
              <a:gd name="connsiteY585" fmla="*/ 209285 h 6857999"/>
              <a:gd name="connsiteX586" fmla="*/ 5718282 w 7143544"/>
              <a:gd name="connsiteY586" fmla="*/ 229963 h 6857999"/>
              <a:gd name="connsiteX587" fmla="*/ 5712375 w 7143544"/>
              <a:gd name="connsiteY587" fmla="*/ 254086 h 6857999"/>
              <a:gd name="connsiteX588" fmla="*/ 5921610 w 7143544"/>
              <a:gd name="connsiteY588" fmla="*/ 352058 h 6857999"/>
              <a:gd name="connsiteX589" fmla="*/ 5952133 w 7143544"/>
              <a:gd name="connsiteY589" fmla="*/ 328427 h 6857999"/>
              <a:gd name="connsiteX590" fmla="*/ 6010720 w 7143544"/>
              <a:gd name="connsiteY590" fmla="*/ 468245 h 6857999"/>
              <a:gd name="connsiteX591" fmla="*/ 6038289 w 7143544"/>
              <a:gd name="connsiteY591" fmla="*/ 485476 h 6857999"/>
              <a:gd name="connsiteX592" fmla="*/ 6074721 w 7143544"/>
              <a:gd name="connsiteY592" fmla="*/ 494830 h 6857999"/>
              <a:gd name="connsiteX593" fmla="*/ 6095891 w 7143544"/>
              <a:gd name="connsiteY593" fmla="*/ 524862 h 6857999"/>
              <a:gd name="connsiteX594" fmla="*/ 6007274 w 7143544"/>
              <a:gd name="connsiteY594" fmla="*/ 523877 h 6857999"/>
              <a:gd name="connsiteX595" fmla="*/ 5999889 w 7143544"/>
              <a:gd name="connsiteY595" fmla="*/ 553416 h 6857999"/>
              <a:gd name="connsiteX596" fmla="*/ 5984627 w 7143544"/>
              <a:gd name="connsiteY596" fmla="*/ 585417 h 6857999"/>
              <a:gd name="connsiteX597" fmla="*/ 6053552 w 7143544"/>
              <a:gd name="connsiteY597" fmla="*/ 634157 h 6857999"/>
              <a:gd name="connsiteX598" fmla="*/ 6060936 w 7143544"/>
              <a:gd name="connsiteY598" fmla="*/ 650895 h 6857999"/>
              <a:gd name="connsiteX599" fmla="*/ 6098845 w 7143544"/>
              <a:gd name="connsiteY599" fmla="*/ 672557 h 6857999"/>
              <a:gd name="connsiteX600" fmla="*/ 6113614 w 7143544"/>
              <a:gd name="connsiteY600" fmla="*/ 647941 h 6857999"/>
              <a:gd name="connsiteX601" fmla="*/ 6138230 w 7143544"/>
              <a:gd name="connsiteY601" fmla="*/ 566217 h 6857999"/>
              <a:gd name="connsiteX602" fmla="*/ 6201247 w 7143544"/>
              <a:gd name="connsiteY602" fmla="*/ 622833 h 6857999"/>
              <a:gd name="connsiteX603" fmla="*/ 6264756 w 7143544"/>
              <a:gd name="connsiteY603" fmla="*/ 675019 h 6857999"/>
              <a:gd name="connsiteX604" fmla="*/ 6264756 w 7143544"/>
              <a:gd name="connsiteY604" fmla="*/ 741974 h 6857999"/>
              <a:gd name="connsiteX605" fmla="*/ 6237678 w 7143544"/>
              <a:gd name="connsiteY605" fmla="*/ 751328 h 6857999"/>
              <a:gd name="connsiteX606" fmla="*/ 6174170 w 7143544"/>
              <a:gd name="connsiteY606" fmla="*/ 634649 h 6857999"/>
              <a:gd name="connsiteX607" fmla="*/ 6163338 w 7143544"/>
              <a:gd name="connsiteY607" fmla="*/ 768560 h 6857999"/>
              <a:gd name="connsiteX608" fmla="*/ 6263771 w 7143544"/>
              <a:gd name="connsiteY608" fmla="*/ 882778 h 6857999"/>
              <a:gd name="connsiteX609" fmla="*/ 6345496 w 7143544"/>
              <a:gd name="connsiteY609" fmla="*/ 1008319 h 6857999"/>
              <a:gd name="connsiteX610" fmla="*/ 6454299 w 7143544"/>
              <a:gd name="connsiteY610" fmla="*/ 1163399 h 6857999"/>
              <a:gd name="connsiteX611" fmla="*/ 6534055 w 7143544"/>
              <a:gd name="connsiteY611" fmla="*/ 1246109 h 6857999"/>
              <a:gd name="connsiteX612" fmla="*/ 6545870 w 7143544"/>
              <a:gd name="connsiteY612" fmla="*/ 1261371 h 6857999"/>
              <a:gd name="connsiteX613" fmla="*/ 6587717 w 7143544"/>
              <a:gd name="connsiteY613" fmla="*/ 1337188 h 6857999"/>
              <a:gd name="connsiteX614" fmla="*/ 6643349 w 7143544"/>
              <a:gd name="connsiteY614" fmla="*/ 1434667 h 6857999"/>
              <a:gd name="connsiteX615" fmla="*/ 6702427 w 7143544"/>
              <a:gd name="connsiteY615" fmla="*/ 1526238 h 6857999"/>
              <a:gd name="connsiteX616" fmla="*/ 6726551 w 7143544"/>
              <a:gd name="connsiteY616" fmla="*/ 1586301 h 6857999"/>
              <a:gd name="connsiteX617" fmla="*/ 6743290 w 7143544"/>
              <a:gd name="connsiteY617" fmla="*/ 1661133 h 6857999"/>
              <a:gd name="connsiteX618" fmla="*/ 6799415 w 7143544"/>
              <a:gd name="connsiteY618" fmla="*/ 1733504 h 6857999"/>
              <a:gd name="connsiteX619" fmla="*/ 6761998 w 7143544"/>
              <a:gd name="connsiteY619" fmla="*/ 1742858 h 6857999"/>
              <a:gd name="connsiteX620" fmla="*/ 6788583 w 7143544"/>
              <a:gd name="connsiteY620" fmla="*/ 1761074 h 6857999"/>
              <a:gd name="connsiteX621" fmla="*/ 6820092 w 7143544"/>
              <a:gd name="connsiteY621" fmla="*/ 1816214 h 6857999"/>
              <a:gd name="connsiteX622" fmla="*/ 6839784 w 7143544"/>
              <a:gd name="connsiteY622" fmla="*/ 1875784 h 6857999"/>
              <a:gd name="connsiteX623" fmla="*/ 6876216 w 7143544"/>
              <a:gd name="connsiteY623" fmla="*/ 1878738 h 6857999"/>
              <a:gd name="connsiteX624" fmla="*/ 6864893 w 7143544"/>
              <a:gd name="connsiteY624" fmla="*/ 1931416 h 6857999"/>
              <a:gd name="connsiteX625" fmla="*/ 6887539 w 7143544"/>
              <a:gd name="connsiteY625" fmla="*/ 1988525 h 6857999"/>
              <a:gd name="connsiteX626" fmla="*/ 6916586 w 7143544"/>
              <a:gd name="connsiteY626" fmla="*/ 2147052 h 6857999"/>
              <a:gd name="connsiteX627" fmla="*/ 6921509 w 7143544"/>
              <a:gd name="connsiteY627" fmla="*/ 2191361 h 6857999"/>
              <a:gd name="connsiteX628" fmla="*/ 6961387 w 7143544"/>
              <a:gd name="connsiteY628" fmla="*/ 2312471 h 6857999"/>
              <a:gd name="connsiteX629" fmla="*/ 6995357 w 7143544"/>
              <a:gd name="connsiteY629" fmla="*/ 2332656 h 6857999"/>
              <a:gd name="connsiteX630" fmla="*/ 7008650 w 7143544"/>
              <a:gd name="connsiteY630" fmla="*/ 2418812 h 6857999"/>
              <a:gd name="connsiteX631" fmla="*/ 6990926 w 7143544"/>
              <a:gd name="connsiteY631" fmla="*/ 2470013 h 6857999"/>
              <a:gd name="connsiteX632" fmla="*/ 7016035 w 7143544"/>
              <a:gd name="connsiteY632" fmla="*/ 2529092 h 6857999"/>
              <a:gd name="connsiteX633" fmla="*/ 7065267 w 7143544"/>
              <a:gd name="connsiteY633" fmla="*/ 2530568 h 6857999"/>
              <a:gd name="connsiteX634" fmla="*/ 7061328 w 7143544"/>
              <a:gd name="connsiteY634" fmla="*/ 2601955 h 6857999"/>
              <a:gd name="connsiteX635" fmla="*/ 7058866 w 7143544"/>
              <a:gd name="connsiteY635" fmla="*/ 2654633 h 6857999"/>
              <a:gd name="connsiteX636" fmla="*/ 7079543 w 7143544"/>
              <a:gd name="connsiteY636" fmla="*/ 2772297 h 6857999"/>
              <a:gd name="connsiteX637" fmla="*/ 7062312 w 7143544"/>
              <a:gd name="connsiteY637" fmla="*/ 2805774 h 6857999"/>
              <a:gd name="connsiteX638" fmla="*/ 7109083 w 7143544"/>
              <a:gd name="connsiteY638" fmla="*/ 2793467 h 6857999"/>
              <a:gd name="connsiteX639" fmla="*/ 7115975 w 7143544"/>
              <a:gd name="connsiteY639" fmla="*/ 2804298 h 6857999"/>
              <a:gd name="connsiteX640" fmla="*/ 7067728 w 7143544"/>
              <a:gd name="connsiteY640" fmla="*/ 2860422 h 6857999"/>
              <a:gd name="connsiteX641" fmla="*/ 7100713 w 7143544"/>
              <a:gd name="connsiteY641" fmla="*/ 2922947 h 6857999"/>
              <a:gd name="connsiteX642" fmla="*/ 7053943 w 7143544"/>
              <a:gd name="connsiteY642" fmla="*/ 3002210 h 6857999"/>
              <a:gd name="connsiteX643" fmla="*/ 7081021 w 7143544"/>
              <a:gd name="connsiteY643" fmla="*/ 3034210 h 6857999"/>
              <a:gd name="connsiteX644" fmla="*/ 7117944 w 7143544"/>
              <a:gd name="connsiteY644" fmla="*/ 3069165 h 6857999"/>
              <a:gd name="connsiteX645" fmla="*/ 7134191 w 7143544"/>
              <a:gd name="connsiteY645" fmla="*/ 3124797 h 6857999"/>
              <a:gd name="connsiteX646" fmla="*/ 7120406 w 7143544"/>
              <a:gd name="connsiteY646" fmla="*/ 3126766 h 6857999"/>
              <a:gd name="connsiteX647" fmla="*/ 7114991 w 7143544"/>
              <a:gd name="connsiteY647" fmla="*/ 3093781 h 6857999"/>
              <a:gd name="connsiteX648" fmla="*/ 7088405 w 7143544"/>
              <a:gd name="connsiteY648" fmla="*/ 3163690 h 6857999"/>
              <a:gd name="connsiteX649" fmla="*/ 7086928 w 7143544"/>
              <a:gd name="connsiteY649" fmla="*/ 3182891 h 6857999"/>
              <a:gd name="connsiteX650" fmla="*/ 7097760 w 7143544"/>
              <a:gd name="connsiteY650" fmla="*/ 3236553 h 6857999"/>
              <a:gd name="connsiteX651" fmla="*/ 7148468 w 7143544"/>
              <a:gd name="connsiteY651" fmla="*/ 3214892 h 6857999"/>
              <a:gd name="connsiteX652" fmla="*/ 7112529 w 7143544"/>
              <a:gd name="connsiteY652" fmla="*/ 3336002 h 6857999"/>
              <a:gd name="connsiteX653" fmla="*/ 7066251 w 7143544"/>
              <a:gd name="connsiteY653" fmla="*/ 3329110 h 6857999"/>
              <a:gd name="connsiteX654" fmla="*/ 7065267 w 7143544"/>
              <a:gd name="connsiteY654" fmla="*/ 3387203 h 6857999"/>
              <a:gd name="connsiteX655" fmla="*/ 7117944 w 7143544"/>
              <a:gd name="connsiteY655" fmla="*/ 3355695 h 6857999"/>
              <a:gd name="connsiteX656" fmla="*/ 7113021 w 7143544"/>
              <a:gd name="connsiteY656" fmla="*/ 3386711 h 6857999"/>
              <a:gd name="connsiteX657" fmla="*/ 7142560 w 7143544"/>
              <a:gd name="connsiteY657" fmla="*/ 3372926 h 6857999"/>
              <a:gd name="connsiteX658" fmla="*/ 7122375 w 7143544"/>
              <a:gd name="connsiteY658" fmla="*/ 3413788 h 6857999"/>
              <a:gd name="connsiteX659" fmla="*/ 7129760 w 7143544"/>
              <a:gd name="connsiteY659" fmla="*/ 3410834 h 6857999"/>
              <a:gd name="connsiteX660" fmla="*/ 7139114 w 7143544"/>
              <a:gd name="connsiteY660" fmla="*/ 3443327 h 6857999"/>
              <a:gd name="connsiteX661" fmla="*/ 7106621 w 7143544"/>
              <a:gd name="connsiteY661" fmla="*/ 3453174 h 6857999"/>
              <a:gd name="connsiteX662" fmla="*/ 7056405 w 7143544"/>
              <a:gd name="connsiteY662" fmla="*/ 3549176 h 6857999"/>
              <a:gd name="connsiteX663" fmla="*/ 7021942 w 7143544"/>
              <a:gd name="connsiteY663" fmla="*/ 3601854 h 6857999"/>
              <a:gd name="connsiteX664" fmla="*/ 7054435 w 7143544"/>
              <a:gd name="connsiteY664" fmla="*/ 3635332 h 6857999"/>
              <a:gd name="connsiteX665" fmla="*/ 7009634 w 7143544"/>
              <a:gd name="connsiteY665" fmla="*/ 3661425 h 6857999"/>
              <a:gd name="connsiteX666" fmla="*/ 6966803 w 7143544"/>
              <a:gd name="connsiteY666" fmla="*/ 3634347 h 6857999"/>
              <a:gd name="connsiteX667" fmla="*/ 6941694 w 7143544"/>
              <a:gd name="connsiteY667" fmla="*/ 3723949 h 6857999"/>
              <a:gd name="connsiteX668" fmla="*/ 6951541 w 7143544"/>
              <a:gd name="connsiteY668" fmla="*/ 3730349 h 6857999"/>
              <a:gd name="connsiteX669" fmla="*/ 6968772 w 7143544"/>
              <a:gd name="connsiteY669" fmla="*/ 3709672 h 6857999"/>
              <a:gd name="connsiteX670" fmla="*/ 7009634 w 7143544"/>
              <a:gd name="connsiteY670" fmla="*/ 3661425 h 6857999"/>
              <a:gd name="connsiteX671" fmla="*/ 7032281 w 7143544"/>
              <a:gd name="connsiteY671" fmla="*/ 3711149 h 6857999"/>
              <a:gd name="connsiteX672" fmla="*/ 7031297 w 7143544"/>
              <a:gd name="connsiteY672" fmla="*/ 3782043 h 6857999"/>
              <a:gd name="connsiteX673" fmla="*/ 7021450 w 7143544"/>
              <a:gd name="connsiteY673" fmla="*/ 3813059 h 6857999"/>
              <a:gd name="connsiteX674" fmla="*/ 6988957 w 7143544"/>
              <a:gd name="connsiteY674" fmla="*/ 3875583 h 6857999"/>
              <a:gd name="connsiteX675" fmla="*/ 6981572 w 7143544"/>
              <a:gd name="connsiteY675" fmla="*/ 3966170 h 6857999"/>
              <a:gd name="connsiteX676" fmla="*/ 6958925 w 7143544"/>
              <a:gd name="connsiteY676" fmla="*/ 4062172 h 6857999"/>
              <a:gd name="connsiteX677" fmla="*/ 6938740 w 7143544"/>
              <a:gd name="connsiteY677" fmla="*/ 4105988 h 6857999"/>
              <a:gd name="connsiteX678" fmla="*/ 6914124 w 7143544"/>
              <a:gd name="connsiteY678" fmla="*/ 4168513 h 6857999"/>
              <a:gd name="connsiteX679" fmla="*/ 6914124 w 7143544"/>
              <a:gd name="connsiteY679" fmla="*/ 4220207 h 6857999"/>
              <a:gd name="connsiteX680" fmla="*/ 6902309 w 7143544"/>
              <a:gd name="connsiteY680" fmla="*/ 4261561 h 6857999"/>
              <a:gd name="connsiteX681" fmla="*/ 6849139 w 7143544"/>
              <a:gd name="connsiteY681" fmla="*/ 4295531 h 6857999"/>
              <a:gd name="connsiteX682" fmla="*/ 6853570 w 7143544"/>
              <a:gd name="connsiteY682" fmla="*/ 4307839 h 6857999"/>
              <a:gd name="connsiteX683" fmla="*/ 6919540 w 7143544"/>
              <a:gd name="connsiteY683" fmla="*/ 4315224 h 6857999"/>
              <a:gd name="connsiteX684" fmla="*/ 6915602 w 7143544"/>
              <a:gd name="connsiteY684" fmla="*/ 4326547 h 6857999"/>
              <a:gd name="connsiteX685" fmla="*/ 6852092 w 7143544"/>
              <a:gd name="connsiteY685" fmla="*/ 4405318 h 6857999"/>
              <a:gd name="connsiteX686" fmla="*/ 6814184 w 7143544"/>
              <a:gd name="connsiteY686" fmla="*/ 4435842 h 6857999"/>
              <a:gd name="connsiteX687" fmla="*/ 6830430 w 7143544"/>
              <a:gd name="connsiteY687" fmla="*/ 4464397 h 6857999"/>
              <a:gd name="connsiteX688" fmla="*/ 6747721 w 7143544"/>
              <a:gd name="connsiteY688" fmla="*/ 4466858 h 6857999"/>
              <a:gd name="connsiteX689" fmla="*/ 6810737 w 7143544"/>
              <a:gd name="connsiteY689" fmla="*/ 4475720 h 6857999"/>
              <a:gd name="connsiteX690" fmla="*/ 6791537 w 7143544"/>
              <a:gd name="connsiteY690" fmla="*/ 4489505 h 6857999"/>
              <a:gd name="connsiteX691" fmla="*/ 6775783 w 7143544"/>
              <a:gd name="connsiteY691" fmla="*/ 4506736 h 6857999"/>
              <a:gd name="connsiteX692" fmla="*/ 6792522 w 7143544"/>
              <a:gd name="connsiteY692" fmla="*/ 4519044 h 6857999"/>
              <a:gd name="connsiteX693" fmla="*/ 6810737 w 7143544"/>
              <a:gd name="connsiteY693" fmla="*/ 4594861 h 6857999"/>
              <a:gd name="connsiteX694" fmla="*/ 6793014 w 7143544"/>
              <a:gd name="connsiteY694" fmla="*/ 4650493 h 6857999"/>
              <a:gd name="connsiteX695" fmla="*/ 6769383 w 7143544"/>
              <a:gd name="connsiteY695" fmla="*/ 4686925 h 6857999"/>
              <a:gd name="connsiteX696" fmla="*/ 6722120 w 7143544"/>
              <a:gd name="connsiteY696" fmla="*/ 4659847 h 6857999"/>
              <a:gd name="connsiteX697" fmla="*/ 6728028 w 7143544"/>
              <a:gd name="connsiteY697" fmla="*/ 4696279 h 6857999"/>
              <a:gd name="connsiteX698" fmla="*/ 6717197 w 7143544"/>
              <a:gd name="connsiteY698" fmla="*/ 4781450 h 6857999"/>
              <a:gd name="connsiteX699" fmla="*/ 6667473 w 7143544"/>
              <a:gd name="connsiteY699" fmla="*/ 4850867 h 6857999"/>
              <a:gd name="connsiteX700" fmla="*/ 6662057 w 7143544"/>
              <a:gd name="connsiteY700" fmla="*/ 4871052 h 6857999"/>
              <a:gd name="connsiteX701" fmla="*/ 6630057 w 7143544"/>
              <a:gd name="connsiteY701" fmla="*/ 4896160 h 6857999"/>
              <a:gd name="connsiteX702" fmla="*/ 6612333 w 7143544"/>
              <a:gd name="connsiteY702" fmla="*/ 4904037 h 6857999"/>
              <a:gd name="connsiteX703" fmla="*/ 6552762 w 7143544"/>
              <a:gd name="connsiteY703" fmla="*/ 4972470 h 6857999"/>
              <a:gd name="connsiteX704" fmla="*/ 6590671 w 7143544"/>
              <a:gd name="connsiteY704" fmla="*/ 4979362 h 6857999"/>
              <a:gd name="connsiteX705" fmla="*/ 6568025 w 7143544"/>
              <a:gd name="connsiteY705" fmla="*/ 5068964 h 6857999"/>
              <a:gd name="connsiteX706" fmla="*/ 6511408 w 7143544"/>
              <a:gd name="connsiteY706" fmla="*/ 5066995 h 6857999"/>
              <a:gd name="connsiteX707" fmla="*/ 6499100 w 7143544"/>
              <a:gd name="connsiteY707" fmla="*/ 5134442 h 6857999"/>
              <a:gd name="connsiteX708" fmla="*/ 6618733 w 7143544"/>
              <a:gd name="connsiteY708" fmla="*/ 5157089 h 6857999"/>
              <a:gd name="connsiteX709" fmla="*/ 6588702 w 7143544"/>
              <a:gd name="connsiteY709" fmla="*/ 5204844 h 6857999"/>
              <a:gd name="connsiteX710" fmla="*/ 6537008 w 7143544"/>
              <a:gd name="connsiteY710" fmla="*/ 5209767 h 6857999"/>
              <a:gd name="connsiteX711" fmla="*/ 6462176 w 7143544"/>
              <a:gd name="connsiteY711" fmla="*/ 5199429 h 6857999"/>
              <a:gd name="connsiteX712" fmla="*/ 6444945 w 7143544"/>
              <a:gd name="connsiteY712" fmla="*/ 5204352 h 6857999"/>
              <a:gd name="connsiteX713" fmla="*/ 6473499 w 7143544"/>
              <a:gd name="connsiteY713" fmla="*/ 5248168 h 6857999"/>
              <a:gd name="connsiteX714" fmla="*/ 6392759 w 7143544"/>
              <a:gd name="connsiteY714" fmla="*/ 5265892 h 6857999"/>
              <a:gd name="connsiteX715" fmla="*/ 6357804 w 7143544"/>
              <a:gd name="connsiteY715" fmla="*/ 5294446 h 6857999"/>
              <a:gd name="connsiteX716" fmla="*/ 6376020 w 7143544"/>
              <a:gd name="connsiteY716" fmla="*/ 5353524 h 6857999"/>
              <a:gd name="connsiteX717" fmla="*/ 6293311 w 7143544"/>
              <a:gd name="connsiteY717" fmla="*/ 5459373 h 6857999"/>
              <a:gd name="connsiteX718" fmla="*/ 6253433 w 7143544"/>
              <a:gd name="connsiteY718" fmla="*/ 5468235 h 6857999"/>
              <a:gd name="connsiteX719" fmla="*/ 6212078 w 7143544"/>
              <a:gd name="connsiteY719" fmla="*/ 5611991 h 6857999"/>
              <a:gd name="connsiteX720" fmla="*/ 6201739 w 7143544"/>
              <a:gd name="connsiteY720" fmla="*/ 5610022 h 6857999"/>
              <a:gd name="connsiteX721" fmla="*/ 6219463 w 7143544"/>
              <a:gd name="connsiteY721" fmla="*/ 5512543 h 6857999"/>
              <a:gd name="connsiteX722" fmla="*/ 6155461 w 7143544"/>
              <a:gd name="connsiteY722" fmla="*/ 5479558 h 6857999"/>
              <a:gd name="connsiteX723" fmla="*/ 6105737 w 7143544"/>
              <a:gd name="connsiteY723" fmla="*/ 5525836 h 6857999"/>
              <a:gd name="connsiteX724" fmla="*/ 6108199 w 7143544"/>
              <a:gd name="connsiteY724" fmla="*/ 5537651 h 6857999"/>
              <a:gd name="connsiteX725" fmla="*/ 6194847 w 7143544"/>
              <a:gd name="connsiteY725" fmla="*/ 5542575 h 6857999"/>
              <a:gd name="connsiteX726" fmla="*/ 6185000 w 7143544"/>
              <a:gd name="connsiteY726" fmla="*/ 5590329 h 6857999"/>
              <a:gd name="connsiteX727" fmla="*/ 6177124 w 7143544"/>
              <a:gd name="connsiteY727" fmla="*/ 5552421 h 6857999"/>
              <a:gd name="connsiteX728" fmla="*/ 6031889 w 7143544"/>
              <a:gd name="connsiteY728" fmla="*/ 5786765 h 6857999"/>
              <a:gd name="connsiteX729" fmla="*/ 6056505 w 7143544"/>
              <a:gd name="connsiteY729" fmla="*/ 5829597 h 6857999"/>
              <a:gd name="connsiteX730" fmla="*/ 5903887 w 7143544"/>
              <a:gd name="connsiteY730" fmla="*/ 5820242 h 6857999"/>
              <a:gd name="connsiteX731" fmla="*/ 5905363 w 7143544"/>
              <a:gd name="connsiteY731" fmla="*/ 5872920 h 6857999"/>
              <a:gd name="connsiteX732" fmla="*/ 5881732 w 7143544"/>
              <a:gd name="connsiteY732" fmla="*/ 5908860 h 6857999"/>
              <a:gd name="connsiteX733" fmla="*/ 5861547 w 7143544"/>
              <a:gd name="connsiteY733" fmla="*/ 5881290 h 6857999"/>
              <a:gd name="connsiteX734" fmla="*/ 5853670 w 7143544"/>
              <a:gd name="connsiteY734" fmla="*/ 5884244 h 6857999"/>
              <a:gd name="connsiteX735" fmla="*/ 5753237 w 7143544"/>
              <a:gd name="connsiteY735" fmla="*/ 5964984 h 6857999"/>
              <a:gd name="connsiteX736" fmla="*/ 5741914 w 7143544"/>
              <a:gd name="connsiteY736" fmla="*/ 5981230 h 6857999"/>
              <a:gd name="connsiteX737" fmla="*/ 5736990 w 7143544"/>
              <a:gd name="connsiteY737" fmla="*/ 6001415 h 6857999"/>
              <a:gd name="connsiteX738" fmla="*/ 5699082 w 7143544"/>
              <a:gd name="connsiteY738" fmla="*/ 6069848 h 6857999"/>
              <a:gd name="connsiteX739" fmla="*/ 5730098 w 7143544"/>
              <a:gd name="connsiteY739" fmla="*/ 6068371 h 6857999"/>
              <a:gd name="connsiteX740" fmla="*/ 5718775 w 7143544"/>
              <a:gd name="connsiteY740" fmla="*/ 6095449 h 6857999"/>
              <a:gd name="connsiteX741" fmla="*/ 5657727 w 7143544"/>
              <a:gd name="connsiteY741" fmla="*/ 6043755 h 6857999"/>
              <a:gd name="connsiteX742" fmla="*/ 5635081 w 7143544"/>
              <a:gd name="connsiteY742" fmla="*/ 6051632 h 6857999"/>
              <a:gd name="connsiteX743" fmla="*/ 5635081 w 7143544"/>
              <a:gd name="connsiteY743" fmla="*/ 6027509 h 6857999"/>
              <a:gd name="connsiteX744" fmla="*/ 5626219 w 7143544"/>
              <a:gd name="connsiteY744" fmla="*/ 6021108 h 6857999"/>
              <a:gd name="connsiteX745" fmla="*/ 5586341 w 7143544"/>
              <a:gd name="connsiteY745" fmla="*/ 6062463 h 6857999"/>
              <a:gd name="connsiteX746" fmla="*/ 5616372 w 7143544"/>
              <a:gd name="connsiteY746" fmla="*/ 6140742 h 6857999"/>
              <a:gd name="connsiteX747" fmla="*/ 5572064 w 7143544"/>
              <a:gd name="connsiteY747" fmla="*/ 6137296 h 6857999"/>
              <a:gd name="connsiteX748" fmla="*/ 5526278 w 7143544"/>
              <a:gd name="connsiteY748" fmla="*/ 6156004 h 6857999"/>
              <a:gd name="connsiteX749" fmla="*/ 5494277 w 7143544"/>
              <a:gd name="connsiteY749" fmla="*/ 6158957 h 6857999"/>
              <a:gd name="connsiteX750" fmla="*/ 5534155 w 7143544"/>
              <a:gd name="connsiteY750" fmla="*/ 6090033 h 6857999"/>
              <a:gd name="connsiteX751" fmla="*/ 5472616 w 7143544"/>
              <a:gd name="connsiteY751" fmla="*/ 6179635 h 6857999"/>
              <a:gd name="connsiteX752" fmla="*/ 5447015 w 7143544"/>
              <a:gd name="connsiteY752" fmla="*/ 6190958 h 6857999"/>
              <a:gd name="connsiteX753" fmla="*/ 5413537 w 7143544"/>
              <a:gd name="connsiteY753" fmla="*/ 6171758 h 6857999"/>
              <a:gd name="connsiteX754" fmla="*/ 5387444 w 7143544"/>
              <a:gd name="connsiteY754" fmla="*/ 6187020 h 6857999"/>
              <a:gd name="connsiteX755" fmla="*/ 5349536 w 7143544"/>
              <a:gd name="connsiteY755" fmla="*/ 6199820 h 6857999"/>
              <a:gd name="connsiteX756" fmla="*/ 5311135 w 7143544"/>
              <a:gd name="connsiteY756" fmla="*/ 6265791 h 6857999"/>
              <a:gd name="connsiteX757" fmla="*/ 5333289 w 7143544"/>
              <a:gd name="connsiteY757" fmla="*/ 6300745 h 6857999"/>
              <a:gd name="connsiteX758" fmla="*/ 5323443 w 7143544"/>
              <a:gd name="connsiteY758" fmla="*/ 6309607 h 6857999"/>
              <a:gd name="connsiteX759" fmla="*/ 5254026 w 7143544"/>
              <a:gd name="connsiteY759" fmla="*/ 6253483 h 6857999"/>
              <a:gd name="connsiteX760" fmla="*/ 5198886 w 7143544"/>
              <a:gd name="connsiteY760" fmla="*/ 6288437 h 6857999"/>
              <a:gd name="connsiteX761" fmla="*/ 5147192 w 7143544"/>
              <a:gd name="connsiteY761" fmla="*/ 6346039 h 6857999"/>
              <a:gd name="connsiteX762" fmla="*/ 5153593 w 7143544"/>
              <a:gd name="connsiteY762" fmla="*/ 6353423 h 6857999"/>
              <a:gd name="connsiteX763" fmla="*/ 5204302 w 7143544"/>
              <a:gd name="connsiteY763" fmla="*/ 6327823 h 6857999"/>
              <a:gd name="connsiteX764" fmla="*/ 5219564 w 7143544"/>
              <a:gd name="connsiteY764" fmla="*/ 6344562 h 6857999"/>
              <a:gd name="connsiteX765" fmla="*/ 5176239 w 7143544"/>
              <a:gd name="connsiteY765" fmla="*/ 6377547 h 6857999"/>
              <a:gd name="connsiteX766" fmla="*/ 5249595 w 7143544"/>
              <a:gd name="connsiteY766" fmla="*/ 6408071 h 6857999"/>
              <a:gd name="connsiteX767" fmla="*/ 5188055 w 7143544"/>
              <a:gd name="connsiteY767" fmla="*/ 6422348 h 6857999"/>
              <a:gd name="connsiteX768" fmla="*/ 5138823 w 7143544"/>
              <a:gd name="connsiteY768" fmla="*/ 6434164 h 6857999"/>
              <a:gd name="connsiteX769" fmla="*/ 5134884 w 7143544"/>
              <a:gd name="connsiteY769" fmla="*/ 6422841 h 6857999"/>
              <a:gd name="connsiteX770" fmla="*/ 5169347 w 7143544"/>
              <a:gd name="connsiteY770" fmla="*/ 6399701 h 6857999"/>
              <a:gd name="connsiteX771" fmla="*/ 5122576 w 7143544"/>
              <a:gd name="connsiteY771" fmla="*/ 6332254 h 6857999"/>
              <a:gd name="connsiteX772" fmla="*/ 5171808 w 7143544"/>
              <a:gd name="connsiteY772" fmla="*/ 6305176 h 6857999"/>
              <a:gd name="connsiteX773" fmla="*/ 5167870 w 7143544"/>
              <a:gd name="connsiteY773" fmla="*/ 6300253 h 6857999"/>
              <a:gd name="connsiteX774" fmla="*/ 5065960 w 7143544"/>
              <a:gd name="connsiteY774" fmla="*/ 6311084 h 6857999"/>
              <a:gd name="connsiteX775" fmla="*/ 5063991 w 7143544"/>
              <a:gd name="connsiteY775" fmla="*/ 6322900 h 6857999"/>
              <a:gd name="connsiteX776" fmla="*/ 5115192 w 7143544"/>
              <a:gd name="connsiteY776" fmla="*/ 6344562 h 6857999"/>
              <a:gd name="connsiteX777" fmla="*/ 5040852 w 7143544"/>
              <a:gd name="connsiteY777" fmla="*/ 6395763 h 6857999"/>
              <a:gd name="connsiteX778" fmla="*/ 5040852 w 7143544"/>
              <a:gd name="connsiteY778" fmla="*/ 6423825 h 6857999"/>
              <a:gd name="connsiteX779" fmla="*/ 4993589 w 7143544"/>
              <a:gd name="connsiteY779" fmla="*/ 6436133 h 6857999"/>
              <a:gd name="connsiteX780" fmla="*/ 4955188 w 7143544"/>
              <a:gd name="connsiteY780" fmla="*/ 6456810 h 6857999"/>
              <a:gd name="connsiteX781" fmla="*/ 4949280 w 7143544"/>
              <a:gd name="connsiteY781" fmla="*/ 6445979 h 6857999"/>
              <a:gd name="connsiteX782" fmla="*/ 4988174 w 7143544"/>
              <a:gd name="connsiteY782" fmla="*/ 6420379 h 6857999"/>
              <a:gd name="connsiteX783" fmla="*/ 4899556 w 7143544"/>
              <a:gd name="connsiteY783" fmla="*/ 6407086 h 6857999"/>
              <a:gd name="connsiteX784" fmla="*/ 4904480 w 7143544"/>
              <a:gd name="connsiteY784" fmla="*/ 6448933 h 6857999"/>
              <a:gd name="connsiteX785" fmla="*/ 4845401 w 7143544"/>
              <a:gd name="connsiteY785" fmla="*/ 6468626 h 6857999"/>
              <a:gd name="connsiteX786" fmla="*/ 4756291 w 7143544"/>
              <a:gd name="connsiteY786" fmla="*/ 6452380 h 6857999"/>
              <a:gd name="connsiteX787" fmla="*/ 4724783 w 7143544"/>
              <a:gd name="connsiteY787" fmla="*/ 6452872 h 6857999"/>
              <a:gd name="connsiteX788" fmla="*/ 4703613 w 7143544"/>
              <a:gd name="connsiteY788" fmla="*/ 6483396 h 6857999"/>
              <a:gd name="connsiteX789" fmla="*/ 4699675 w 7143544"/>
              <a:gd name="connsiteY789" fmla="*/ 6472565 h 6857999"/>
              <a:gd name="connsiteX790" fmla="*/ 4652905 w 7143544"/>
              <a:gd name="connsiteY790" fmla="*/ 6486349 h 6857999"/>
              <a:gd name="connsiteX791" fmla="*/ 4654381 w 7143544"/>
              <a:gd name="connsiteY791" fmla="*/ 6495211 h 6857999"/>
              <a:gd name="connsiteX792" fmla="*/ 4713460 w 7143544"/>
              <a:gd name="connsiteY792" fmla="*/ 6505058 h 6857999"/>
              <a:gd name="connsiteX793" fmla="*/ 4715429 w 7143544"/>
              <a:gd name="connsiteY793" fmla="*/ 6516873 h 6857999"/>
              <a:gd name="connsiteX794" fmla="*/ 4673582 w 7143544"/>
              <a:gd name="connsiteY794" fmla="*/ 6532627 h 6857999"/>
              <a:gd name="connsiteX795" fmla="*/ 4622873 w 7143544"/>
              <a:gd name="connsiteY795" fmla="*/ 6563644 h 6857999"/>
              <a:gd name="connsiteX796" fmla="*/ 4590380 w 7143544"/>
              <a:gd name="connsiteY796" fmla="*/ 6568075 h 6857999"/>
              <a:gd name="connsiteX797" fmla="*/ 4571672 w 7143544"/>
              <a:gd name="connsiteY797" fmla="*/ 6537551 h 6857999"/>
              <a:gd name="connsiteX798" fmla="*/ 4582503 w 7143544"/>
              <a:gd name="connsiteY798" fmla="*/ 6517366 h 6857999"/>
              <a:gd name="connsiteX799" fmla="*/ 4571672 w 7143544"/>
              <a:gd name="connsiteY799" fmla="*/ 6512935 h 6857999"/>
              <a:gd name="connsiteX800" fmla="*/ 4532779 w 7143544"/>
              <a:gd name="connsiteY800" fmla="*/ 6633553 h 6857999"/>
              <a:gd name="connsiteX801" fmla="*/ 4518009 w 7143544"/>
              <a:gd name="connsiteY801" fmla="*/ 6629615 h 6857999"/>
              <a:gd name="connsiteX802" fmla="*/ 4526379 w 7143544"/>
              <a:gd name="connsiteY802" fmla="*/ 6599090 h 6857999"/>
              <a:gd name="connsiteX803" fmla="*/ 4516040 w 7143544"/>
              <a:gd name="connsiteY803" fmla="*/ 6553797 h 6857999"/>
              <a:gd name="connsiteX804" fmla="*/ 4503732 w 7143544"/>
              <a:gd name="connsiteY804" fmla="*/ 6537058 h 6857999"/>
              <a:gd name="connsiteX805" fmla="*/ 4472716 w 7143544"/>
              <a:gd name="connsiteY805" fmla="*/ 6559705 h 6857999"/>
              <a:gd name="connsiteX806" fmla="*/ 4411668 w 7143544"/>
              <a:gd name="connsiteY806" fmla="*/ 6560690 h 6857999"/>
              <a:gd name="connsiteX807" fmla="*/ 4417576 w 7143544"/>
              <a:gd name="connsiteY807" fmla="*/ 6596137 h 6857999"/>
              <a:gd name="connsiteX808" fmla="*/ 4337821 w 7143544"/>
              <a:gd name="connsiteY808" fmla="*/ 6594167 h 6857999"/>
              <a:gd name="connsiteX809" fmla="*/ 4294004 w 7143544"/>
              <a:gd name="connsiteY809" fmla="*/ 6607460 h 6857999"/>
              <a:gd name="connsiteX810" fmla="*/ 4317636 w 7143544"/>
              <a:gd name="connsiteY810" fmla="*/ 6642907 h 6857999"/>
              <a:gd name="connsiteX811" fmla="*/ 4251173 w 7143544"/>
              <a:gd name="connsiteY811" fmla="*/ 6607952 h 6857999"/>
              <a:gd name="connsiteX812" fmla="*/ 4178309 w 7143544"/>
              <a:gd name="connsiteY812" fmla="*/ 6628630 h 6857999"/>
              <a:gd name="connsiteX813" fmla="*/ 4189633 w 7143544"/>
              <a:gd name="connsiteY813" fmla="*/ 6660138 h 6857999"/>
              <a:gd name="connsiteX814" fmla="*/ 4136462 w 7143544"/>
              <a:gd name="connsiteY814" fmla="*/ 6659646 h 6857999"/>
              <a:gd name="connsiteX815" fmla="*/ 4069999 w 7143544"/>
              <a:gd name="connsiteY815" fmla="*/ 6665553 h 6857999"/>
              <a:gd name="connsiteX816" fmla="*/ 4062614 w 7143544"/>
              <a:gd name="connsiteY816" fmla="*/ 6666046 h 6857999"/>
              <a:gd name="connsiteX817" fmla="*/ 3938550 w 7143544"/>
              <a:gd name="connsiteY817" fmla="*/ 6632568 h 6857999"/>
              <a:gd name="connsiteX818" fmla="*/ 3944458 w 7143544"/>
              <a:gd name="connsiteY818" fmla="*/ 6671954 h 6857999"/>
              <a:gd name="connsiteX819" fmla="*/ 3909996 w 7143544"/>
              <a:gd name="connsiteY819" fmla="*/ 6687216 h 6857999"/>
              <a:gd name="connsiteX820" fmla="*/ 3870610 w 7143544"/>
              <a:gd name="connsiteY820" fmla="*/ 6702477 h 6857999"/>
              <a:gd name="connsiteX821" fmla="*/ 3742607 w 7143544"/>
              <a:gd name="connsiteY821" fmla="*/ 6714293 h 6857999"/>
              <a:gd name="connsiteX822" fmla="*/ 3727838 w 7143544"/>
              <a:gd name="connsiteY822" fmla="*/ 6714785 h 6857999"/>
              <a:gd name="connsiteX823" fmla="*/ 3673190 w 7143544"/>
              <a:gd name="connsiteY823" fmla="*/ 6733002 h 6857999"/>
              <a:gd name="connsiteX824" fmla="*/ 3685006 w 7143544"/>
              <a:gd name="connsiteY824" fmla="*/ 6792080 h 6857999"/>
              <a:gd name="connsiteX825" fmla="*/ 3693375 w 7143544"/>
              <a:gd name="connsiteY825" fmla="*/ 6778787 h 6857999"/>
              <a:gd name="connsiteX826" fmla="*/ 3778054 w 7143544"/>
              <a:gd name="connsiteY826" fmla="*/ 6771894 h 6857999"/>
              <a:gd name="connsiteX827" fmla="*/ 3807593 w 7143544"/>
              <a:gd name="connsiteY827" fmla="*/ 6820634 h 6857999"/>
              <a:gd name="connsiteX828" fmla="*/ 3675652 w 7143544"/>
              <a:gd name="connsiteY828" fmla="*/ 6848204 h 6857999"/>
              <a:gd name="connsiteX829" fmla="*/ 3590973 w 7143544"/>
              <a:gd name="connsiteY829" fmla="*/ 6802911 h 6857999"/>
              <a:gd name="connsiteX830" fmla="*/ 3539772 w 7143544"/>
              <a:gd name="connsiteY830" fmla="*/ 6841312 h 6857999"/>
              <a:gd name="connsiteX831" fmla="*/ 3457062 w 7143544"/>
              <a:gd name="connsiteY831" fmla="*/ 6858050 h 6857999"/>
              <a:gd name="connsiteX832" fmla="*/ 3479217 w 7143544"/>
              <a:gd name="connsiteY832" fmla="*/ 6807834 h 6857999"/>
              <a:gd name="connsiteX833" fmla="*/ 3532387 w 7143544"/>
              <a:gd name="connsiteY833" fmla="*/ 6803403 h 6857999"/>
              <a:gd name="connsiteX834" fmla="*/ 3530910 w 7143544"/>
              <a:gd name="connsiteY834" fmla="*/ 6791095 h 6857999"/>
              <a:gd name="connsiteX835" fmla="*/ 3502355 w 7143544"/>
              <a:gd name="connsiteY835" fmla="*/ 6795034 h 6857999"/>
              <a:gd name="connsiteX836" fmla="*/ 3495463 w 7143544"/>
              <a:gd name="connsiteY836" fmla="*/ 6786172 h 6857999"/>
              <a:gd name="connsiteX837" fmla="*/ 3540264 w 7143544"/>
              <a:gd name="connsiteY837" fmla="*/ 6750725 h 6857999"/>
              <a:gd name="connsiteX838" fmla="*/ 3549126 w 7143544"/>
              <a:gd name="connsiteY838" fmla="*/ 6761063 h 6857999"/>
              <a:gd name="connsiteX839" fmla="*/ 3534849 w 7143544"/>
              <a:gd name="connsiteY839" fmla="*/ 6772387 h 6857999"/>
              <a:gd name="connsiteX840" fmla="*/ 3539279 w 7143544"/>
              <a:gd name="connsiteY840" fmla="*/ 6782233 h 6857999"/>
              <a:gd name="connsiteX841" fmla="*/ 3602789 w 7143544"/>
              <a:gd name="connsiteY841" fmla="*/ 6745309 h 6857999"/>
              <a:gd name="connsiteX842" fmla="*/ 3491525 w 7143544"/>
              <a:gd name="connsiteY842" fmla="*/ 6741863 h 6857999"/>
              <a:gd name="connsiteX843" fmla="*/ 3454601 w 7143544"/>
              <a:gd name="connsiteY843" fmla="*/ 6741863 h 6857999"/>
              <a:gd name="connsiteX844" fmla="*/ 3369429 w 7143544"/>
              <a:gd name="connsiteY844" fmla="*/ 6747278 h 6857999"/>
              <a:gd name="connsiteX845" fmla="*/ 3296074 w 7143544"/>
              <a:gd name="connsiteY845" fmla="*/ 6739893 h 6857999"/>
              <a:gd name="connsiteX846" fmla="*/ 3283274 w 7143544"/>
              <a:gd name="connsiteY846" fmla="*/ 6746786 h 6857999"/>
              <a:gd name="connsiteX847" fmla="*/ 3283274 w 7143544"/>
              <a:gd name="connsiteY847" fmla="*/ 6746786 h 6857999"/>
              <a:gd name="connsiteX848" fmla="*/ 3165117 w 7143544"/>
              <a:gd name="connsiteY848" fmla="*/ 6728078 h 6857999"/>
              <a:gd name="connsiteX849" fmla="*/ 3162163 w 7143544"/>
              <a:gd name="connsiteY849" fmla="*/ 6739893 h 6857999"/>
              <a:gd name="connsiteX850" fmla="*/ 3177425 w 7143544"/>
              <a:gd name="connsiteY850" fmla="*/ 6752694 h 6857999"/>
              <a:gd name="connsiteX851" fmla="*/ 3106039 w 7143544"/>
              <a:gd name="connsiteY851" fmla="*/ 6727093 h 6857999"/>
              <a:gd name="connsiteX852" fmla="*/ 3101116 w 7143544"/>
              <a:gd name="connsiteY852" fmla="*/ 6772387 h 6857999"/>
              <a:gd name="connsiteX853" fmla="*/ 3171025 w 7143544"/>
              <a:gd name="connsiteY853" fmla="*/ 6800941 h 6857999"/>
              <a:gd name="connsiteX854" fmla="*/ 3115885 w 7143544"/>
              <a:gd name="connsiteY854" fmla="*/ 6848204 h 6857999"/>
              <a:gd name="connsiteX855" fmla="*/ 3026283 w 7143544"/>
              <a:gd name="connsiteY855" fmla="*/ 6790603 h 6857999"/>
              <a:gd name="connsiteX856" fmla="*/ 3036622 w 7143544"/>
              <a:gd name="connsiteY856" fmla="*/ 6789125 h 6857999"/>
              <a:gd name="connsiteX857" fmla="*/ 3095208 w 7143544"/>
              <a:gd name="connsiteY857" fmla="*/ 6756140 h 6857999"/>
              <a:gd name="connsiteX858" fmla="*/ 3055823 w 7143544"/>
              <a:gd name="connsiteY858" fmla="*/ 6725617 h 6857999"/>
              <a:gd name="connsiteX859" fmla="*/ 3005606 w 7143544"/>
              <a:gd name="connsiteY859" fmla="*/ 6717247 h 6857999"/>
              <a:gd name="connsiteX860" fmla="*/ 2993298 w 7143544"/>
              <a:gd name="connsiteY860" fmla="*/ 6687216 h 6857999"/>
              <a:gd name="connsiteX861" fmla="*/ 2960313 w 7143544"/>
              <a:gd name="connsiteY861" fmla="*/ 6731524 h 6857999"/>
              <a:gd name="connsiteX862" fmla="*/ 2998713 w 7143544"/>
              <a:gd name="connsiteY862" fmla="*/ 6844265 h 6857999"/>
              <a:gd name="connsiteX863" fmla="*/ 2937666 w 7143544"/>
              <a:gd name="connsiteY863" fmla="*/ 6805372 h 6857999"/>
              <a:gd name="connsiteX864" fmla="*/ 2933727 w 7143544"/>
              <a:gd name="connsiteY864" fmla="*/ 6830480 h 6857999"/>
              <a:gd name="connsiteX865" fmla="*/ 2892373 w 7143544"/>
              <a:gd name="connsiteY865" fmla="*/ 6823588 h 6857999"/>
              <a:gd name="connsiteX866" fmla="*/ 2913542 w 7143544"/>
              <a:gd name="connsiteY866" fmla="*/ 6803895 h 6857999"/>
              <a:gd name="connsiteX867" fmla="*/ 2895819 w 7143544"/>
              <a:gd name="connsiteY867" fmla="*/ 6801926 h 6857999"/>
              <a:gd name="connsiteX868" fmla="*/ 2867264 w 7143544"/>
              <a:gd name="connsiteY868" fmla="*/ 6789618 h 6857999"/>
              <a:gd name="connsiteX869" fmla="*/ 2891880 w 7143544"/>
              <a:gd name="connsiteY869" fmla="*/ 6774849 h 6857999"/>
              <a:gd name="connsiteX870" fmla="*/ 2933235 w 7143544"/>
              <a:gd name="connsiteY870" fmla="*/ 6743340 h 6857999"/>
              <a:gd name="connsiteX871" fmla="*/ 2878588 w 7143544"/>
              <a:gd name="connsiteY871" fmla="*/ 6749248 h 6857999"/>
              <a:gd name="connsiteX872" fmla="*/ 2868249 w 7143544"/>
              <a:gd name="connsiteY872" fmla="*/ 6717739 h 6857999"/>
              <a:gd name="connsiteX873" fmla="*/ 2792924 w 7143544"/>
              <a:gd name="connsiteY873" fmla="*/ 6677369 h 6857999"/>
              <a:gd name="connsiteX874" fmla="*/ 2767324 w 7143544"/>
              <a:gd name="connsiteY874" fmla="*/ 6682292 h 6857999"/>
              <a:gd name="connsiteX875" fmla="*/ 2770278 w 7143544"/>
              <a:gd name="connsiteY875" fmla="*/ 6703462 h 6857999"/>
              <a:gd name="connsiteX876" fmla="*/ 2782586 w 7143544"/>
              <a:gd name="connsiteY876" fmla="*/ 6716755 h 6857999"/>
              <a:gd name="connsiteX877" fmla="*/ 2710707 w 7143544"/>
              <a:gd name="connsiteY877" fmla="*/ 6675892 h 6857999"/>
              <a:gd name="connsiteX878" fmla="*/ 2667383 w 7143544"/>
              <a:gd name="connsiteY878" fmla="*/ 6675892 h 6857999"/>
              <a:gd name="connsiteX879" fmla="*/ 2665414 w 7143544"/>
              <a:gd name="connsiteY879" fmla="*/ 6682292 h 6857999"/>
              <a:gd name="connsiteX880" fmla="*/ 2696430 w 7143544"/>
              <a:gd name="connsiteY880" fmla="*/ 6693123 h 6857999"/>
              <a:gd name="connsiteX881" fmla="*/ 2689045 w 7143544"/>
              <a:gd name="connsiteY881" fmla="*/ 6698539 h 6857999"/>
              <a:gd name="connsiteX882" fmla="*/ 2721538 w 7143544"/>
              <a:gd name="connsiteY882" fmla="*/ 6747278 h 6857999"/>
              <a:gd name="connsiteX883" fmla="*/ 2691999 w 7143544"/>
              <a:gd name="connsiteY883" fmla="*/ 6778787 h 6857999"/>
              <a:gd name="connsiteX884" fmla="*/ 2660490 w 7143544"/>
              <a:gd name="connsiteY884" fmla="*/ 6751217 h 6857999"/>
              <a:gd name="connsiteX885" fmla="*/ 2530026 w 7143544"/>
              <a:gd name="connsiteY885" fmla="*/ 6712324 h 6857999"/>
              <a:gd name="connsiteX886" fmla="*/ 2591566 w 7143544"/>
              <a:gd name="connsiteY886" fmla="*/ 6701001 h 6857999"/>
              <a:gd name="connsiteX887" fmla="*/ 2529534 w 7143544"/>
              <a:gd name="connsiteY887" fmla="*/ 6662107 h 6857999"/>
              <a:gd name="connsiteX888" fmla="*/ 2531503 w 7143544"/>
              <a:gd name="connsiteY888" fmla="*/ 6649800 h 6857999"/>
              <a:gd name="connsiteX889" fmla="*/ 2467994 w 7143544"/>
              <a:gd name="connsiteY889" fmla="*/ 6666538 h 6857999"/>
              <a:gd name="connsiteX890" fmla="*/ 2480794 w 7143544"/>
              <a:gd name="connsiteY890" fmla="*/ 6710847 h 6857999"/>
              <a:gd name="connsiteX891" fmla="*/ 2359684 w 7143544"/>
              <a:gd name="connsiteY891" fmla="*/ 6692631 h 6857999"/>
              <a:gd name="connsiteX892" fmla="*/ 2371007 w 7143544"/>
              <a:gd name="connsiteY892" fmla="*/ 6614845 h 6857999"/>
              <a:gd name="connsiteX893" fmla="*/ 2329652 w 7143544"/>
              <a:gd name="connsiteY893" fmla="*/ 6615829 h 6857999"/>
              <a:gd name="connsiteX894" fmla="*/ 2305036 w 7143544"/>
              <a:gd name="connsiteY894" fmla="*/ 6636999 h 6857999"/>
              <a:gd name="connsiteX895" fmla="*/ 2249897 w 7143544"/>
              <a:gd name="connsiteY895" fmla="*/ 6659646 h 6857999"/>
              <a:gd name="connsiteX896" fmla="*/ 2159802 w 7143544"/>
              <a:gd name="connsiteY896" fmla="*/ 6599583 h 6857999"/>
              <a:gd name="connsiteX897" fmla="*/ 2104663 w 7143544"/>
              <a:gd name="connsiteY897" fmla="*/ 6598598 h 6857999"/>
              <a:gd name="connsiteX898" fmla="*/ 2054446 w 7143544"/>
              <a:gd name="connsiteY898" fmla="*/ 6574967 h 6857999"/>
              <a:gd name="connsiteX899" fmla="*/ 2094324 w 7143544"/>
              <a:gd name="connsiteY899" fmla="*/ 6554782 h 6857999"/>
              <a:gd name="connsiteX900" fmla="*/ 1992906 w 7143544"/>
              <a:gd name="connsiteY900" fmla="*/ 6497181 h 6857999"/>
              <a:gd name="connsiteX901" fmla="*/ 1997829 w 7143544"/>
              <a:gd name="connsiteY901" fmla="*/ 6476011 h 6857999"/>
              <a:gd name="connsiteX902" fmla="*/ 1909212 w 7143544"/>
              <a:gd name="connsiteY902" fmla="*/ 6441056 h 6857999"/>
              <a:gd name="connsiteX903" fmla="*/ 1882135 w 7143544"/>
              <a:gd name="connsiteY903" fmla="*/ 6424810 h 6857999"/>
              <a:gd name="connsiteX904" fmla="*/ 1875242 w 7143544"/>
              <a:gd name="connsiteY904" fmla="*/ 6433671 h 6857999"/>
              <a:gd name="connsiteX905" fmla="*/ 1906258 w 7143544"/>
              <a:gd name="connsiteY905" fmla="*/ 6503088 h 6857999"/>
              <a:gd name="connsiteX906" fmla="*/ 1850626 w 7143544"/>
              <a:gd name="connsiteY906" fmla="*/ 6494227 h 6857999"/>
              <a:gd name="connsiteX907" fmla="*/ 1780225 w 7143544"/>
              <a:gd name="connsiteY907" fmla="*/ 6462226 h 6857999"/>
              <a:gd name="connsiteX908" fmla="*/ 1765455 w 7143544"/>
              <a:gd name="connsiteY908" fmla="*/ 6427764 h 6857999"/>
              <a:gd name="connsiteX909" fmla="*/ 1803856 w 7143544"/>
              <a:gd name="connsiteY909" fmla="*/ 6399701 h 6857999"/>
              <a:gd name="connsiteX910" fmla="*/ 1694561 w 7143544"/>
              <a:gd name="connsiteY910" fmla="*/ 6345546 h 6857999"/>
              <a:gd name="connsiteX911" fmla="*/ 1688161 w 7143544"/>
              <a:gd name="connsiteY911" fmla="*/ 6354408 h 6857999"/>
              <a:gd name="connsiteX912" fmla="*/ 1735916 w 7143544"/>
              <a:gd name="connsiteY912" fmla="*/ 6394778 h 6857999"/>
              <a:gd name="connsiteX913" fmla="*/ 1692100 w 7143544"/>
              <a:gd name="connsiteY913" fmla="*/ 6431210 h 6857999"/>
              <a:gd name="connsiteX914" fmla="*/ 1674376 w 7143544"/>
              <a:gd name="connsiteY914" fmla="*/ 6365731 h 6857999"/>
              <a:gd name="connsiteX915" fmla="*/ 1624652 w 7143544"/>
              <a:gd name="connsiteY915" fmla="*/ 6284006 h 6857999"/>
              <a:gd name="connsiteX916" fmla="*/ 1695546 w 7143544"/>
              <a:gd name="connsiteY916" fmla="*/ 6309115 h 6857999"/>
              <a:gd name="connsiteX917" fmla="*/ 1698500 w 7143544"/>
              <a:gd name="connsiteY917" fmla="*/ 6301730 h 6857999"/>
              <a:gd name="connsiteX918" fmla="*/ 1657637 w 7143544"/>
              <a:gd name="connsiteY918" fmla="*/ 6250036 h 6857999"/>
              <a:gd name="connsiteX919" fmla="*/ 1648283 w 7143544"/>
              <a:gd name="connsiteY919" fmla="*/ 6253483 h 6857999"/>
              <a:gd name="connsiteX920" fmla="*/ 1526188 w 7143544"/>
              <a:gd name="connsiteY920" fmla="*/ 6197358 h 6857999"/>
              <a:gd name="connsiteX921" fmla="*/ 1591174 w 7143544"/>
              <a:gd name="connsiteY921" fmla="*/ 6267760 h 6857999"/>
              <a:gd name="connsiteX922" fmla="*/ 1535050 w 7143544"/>
              <a:gd name="connsiteY922" fmla="*/ 6238713 h 6857999"/>
              <a:gd name="connsiteX923" fmla="*/ 1571974 w 7143544"/>
              <a:gd name="connsiteY923" fmla="*/ 6316992 h 6857999"/>
              <a:gd name="connsiteX924" fmla="*/ 1539481 w 7143544"/>
              <a:gd name="connsiteY924" fmla="*/ 6317977 h 6857999"/>
              <a:gd name="connsiteX925" fmla="*/ 1517819 w 7143544"/>
              <a:gd name="connsiteY925" fmla="*/ 6260868 h 6857999"/>
              <a:gd name="connsiteX926" fmla="*/ 1513880 w 7143544"/>
              <a:gd name="connsiteY926" fmla="*/ 6208189 h 6857999"/>
              <a:gd name="connsiteX927" fmla="*/ 1463664 w 7143544"/>
              <a:gd name="connsiteY927" fmla="*/ 6197358 h 6857999"/>
              <a:gd name="connsiteX928" fmla="*/ 1420340 w 7143544"/>
              <a:gd name="connsiteY928" fmla="*/ 6183573 h 6857999"/>
              <a:gd name="connsiteX929" fmla="*/ 1412955 w 7143544"/>
              <a:gd name="connsiteY929" fmla="*/ 6194405 h 6857999"/>
              <a:gd name="connsiteX930" fmla="*/ 1456279 w 7143544"/>
              <a:gd name="connsiteY930" fmla="*/ 6243144 h 6857999"/>
              <a:gd name="connsiteX931" fmla="*/ 1449879 w 7143544"/>
              <a:gd name="connsiteY931" fmla="*/ 6251514 h 6857999"/>
              <a:gd name="connsiteX932" fmla="*/ 1410985 w 7143544"/>
              <a:gd name="connsiteY932" fmla="*/ 6235760 h 6857999"/>
              <a:gd name="connsiteX933" fmla="*/ 1307106 w 7143544"/>
              <a:gd name="connsiteY933" fmla="*/ 6199820 h 6857999"/>
              <a:gd name="connsiteX934" fmla="*/ 1277567 w 7143544"/>
              <a:gd name="connsiteY934" fmla="*/ 6170773 h 6857999"/>
              <a:gd name="connsiteX935" fmla="*/ 1224397 w 7143544"/>
              <a:gd name="connsiteY935" fmla="*/ 6115142 h 6857999"/>
              <a:gd name="connsiteX936" fmla="*/ 1193873 w 7143544"/>
              <a:gd name="connsiteY936" fmla="*/ 6084617 h 6857999"/>
              <a:gd name="connsiteX937" fmla="*/ 1163842 w 7143544"/>
              <a:gd name="connsiteY937" fmla="*/ 6044247 h 6857999"/>
              <a:gd name="connsiteX938" fmla="*/ 1126918 w 7143544"/>
              <a:gd name="connsiteY938" fmla="*/ 6011262 h 6857999"/>
              <a:gd name="connsiteX939" fmla="*/ 1126918 w 7143544"/>
              <a:gd name="connsiteY939" fmla="*/ 5927075 h 6857999"/>
              <a:gd name="connsiteX940" fmla="*/ 1108210 w 7143544"/>
              <a:gd name="connsiteY940" fmla="*/ 5869474 h 6857999"/>
              <a:gd name="connsiteX941" fmla="*/ 1084578 w 7143544"/>
              <a:gd name="connsiteY941" fmla="*/ 5929537 h 6857999"/>
              <a:gd name="connsiteX942" fmla="*/ 1054054 w 7143544"/>
              <a:gd name="connsiteY942" fmla="*/ 5973846 h 6857999"/>
              <a:gd name="connsiteX943" fmla="*/ 1062916 w 7143544"/>
              <a:gd name="connsiteY943" fmla="*/ 5881782 h 6857999"/>
              <a:gd name="connsiteX944" fmla="*/ 1060947 w 7143544"/>
              <a:gd name="connsiteY944" fmla="*/ 5798580 h 6857999"/>
              <a:gd name="connsiteX945" fmla="*/ 1045193 w 7143544"/>
              <a:gd name="connsiteY945" fmla="*/ 5795627 h 6857999"/>
              <a:gd name="connsiteX946" fmla="*/ 1028454 w 7143544"/>
              <a:gd name="connsiteY946" fmla="*/ 5834027 h 6857999"/>
              <a:gd name="connsiteX947" fmla="*/ 1021069 w 7143544"/>
              <a:gd name="connsiteY947" fmla="*/ 5832058 h 6857999"/>
              <a:gd name="connsiteX948" fmla="*/ 995468 w 7143544"/>
              <a:gd name="connsiteY948" fmla="*/ 5880797 h 6857999"/>
              <a:gd name="connsiteX949" fmla="*/ 977745 w 7143544"/>
              <a:gd name="connsiteY949" fmla="*/ 5872920 h 6857999"/>
              <a:gd name="connsiteX950" fmla="*/ 998915 w 7143544"/>
              <a:gd name="connsiteY950" fmla="*/ 5816796 h 6857999"/>
              <a:gd name="connsiteX951" fmla="*/ 941313 w 7143544"/>
              <a:gd name="connsiteY951" fmla="*/ 5742456 h 6857999"/>
              <a:gd name="connsiteX952" fmla="*/ 970853 w 7143544"/>
              <a:gd name="connsiteY952" fmla="*/ 5723748 h 6857999"/>
              <a:gd name="connsiteX953" fmla="*/ 926544 w 7143544"/>
              <a:gd name="connsiteY953" fmla="*/ 5675008 h 6857999"/>
              <a:gd name="connsiteX954" fmla="*/ 944760 w 7143544"/>
              <a:gd name="connsiteY954" fmla="*/ 5739994 h 6857999"/>
              <a:gd name="connsiteX955" fmla="*/ 287514 w 7143544"/>
              <a:gd name="connsiteY955" fmla="*/ 2835806 h 6857999"/>
              <a:gd name="connsiteX956" fmla="*/ 277175 w 7143544"/>
              <a:gd name="connsiteY956" fmla="*/ 2833345 h 6857999"/>
              <a:gd name="connsiteX957" fmla="*/ 276683 w 7143544"/>
              <a:gd name="connsiteY957" fmla="*/ 2797897 h 6857999"/>
              <a:gd name="connsiteX958" fmla="*/ 266837 w 7143544"/>
              <a:gd name="connsiteY958" fmla="*/ 2773282 h 6857999"/>
              <a:gd name="connsiteX959" fmla="*/ 204805 w 7143544"/>
              <a:gd name="connsiteY959" fmla="*/ 2787066 h 6857999"/>
              <a:gd name="connsiteX960" fmla="*/ 208743 w 7143544"/>
              <a:gd name="connsiteY960" fmla="*/ 2800851 h 6857999"/>
              <a:gd name="connsiteX961" fmla="*/ 211697 w 7143544"/>
              <a:gd name="connsiteY961" fmla="*/ 2827929 h 6857999"/>
              <a:gd name="connsiteX962" fmla="*/ 282099 w 7143544"/>
              <a:gd name="connsiteY962" fmla="*/ 2874207 h 6857999"/>
              <a:gd name="connsiteX963" fmla="*/ 272252 w 7143544"/>
              <a:gd name="connsiteY963" fmla="*/ 2936731 h 6857999"/>
              <a:gd name="connsiteX964" fmla="*/ 272745 w 7143544"/>
              <a:gd name="connsiteY964" fmla="*/ 3075073 h 6857999"/>
              <a:gd name="connsiteX965" fmla="*/ 230897 w 7143544"/>
              <a:gd name="connsiteY965" fmla="*/ 3210953 h 6857999"/>
              <a:gd name="connsiteX966" fmla="*/ 185604 w 7143544"/>
              <a:gd name="connsiteY966" fmla="*/ 3203076 h 6857999"/>
              <a:gd name="connsiteX967" fmla="*/ 181666 w 7143544"/>
              <a:gd name="connsiteY967" fmla="*/ 3266585 h 6857999"/>
              <a:gd name="connsiteX968" fmla="*/ 222528 w 7143544"/>
              <a:gd name="connsiteY968" fmla="*/ 3279385 h 6857999"/>
              <a:gd name="connsiteX969" fmla="*/ 233851 w 7143544"/>
              <a:gd name="connsiteY969" fmla="*/ 3233600 h 6857999"/>
              <a:gd name="connsiteX970" fmla="*/ 245667 w 7143544"/>
              <a:gd name="connsiteY970" fmla="*/ 3234092 h 6857999"/>
              <a:gd name="connsiteX971" fmla="*/ 270775 w 7143544"/>
              <a:gd name="connsiteY971" fmla="*/ 3347325 h 6857999"/>
              <a:gd name="connsiteX972" fmla="*/ 291945 w 7143544"/>
              <a:gd name="connsiteY972" fmla="*/ 3323202 h 6857999"/>
              <a:gd name="connsiteX973" fmla="*/ 272745 w 7143544"/>
              <a:gd name="connsiteY973" fmla="*/ 3293170 h 6857999"/>
              <a:gd name="connsiteX974" fmla="*/ 311145 w 7143544"/>
              <a:gd name="connsiteY974" fmla="*/ 3288247 h 6857999"/>
              <a:gd name="connsiteX975" fmla="*/ 314592 w 7143544"/>
              <a:gd name="connsiteY975" fmla="*/ 3263139 h 6857999"/>
              <a:gd name="connsiteX976" fmla="*/ 311638 w 7143544"/>
              <a:gd name="connsiteY976" fmla="*/ 3145967 h 6857999"/>
              <a:gd name="connsiteX977" fmla="*/ 321976 w 7143544"/>
              <a:gd name="connsiteY977" fmla="*/ 3097720 h 6857999"/>
              <a:gd name="connsiteX978" fmla="*/ 342162 w 7143544"/>
              <a:gd name="connsiteY978" fmla="*/ 3074581 h 6857999"/>
              <a:gd name="connsiteX979" fmla="*/ 303268 w 7143544"/>
              <a:gd name="connsiteY979" fmla="*/ 2985963 h 6857999"/>
              <a:gd name="connsiteX980" fmla="*/ 337238 w 7143544"/>
              <a:gd name="connsiteY980" fmla="*/ 2850576 h 6857999"/>
              <a:gd name="connsiteX981" fmla="*/ 335269 w 7143544"/>
              <a:gd name="connsiteY981" fmla="*/ 2721096 h 6857999"/>
              <a:gd name="connsiteX982" fmla="*/ 287514 w 7143544"/>
              <a:gd name="connsiteY982" fmla="*/ 2835806 h 6857999"/>
              <a:gd name="connsiteX983" fmla="*/ 275699 w 7143544"/>
              <a:gd name="connsiteY983" fmla="*/ 2511860 h 6857999"/>
              <a:gd name="connsiteX984" fmla="*/ 371701 w 7143544"/>
              <a:gd name="connsiteY984" fmla="*/ 2527614 h 6857999"/>
              <a:gd name="connsiteX985" fmla="*/ 331823 w 7143544"/>
              <a:gd name="connsiteY985" fmla="*/ 2646756 h 6857999"/>
              <a:gd name="connsiteX986" fmla="*/ 284560 w 7143544"/>
              <a:gd name="connsiteY986" fmla="*/ 2642325 h 6857999"/>
              <a:gd name="connsiteX987" fmla="*/ 337731 w 7143544"/>
              <a:gd name="connsiteY987" fmla="*/ 2723557 h 6857999"/>
              <a:gd name="connsiteX988" fmla="*/ 406163 w 7143544"/>
              <a:gd name="connsiteY988" fmla="*/ 2646263 h 6857999"/>
              <a:gd name="connsiteX989" fmla="*/ 400747 w 7143544"/>
              <a:gd name="connsiteY989" fmla="*/ 2637894 h 6857999"/>
              <a:gd name="connsiteX990" fmla="*/ 351023 w 7143544"/>
              <a:gd name="connsiteY990" fmla="*/ 2641832 h 6857999"/>
              <a:gd name="connsiteX991" fmla="*/ 444072 w 7143544"/>
              <a:gd name="connsiteY991" fmla="*/ 2522199 h 6857999"/>
              <a:gd name="connsiteX992" fmla="*/ 481488 w 7143544"/>
              <a:gd name="connsiteY992" fmla="*/ 2406504 h 6857999"/>
              <a:gd name="connsiteX993" fmla="*/ 453918 w 7143544"/>
              <a:gd name="connsiteY993" fmla="*/ 2393211 h 6857999"/>
              <a:gd name="connsiteX994" fmla="*/ 493303 w 7143544"/>
              <a:gd name="connsiteY994" fmla="*/ 2346441 h 6857999"/>
              <a:gd name="connsiteX995" fmla="*/ 475580 w 7143544"/>
              <a:gd name="connsiteY995" fmla="*/ 2344964 h 6857999"/>
              <a:gd name="connsiteX996" fmla="*/ 457364 w 7143544"/>
              <a:gd name="connsiteY996" fmla="*/ 2315425 h 6857999"/>
              <a:gd name="connsiteX997" fmla="*/ 475580 w 7143544"/>
              <a:gd name="connsiteY997" fmla="*/ 2276040 h 6857999"/>
              <a:gd name="connsiteX998" fmla="*/ 515458 w 7143544"/>
              <a:gd name="connsiteY998" fmla="*/ 2219915 h 6857999"/>
              <a:gd name="connsiteX999" fmla="*/ 453426 w 7143544"/>
              <a:gd name="connsiteY999" fmla="*/ 2237146 h 6857999"/>
              <a:gd name="connsiteX1000" fmla="*/ 417979 w 7143544"/>
              <a:gd name="connsiteY1000" fmla="*/ 2290809 h 6857999"/>
              <a:gd name="connsiteX1001" fmla="*/ 353977 w 7143544"/>
              <a:gd name="connsiteY1001" fmla="*/ 2264716 h 6857999"/>
              <a:gd name="connsiteX1002" fmla="*/ 410594 w 7143544"/>
              <a:gd name="connsiteY1002" fmla="*/ 2336595 h 6857999"/>
              <a:gd name="connsiteX1003" fmla="*/ 408625 w 7143544"/>
              <a:gd name="connsiteY1003" fmla="*/ 2361211 h 6857999"/>
              <a:gd name="connsiteX1004" fmla="*/ 402717 w 7143544"/>
              <a:gd name="connsiteY1004" fmla="*/ 2402073 h 6857999"/>
              <a:gd name="connsiteX1005" fmla="*/ 364808 w 7143544"/>
              <a:gd name="connsiteY1005" fmla="*/ 2416350 h 6857999"/>
              <a:gd name="connsiteX1006" fmla="*/ 269791 w 7143544"/>
              <a:gd name="connsiteY1006" fmla="*/ 2435551 h 6857999"/>
              <a:gd name="connsiteX1007" fmla="*/ 275699 w 7143544"/>
              <a:gd name="connsiteY1007" fmla="*/ 2511860 h 6857999"/>
              <a:gd name="connsiteX1008" fmla="*/ 183635 w 7143544"/>
              <a:gd name="connsiteY1008" fmla="*/ 2956424 h 6857999"/>
              <a:gd name="connsiteX1009" fmla="*/ 171327 w 7143544"/>
              <a:gd name="connsiteY1009" fmla="*/ 2956424 h 6857999"/>
              <a:gd name="connsiteX1010" fmla="*/ 142772 w 7143544"/>
              <a:gd name="connsiteY1010" fmla="*/ 3074581 h 6857999"/>
              <a:gd name="connsiteX1011" fmla="*/ 180189 w 7143544"/>
              <a:gd name="connsiteY1011" fmla="*/ 3103135 h 6857999"/>
              <a:gd name="connsiteX1012" fmla="*/ 246652 w 7143544"/>
              <a:gd name="connsiteY1012" fmla="*/ 3029287 h 6857999"/>
              <a:gd name="connsiteX1013" fmla="*/ 257975 w 7143544"/>
              <a:gd name="connsiteY1013" fmla="*/ 2974148 h 6857999"/>
              <a:gd name="connsiteX1014" fmla="*/ 258467 w 7143544"/>
              <a:gd name="connsiteY1014" fmla="*/ 2904731 h 6857999"/>
              <a:gd name="connsiteX1015" fmla="*/ 247636 w 7143544"/>
              <a:gd name="connsiteY1015" fmla="*/ 2905223 h 6857999"/>
              <a:gd name="connsiteX1016" fmla="*/ 239759 w 7143544"/>
              <a:gd name="connsiteY1016" fmla="*/ 2987440 h 6857999"/>
              <a:gd name="connsiteX1017" fmla="*/ 221543 w 7143544"/>
              <a:gd name="connsiteY1017" fmla="*/ 3009595 h 6857999"/>
              <a:gd name="connsiteX1018" fmla="*/ 196928 w 7143544"/>
              <a:gd name="connsiteY1018" fmla="*/ 2992856 h 6857999"/>
              <a:gd name="connsiteX1019" fmla="*/ 183635 w 7143544"/>
              <a:gd name="connsiteY1019" fmla="*/ 2956424 h 6857999"/>
              <a:gd name="connsiteX1020" fmla="*/ 371208 w 7143544"/>
              <a:gd name="connsiteY1020" fmla="*/ 3863768 h 6857999"/>
              <a:gd name="connsiteX1021" fmla="*/ 303761 w 7143544"/>
              <a:gd name="connsiteY1021" fmla="*/ 3909553 h 6857999"/>
              <a:gd name="connsiteX1022" fmla="*/ 315576 w 7143544"/>
              <a:gd name="connsiteY1022" fmla="*/ 3993247 h 6857999"/>
              <a:gd name="connsiteX1023" fmla="*/ 388932 w 7143544"/>
              <a:gd name="connsiteY1023" fmla="*/ 4066110 h 6857999"/>
              <a:gd name="connsiteX1024" fmla="*/ 371208 w 7143544"/>
              <a:gd name="connsiteY1024" fmla="*/ 3863768 h 6857999"/>
              <a:gd name="connsiteX1025" fmla="*/ 5681851 w 7143544"/>
              <a:gd name="connsiteY1025" fmla="*/ 1340634 h 6857999"/>
              <a:gd name="connsiteX1026" fmla="*/ 5662158 w 7143544"/>
              <a:gd name="connsiteY1026" fmla="*/ 1280571 h 6857999"/>
              <a:gd name="connsiteX1027" fmla="*/ 5592741 w 7143544"/>
              <a:gd name="connsiteY1027" fmla="*/ 1216570 h 6857999"/>
              <a:gd name="connsiteX1028" fmla="*/ 5566648 w 7143544"/>
              <a:gd name="connsiteY1028" fmla="*/ 1233308 h 6857999"/>
              <a:gd name="connsiteX1029" fmla="*/ 5585849 w 7143544"/>
              <a:gd name="connsiteY1029" fmla="*/ 1255463 h 6857999"/>
              <a:gd name="connsiteX1030" fmla="*/ 5634588 w 7143544"/>
              <a:gd name="connsiteY1030" fmla="*/ 1301741 h 6857999"/>
              <a:gd name="connsiteX1031" fmla="*/ 5681851 w 7143544"/>
              <a:gd name="connsiteY1031" fmla="*/ 1340634 h 6857999"/>
              <a:gd name="connsiteX1032" fmla="*/ 308192 w 7143544"/>
              <a:gd name="connsiteY1032" fmla="*/ 3346341 h 6857999"/>
              <a:gd name="connsiteX1033" fmla="*/ 297361 w 7143544"/>
              <a:gd name="connsiteY1033" fmla="*/ 3341417 h 6857999"/>
              <a:gd name="connsiteX1034" fmla="*/ 261914 w 7143544"/>
              <a:gd name="connsiteY1034" fmla="*/ 3384741 h 6857999"/>
              <a:gd name="connsiteX1035" fmla="*/ 196928 w 7143544"/>
              <a:gd name="connsiteY1035" fmla="*/ 3432989 h 6857999"/>
              <a:gd name="connsiteX1036" fmla="*/ 217605 w 7143544"/>
              <a:gd name="connsiteY1036" fmla="*/ 3459574 h 6857999"/>
              <a:gd name="connsiteX1037" fmla="*/ 258467 w 7143544"/>
              <a:gd name="connsiteY1037" fmla="*/ 3448743 h 6857999"/>
              <a:gd name="connsiteX1038" fmla="*/ 258467 w 7143544"/>
              <a:gd name="connsiteY1038" fmla="*/ 3493544 h 6857999"/>
              <a:gd name="connsiteX1039" fmla="*/ 266837 w 7143544"/>
              <a:gd name="connsiteY1039" fmla="*/ 3494529 h 6857999"/>
              <a:gd name="connsiteX1040" fmla="*/ 278160 w 7143544"/>
              <a:gd name="connsiteY1040" fmla="*/ 3466959 h 6857999"/>
              <a:gd name="connsiteX1041" fmla="*/ 305730 w 7143544"/>
              <a:gd name="connsiteY1041" fmla="*/ 3481236 h 6857999"/>
              <a:gd name="connsiteX1042" fmla="*/ 296376 w 7143544"/>
              <a:gd name="connsiteY1042" fmla="*/ 3413788 h 6857999"/>
              <a:gd name="connsiteX1043" fmla="*/ 308192 w 7143544"/>
              <a:gd name="connsiteY1043" fmla="*/ 3346341 h 6857999"/>
              <a:gd name="connsiteX1044" fmla="*/ 296868 w 7143544"/>
              <a:gd name="connsiteY1044" fmla="*/ 3638286 h 6857999"/>
              <a:gd name="connsiteX1045" fmla="*/ 276191 w 7143544"/>
              <a:gd name="connsiteY1045" fmla="*/ 3670779 h 6857999"/>
              <a:gd name="connsiteX1046" fmla="*/ 287022 w 7143544"/>
              <a:gd name="connsiteY1046" fmla="*/ 3751026 h 6857999"/>
              <a:gd name="connsiteX1047" fmla="*/ 307207 w 7143544"/>
              <a:gd name="connsiteY1047" fmla="*/ 3755950 h 6857999"/>
              <a:gd name="connsiteX1048" fmla="*/ 303761 w 7143544"/>
              <a:gd name="connsiteY1048" fmla="*/ 3811089 h 6857999"/>
              <a:gd name="connsiteX1049" fmla="*/ 342654 w 7143544"/>
              <a:gd name="connsiteY1049" fmla="*/ 3728872 h 6857999"/>
              <a:gd name="connsiteX1050" fmla="*/ 296868 w 7143544"/>
              <a:gd name="connsiteY1050" fmla="*/ 3638286 h 6857999"/>
              <a:gd name="connsiteX1051" fmla="*/ 168373 w 7143544"/>
              <a:gd name="connsiteY1051" fmla="*/ 2626078 h 6857999"/>
              <a:gd name="connsiteX1052" fmla="*/ 161973 w 7143544"/>
              <a:gd name="connsiteY1052" fmla="*/ 2640848 h 6857999"/>
              <a:gd name="connsiteX1053" fmla="*/ 224497 w 7143544"/>
              <a:gd name="connsiteY1053" fmla="*/ 2696972 h 6857999"/>
              <a:gd name="connsiteX1054" fmla="*/ 249606 w 7143544"/>
              <a:gd name="connsiteY1054" fmla="*/ 2619678 h 6857999"/>
              <a:gd name="connsiteX1055" fmla="*/ 262406 w 7143544"/>
              <a:gd name="connsiteY1055" fmla="*/ 2549277 h 6857999"/>
              <a:gd name="connsiteX1056" fmla="*/ 195451 w 7143544"/>
              <a:gd name="connsiteY1056" fmla="*/ 2606385 h 6857999"/>
              <a:gd name="connsiteX1057" fmla="*/ 205789 w 7143544"/>
              <a:gd name="connsiteY1057" fmla="*/ 2615740 h 6857999"/>
              <a:gd name="connsiteX1058" fmla="*/ 168373 w 7143544"/>
              <a:gd name="connsiteY1058" fmla="*/ 2626078 h 6857999"/>
              <a:gd name="connsiteX1059" fmla="*/ 1281013 w 7143544"/>
              <a:gd name="connsiteY1059" fmla="*/ 6122526 h 6857999"/>
              <a:gd name="connsiteX1060" fmla="*/ 1324338 w 7143544"/>
              <a:gd name="connsiteY1060" fmla="*/ 6178158 h 6857999"/>
              <a:gd name="connsiteX1061" fmla="*/ 1350923 w 7143544"/>
              <a:gd name="connsiteY1061" fmla="*/ 6154527 h 6857999"/>
              <a:gd name="connsiteX1062" fmla="*/ 1411478 w 7143544"/>
              <a:gd name="connsiteY1062" fmla="*/ 6173235 h 6857999"/>
              <a:gd name="connsiteX1063" fmla="*/ 1396216 w 7143544"/>
              <a:gd name="connsiteY1063" fmla="*/ 6139757 h 6857999"/>
              <a:gd name="connsiteX1064" fmla="*/ 1334676 w 7143544"/>
              <a:gd name="connsiteY1064" fmla="*/ 6113172 h 6857999"/>
              <a:gd name="connsiteX1065" fmla="*/ 1281013 w 7143544"/>
              <a:gd name="connsiteY1065" fmla="*/ 6122526 h 6857999"/>
              <a:gd name="connsiteX1066" fmla="*/ 172804 w 7143544"/>
              <a:gd name="connsiteY1066" fmla="*/ 4064141 h 6857999"/>
              <a:gd name="connsiteX1067" fmla="*/ 160496 w 7143544"/>
              <a:gd name="connsiteY1067" fmla="*/ 4073495 h 6857999"/>
              <a:gd name="connsiteX1068" fmla="*/ 168373 w 7143544"/>
              <a:gd name="connsiteY1068" fmla="*/ 4112881 h 6857999"/>
              <a:gd name="connsiteX1069" fmla="*/ 203820 w 7143544"/>
              <a:gd name="connsiteY1069" fmla="*/ 4112881 h 6857999"/>
              <a:gd name="connsiteX1070" fmla="*/ 234836 w 7143544"/>
              <a:gd name="connsiteY1070" fmla="*/ 4109927 h 6857999"/>
              <a:gd name="connsiteX1071" fmla="*/ 235821 w 7143544"/>
              <a:gd name="connsiteY1071" fmla="*/ 4117804 h 6857999"/>
              <a:gd name="connsiteX1072" fmla="*/ 209728 w 7143544"/>
              <a:gd name="connsiteY1072" fmla="*/ 4138974 h 6857999"/>
              <a:gd name="connsiteX1073" fmla="*/ 229913 w 7143544"/>
              <a:gd name="connsiteY1073" fmla="*/ 4168020 h 6857999"/>
              <a:gd name="connsiteX1074" fmla="*/ 258467 w 7143544"/>
              <a:gd name="connsiteY1074" fmla="*/ 4163097 h 6857999"/>
              <a:gd name="connsiteX1075" fmla="*/ 243205 w 7143544"/>
              <a:gd name="connsiteY1075" fmla="*/ 4106481 h 6857999"/>
              <a:gd name="connsiteX1076" fmla="*/ 172804 w 7143544"/>
              <a:gd name="connsiteY1076" fmla="*/ 4064141 h 6857999"/>
              <a:gd name="connsiteX1077" fmla="*/ 6762983 w 7143544"/>
              <a:gd name="connsiteY1077" fmla="*/ 4206421 h 6857999"/>
              <a:gd name="connsiteX1078" fmla="*/ 6836831 w 7143544"/>
              <a:gd name="connsiteY1078" fmla="*/ 4121743 h 6857999"/>
              <a:gd name="connsiteX1079" fmla="*/ 6762983 w 7143544"/>
              <a:gd name="connsiteY1079" fmla="*/ 4206421 h 6857999"/>
              <a:gd name="connsiteX1080" fmla="*/ 4387545 w 7143544"/>
              <a:gd name="connsiteY1080" fmla="*/ 6287453 h 6857999"/>
              <a:gd name="connsiteX1081" fmla="*/ 4516532 w 7143544"/>
              <a:gd name="connsiteY1081" fmla="*/ 6293361 h 6857999"/>
              <a:gd name="connsiteX1082" fmla="*/ 4526871 w 7143544"/>
              <a:gd name="connsiteY1082" fmla="*/ 6253975 h 6857999"/>
              <a:gd name="connsiteX1083" fmla="*/ 4387545 w 7143544"/>
              <a:gd name="connsiteY1083" fmla="*/ 6287453 h 6857999"/>
              <a:gd name="connsiteX1084" fmla="*/ 4542625 w 7143544"/>
              <a:gd name="connsiteY1084" fmla="*/ 6270222 h 6857999"/>
              <a:gd name="connsiteX1085" fmla="*/ 4662259 w 7143544"/>
              <a:gd name="connsiteY1085" fmla="*/ 6219513 h 6857999"/>
              <a:gd name="connsiteX1086" fmla="*/ 4561333 w 7143544"/>
              <a:gd name="connsiteY1086" fmla="*/ 6226405 h 6857999"/>
              <a:gd name="connsiteX1087" fmla="*/ 4542625 w 7143544"/>
              <a:gd name="connsiteY1087" fmla="*/ 6270222 h 6857999"/>
              <a:gd name="connsiteX1088" fmla="*/ 6850615 w 7143544"/>
              <a:gd name="connsiteY1088" fmla="*/ 3869675 h 6857999"/>
              <a:gd name="connsiteX1089" fmla="*/ 6780214 w 7143544"/>
              <a:gd name="connsiteY1089" fmla="*/ 3908568 h 6857999"/>
              <a:gd name="connsiteX1090" fmla="*/ 6743782 w 7143544"/>
              <a:gd name="connsiteY1090" fmla="*/ 3945492 h 6857999"/>
              <a:gd name="connsiteX1091" fmla="*/ 6751167 w 7143544"/>
              <a:gd name="connsiteY1091" fmla="*/ 3951893 h 6857999"/>
              <a:gd name="connsiteX1092" fmla="*/ 6850615 w 7143544"/>
              <a:gd name="connsiteY1092" fmla="*/ 3869675 h 6857999"/>
              <a:gd name="connsiteX1093" fmla="*/ 578475 w 7143544"/>
              <a:gd name="connsiteY1093" fmla="*/ 2019049 h 6857999"/>
              <a:gd name="connsiteX1094" fmla="*/ 568136 w 7143544"/>
              <a:gd name="connsiteY1094" fmla="*/ 2009203 h 6857999"/>
              <a:gd name="connsiteX1095" fmla="*/ 553366 w 7143544"/>
              <a:gd name="connsiteY1095" fmla="*/ 2016588 h 6857999"/>
              <a:gd name="connsiteX1096" fmla="*/ 519396 w 7143544"/>
              <a:gd name="connsiteY1096" fmla="*/ 2098313 h 6857999"/>
              <a:gd name="connsiteX1097" fmla="*/ 524319 w 7143544"/>
              <a:gd name="connsiteY1097" fmla="*/ 2118990 h 6857999"/>
              <a:gd name="connsiteX1098" fmla="*/ 545981 w 7143544"/>
              <a:gd name="connsiteY1098" fmla="*/ 2110128 h 6857999"/>
              <a:gd name="connsiteX1099" fmla="*/ 578475 w 7143544"/>
              <a:gd name="connsiteY1099" fmla="*/ 2019049 h 6857999"/>
              <a:gd name="connsiteX1100" fmla="*/ 143265 w 7143544"/>
              <a:gd name="connsiteY1100" fmla="*/ 3478282 h 6857999"/>
              <a:gd name="connsiteX1101" fmla="*/ 161481 w 7143544"/>
              <a:gd name="connsiteY1101" fmla="*/ 3478774 h 6857999"/>
              <a:gd name="connsiteX1102" fmla="*/ 161481 w 7143544"/>
              <a:gd name="connsiteY1102" fmla="*/ 3345848 h 6857999"/>
              <a:gd name="connsiteX1103" fmla="*/ 143265 w 7143544"/>
              <a:gd name="connsiteY1103" fmla="*/ 3478282 h 6857999"/>
              <a:gd name="connsiteX1104" fmla="*/ 653307 w 7143544"/>
              <a:gd name="connsiteY1104" fmla="*/ 4779973 h 6857999"/>
              <a:gd name="connsiteX1105" fmla="*/ 671523 w 7143544"/>
              <a:gd name="connsiteY1105" fmla="*/ 4850867 h 6857999"/>
              <a:gd name="connsiteX1106" fmla="*/ 705000 w 7143544"/>
              <a:gd name="connsiteY1106" fmla="*/ 4870067 h 6857999"/>
              <a:gd name="connsiteX1107" fmla="*/ 690231 w 7143544"/>
              <a:gd name="connsiteY1107" fmla="*/ 4828712 h 6857999"/>
              <a:gd name="connsiteX1108" fmla="*/ 653307 w 7143544"/>
              <a:gd name="connsiteY1108" fmla="*/ 4779973 h 6857999"/>
              <a:gd name="connsiteX1109" fmla="*/ 4282681 w 7143544"/>
              <a:gd name="connsiteY1109" fmla="*/ 6336685 h 6857999"/>
              <a:gd name="connsiteX1110" fmla="*/ 4290066 w 7143544"/>
              <a:gd name="connsiteY1110" fmla="*/ 6346531 h 6857999"/>
              <a:gd name="connsiteX1111" fmla="*/ 4325020 w 7143544"/>
              <a:gd name="connsiteY1111" fmla="*/ 6318961 h 6857999"/>
              <a:gd name="connsiteX1112" fmla="*/ 4371298 w 7143544"/>
              <a:gd name="connsiteY1112" fmla="*/ 6318961 h 6857999"/>
              <a:gd name="connsiteX1113" fmla="*/ 4373760 w 7143544"/>
              <a:gd name="connsiteY1113" fmla="*/ 6304684 h 6857999"/>
              <a:gd name="connsiteX1114" fmla="*/ 4339790 w 7143544"/>
              <a:gd name="connsiteY1114" fmla="*/ 6291883 h 6857999"/>
              <a:gd name="connsiteX1115" fmla="*/ 4282681 w 7143544"/>
              <a:gd name="connsiteY1115" fmla="*/ 6336685 h 6857999"/>
              <a:gd name="connsiteX1116" fmla="*/ 438164 w 7143544"/>
              <a:gd name="connsiteY1116" fmla="*/ 4399410 h 6857999"/>
              <a:gd name="connsiteX1117" fmla="*/ 447518 w 7143544"/>
              <a:gd name="connsiteY1117" fmla="*/ 4395472 h 6857999"/>
              <a:gd name="connsiteX1118" fmla="*/ 444564 w 7143544"/>
              <a:gd name="connsiteY1118" fmla="*/ 4330486 h 6857999"/>
              <a:gd name="connsiteX1119" fmla="*/ 408132 w 7143544"/>
              <a:gd name="connsiteY1119" fmla="*/ 4376271 h 6857999"/>
              <a:gd name="connsiteX1120" fmla="*/ 438164 w 7143544"/>
              <a:gd name="connsiteY1120" fmla="*/ 4399410 h 6857999"/>
              <a:gd name="connsiteX1121" fmla="*/ 1788102 w 7143544"/>
              <a:gd name="connsiteY1121" fmla="*/ 6310100 h 6857999"/>
              <a:gd name="connsiteX1122" fmla="*/ 1727054 w 7143544"/>
              <a:gd name="connsiteY1122" fmla="*/ 6334223 h 6857999"/>
              <a:gd name="connsiteX1123" fmla="*/ 1791056 w 7143544"/>
              <a:gd name="connsiteY1123" fmla="*/ 6347024 h 6857999"/>
              <a:gd name="connsiteX1124" fmla="*/ 1788102 w 7143544"/>
              <a:gd name="connsiteY1124" fmla="*/ 6310100 h 6857999"/>
              <a:gd name="connsiteX1125" fmla="*/ 473118 w 7143544"/>
              <a:gd name="connsiteY1125" fmla="*/ 4413195 h 6857999"/>
              <a:gd name="connsiteX1126" fmla="*/ 497242 w 7143544"/>
              <a:gd name="connsiteY1126" fmla="*/ 4495905 h 6857999"/>
              <a:gd name="connsiteX1127" fmla="*/ 518412 w 7143544"/>
              <a:gd name="connsiteY1127" fmla="*/ 4503290 h 6857999"/>
              <a:gd name="connsiteX1128" fmla="*/ 525304 w 7143544"/>
              <a:gd name="connsiteY1128" fmla="*/ 4475228 h 6857999"/>
              <a:gd name="connsiteX1129" fmla="*/ 503642 w 7143544"/>
              <a:gd name="connsiteY1129" fmla="*/ 4438796 h 6857999"/>
              <a:gd name="connsiteX1130" fmla="*/ 473118 w 7143544"/>
              <a:gd name="connsiteY1130" fmla="*/ 4413195 h 6857999"/>
              <a:gd name="connsiteX1131" fmla="*/ 6225370 w 7143544"/>
              <a:gd name="connsiteY1131" fmla="*/ 5299861 h 6857999"/>
              <a:gd name="connsiteX1132" fmla="*/ 6207647 w 7143544"/>
              <a:gd name="connsiteY1132" fmla="*/ 5287061 h 6857999"/>
              <a:gd name="connsiteX1133" fmla="*/ 6162354 w 7143544"/>
              <a:gd name="connsiteY1133" fmla="*/ 5352540 h 6857999"/>
              <a:gd name="connsiteX1134" fmla="*/ 6178600 w 7143544"/>
              <a:gd name="connsiteY1134" fmla="*/ 5363863 h 6857999"/>
              <a:gd name="connsiteX1135" fmla="*/ 6225370 w 7143544"/>
              <a:gd name="connsiteY1135" fmla="*/ 5299861 h 6857999"/>
              <a:gd name="connsiteX1136" fmla="*/ 1196335 w 7143544"/>
              <a:gd name="connsiteY1136" fmla="*/ 5561283 h 6857999"/>
              <a:gd name="connsiteX1137" fmla="*/ 1162857 w 7143544"/>
              <a:gd name="connsiteY1137" fmla="*/ 5511066 h 6857999"/>
              <a:gd name="connsiteX1138" fmla="*/ 1154980 w 7143544"/>
              <a:gd name="connsiteY1138" fmla="*/ 5545036 h 6857999"/>
              <a:gd name="connsiteX1139" fmla="*/ 1196335 w 7143544"/>
              <a:gd name="connsiteY1139" fmla="*/ 5561283 h 6857999"/>
              <a:gd name="connsiteX1140" fmla="*/ 546966 w 7143544"/>
              <a:gd name="connsiteY1140" fmla="*/ 5090626 h 6857999"/>
              <a:gd name="connsiteX1141" fmla="*/ 470657 w 7143544"/>
              <a:gd name="connsiteY1141" fmla="*/ 5086688 h 6857999"/>
              <a:gd name="connsiteX1142" fmla="*/ 546966 w 7143544"/>
              <a:gd name="connsiteY1142" fmla="*/ 5090626 h 6857999"/>
              <a:gd name="connsiteX1143" fmla="*/ 1228828 w 7143544"/>
              <a:gd name="connsiteY1143" fmla="*/ 5949722 h 6857999"/>
              <a:gd name="connsiteX1144" fmla="*/ 1169749 w 7143544"/>
              <a:gd name="connsiteY1144" fmla="*/ 5903937 h 6857999"/>
              <a:gd name="connsiteX1145" fmla="*/ 1228828 w 7143544"/>
              <a:gd name="connsiteY1145" fmla="*/ 5949722 h 6857999"/>
              <a:gd name="connsiteX1146" fmla="*/ 165911 w 7143544"/>
              <a:gd name="connsiteY1146" fmla="*/ 3537852 h 6857999"/>
              <a:gd name="connsiteX1147" fmla="*/ 143757 w 7143544"/>
              <a:gd name="connsiteY1147" fmla="*/ 3536376 h 6857999"/>
              <a:gd name="connsiteX1148" fmla="*/ 134403 w 7143544"/>
              <a:gd name="connsiteY1148" fmla="*/ 3583638 h 6857999"/>
              <a:gd name="connsiteX1149" fmla="*/ 162465 w 7143544"/>
              <a:gd name="connsiteY1149" fmla="*/ 3577730 h 6857999"/>
              <a:gd name="connsiteX1150" fmla="*/ 165911 w 7143544"/>
              <a:gd name="connsiteY1150" fmla="*/ 3537852 h 6857999"/>
              <a:gd name="connsiteX1151" fmla="*/ 1929397 w 7143544"/>
              <a:gd name="connsiteY1151" fmla="*/ 5690762 h 6857999"/>
              <a:gd name="connsiteX1152" fmla="*/ 1901827 w 7143544"/>
              <a:gd name="connsiteY1152" fmla="*/ 5753779 h 6857999"/>
              <a:gd name="connsiteX1153" fmla="*/ 1946628 w 7143544"/>
              <a:gd name="connsiteY1153" fmla="*/ 5734579 h 6857999"/>
              <a:gd name="connsiteX1154" fmla="*/ 1929397 w 7143544"/>
              <a:gd name="connsiteY1154" fmla="*/ 5690762 h 6857999"/>
              <a:gd name="connsiteX1155" fmla="*/ 265852 w 7143544"/>
              <a:gd name="connsiteY1155" fmla="*/ 3602346 h 6857999"/>
              <a:gd name="connsiteX1156" fmla="*/ 268314 w 7143544"/>
              <a:gd name="connsiteY1156" fmla="*/ 3617608 h 6857999"/>
              <a:gd name="connsiteX1157" fmla="*/ 336746 w 7143544"/>
              <a:gd name="connsiteY1157" fmla="*/ 3599885 h 6857999"/>
              <a:gd name="connsiteX1158" fmla="*/ 265852 w 7143544"/>
              <a:gd name="connsiteY1158" fmla="*/ 3602346 h 6857999"/>
              <a:gd name="connsiteX1159" fmla="*/ 6757567 w 7143544"/>
              <a:gd name="connsiteY1159" fmla="*/ 4237930 h 6857999"/>
              <a:gd name="connsiteX1160" fmla="*/ 6747721 w 7143544"/>
              <a:gd name="connsiteY1160" fmla="*/ 4230545 h 6857999"/>
              <a:gd name="connsiteX1161" fmla="*/ 6690119 w 7143544"/>
              <a:gd name="connsiteY1161" fmla="*/ 4283223 h 6857999"/>
              <a:gd name="connsiteX1162" fmla="*/ 6704889 w 7143544"/>
              <a:gd name="connsiteY1162" fmla="*/ 4297008 h 6857999"/>
              <a:gd name="connsiteX1163" fmla="*/ 6757567 w 7143544"/>
              <a:gd name="connsiteY1163" fmla="*/ 4237930 h 6857999"/>
              <a:gd name="connsiteX1164" fmla="*/ 424379 w 7143544"/>
              <a:gd name="connsiteY1164" fmla="*/ 4315716 h 6857999"/>
              <a:gd name="connsiteX1165" fmla="*/ 429302 w 7143544"/>
              <a:gd name="connsiteY1165" fmla="*/ 4251223 h 6857999"/>
              <a:gd name="connsiteX1166" fmla="*/ 424379 w 7143544"/>
              <a:gd name="connsiteY1166" fmla="*/ 4315716 h 6857999"/>
              <a:gd name="connsiteX1167" fmla="*/ 5297842 w 7143544"/>
              <a:gd name="connsiteY1167" fmla="*/ 6125480 h 6857999"/>
              <a:gd name="connsiteX1168" fmla="*/ 5294888 w 7143544"/>
              <a:gd name="connsiteY1168" fmla="*/ 6139757 h 6857999"/>
              <a:gd name="connsiteX1169" fmla="*/ 5349043 w 7143544"/>
              <a:gd name="connsiteY1169" fmla="*/ 6143696 h 6857999"/>
              <a:gd name="connsiteX1170" fmla="*/ 5362336 w 7143544"/>
              <a:gd name="connsiteY1170" fmla="*/ 6129911 h 6857999"/>
              <a:gd name="connsiteX1171" fmla="*/ 5344120 w 7143544"/>
              <a:gd name="connsiteY1171" fmla="*/ 6117603 h 6857999"/>
              <a:gd name="connsiteX1172" fmla="*/ 5297842 w 7143544"/>
              <a:gd name="connsiteY1172" fmla="*/ 6125480 h 6857999"/>
              <a:gd name="connsiteX1173" fmla="*/ 5744375 w 7143544"/>
              <a:gd name="connsiteY1173" fmla="*/ 5065518 h 6857999"/>
              <a:gd name="connsiteX1174" fmla="*/ 5731083 w 7143544"/>
              <a:gd name="connsiteY1174" fmla="*/ 5089641 h 6857999"/>
              <a:gd name="connsiteX1175" fmla="*/ 5780315 w 7143544"/>
              <a:gd name="connsiteY1175" fmla="*/ 5085210 h 6857999"/>
              <a:gd name="connsiteX1176" fmla="*/ 5744375 w 7143544"/>
              <a:gd name="connsiteY1176" fmla="*/ 5065518 h 6857999"/>
              <a:gd name="connsiteX1177" fmla="*/ 2644736 w 7143544"/>
              <a:gd name="connsiteY1177" fmla="*/ 6734478 h 6857999"/>
              <a:gd name="connsiteX1178" fmla="*/ 2635875 w 7143544"/>
              <a:gd name="connsiteY1178" fmla="*/ 6687708 h 6857999"/>
              <a:gd name="connsiteX1179" fmla="*/ 2624551 w 7143544"/>
              <a:gd name="connsiteY1179" fmla="*/ 6682785 h 6857999"/>
              <a:gd name="connsiteX1180" fmla="*/ 2600920 w 7143544"/>
              <a:gd name="connsiteY1180" fmla="*/ 6721186 h 6857999"/>
              <a:gd name="connsiteX1181" fmla="*/ 2644736 w 7143544"/>
              <a:gd name="connsiteY1181" fmla="*/ 673447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7143544" h="6857999">
                <a:moveTo>
                  <a:pt x="944760" y="5739994"/>
                </a:moveTo>
                <a:cubicBezTo>
                  <a:pt x="931467" y="5738025"/>
                  <a:pt x="918174" y="5736056"/>
                  <a:pt x="904882" y="5734087"/>
                </a:cubicBezTo>
                <a:cubicBezTo>
                  <a:pt x="903405" y="5738025"/>
                  <a:pt x="901436" y="5741964"/>
                  <a:pt x="899959" y="5745902"/>
                </a:cubicBezTo>
                <a:cubicBezTo>
                  <a:pt x="911774" y="5754272"/>
                  <a:pt x="923098" y="5762149"/>
                  <a:pt x="933436" y="5769533"/>
                </a:cubicBezTo>
                <a:cubicBezTo>
                  <a:pt x="926052" y="5787750"/>
                  <a:pt x="918174" y="5806949"/>
                  <a:pt x="913744" y="5818765"/>
                </a:cubicBezTo>
                <a:cubicBezTo>
                  <a:pt x="899466" y="5810888"/>
                  <a:pt x="874358" y="5805965"/>
                  <a:pt x="865496" y="5791196"/>
                </a:cubicBezTo>
                <a:cubicBezTo>
                  <a:pt x="851711" y="5768549"/>
                  <a:pt x="836942" y="5738025"/>
                  <a:pt x="856635" y="5711932"/>
                </a:cubicBezTo>
                <a:cubicBezTo>
                  <a:pt x="876820" y="5685347"/>
                  <a:pt x="866973" y="5667131"/>
                  <a:pt x="846296" y="5651869"/>
                </a:cubicBezTo>
                <a:cubicBezTo>
                  <a:pt x="821680" y="5633654"/>
                  <a:pt x="824634" y="5593776"/>
                  <a:pt x="782295" y="5587868"/>
                </a:cubicBezTo>
                <a:cubicBezTo>
                  <a:pt x="737986" y="5581468"/>
                  <a:pt x="695646" y="5561283"/>
                  <a:pt x="652322" y="5547006"/>
                </a:cubicBezTo>
                <a:cubicBezTo>
                  <a:pt x="648876" y="5546021"/>
                  <a:pt x="642968" y="5543067"/>
                  <a:pt x="642968" y="5541590"/>
                </a:cubicBezTo>
                <a:cubicBezTo>
                  <a:pt x="644445" y="5532236"/>
                  <a:pt x="647399" y="5522882"/>
                  <a:pt x="649368" y="5513035"/>
                </a:cubicBezTo>
                <a:cubicBezTo>
                  <a:pt x="676446" y="5524359"/>
                  <a:pt x="662661" y="5436234"/>
                  <a:pt x="706477" y="5489404"/>
                </a:cubicBezTo>
                <a:cubicBezTo>
                  <a:pt x="714355" y="5498758"/>
                  <a:pt x="719770" y="5510082"/>
                  <a:pt x="731586" y="5528297"/>
                </a:cubicBezTo>
                <a:cubicBezTo>
                  <a:pt x="737001" y="5508604"/>
                  <a:pt x="739955" y="5499250"/>
                  <a:pt x="742909" y="5488420"/>
                </a:cubicBezTo>
                <a:cubicBezTo>
                  <a:pt x="761617" y="5488420"/>
                  <a:pt x="779341" y="5488420"/>
                  <a:pt x="796572" y="5488420"/>
                </a:cubicBezTo>
                <a:cubicBezTo>
                  <a:pt x="798541" y="5484481"/>
                  <a:pt x="800510" y="5481035"/>
                  <a:pt x="802480" y="5477096"/>
                </a:cubicBezTo>
                <a:cubicBezTo>
                  <a:pt x="791156" y="5471188"/>
                  <a:pt x="779833" y="5464788"/>
                  <a:pt x="762602" y="5454942"/>
                </a:cubicBezTo>
                <a:cubicBezTo>
                  <a:pt x="762602" y="5454942"/>
                  <a:pt x="760632" y="5445588"/>
                  <a:pt x="755709" y="5425895"/>
                </a:cubicBezTo>
                <a:cubicBezTo>
                  <a:pt x="744386" y="5444111"/>
                  <a:pt x="737986" y="5453957"/>
                  <a:pt x="728632" y="5469219"/>
                </a:cubicBezTo>
                <a:cubicBezTo>
                  <a:pt x="718785" y="5466265"/>
                  <a:pt x="697616" y="5460358"/>
                  <a:pt x="674969" y="5453957"/>
                </a:cubicBezTo>
                <a:cubicBezTo>
                  <a:pt x="667584" y="5459865"/>
                  <a:pt x="657738" y="5467250"/>
                  <a:pt x="639030" y="5481035"/>
                </a:cubicBezTo>
                <a:cubicBezTo>
                  <a:pt x="660199" y="5430818"/>
                  <a:pt x="609983" y="5441157"/>
                  <a:pt x="591767" y="5417525"/>
                </a:cubicBezTo>
                <a:cubicBezTo>
                  <a:pt x="616383" y="5411618"/>
                  <a:pt x="630660" y="5407679"/>
                  <a:pt x="645430" y="5404233"/>
                </a:cubicBezTo>
                <a:cubicBezTo>
                  <a:pt x="645430" y="5401772"/>
                  <a:pt x="645430" y="5398818"/>
                  <a:pt x="645430" y="5396356"/>
                </a:cubicBezTo>
                <a:cubicBezTo>
                  <a:pt x="631645" y="5391433"/>
                  <a:pt x="617860" y="5387002"/>
                  <a:pt x="603583" y="5382079"/>
                </a:cubicBezTo>
                <a:cubicBezTo>
                  <a:pt x="601614" y="5367801"/>
                  <a:pt x="599644" y="5352540"/>
                  <a:pt x="597183" y="5335801"/>
                </a:cubicBezTo>
                <a:cubicBezTo>
                  <a:pt x="609983" y="5327924"/>
                  <a:pt x="623276" y="5320047"/>
                  <a:pt x="637061" y="5311677"/>
                </a:cubicBezTo>
                <a:cubicBezTo>
                  <a:pt x="628199" y="5297892"/>
                  <a:pt x="620814" y="5286569"/>
                  <a:pt x="614906" y="5277215"/>
                </a:cubicBezTo>
                <a:cubicBezTo>
                  <a:pt x="590782" y="5277215"/>
                  <a:pt x="564690" y="5272784"/>
                  <a:pt x="541058" y="5278692"/>
                </a:cubicBezTo>
                <a:cubicBezTo>
                  <a:pt x="526289" y="5282138"/>
                  <a:pt x="514965" y="5301338"/>
                  <a:pt x="497734" y="5316600"/>
                </a:cubicBezTo>
                <a:cubicBezTo>
                  <a:pt x="508073" y="5275245"/>
                  <a:pt x="517919" y="5235368"/>
                  <a:pt x="528258" y="5193520"/>
                </a:cubicBezTo>
                <a:cubicBezTo>
                  <a:pt x="533181" y="5198936"/>
                  <a:pt x="539089" y="5204844"/>
                  <a:pt x="544505" y="5210259"/>
                </a:cubicBezTo>
                <a:cubicBezTo>
                  <a:pt x="546966" y="5208290"/>
                  <a:pt x="548935" y="5206813"/>
                  <a:pt x="551397" y="5204844"/>
                </a:cubicBezTo>
                <a:cubicBezTo>
                  <a:pt x="535643" y="5186136"/>
                  <a:pt x="519889" y="5167428"/>
                  <a:pt x="506596" y="5150689"/>
                </a:cubicBezTo>
                <a:cubicBezTo>
                  <a:pt x="495765" y="5156597"/>
                  <a:pt x="487396" y="5162012"/>
                  <a:pt x="474103" y="5169397"/>
                </a:cubicBezTo>
                <a:cubicBezTo>
                  <a:pt x="474595" y="5172351"/>
                  <a:pt x="476565" y="5182690"/>
                  <a:pt x="480011" y="5203859"/>
                </a:cubicBezTo>
                <a:cubicBezTo>
                  <a:pt x="449979" y="5182690"/>
                  <a:pt x="426348" y="5165951"/>
                  <a:pt x="399271" y="5146750"/>
                </a:cubicBezTo>
                <a:cubicBezTo>
                  <a:pt x="412563" y="5140350"/>
                  <a:pt x="420933" y="5136412"/>
                  <a:pt x="432748" y="5130996"/>
                </a:cubicBezTo>
                <a:cubicBezTo>
                  <a:pt x="418963" y="5119180"/>
                  <a:pt x="407148" y="5109334"/>
                  <a:pt x="391886" y="5096042"/>
                </a:cubicBezTo>
                <a:cubicBezTo>
                  <a:pt x="406163" y="5091119"/>
                  <a:pt x="417979" y="5090134"/>
                  <a:pt x="425363" y="5083734"/>
                </a:cubicBezTo>
                <a:cubicBezTo>
                  <a:pt x="434717" y="5075364"/>
                  <a:pt x="446041" y="5064533"/>
                  <a:pt x="427333" y="5049764"/>
                </a:cubicBezTo>
                <a:cubicBezTo>
                  <a:pt x="419948" y="5043855"/>
                  <a:pt x="419948" y="5028101"/>
                  <a:pt x="413055" y="5006439"/>
                </a:cubicBezTo>
                <a:cubicBezTo>
                  <a:pt x="407148" y="5019732"/>
                  <a:pt x="404686" y="5029578"/>
                  <a:pt x="399271" y="5036963"/>
                </a:cubicBezTo>
                <a:cubicBezTo>
                  <a:pt x="392378" y="5046810"/>
                  <a:pt x="383516" y="5054687"/>
                  <a:pt x="371701" y="5060594"/>
                </a:cubicBezTo>
                <a:cubicBezTo>
                  <a:pt x="365793" y="5035978"/>
                  <a:pt x="387947" y="4997085"/>
                  <a:pt x="332315" y="5010870"/>
                </a:cubicBezTo>
                <a:cubicBezTo>
                  <a:pt x="338223" y="5004470"/>
                  <a:pt x="347085" y="4992162"/>
                  <a:pt x="349546" y="4993147"/>
                </a:cubicBezTo>
                <a:cubicBezTo>
                  <a:pt x="384501" y="5008901"/>
                  <a:pt x="398778" y="4986254"/>
                  <a:pt x="408625" y="4966562"/>
                </a:cubicBezTo>
                <a:cubicBezTo>
                  <a:pt x="392378" y="4945392"/>
                  <a:pt x="377116" y="4925699"/>
                  <a:pt x="357916" y="4901083"/>
                </a:cubicBezTo>
                <a:cubicBezTo>
                  <a:pt x="351023" y="4901083"/>
                  <a:pt x="332807" y="4901083"/>
                  <a:pt x="302776" y="4901083"/>
                </a:cubicBezTo>
                <a:cubicBezTo>
                  <a:pt x="328869" y="4876467"/>
                  <a:pt x="347085" y="4859236"/>
                  <a:pt x="368254" y="4838559"/>
                </a:cubicBezTo>
                <a:cubicBezTo>
                  <a:pt x="363331" y="4827236"/>
                  <a:pt x="355946" y="4809020"/>
                  <a:pt x="346592" y="4791296"/>
                </a:cubicBezTo>
                <a:cubicBezTo>
                  <a:pt x="344623" y="4787850"/>
                  <a:pt x="333792" y="4784404"/>
                  <a:pt x="330838" y="4786373"/>
                </a:cubicBezTo>
                <a:cubicBezTo>
                  <a:pt x="320992" y="4792773"/>
                  <a:pt x="303268" y="4804096"/>
                  <a:pt x="304745" y="4810004"/>
                </a:cubicBezTo>
                <a:cubicBezTo>
                  <a:pt x="314099" y="4851359"/>
                  <a:pt x="283576" y="4864159"/>
                  <a:pt x="261914" y="4879914"/>
                </a:cubicBezTo>
                <a:cubicBezTo>
                  <a:pt x="242713" y="4850375"/>
                  <a:pt x="224005" y="4820835"/>
                  <a:pt x="202343" y="4786865"/>
                </a:cubicBezTo>
                <a:cubicBezTo>
                  <a:pt x="206282" y="4782434"/>
                  <a:pt x="216128" y="4772096"/>
                  <a:pt x="227944" y="4758803"/>
                </a:cubicBezTo>
                <a:cubicBezTo>
                  <a:pt x="236313" y="4775050"/>
                  <a:pt x="242221" y="4787358"/>
                  <a:pt x="248621" y="4799665"/>
                </a:cubicBezTo>
                <a:cubicBezTo>
                  <a:pt x="251083" y="4799173"/>
                  <a:pt x="253052" y="4798189"/>
                  <a:pt x="255513" y="4797696"/>
                </a:cubicBezTo>
                <a:cubicBezTo>
                  <a:pt x="255021" y="4789327"/>
                  <a:pt x="254036" y="4780957"/>
                  <a:pt x="253544" y="4772096"/>
                </a:cubicBezTo>
                <a:cubicBezTo>
                  <a:pt x="292930" y="4768649"/>
                  <a:pt x="300314" y="4757818"/>
                  <a:pt x="293914" y="4719910"/>
                </a:cubicBezTo>
                <a:cubicBezTo>
                  <a:pt x="288991" y="4690371"/>
                  <a:pt x="289976" y="4658862"/>
                  <a:pt x="280129" y="4631785"/>
                </a:cubicBezTo>
                <a:cubicBezTo>
                  <a:pt x="273237" y="4613569"/>
                  <a:pt x="272252" y="4585507"/>
                  <a:pt x="240252" y="4581076"/>
                </a:cubicBezTo>
                <a:cubicBezTo>
                  <a:pt x="226959" y="4579107"/>
                  <a:pt x="215636" y="4561876"/>
                  <a:pt x="204312" y="4552522"/>
                </a:cubicBezTo>
                <a:cubicBezTo>
                  <a:pt x="213666" y="4536767"/>
                  <a:pt x="222036" y="4523967"/>
                  <a:pt x="229913" y="4510675"/>
                </a:cubicBezTo>
                <a:cubicBezTo>
                  <a:pt x="226959" y="4507721"/>
                  <a:pt x="224005" y="4505259"/>
                  <a:pt x="221051" y="4502305"/>
                </a:cubicBezTo>
                <a:cubicBezTo>
                  <a:pt x="213174" y="4508213"/>
                  <a:pt x="204805" y="4514613"/>
                  <a:pt x="195451" y="4521505"/>
                </a:cubicBezTo>
                <a:cubicBezTo>
                  <a:pt x="189050" y="4503290"/>
                  <a:pt x="182158" y="4485074"/>
                  <a:pt x="175265" y="4465873"/>
                </a:cubicBezTo>
                <a:cubicBezTo>
                  <a:pt x="191512" y="4463412"/>
                  <a:pt x="206774" y="4460950"/>
                  <a:pt x="231882" y="4456520"/>
                </a:cubicBezTo>
                <a:cubicBezTo>
                  <a:pt x="201358" y="4428457"/>
                  <a:pt x="177727" y="4407288"/>
                  <a:pt x="153111" y="4384641"/>
                </a:cubicBezTo>
                <a:cubicBezTo>
                  <a:pt x="162465" y="4367410"/>
                  <a:pt x="176250" y="4342794"/>
                  <a:pt x="189543" y="4318670"/>
                </a:cubicBezTo>
                <a:cubicBezTo>
                  <a:pt x="188066" y="4316701"/>
                  <a:pt x="186589" y="4315224"/>
                  <a:pt x="185604" y="4313255"/>
                </a:cubicBezTo>
                <a:cubicBezTo>
                  <a:pt x="171327" y="4322116"/>
                  <a:pt x="156557" y="4331470"/>
                  <a:pt x="147696" y="4336886"/>
                </a:cubicBezTo>
                <a:cubicBezTo>
                  <a:pt x="132926" y="4292085"/>
                  <a:pt x="117664" y="4246299"/>
                  <a:pt x="102402" y="4200021"/>
                </a:cubicBezTo>
                <a:cubicBezTo>
                  <a:pt x="107325" y="4197560"/>
                  <a:pt x="112249" y="4195098"/>
                  <a:pt x="117172" y="4193129"/>
                </a:cubicBezTo>
                <a:cubicBezTo>
                  <a:pt x="122587" y="4199529"/>
                  <a:pt x="126526" y="4206914"/>
                  <a:pt x="132926" y="4211837"/>
                </a:cubicBezTo>
                <a:cubicBezTo>
                  <a:pt x="141788" y="4218729"/>
                  <a:pt x="151634" y="4224145"/>
                  <a:pt x="160988" y="4230053"/>
                </a:cubicBezTo>
                <a:cubicBezTo>
                  <a:pt x="165419" y="4222176"/>
                  <a:pt x="174773" y="4209868"/>
                  <a:pt x="172804" y="4207899"/>
                </a:cubicBezTo>
                <a:cubicBezTo>
                  <a:pt x="164927" y="4199529"/>
                  <a:pt x="154588" y="4193621"/>
                  <a:pt x="143757" y="4188698"/>
                </a:cubicBezTo>
                <a:cubicBezTo>
                  <a:pt x="138834" y="4186236"/>
                  <a:pt x="131941" y="4187713"/>
                  <a:pt x="126526" y="4187221"/>
                </a:cubicBezTo>
                <a:cubicBezTo>
                  <a:pt x="111264" y="4155220"/>
                  <a:pt x="175758" y="4135528"/>
                  <a:pt x="132926" y="4100081"/>
                </a:cubicBezTo>
                <a:cubicBezTo>
                  <a:pt x="125049" y="4107465"/>
                  <a:pt x="117172" y="4114850"/>
                  <a:pt x="106833" y="4124696"/>
                </a:cubicBezTo>
                <a:cubicBezTo>
                  <a:pt x="99448" y="4118296"/>
                  <a:pt x="89602" y="4109927"/>
                  <a:pt x="79263" y="4101557"/>
                </a:cubicBezTo>
                <a:cubicBezTo>
                  <a:pt x="90587" y="4094665"/>
                  <a:pt x="101910" y="4087280"/>
                  <a:pt x="113726" y="4080388"/>
                </a:cubicBezTo>
                <a:cubicBezTo>
                  <a:pt x="132926" y="4069557"/>
                  <a:pt x="151634" y="4058233"/>
                  <a:pt x="171327" y="4048879"/>
                </a:cubicBezTo>
                <a:cubicBezTo>
                  <a:pt x="181173" y="4044449"/>
                  <a:pt x="193481" y="4044941"/>
                  <a:pt x="204312" y="4042972"/>
                </a:cubicBezTo>
                <a:cubicBezTo>
                  <a:pt x="208251" y="4046418"/>
                  <a:pt x="212682" y="4049372"/>
                  <a:pt x="216620" y="4052818"/>
                </a:cubicBezTo>
                <a:cubicBezTo>
                  <a:pt x="216620" y="4021802"/>
                  <a:pt x="216620" y="3990294"/>
                  <a:pt x="216620" y="3959278"/>
                </a:cubicBezTo>
                <a:cubicBezTo>
                  <a:pt x="221051" y="3957308"/>
                  <a:pt x="225974" y="3955339"/>
                  <a:pt x="230405" y="3953862"/>
                </a:cubicBezTo>
                <a:cubicBezTo>
                  <a:pt x="221543" y="3947954"/>
                  <a:pt x="211205" y="3936138"/>
                  <a:pt x="203328" y="3937615"/>
                </a:cubicBezTo>
                <a:cubicBezTo>
                  <a:pt x="188066" y="3940569"/>
                  <a:pt x="172804" y="3948939"/>
                  <a:pt x="160988" y="3959278"/>
                </a:cubicBezTo>
                <a:cubicBezTo>
                  <a:pt x="141788" y="3976016"/>
                  <a:pt x="125541" y="3995709"/>
                  <a:pt x="108802" y="4013433"/>
                </a:cubicBezTo>
                <a:cubicBezTo>
                  <a:pt x="75817" y="3978970"/>
                  <a:pt x="64986" y="3941062"/>
                  <a:pt x="54155" y="3902661"/>
                </a:cubicBezTo>
                <a:cubicBezTo>
                  <a:pt x="37909" y="3846536"/>
                  <a:pt x="93541" y="3832259"/>
                  <a:pt x="111264" y="3787458"/>
                </a:cubicBezTo>
                <a:cubicBezTo>
                  <a:pt x="86648" y="3784504"/>
                  <a:pt x="61048" y="3782043"/>
                  <a:pt x="30524" y="3778104"/>
                </a:cubicBezTo>
                <a:cubicBezTo>
                  <a:pt x="37416" y="3719518"/>
                  <a:pt x="15262" y="3651086"/>
                  <a:pt x="66463" y="3604316"/>
                </a:cubicBezTo>
                <a:cubicBezTo>
                  <a:pt x="60555" y="3583638"/>
                  <a:pt x="56124" y="3566407"/>
                  <a:pt x="49724" y="3544253"/>
                </a:cubicBezTo>
                <a:cubicBezTo>
                  <a:pt x="41355" y="3538837"/>
                  <a:pt x="25601" y="3529483"/>
                  <a:pt x="10339" y="3520129"/>
                </a:cubicBezTo>
                <a:cubicBezTo>
                  <a:pt x="14770" y="3518652"/>
                  <a:pt x="19200" y="3517668"/>
                  <a:pt x="23631" y="3516191"/>
                </a:cubicBezTo>
                <a:cubicBezTo>
                  <a:pt x="28554" y="3498467"/>
                  <a:pt x="39878" y="3479267"/>
                  <a:pt x="36432" y="3463512"/>
                </a:cubicBezTo>
                <a:cubicBezTo>
                  <a:pt x="33478" y="3450220"/>
                  <a:pt x="12800" y="3440866"/>
                  <a:pt x="0" y="3429542"/>
                </a:cubicBezTo>
                <a:cubicBezTo>
                  <a:pt x="1969" y="3426589"/>
                  <a:pt x="3939" y="3424127"/>
                  <a:pt x="5416" y="3421173"/>
                </a:cubicBezTo>
                <a:cubicBezTo>
                  <a:pt x="15262" y="3423142"/>
                  <a:pt x="25108" y="3425112"/>
                  <a:pt x="34955" y="3427573"/>
                </a:cubicBezTo>
                <a:cubicBezTo>
                  <a:pt x="37909" y="3418219"/>
                  <a:pt x="40370" y="3408865"/>
                  <a:pt x="42832" y="3400496"/>
                </a:cubicBezTo>
                <a:cubicBezTo>
                  <a:pt x="31508" y="3394588"/>
                  <a:pt x="21170" y="3389172"/>
                  <a:pt x="10831" y="3383757"/>
                </a:cubicBezTo>
                <a:cubicBezTo>
                  <a:pt x="11323" y="3379818"/>
                  <a:pt x="11816" y="3375387"/>
                  <a:pt x="12308" y="3371449"/>
                </a:cubicBezTo>
                <a:cubicBezTo>
                  <a:pt x="29539" y="3369479"/>
                  <a:pt x="46278" y="3368003"/>
                  <a:pt x="63509" y="3366033"/>
                </a:cubicBezTo>
                <a:cubicBezTo>
                  <a:pt x="63509" y="3365541"/>
                  <a:pt x="63017" y="3364556"/>
                  <a:pt x="63017" y="3364064"/>
                </a:cubicBezTo>
                <a:cubicBezTo>
                  <a:pt x="83694" y="3361110"/>
                  <a:pt x="104372" y="3358649"/>
                  <a:pt x="125541" y="3355695"/>
                </a:cubicBezTo>
                <a:cubicBezTo>
                  <a:pt x="127511" y="3358649"/>
                  <a:pt x="128988" y="3361602"/>
                  <a:pt x="130957" y="3364556"/>
                </a:cubicBezTo>
                <a:cubicBezTo>
                  <a:pt x="139326" y="3347818"/>
                  <a:pt x="147696" y="3330586"/>
                  <a:pt x="158034" y="3309417"/>
                </a:cubicBezTo>
                <a:cubicBezTo>
                  <a:pt x="119141" y="3321725"/>
                  <a:pt x="87140" y="3332556"/>
                  <a:pt x="54647" y="3340433"/>
                </a:cubicBezTo>
                <a:cubicBezTo>
                  <a:pt x="48247" y="3341910"/>
                  <a:pt x="35447" y="3332556"/>
                  <a:pt x="31508" y="3324679"/>
                </a:cubicBezTo>
                <a:cubicBezTo>
                  <a:pt x="24124" y="3309417"/>
                  <a:pt x="16247" y="3291693"/>
                  <a:pt x="17231" y="3275939"/>
                </a:cubicBezTo>
                <a:cubicBezTo>
                  <a:pt x="17723" y="3263631"/>
                  <a:pt x="32001" y="3252308"/>
                  <a:pt x="39878" y="3240492"/>
                </a:cubicBezTo>
                <a:cubicBezTo>
                  <a:pt x="41847" y="3237538"/>
                  <a:pt x="44309" y="3234584"/>
                  <a:pt x="45786" y="3231138"/>
                </a:cubicBezTo>
                <a:cubicBezTo>
                  <a:pt x="61540" y="3190768"/>
                  <a:pt x="90587" y="3170090"/>
                  <a:pt x="136865" y="3169106"/>
                </a:cubicBezTo>
                <a:cubicBezTo>
                  <a:pt x="132926" y="3190768"/>
                  <a:pt x="125049" y="3212430"/>
                  <a:pt x="126034" y="3234092"/>
                </a:cubicBezTo>
                <a:cubicBezTo>
                  <a:pt x="127018" y="3253785"/>
                  <a:pt x="136865" y="3273477"/>
                  <a:pt x="145726" y="3302524"/>
                </a:cubicBezTo>
                <a:cubicBezTo>
                  <a:pt x="186589" y="3234092"/>
                  <a:pt x="163942" y="3176491"/>
                  <a:pt x="156065" y="3118889"/>
                </a:cubicBezTo>
                <a:cubicBezTo>
                  <a:pt x="153111" y="3118889"/>
                  <a:pt x="149665" y="3118889"/>
                  <a:pt x="146711" y="3119382"/>
                </a:cubicBezTo>
                <a:cubicBezTo>
                  <a:pt x="148188" y="3132674"/>
                  <a:pt x="150157" y="3145967"/>
                  <a:pt x="151634" y="3159260"/>
                </a:cubicBezTo>
                <a:cubicBezTo>
                  <a:pt x="135388" y="3111997"/>
                  <a:pt x="96494" y="3144490"/>
                  <a:pt x="66955" y="3133659"/>
                </a:cubicBezTo>
                <a:cubicBezTo>
                  <a:pt x="66463" y="3126274"/>
                  <a:pt x="65971" y="3117412"/>
                  <a:pt x="65971" y="3109043"/>
                </a:cubicBezTo>
                <a:cubicBezTo>
                  <a:pt x="51693" y="3106089"/>
                  <a:pt x="38893" y="3103135"/>
                  <a:pt x="29047" y="3101166"/>
                </a:cubicBezTo>
                <a:cubicBezTo>
                  <a:pt x="30031" y="3079011"/>
                  <a:pt x="31016" y="3062273"/>
                  <a:pt x="31508" y="3045534"/>
                </a:cubicBezTo>
                <a:cubicBezTo>
                  <a:pt x="27570" y="3044057"/>
                  <a:pt x="23631" y="3042580"/>
                  <a:pt x="19200" y="3040611"/>
                </a:cubicBezTo>
                <a:cubicBezTo>
                  <a:pt x="31508" y="3032241"/>
                  <a:pt x="43816" y="3023379"/>
                  <a:pt x="57109" y="3014026"/>
                </a:cubicBezTo>
                <a:cubicBezTo>
                  <a:pt x="48247" y="3001225"/>
                  <a:pt x="42339" y="2992363"/>
                  <a:pt x="36924" y="2984979"/>
                </a:cubicBezTo>
                <a:cubicBezTo>
                  <a:pt x="46770" y="2972178"/>
                  <a:pt x="54647" y="2959870"/>
                  <a:pt x="64001" y="2949532"/>
                </a:cubicBezTo>
                <a:cubicBezTo>
                  <a:pt x="72371" y="2940670"/>
                  <a:pt x="83202" y="2933777"/>
                  <a:pt x="94033" y="2924916"/>
                </a:cubicBezTo>
                <a:cubicBezTo>
                  <a:pt x="71879" y="2909161"/>
                  <a:pt x="65478" y="2885530"/>
                  <a:pt x="71879" y="2852545"/>
                </a:cubicBezTo>
                <a:cubicBezTo>
                  <a:pt x="79263" y="2815129"/>
                  <a:pt x="69417" y="2773774"/>
                  <a:pt x="97971" y="2741773"/>
                </a:cubicBezTo>
                <a:cubicBezTo>
                  <a:pt x="112741" y="2725527"/>
                  <a:pt x="129480" y="2710265"/>
                  <a:pt x="141788" y="2692541"/>
                </a:cubicBezTo>
                <a:cubicBezTo>
                  <a:pt x="149665" y="2681218"/>
                  <a:pt x="151142" y="2664971"/>
                  <a:pt x="155573" y="2650694"/>
                </a:cubicBezTo>
                <a:cubicBezTo>
                  <a:pt x="126526" y="2645771"/>
                  <a:pt x="105356" y="2642325"/>
                  <a:pt x="76802" y="2637894"/>
                </a:cubicBezTo>
                <a:cubicBezTo>
                  <a:pt x="140803" y="2569461"/>
                  <a:pt x="148680" y="2492660"/>
                  <a:pt x="147203" y="2400596"/>
                </a:cubicBezTo>
                <a:cubicBezTo>
                  <a:pt x="158527" y="2391735"/>
                  <a:pt x="179696" y="2374996"/>
                  <a:pt x="203820" y="2356288"/>
                </a:cubicBezTo>
                <a:cubicBezTo>
                  <a:pt x="180681" y="2334133"/>
                  <a:pt x="185112" y="2316410"/>
                  <a:pt x="203820" y="2293271"/>
                </a:cubicBezTo>
                <a:cubicBezTo>
                  <a:pt x="216128" y="2278009"/>
                  <a:pt x="223020" y="2248962"/>
                  <a:pt x="217605" y="2230254"/>
                </a:cubicBezTo>
                <a:cubicBezTo>
                  <a:pt x="208743" y="2199238"/>
                  <a:pt x="225974" y="2189884"/>
                  <a:pt x="244682" y="2175607"/>
                </a:cubicBezTo>
                <a:cubicBezTo>
                  <a:pt x="253544" y="2168714"/>
                  <a:pt x="264867" y="2158868"/>
                  <a:pt x="266344" y="2149021"/>
                </a:cubicBezTo>
                <a:cubicBezTo>
                  <a:pt x="273729" y="2106682"/>
                  <a:pt x="275699" y="2063358"/>
                  <a:pt x="283576" y="2021511"/>
                </a:cubicBezTo>
                <a:cubicBezTo>
                  <a:pt x="286037" y="2007726"/>
                  <a:pt x="299822" y="1995910"/>
                  <a:pt x="309176" y="1983602"/>
                </a:cubicBezTo>
                <a:cubicBezTo>
                  <a:pt x="322961" y="1965879"/>
                  <a:pt x="337731" y="1948648"/>
                  <a:pt x="352500" y="1931416"/>
                </a:cubicBezTo>
                <a:cubicBezTo>
                  <a:pt x="361362" y="1921078"/>
                  <a:pt x="370224" y="1910739"/>
                  <a:pt x="381055" y="1902862"/>
                </a:cubicBezTo>
                <a:cubicBezTo>
                  <a:pt x="398286" y="1891046"/>
                  <a:pt x="415517" y="1883169"/>
                  <a:pt x="405671" y="1855107"/>
                </a:cubicBezTo>
                <a:cubicBezTo>
                  <a:pt x="402717" y="1846245"/>
                  <a:pt x="419948" y="1829506"/>
                  <a:pt x="430287" y="1818183"/>
                </a:cubicBezTo>
                <a:cubicBezTo>
                  <a:pt x="446041" y="1801444"/>
                  <a:pt x="463764" y="1787167"/>
                  <a:pt x="480995" y="1771905"/>
                </a:cubicBezTo>
                <a:cubicBezTo>
                  <a:pt x="493303" y="1760582"/>
                  <a:pt x="505119" y="1749751"/>
                  <a:pt x="524319" y="1732027"/>
                </a:cubicBezTo>
                <a:cubicBezTo>
                  <a:pt x="507088" y="1704457"/>
                  <a:pt x="504627" y="1669503"/>
                  <a:pt x="555828" y="1650795"/>
                </a:cubicBezTo>
                <a:cubicBezTo>
                  <a:pt x="502165" y="1620271"/>
                  <a:pt x="501180" y="1615348"/>
                  <a:pt x="536627" y="1586301"/>
                </a:cubicBezTo>
                <a:cubicBezTo>
                  <a:pt x="554351" y="1601071"/>
                  <a:pt x="572074" y="1616332"/>
                  <a:pt x="590290" y="1631594"/>
                </a:cubicBezTo>
                <a:cubicBezTo>
                  <a:pt x="592752" y="1629625"/>
                  <a:pt x="595213" y="1628148"/>
                  <a:pt x="597675" y="1626179"/>
                </a:cubicBezTo>
                <a:cubicBezTo>
                  <a:pt x="589798" y="1613379"/>
                  <a:pt x="582413" y="1601071"/>
                  <a:pt x="568628" y="1578916"/>
                </a:cubicBezTo>
                <a:cubicBezTo>
                  <a:pt x="587829" y="1587286"/>
                  <a:pt x="598167" y="1591717"/>
                  <a:pt x="610475" y="1597132"/>
                </a:cubicBezTo>
                <a:cubicBezTo>
                  <a:pt x="592259" y="1569562"/>
                  <a:pt x="575028" y="1543469"/>
                  <a:pt x="559274" y="1520330"/>
                </a:cubicBezTo>
                <a:cubicBezTo>
                  <a:pt x="599152" y="1462237"/>
                  <a:pt x="659215" y="1426297"/>
                  <a:pt x="674969" y="1356880"/>
                </a:cubicBezTo>
                <a:cubicBezTo>
                  <a:pt x="678908" y="1357865"/>
                  <a:pt x="682846" y="1358850"/>
                  <a:pt x="686785" y="1359834"/>
                </a:cubicBezTo>
                <a:cubicBezTo>
                  <a:pt x="687277" y="1371650"/>
                  <a:pt x="688262" y="1383466"/>
                  <a:pt x="688754" y="1396758"/>
                </a:cubicBezTo>
                <a:cubicBezTo>
                  <a:pt x="694169" y="1395281"/>
                  <a:pt x="705493" y="1392820"/>
                  <a:pt x="717308" y="1389866"/>
                </a:cubicBezTo>
                <a:cubicBezTo>
                  <a:pt x="730109" y="1405620"/>
                  <a:pt x="742417" y="1421374"/>
                  <a:pt x="759648" y="1442544"/>
                </a:cubicBezTo>
                <a:cubicBezTo>
                  <a:pt x="728632" y="1449436"/>
                  <a:pt x="698108" y="1455837"/>
                  <a:pt x="667092" y="1462729"/>
                </a:cubicBezTo>
                <a:cubicBezTo>
                  <a:pt x="666600" y="1467160"/>
                  <a:pt x="666107" y="1471591"/>
                  <a:pt x="665615" y="1475529"/>
                </a:cubicBezTo>
                <a:cubicBezTo>
                  <a:pt x="678908" y="1478976"/>
                  <a:pt x="692200" y="1482914"/>
                  <a:pt x="716816" y="1489314"/>
                </a:cubicBezTo>
                <a:cubicBezTo>
                  <a:pt x="684323" y="1536577"/>
                  <a:pt x="651830" y="1580393"/>
                  <a:pt x="623276" y="1626179"/>
                </a:cubicBezTo>
                <a:cubicBezTo>
                  <a:pt x="598167" y="1666549"/>
                  <a:pt x="577490" y="1709381"/>
                  <a:pt x="559766" y="1754182"/>
                </a:cubicBezTo>
                <a:cubicBezTo>
                  <a:pt x="540074" y="1803414"/>
                  <a:pt x="489365" y="1846245"/>
                  <a:pt x="484442" y="1894985"/>
                </a:cubicBezTo>
                <a:cubicBezTo>
                  <a:pt x="478534" y="1953078"/>
                  <a:pt x="420440" y="1984587"/>
                  <a:pt x="420933" y="2044650"/>
                </a:cubicBezTo>
                <a:cubicBezTo>
                  <a:pt x="448010" y="2021511"/>
                  <a:pt x="469672" y="2002803"/>
                  <a:pt x="491334" y="1983110"/>
                </a:cubicBezTo>
                <a:cubicBezTo>
                  <a:pt x="497734" y="1977202"/>
                  <a:pt x="504134" y="1969817"/>
                  <a:pt x="507088" y="1961940"/>
                </a:cubicBezTo>
                <a:cubicBezTo>
                  <a:pt x="518904" y="1929447"/>
                  <a:pt x="527273" y="1895477"/>
                  <a:pt x="540566" y="1863969"/>
                </a:cubicBezTo>
                <a:cubicBezTo>
                  <a:pt x="553859" y="1832953"/>
                  <a:pt x="571090" y="1803414"/>
                  <a:pt x="589306" y="1774859"/>
                </a:cubicBezTo>
                <a:cubicBezTo>
                  <a:pt x="606537" y="1747782"/>
                  <a:pt x="633614" y="1726612"/>
                  <a:pt x="635091" y="1690673"/>
                </a:cubicBezTo>
                <a:cubicBezTo>
                  <a:pt x="635584" y="1683780"/>
                  <a:pt x="646415" y="1675903"/>
                  <a:pt x="653799" y="1670488"/>
                </a:cubicBezTo>
                <a:cubicBezTo>
                  <a:pt x="666600" y="1661133"/>
                  <a:pt x="680384" y="1653256"/>
                  <a:pt x="699093" y="1641933"/>
                </a:cubicBezTo>
                <a:cubicBezTo>
                  <a:pt x="685800" y="1636025"/>
                  <a:pt x="678908" y="1633071"/>
                  <a:pt x="667584" y="1627656"/>
                </a:cubicBezTo>
                <a:cubicBezTo>
                  <a:pt x="726170" y="1597624"/>
                  <a:pt x="741432" y="1538054"/>
                  <a:pt x="770971" y="1484883"/>
                </a:cubicBezTo>
                <a:cubicBezTo>
                  <a:pt x="788695" y="1503592"/>
                  <a:pt x="813803" y="1517869"/>
                  <a:pt x="813311" y="1531654"/>
                </a:cubicBezTo>
                <a:cubicBezTo>
                  <a:pt x="812326" y="1548885"/>
                  <a:pt x="790172" y="1564639"/>
                  <a:pt x="778848" y="1582362"/>
                </a:cubicBezTo>
                <a:cubicBezTo>
                  <a:pt x="767525" y="1600578"/>
                  <a:pt x="759155" y="1620271"/>
                  <a:pt x="748324" y="1640948"/>
                </a:cubicBezTo>
                <a:cubicBezTo>
                  <a:pt x="685308" y="1619779"/>
                  <a:pt x="718293" y="1674918"/>
                  <a:pt x="711401" y="1693134"/>
                </a:cubicBezTo>
                <a:cubicBezTo>
                  <a:pt x="697123" y="1730550"/>
                  <a:pt x="679400" y="1762551"/>
                  <a:pt x="643461" y="1780275"/>
                </a:cubicBezTo>
                <a:cubicBezTo>
                  <a:pt x="624752" y="1789629"/>
                  <a:pt x="616875" y="1793567"/>
                  <a:pt x="623768" y="1818183"/>
                </a:cubicBezTo>
                <a:cubicBezTo>
                  <a:pt x="637061" y="1864953"/>
                  <a:pt x="603090" y="1924524"/>
                  <a:pt x="561243" y="1947663"/>
                </a:cubicBezTo>
                <a:cubicBezTo>
                  <a:pt x="563705" y="1965879"/>
                  <a:pt x="565182" y="1981141"/>
                  <a:pt x="567644" y="1999356"/>
                </a:cubicBezTo>
                <a:cubicBezTo>
                  <a:pt x="594229" y="1994926"/>
                  <a:pt x="619829" y="1990002"/>
                  <a:pt x="614414" y="1950617"/>
                </a:cubicBezTo>
                <a:cubicBezTo>
                  <a:pt x="613429" y="1944709"/>
                  <a:pt x="617860" y="1936832"/>
                  <a:pt x="620814" y="1930924"/>
                </a:cubicBezTo>
                <a:cubicBezTo>
                  <a:pt x="640999" y="1894985"/>
                  <a:pt x="659215" y="1857076"/>
                  <a:pt x="682846" y="1823599"/>
                </a:cubicBezTo>
                <a:cubicBezTo>
                  <a:pt x="705000" y="1791598"/>
                  <a:pt x="735524" y="1765013"/>
                  <a:pt x="757679" y="1733012"/>
                </a:cubicBezTo>
                <a:cubicBezTo>
                  <a:pt x="774910" y="1708396"/>
                  <a:pt x="785248" y="1679842"/>
                  <a:pt x="798049" y="1652272"/>
                </a:cubicBezTo>
                <a:cubicBezTo>
                  <a:pt x="801003" y="1645872"/>
                  <a:pt x="797556" y="1636518"/>
                  <a:pt x="801495" y="1631594"/>
                </a:cubicBezTo>
                <a:cubicBezTo>
                  <a:pt x="828572" y="1593193"/>
                  <a:pt x="856142" y="1555285"/>
                  <a:pt x="884697" y="1517869"/>
                </a:cubicBezTo>
                <a:cubicBezTo>
                  <a:pt x="902420" y="1494730"/>
                  <a:pt x="922113" y="1473068"/>
                  <a:pt x="941313" y="1450421"/>
                </a:cubicBezTo>
                <a:cubicBezTo>
                  <a:pt x="944760" y="1446482"/>
                  <a:pt x="950668" y="1442544"/>
                  <a:pt x="950668" y="1439098"/>
                </a:cubicBezTo>
                <a:cubicBezTo>
                  <a:pt x="950175" y="1398235"/>
                  <a:pt x="970853" y="1398728"/>
                  <a:pt x="999407" y="1419405"/>
                </a:cubicBezTo>
                <a:cubicBezTo>
                  <a:pt x="1006300" y="1394297"/>
                  <a:pt x="1012207" y="1374604"/>
                  <a:pt x="1018115" y="1354419"/>
                </a:cubicBezTo>
                <a:cubicBezTo>
                  <a:pt x="1036823" y="1352450"/>
                  <a:pt x="1055531" y="1350973"/>
                  <a:pt x="1076701" y="1348511"/>
                </a:cubicBezTo>
                <a:cubicBezTo>
                  <a:pt x="1069316" y="1320449"/>
                  <a:pt x="1065870" y="1304202"/>
                  <a:pt x="1096886" y="1283033"/>
                </a:cubicBezTo>
                <a:cubicBezTo>
                  <a:pt x="1125441" y="1263340"/>
                  <a:pt x="1158426" y="1240201"/>
                  <a:pt x="1180088" y="1208693"/>
                </a:cubicBezTo>
                <a:cubicBezTo>
                  <a:pt x="1182057" y="1205739"/>
                  <a:pt x="1184027" y="1200815"/>
                  <a:pt x="1182550" y="1197862"/>
                </a:cubicBezTo>
                <a:cubicBezTo>
                  <a:pt x="1165811" y="1160445"/>
                  <a:pt x="1197319" y="1146660"/>
                  <a:pt x="1218489" y="1132383"/>
                </a:cubicBezTo>
                <a:cubicBezTo>
                  <a:pt x="1238674" y="1118106"/>
                  <a:pt x="1251474" y="1088074"/>
                  <a:pt x="1286921" y="1097921"/>
                </a:cubicBezTo>
                <a:cubicBezTo>
                  <a:pt x="1296275" y="1100382"/>
                  <a:pt x="1310060" y="1086105"/>
                  <a:pt x="1324338" y="1078228"/>
                </a:cubicBezTo>
                <a:cubicBezTo>
                  <a:pt x="1299229" y="1044750"/>
                  <a:pt x="1322368" y="1040320"/>
                  <a:pt x="1345507" y="1025550"/>
                </a:cubicBezTo>
                <a:cubicBezTo>
                  <a:pt x="1409016" y="984195"/>
                  <a:pt x="1468094" y="935948"/>
                  <a:pt x="1528157" y="889670"/>
                </a:cubicBezTo>
                <a:cubicBezTo>
                  <a:pt x="1561635" y="863577"/>
                  <a:pt x="1571974" y="842407"/>
                  <a:pt x="1579359" y="806960"/>
                </a:cubicBezTo>
                <a:cubicBezTo>
                  <a:pt x="1608405" y="801053"/>
                  <a:pt x="1641883" y="804007"/>
                  <a:pt x="1653699" y="789237"/>
                </a:cubicBezTo>
                <a:cubicBezTo>
                  <a:pt x="1687669" y="748374"/>
                  <a:pt x="1738870" y="747390"/>
                  <a:pt x="1779240" y="723759"/>
                </a:cubicBezTo>
                <a:cubicBezTo>
                  <a:pt x="1794994" y="714405"/>
                  <a:pt x="1809764" y="702589"/>
                  <a:pt x="1821579" y="688804"/>
                </a:cubicBezTo>
                <a:cubicBezTo>
                  <a:pt x="1842749" y="663696"/>
                  <a:pt x="1870811" y="651388"/>
                  <a:pt x="1900350" y="641049"/>
                </a:cubicBezTo>
                <a:cubicBezTo>
                  <a:pt x="1916597" y="635141"/>
                  <a:pt x="1929890" y="610525"/>
                  <a:pt x="1951552" y="633172"/>
                </a:cubicBezTo>
                <a:cubicBezTo>
                  <a:pt x="1953521" y="635141"/>
                  <a:pt x="1966321" y="630218"/>
                  <a:pt x="1970752" y="625295"/>
                </a:cubicBezTo>
                <a:cubicBezTo>
                  <a:pt x="1988475" y="608064"/>
                  <a:pt x="2004230" y="587879"/>
                  <a:pt x="2022938" y="571632"/>
                </a:cubicBezTo>
                <a:cubicBezTo>
                  <a:pt x="2040661" y="556370"/>
                  <a:pt x="2061339" y="536677"/>
                  <a:pt x="2079062" y="572124"/>
                </a:cubicBezTo>
                <a:cubicBezTo>
                  <a:pt x="2108109" y="542585"/>
                  <a:pt x="2130756" y="510092"/>
                  <a:pt x="2176541" y="504184"/>
                </a:cubicBezTo>
                <a:cubicBezTo>
                  <a:pt x="2196726" y="501723"/>
                  <a:pt x="2214450" y="481045"/>
                  <a:pt x="2232666" y="468737"/>
                </a:cubicBezTo>
                <a:cubicBezTo>
                  <a:pt x="2252358" y="455445"/>
                  <a:pt x="2270082" y="435752"/>
                  <a:pt x="2296667" y="455445"/>
                </a:cubicBezTo>
                <a:cubicBezTo>
                  <a:pt x="2290759" y="477107"/>
                  <a:pt x="2284851" y="497292"/>
                  <a:pt x="2277467" y="522400"/>
                </a:cubicBezTo>
                <a:cubicBezTo>
                  <a:pt x="2259251" y="527323"/>
                  <a:pt x="2233158" y="531262"/>
                  <a:pt x="2210019" y="541108"/>
                </a:cubicBezTo>
                <a:cubicBezTo>
                  <a:pt x="2156356" y="564247"/>
                  <a:pt x="2105155" y="593786"/>
                  <a:pt x="2051000" y="615448"/>
                </a:cubicBezTo>
                <a:cubicBezTo>
                  <a:pt x="1921028" y="667634"/>
                  <a:pt x="1807302" y="747390"/>
                  <a:pt x="1690130" y="821238"/>
                </a:cubicBezTo>
                <a:cubicBezTo>
                  <a:pt x="1671914" y="832561"/>
                  <a:pt x="1653206" y="842900"/>
                  <a:pt x="1634006" y="852746"/>
                </a:cubicBezTo>
                <a:cubicBezTo>
                  <a:pt x="1608405" y="866039"/>
                  <a:pt x="1581820" y="876870"/>
                  <a:pt x="1574435" y="910840"/>
                </a:cubicBezTo>
                <a:cubicBezTo>
                  <a:pt x="1571974" y="922163"/>
                  <a:pt x="1559173" y="937425"/>
                  <a:pt x="1548835" y="939394"/>
                </a:cubicBezTo>
                <a:cubicBezTo>
                  <a:pt x="1489264" y="951210"/>
                  <a:pt x="1469079" y="1009303"/>
                  <a:pt x="1425755" y="1040812"/>
                </a:cubicBezTo>
                <a:cubicBezTo>
                  <a:pt x="1395724" y="1062474"/>
                  <a:pt x="1370615" y="1091521"/>
                  <a:pt x="1345507" y="1119091"/>
                </a:cubicBezTo>
                <a:cubicBezTo>
                  <a:pt x="1315968" y="1151091"/>
                  <a:pt x="1294306" y="1195892"/>
                  <a:pt x="1258367" y="1214600"/>
                </a:cubicBezTo>
                <a:cubicBezTo>
                  <a:pt x="1208643" y="1240201"/>
                  <a:pt x="1207658" y="1301741"/>
                  <a:pt x="1159903" y="1324388"/>
                </a:cubicBezTo>
                <a:cubicBezTo>
                  <a:pt x="1149564" y="1329311"/>
                  <a:pt x="1141687" y="1338172"/>
                  <a:pt x="1132825" y="1345557"/>
                </a:cubicBezTo>
                <a:cubicBezTo>
                  <a:pt x="1127410" y="1349988"/>
                  <a:pt x="1120025" y="1354419"/>
                  <a:pt x="1118056" y="1359834"/>
                </a:cubicBezTo>
                <a:cubicBezTo>
                  <a:pt x="1097871" y="1425805"/>
                  <a:pt x="1051101" y="1473068"/>
                  <a:pt x="1006300" y="1522300"/>
                </a:cubicBezTo>
                <a:cubicBezTo>
                  <a:pt x="982668" y="1548393"/>
                  <a:pt x="965437" y="1580393"/>
                  <a:pt x="945252" y="1609440"/>
                </a:cubicBezTo>
                <a:cubicBezTo>
                  <a:pt x="937867" y="1619779"/>
                  <a:pt x="929498" y="1629133"/>
                  <a:pt x="921621" y="1638979"/>
                </a:cubicBezTo>
                <a:cubicBezTo>
                  <a:pt x="897989" y="1667041"/>
                  <a:pt x="874850" y="1691657"/>
                  <a:pt x="865989" y="1733504"/>
                </a:cubicBezTo>
                <a:cubicBezTo>
                  <a:pt x="857127" y="1777321"/>
                  <a:pt x="822172" y="1815229"/>
                  <a:pt x="800018" y="1856584"/>
                </a:cubicBezTo>
                <a:cubicBezTo>
                  <a:pt x="788695" y="1877754"/>
                  <a:pt x="781802" y="1900893"/>
                  <a:pt x="771463" y="1922062"/>
                </a:cubicBezTo>
                <a:cubicBezTo>
                  <a:pt x="761617" y="1941263"/>
                  <a:pt x="747832" y="1958002"/>
                  <a:pt x="738970" y="1977694"/>
                </a:cubicBezTo>
                <a:cubicBezTo>
                  <a:pt x="720262" y="2021019"/>
                  <a:pt x="703524" y="2065327"/>
                  <a:pt x="686292" y="2109144"/>
                </a:cubicBezTo>
                <a:cubicBezTo>
                  <a:pt x="683338" y="2116036"/>
                  <a:pt x="679400" y="2121944"/>
                  <a:pt x="676446" y="2128836"/>
                </a:cubicBezTo>
                <a:cubicBezTo>
                  <a:pt x="667092" y="2146560"/>
                  <a:pt x="653307" y="2163791"/>
                  <a:pt x="649368" y="2182499"/>
                </a:cubicBezTo>
                <a:cubicBezTo>
                  <a:pt x="643461" y="2213515"/>
                  <a:pt x="637061" y="2240100"/>
                  <a:pt x="615398" y="2267178"/>
                </a:cubicBezTo>
                <a:cubicBezTo>
                  <a:pt x="596198" y="2290809"/>
                  <a:pt x="595706" y="2329702"/>
                  <a:pt x="586352" y="2361703"/>
                </a:cubicBezTo>
                <a:cubicBezTo>
                  <a:pt x="581921" y="2376473"/>
                  <a:pt x="589306" y="2399119"/>
                  <a:pt x="560751" y="2400596"/>
                </a:cubicBezTo>
                <a:cubicBezTo>
                  <a:pt x="556813" y="2400596"/>
                  <a:pt x="551889" y="2418812"/>
                  <a:pt x="549920" y="2429151"/>
                </a:cubicBezTo>
                <a:cubicBezTo>
                  <a:pt x="545981" y="2448351"/>
                  <a:pt x="547458" y="2469521"/>
                  <a:pt x="540566" y="2487244"/>
                </a:cubicBezTo>
                <a:cubicBezTo>
                  <a:pt x="528750" y="2518261"/>
                  <a:pt x="496257" y="2544353"/>
                  <a:pt x="523827" y="2582754"/>
                </a:cubicBezTo>
                <a:cubicBezTo>
                  <a:pt x="526781" y="2587185"/>
                  <a:pt x="518904" y="2599001"/>
                  <a:pt x="516935" y="2607370"/>
                </a:cubicBezTo>
                <a:cubicBezTo>
                  <a:pt x="507088" y="2650694"/>
                  <a:pt x="497734" y="2694018"/>
                  <a:pt x="488873" y="2737342"/>
                </a:cubicBezTo>
                <a:cubicBezTo>
                  <a:pt x="478534" y="2786574"/>
                  <a:pt x="467703" y="2836298"/>
                  <a:pt x="458349" y="2885530"/>
                </a:cubicBezTo>
                <a:cubicBezTo>
                  <a:pt x="447518" y="2945101"/>
                  <a:pt x="442102" y="3006641"/>
                  <a:pt x="427333" y="3065227"/>
                </a:cubicBezTo>
                <a:cubicBezTo>
                  <a:pt x="414532" y="3113966"/>
                  <a:pt x="442102" y="3156798"/>
                  <a:pt x="438164" y="3203076"/>
                </a:cubicBezTo>
                <a:cubicBezTo>
                  <a:pt x="434225" y="3250339"/>
                  <a:pt x="430287" y="3297601"/>
                  <a:pt x="427825" y="3344863"/>
                </a:cubicBezTo>
                <a:cubicBezTo>
                  <a:pt x="426840" y="3360618"/>
                  <a:pt x="427825" y="3377849"/>
                  <a:pt x="432748" y="3393111"/>
                </a:cubicBezTo>
                <a:cubicBezTo>
                  <a:pt x="447518" y="3436927"/>
                  <a:pt x="447025" y="3478774"/>
                  <a:pt x="425363" y="3520621"/>
                </a:cubicBezTo>
                <a:cubicBezTo>
                  <a:pt x="421917" y="3527514"/>
                  <a:pt x="423886" y="3541791"/>
                  <a:pt x="429302" y="3548191"/>
                </a:cubicBezTo>
                <a:cubicBezTo>
                  <a:pt x="450472" y="3575761"/>
                  <a:pt x="456379" y="3605300"/>
                  <a:pt x="456872" y="3639763"/>
                </a:cubicBezTo>
                <a:cubicBezTo>
                  <a:pt x="457364" y="3665855"/>
                  <a:pt x="469672" y="3691948"/>
                  <a:pt x="476565" y="3718534"/>
                </a:cubicBezTo>
                <a:cubicBezTo>
                  <a:pt x="494288" y="3789428"/>
                  <a:pt x="512011" y="3859829"/>
                  <a:pt x="532689" y="3941554"/>
                </a:cubicBezTo>
                <a:cubicBezTo>
                  <a:pt x="541551" y="3922846"/>
                  <a:pt x="545489" y="3914969"/>
                  <a:pt x="550412" y="3905122"/>
                </a:cubicBezTo>
                <a:cubicBezTo>
                  <a:pt x="565674" y="3922846"/>
                  <a:pt x="576013" y="3935154"/>
                  <a:pt x="550905" y="3951893"/>
                </a:cubicBezTo>
                <a:cubicBezTo>
                  <a:pt x="544012" y="3956323"/>
                  <a:pt x="545981" y="3977986"/>
                  <a:pt x="548935" y="3990786"/>
                </a:cubicBezTo>
                <a:cubicBezTo>
                  <a:pt x="554351" y="4017863"/>
                  <a:pt x="559274" y="4045925"/>
                  <a:pt x="571582" y="4070049"/>
                </a:cubicBezTo>
                <a:cubicBezTo>
                  <a:pt x="580936" y="4088265"/>
                  <a:pt x="601121" y="4101065"/>
                  <a:pt x="621306" y="4121743"/>
                </a:cubicBezTo>
                <a:cubicBezTo>
                  <a:pt x="618845" y="4125189"/>
                  <a:pt x="611460" y="4137004"/>
                  <a:pt x="601614" y="4152266"/>
                </a:cubicBezTo>
                <a:cubicBezTo>
                  <a:pt x="611952" y="4150297"/>
                  <a:pt x="619337" y="4149312"/>
                  <a:pt x="629676" y="4147343"/>
                </a:cubicBezTo>
                <a:cubicBezTo>
                  <a:pt x="627214" y="4163590"/>
                  <a:pt x="624752" y="4178359"/>
                  <a:pt x="623276" y="4189683"/>
                </a:cubicBezTo>
                <a:cubicBezTo>
                  <a:pt x="651830" y="4206421"/>
                  <a:pt x="686292" y="4217745"/>
                  <a:pt x="704508" y="4241376"/>
                </a:cubicBezTo>
                <a:cubicBezTo>
                  <a:pt x="711893" y="4251223"/>
                  <a:pt x="750786" y="4288146"/>
                  <a:pt x="703524" y="4316209"/>
                </a:cubicBezTo>
                <a:cubicBezTo>
                  <a:pt x="699093" y="4297500"/>
                  <a:pt x="694169" y="4281746"/>
                  <a:pt x="692200" y="4265500"/>
                </a:cubicBezTo>
                <a:cubicBezTo>
                  <a:pt x="690231" y="4249253"/>
                  <a:pt x="694662" y="4229068"/>
                  <a:pt x="660692" y="4234976"/>
                </a:cubicBezTo>
                <a:cubicBezTo>
                  <a:pt x="706970" y="4273869"/>
                  <a:pt x="660692" y="4278300"/>
                  <a:pt x="642968" y="4293070"/>
                </a:cubicBezTo>
                <a:cubicBezTo>
                  <a:pt x="667584" y="4311778"/>
                  <a:pt x="691708" y="4329501"/>
                  <a:pt x="720755" y="4351655"/>
                </a:cubicBezTo>
                <a:cubicBezTo>
                  <a:pt x="718293" y="4352640"/>
                  <a:pt x="730109" y="4346732"/>
                  <a:pt x="731093" y="4348702"/>
                </a:cubicBezTo>
                <a:cubicBezTo>
                  <a:pt x="738478" y="4359040"/>
                  <a:pt x="748817" y="4371348"/>
                  <a:pt x="748324" y="4382672"/>
                </a:cubicBezTo>
                <a:cubicBezTo>
                  <a:pt x="747340" y="4423042"/>
                  <a:pt x="759648" y="4436827"/>
                  <a:pt x="801987" y="4431411"/>
                </a:cubicBezTo>
                <a:cubicBezTo>
                  <a:pt x="782787" y="4479658"/>
                  <a:pt x="818726" y="4490982"/>
                  <a:pt x="850234" y="4507721"/>
                </a:cubicBezTo>
                <a:cubicBezTo>
                  <a:pt x="860573" y="4513136"/>
                  <a:pt x="865989" y="4529383"/>
                  <a:pt x="873373" y="4540214"/>
                </a:cubicBezTo>
                <a:cubicBezTo>
                  <a:pt x="866973" y="4543660"/>
                  <a:pt x="856142" y="4551045"/>
                  <a:pt x="855650" y="4550552"/>
                </a:cubicBezTo>
                <a:cubicBezTo>
                  <a:pt x="848265" y="4540706"/>
                  <a:pt x="842850" y="4530367"/>
                  <a:pt x="835465" y="4518059"/>
                </a:cubicBezTo>
                <a:cubicBezTo>
                  <a:pt x="832019" y="4522490"/>
                  <a:pt x="825619" y="4530860"/>
                  <a:pt x="819218" y="4539229"/>
                </a:cubicBezTo>
                <a:cubicBezTo>
                  <a:pt x="829065" y="4546121"/>
                  <a:pt x="837926" y="4555476"/>
                  <a:pt x="848758" y="4559414"/>
                </a:cubicBezTo>
                <a:cubicBezTo>
                  <a:pt x="898974" y="4577630"/>
                  <a:pt x="899466" y="4577138"/>
                  <a:pt x="905866" y="4604707"/>
                </a:cubicBezTo>
                <a:cubicBezTo>
                  <a:pt x="891589" y="4613077"/>
                  <a:pt x="876820" y="4621939"/>
                  <a:pt x="860081" y="4631785"/>
                </a:cubicBezTo>
                <a:cubicBezTo>
                  <a:pt x="878297" y="4643108"/>
                  <a:pt x="896020" y="4652955"/>
                  <a:pt x="911774" y="4664278"/>
                </a:cubicBezTo>
                <a:cubicBezTo>
                  <a:pt x="916697" y="4668217"/>
                  <a:pt x="921621" y="4678555"/>
                  <a:pt x="920144" y="4683478"/>
                </a:cubicBezTo>
                <a:cubicBezTo>
                  <a:pt x="910790" y="4707110"/>
                  <a:pt x="910297" y="4707110"/>
                  <a:pt x="932944" y="4738618"/>
                </a:cubicBezTo>
                <a:cubicBezTo>
                  <a:pt x="944760" y="4704648"/>
                  <a:pt x="954114" y="4678063"/>
                  <a:pt x="966422" y="4641631"/>
                </a:cubicBezTo>
                <a:cubicBezTo>
                  <a:pt x="977253" y="4644585"/>
                  <a:pt x="999407" y="4644585"/>
                  <a:pt x="1010238" y="4655909"/>
                </a:cubicBezTo>
                <a:cubicBezTo>
                  <a:pt x="1020084" y="4665755"/>
                  <a:pt x="1017623" y="4687909"/>
                  <a:pt x="1021561" y="4709079"/>
                </a:cubicBezTo>
                <a:cubicBezTo>
                  <a:pt x="1065378" y="4730741"/>
                  <a:pt x="1065870" y="4734187"/>
                  <a:pt x="1027469" y="4760772"/>
                </a:cubicBezTo>
                <a:cubicBezTo>
                  <a:pt x="1008761" y="4739603"/>
                  <a:pt x="990545" y="4717941"/>
                  <a:pt x="967899" y="4692340"/>
                </a:cubicBezTo>
                <a:cubicBezTo>
                  <a:pt x="952637" y="4724833"/>
                  <a:pt x="998422" y="4772096"/>
                  <a:pt x="940821" y="4785881"/>
                </a:cubicBezTo>
                <a:cubicBezTo>
                  <a:pt x="949683" y="4787358"/>
                  <a:pt x="958545" y="4788342"/>
                  <a:pt x="967406" y="4789819"/>
                </a:cubicBezTo>
                <a:cubicBezTo>
                  <a:pt x="967406" y="4792773"/>
                  <a:pt x="966914" y="4796219"/>
                  <a:pt x="966914" y="4799173"/>
                </a:cubicBezTo>
                <a:cubicBezTo>
                  <a:pt x="940329" y="4796219"/>
                  <a:pt x="913744" y="4793265"/>
                  <a:pt x="887158" y="4789819"/>
                </a:cubicBezTo>
                <a:cubicBezTo>
                  <a:pt x="911282" y="4804096"/>
                  <a:pt x="907836" y="4848897"/>
                  <a:pt x="944760" y="4845451"/>
                </a:cubicBezTo>
                <a:cubicBezTo>
                  <a:pt x="958545" y="4843974"/>
                  <a:pt x="971837" y="4830189"/>
                  <a:pt x="989068" y="4819851"/>
                </a:cubicBezTo>
                <a:cubicBezTo>
                  <a:pt x="1008761" y="4856282"/>
                  <a:pt x="1030915" y="4898622"/>
                  <a:pt x="1053070" y="4940469"/>
                </a:cubicBezTo>
                <a:cubicBezTo>
                  <a:pt x="1057008" y="4938499"/>
                  <a:pt x="1060947" y="4937023"/>
                  <a:pt x="1064885" y="4935053"/>
                </a:cubicBezTo>
                <a:cubicBezTo>
                  <a:pt x="1062916" y="4919299"/>
                  <a:pt x="1061439" y="4903545"/>
                  <a:pt x="1059470" y="4887791"/>
                </a:cubicBezTo>
                <a:cubicBezTo>
                  <a:pt x="1063409" y="4886806"/>
                  <a:pt x="1067839" y="4886314"/>
                  <a:pt x="1071778" y="4885329"/>
                </a:cubicBezTo>
                <a:cubicBezTo>
                  <a:pt x="1076209" y="4909453"/>
                  <a:pt x="1086055" y="4934561"/>
                  <a:pt x="1083101" y="4958192"/>
                </a:cubicBezTo>
                <a:cubicBezTo>
                  <a:pt x="1080147" y="4978870"/>
                  <a:pt x="1084086" y="4981823"/>
                  <a:pt x="1101317" y="4988716"/>
                </a:cubicBezTo>
                <a:cubicBezTo>
                  <a:pt x="1117071" y="4994624"/>
                  <a:pt x="1130856" y="5009393"/>
                  <a:pt x="1142180" y="5022686"/>
                </a:cubicBezTo>
                <a:cubicBezTo>
                  <a:pt x="1154980" y="5037456"/>
                  <a:pt x="1166303" y="5054687"/>
                  <a:pt x="1174180" y="5072410"/>
                </a:cubicBezTo>
                <a:cubicBezTo>
                  <a:pt x="1180580" y="5086688"/>
                  <a:pt x="1181073" y="5103427"/>
                  <a:pt x="1184027" y="5119180"/>
                </a:cubicBezTo>
                <a:cubicBezTo>
                  <a:pt x="1217504" y="5143304"/>
                  <a:pt x="1256397" y="5167920"/>
                  <a:pt x="1290367" y="5197459"/>
                </a:cubicBezTo>
                <a:cubicBezTo>
                  <a:pt x="1301198" y="5206813"/>
                  <a:pt x="1300706" y="5229952"/>
                  <a:pt x="1306122" y="5243245"/>
                </a:cubicBezTo>
                <a:cubicBezTo>
                  <a:pt x="1341076" y="5288046"/>
                  <a:pt x="1410985" y="5283615"/>
                  <a:pt x="1438063" y="5346139"/>
                </a:cubicBezTo>
                <a:cubicBezTo>
                  <a:pt x="1446432" y="5365340"/>
                  <a:pt x="1476956" y="5374694"/>
                  <a:pt x="1499603" y="5389956"/>
                </a:cubicBezTo>
                <a:cubicBezTo>
                  <a:pt x="1490249" y="5390448"/>
                  <a:pt x="1482864" y="5390940"/>
                  <a:pt x="1475972" y="5391433"/>
                </a:cubicBezTo>
                <a:cubicBezTo>
                  <a:pt x="1474987" y="5394387"/>
                  <a:pt x="1474495" y="5397341"/>
                  <a:pt x="1473510" y="5400294"/>
                </a:cubicBezTo>
                <a:cubicBezTo>
                  <a:pt x="1497141" y="5408171"/>
                  <a:pt x="1520280" y="5416541"/>
                  <a:pt x="1545389" y="5424910"/>
                </a:cubicBezTo>
                <a:cubicBezTo>
                  <a:pt x="1552773" y="5409156"/>
                  <a:pt x="1560158" y="5393402"/>
                  <a:pt x="1570989" y="5371740"/>
                </a:cubicBezTo>
                <a:cubicBezTo>
                  <a:pt x="1584282" y="5394387"/>
                  <a:pt x="1635483" y="5395863"/>
                  <a:pt x="1592159" y="5437218"/>
                </a:cubicBezTo>
                <a:cubicBezTo>
                  <a:pt x="1591174" y="5438203"/>
                  <a:pt x="1604959" y="5460850"/>
                  <a:pt x="1614806" y="5465281"/>
                </a:cubicBezTo>
                <a:cubicBezTo>
                  <a:pt x="1641391" y="5476112"/>
                  <a:pt x="1669945" y="5481527"/>
                  <a:pt x="1703423" y="5490881"/>
                </a:cubicBezTo>
                <a:cubicBezTo>
                  <a:pt x="1687669" y="5500235"/>
                  <a:pt x="1675853" y="5507128"/>
                  <a:pt x="1659606" y="5516974"/>
                </a:cubicBezTo>
                <a:cubicBezTo>
                  <a:pt x="1678807" y="5525836"/>
                  <a:pt x="1660099" y="5576052"/>
                  <a:pt x="1707361" y="5547990"/>
                </a:cubicBezTo>
                <a:cubicBezTo>
                  <a:pt x="1719669" y="5540605"/>
                  <a:pt x="1743793" y="5553405"/>
                  <a:pt x="1771363" y="5558329"/>
                </a:cubicBezTo>
                <a:cubicBezTo>
                  <a:pt x="1778748" y="5569160"/>
                  <a:pt x="1752655" y="5609038"/>
                  <a:pt x="1796963" y="5613469"/>
                </a:cubicBezTo>
                <a:cubicBezTo>
                  <a:pt x="1809271" y="5626761"/>
                  <a:pt x="1822072" y="5640546"/>
                  <a:pt x="1838811" y="5659254"/>
                </a:cubicBezTo>
                <a:cubicBezTo>
                  <a:pt x="1844226" y="5638085"/>
                  <a:pt x="1847672" y="5626761"/>
                  <a:pt x="1852103" y="5610022"/>
                </a:cubicBezTo>
                <a:cubicBezTo>
                  <a:pt x="1830441" y="5611499"/>
                  <a:pt x="1813210" y="5612976"/>
                  <a:pt x="1795979" y="5613961"/>
                </a:cubicBezTo>
                <a:cubicBezTo>
                  <a:pt x="1811733" y="5588360"/>
                  <a:pt x="1825518" y="5572606"/>
                  <a:pt x="1856042" y="5602637"/>
                </a:cubicBezTo>
                <a:cubicBezTo>
                  <a:pt x="1874750" y="5620853"/>
                  <a:pt x="1910689" y="5618392"/>
                  <a:pt x="1922505" y="5650885"/>
                </a:cubicBezTo>
                <a:cubicBezTo>
                  <a:pt x="1923489" y="5654331"/>
                  <a:pt x="1942690" y="5651377"/>
                  <a:pt x="1954013" y="5651377"/>
                </a:cubicBezTo>
                <a:cubicBezTo>
                  <a:pt x="1957952" y="5690762"/>
                  <a:pt x="2030815" y="5695193"/>
                  <a:pt x="1995860" y="5751318"/>
                </a:cubicBezTo>
                <a:cubicBezTo>
                  <a:pt x="2010630" y="5755256"/>
                  <a:pt x="2021953" y="5758210"/>
                  <a:pt x="2038200" y="5762641"/>
                </a:cubicBezTo>
                <a:cubicBezTo>
                  <a:pt x="2036230" y="5750333"/>
                  <a:pt x="2035246" y="5742456"/>
                  <a:pt x="2034261" y="5735071"/>
                </a:cubicBezTo>
                <a:cubicBezTo>
                  <a:pt x="2093832" y="5724733"/>
                  <a:pt x="2126325" y="5739994"/>
                  <a:pt x="2147002" y="5787750"/>
                </a:cubicBezTo>
                <a:cubicBezTo>
                  <a:pt x="2123863" y="5800058"/>
                  <a:pt x="2107617" y="5870951"/>
                  <a:pt x="2120909" y="5899506"/>
                </a:cubicBezTo>
                <a:cubicBezTo>
                  <a:pt x="2151925" y="5858151"/>
                  <a:pt x="2211496" y="5867997"/>
                  <a:pt x="2288790" y="5929045"/>
                </a:cubicBezTo>
                <a:cubicBezTo>
                  <a:pt x="2270574" y="5936430"/>
                  <a:pt x="2253835" y="5942830"/>
                  <a:pt x="2231681" y="5951691"/>
                </a:cubicBezTo>
                <a:cubicBezTo>
                  <a:pt x="2258266" y="5966953"/>
                  <a:pt x="2281898" y="5980738"/>
                  <a:pt x="2307006" y="5994523"/>
                </a:cubicBezTo>
                <a:cubicBezTo>
                  <a:pt x="2307990" y="5978277"/>
                  <a:pt x="2308975" y="5965969"/>
                  <a:pt x="2309467" y="5953661"/>
                </a:cubicBezTo>
                <a:cubicBezTo>
                  <a:pt x="2320298" y="5957107"/>
                  <a:pt x="2331129" y="5963015"/>
                  <a:pt x="2341960" y="5963015"/>
                </a:cubicBezTo>
                <a:cubicBezTo>
                  <a:pt x="2362638" y="5963507"/>
                  <a:pt x="2382823" y="5959076"/>
                  <a:pt x="2403500" y="5960061"/>
                </a:cubicBezTo>
                <a:cubicBezTo>
                  <a:pt x="2416793" y="5961045"/>
                  <a:pt x="2430085" y="5967446"/>
                  <a:pt x="2442886" y="5972861"/>
                </a:cubicBezTo>
                <a:cubicBezTo>
                  <a:pt x="2448794" y="5975323"/>
                  <a:pt x="2454209" y="5983200"/>
                  <a:pt x="2458640" y="5982708"/>
                </a:cubicBezTo>
                <a:cubicBezTo>
                  <a:pt x="2500979" y="5973846"/>
                  <a:pt x="2511318" y="6006831"/>
                  <a:pt x="2526087" y="6033416"/>
                </a:cubicBezTo>
                <a:cubicBezTo>
                  <a:pt x="2537411" y="6032924"/>
                  <a:pt x="2547257" y="6031940"/>
                  <a:pt x="2562027" y="6031447"/>
                </a:cubicBezTo>
                <a:cubicBezTo>
                  <a:pt x="2557596" y="6045724"/>
                  <a:pt x="2554642" y="6055078"/>
                  <a:pt x="2552673" y="6060986"/>
                </a:cubicBezTo>
                <a:cubicBezTo>
                  <a:pt x="2580243" y="6052124"/>
                  <a:pt x="2608797" y="6043262"/>
                  <a:pt x="2640305" y="6033416"/>
                </a:cubicBezTo>
                <a:cubicBezTo>
                  <a:pt x="2641290" y="6017662"/>
                  <a:pt x="2642275" y="5993538"/>
                  <a:pt x="2643259" y="5966953"/>
                </a:cubicBezTo>
                <a:cubicBezTo>
                  <a:pt x="2696430" y="5984677"/>
                  <a:pt x="2708245" y="6000923"/>
                  <a:pt x="2700861" y="6035878"/>
                </a:cubicBezTo>
                <a:cubicBezTo>
                  <a:pt x="2717600" y="6049171"/>
                  <a:pt x="2734338" y="6061971"/>
                  <a:pt x="2751569" y="6074771"/>
                </a:cubicBezTo>
                <a:cubicBezTo>
                  <a:pt x="2754523" y="6077233"/>
                  <a:pt x="2759447" y="6081171"/>
                  <a:pt x="2760924" y="6080186"/>
                </a:cubicBezTo>
                <a:cubicBezTo>
                  <a:pt x="2796863" y="6062955"/>
                  <a:pt x="2822463" y="6096433"/>
                  <a:pt x="2854956" y="6097910"/>
                </a:cubicBezTo>
                <a:cubicBezTo>
                  <a:pt x="2896311" y="6099879"/>
                  <a:pt x="2937666" y="6106280"/>
                  <a:pt x="2981482" y="6111203"/>
                </a:cubicBezTo>
                <a:cubicBezTo>
                  <a:pt x="2989360" y="6141726"/>
                  <a:pt x="2993298" y="6173235"/>
                  <a:pt x="2942589" y="6193913"/>
                </a:cubicBezTo>
                <a:cubicBezTo>
                  <a:pt x="2960805" y="6202282"/>
                  <a:pt x="2970159" y="6208682"/>
                  <a:pt x="2980005" y="6210159"/>
                </a:cubicBezTo>
                <a:cubicBezTo>
                  <a:pt x="2983452" y="6210651"/>
                  <a:pt x="2987882" y="6195881"/>
                  <a:pt x="2991821" y="6188497"/>
                </a:cubicBezTo>
                <a:cubicBezTo>
                  <a:pt x="2997729" y="6177666"/>
                  <a:pt x="3003144" y="6166342"/>
                  <a:pt x="3012498" y="6148127"/>
                </a:cubicBezTo>
                <a:cubicBezTo>
                  <a:pt x="3023329" y="6170281"/>
                  <a:pt x="3030222" y="6184558"/>
                  <a:pt x="3037114" y="6198836"/>
                </a:cubicBezTo>
                <a:cubicBezTo>
                  <a:pt x="3055823" y="6191943"/>
                  <a:pt x="3074531" y="6185051"/>
                  <a:pt x="3095700" y="6177174"/>
                </a:cubicBezTo>
                <a:cubicBezTo>
                  <a:pt x="3097177" y="6165850"/>
                  <a:pt x="3098654" y="6151573"/>
                  <a:pt x="3099147" y="6144681"/>
                </a:cubicBezTo>
                <a:cubicBezTo>
                  <a:pt x="3130163" y="6141726"/>
                  <a:pt x="3155763" y="6137788"/>
                  <a:pt x="3181364" y="6138280"/>
                </a:cubicBezTo>
                <a:cubicBezTo>
                  <a:pt x="3196133" y="6138280"/>
                  <a:pt x="3210903" y="6147142"/>
                  <a:pt x="3226165" y="6149111"/>
                </a:cubicBezTo>
                <a:cubicBezTo>
                  <a:pt x="3242411" y="6151080"/>
                  <a:pt x="3259150" y="6150096"/>
                  <a:pt x="3275889" y="6150588"/>
                </a:cubicBezTo>
                <a:cubicBezTo>
                  <a:pt x="3276874" y="6150588"/>
                  <a:pt x="3278350" y="6148127"/>
                  <a:pt x="3278843" y="6148619"/>
                </a:cubicBezTo>
                <a:cubicBezTo>
                  <a:pt x="3318721" y="6167327"/>
                  <a:pt x="3363522" y="6118095"/>
                  <a:pt x="3401923" y="6158465"/>
                </a:cubicBezTo>
                <a:cubicBezTo>
                  <a:pt x="3406353" y="6163388"/>
                  <a:pt x="3417677" y="6162896"/>
                  <a:pt x="3426046" y="6162896"/>
                </a:cubicBezTo>
                <a:cubicBezTo>
                  <a:pt x="3448200" y="6162404"/>
                  <a:pt x="3471339" y="6142711"/>
                  <a:pt x="3493494" y="6165850"/>
                </a:cubicBezTo>
                <a:cubicBezTo>
                  <a:pt x="3494971" y="6167327"/>
                  <a:pt x="3504817" y="6157973"/>
                  <a:pt x="3511217" y="6156496"/>
                </a:cubicBezTo>
                <a:cubicBezTo>
                  <a:pt x="3525002" y="6153050"/>
                  <a:pt x="3539279" y="6149111"/>
                  <a:pt x="3553557" y="6149111"/>
                </a:cubicBezTo>
                <a:cubicBezTo>
                  <a:pt x="3587034" y="6149111"/>
                  <a:pt x="3620512" y="6155511"/>
                  <a:pt x="3653497" y="6152065"/>
                </a:cubicBezTo>
                <a:cubicBezTo>
                  <a:pt x="3689437" y="6148619"/>
                  <a:pt x="3724391" y="6131880"/>
                  <a:pt x="3760331" y="6131388"/>
                </a:cubicBezTo>
                <a:cubicBezTo>
                  <a:pt x="3782977" y="6130895"/>
                  <a:pt x="3805624" y="6149111"/>
                  <a:pt x="3828763" y="6158957"/>
                </a:cubicBezTo>
                <a:cubicBezTo>
                  <a:pt x="3829747" y="6153542"/>
                  <a:pt x="3830732" y="6146649"/>
                  <a:pt x="3833194" y="6129418"/>
                </a:cubicBezTo>
                <a:cubicBezTo>
                  <a:pt x="3839594" y="6149604"/>
                  <a:pt x="3843040" y="6161419"/>
                  <a:pt x="3846979" y="6174220"/>
                </a:cubicBezTo>
                <a:cubicBezTo>
                  <a:pt x="3872087" y="6172250"/>
                  <a:pt x="3897688" y="6169789"/>
                  <a:pt x="3925750" y="6167819"/>
                </a:cubicBezTo>
                <a:cubicBezTo>
                  <a:pt x="3912457" y="6148619"/>
                  <a:pt x="3870118" y="6155511"/>
                  <a:pt x="3879472" y="6117110"/>
                </a:cubicBezTo>
                <a:cubicBezTo>
                  <a:pt x="3903595" y="6123018"/>
                  <a:pt x="3926242" y="6128434"/>
                  <a:pt x="3938550" y="6131388"/>
                </a:cubicBezTo>
                <a:cubicBezTo>
                  <a:pt x="3948396" y="6153050"/>
                  <a:pt x="3955289" y="6167819"/>
                  <a:pt x="3962181" y="6182589"/>
                </a:cubicBezTo>
                <a:cubicBezTo>
                  <a:pt x="3966612" y="6181112"/>
                  <a:pt x="3971043" y="6179635"/>
                  <a:pt x="3975474" y="6178158"/>
                </a:cubicBezTo>
                <a:cubicBezTo>
                  <a:pt x="3970058" y="6162896"/>
                  <a:pt x="3960704" y="6147142"/>
                  <a:pt x="3961197" y="6132373"/>
                </a:cubicBezTo>
                <a:cubicBezTo>
                  <a:pt x="3961689" y="6122526"/>
                  <a:pt x="3976459" y="6104802"/>
                  <a:pt x="3985320" y="6104802"/>
                </a:cubicBezTo>
                <a:cubicBezTo>
                  <a:pt x="4026675" y="6104310"/>
                  <a:pt x="4065568" y="6105295"/>
                  <a:pt x="4097569" y="6070340"/>
                </a:cubicBezTo>
                <a:cubicBezTo>
                  <a:pt x="4111846" y="6054586"/>
                  <a:pt x="4148278" y="6073294"/>
                  <a:pt x="4164524" y="6096925"/>
                </a:cubicBezTo>
                <a:cubicBezTo>
                  <a:pt x="4170925" y="6105787"/>
                  <a:pt x="4183725" y="6110218"/>
                  <a:pt x="4194063" y="6116618"/>
                </a:cubicBezTo>
                <a:cubicBezTo>
                  <a:pt x="4195541" y="6113664"/>
                  <a:pt x="4197018" y="6110218"/>
                  <a:pt x="4198494" y="6107264"/>
                </a:cubicBezTo>
                <a:cubicBezTo>
                  <a:pt x="4194556" y="6092987"/>
                  <a:pt x="4191109" y="6078710"/>
                  <a:pt x="4187171" y="6064432"/>
                </a:cubicBezTo>
                <a:cubicBezTo>
                  <a:pt x="4224095" y="6050647"/>
                  <a:pt x="4262496" y="6035878"/>
                  <a:pt x="4306805" y="6019139"/>
                </a:cubicBezTo>
                <a:cubicBezTo>
                  <a:pt x="4314682" y="6025047"/>
                  <a:pt x="4330928" y="6037847"/>
                  <a:pt x="4348159" y="6051632"/>
                </a:cubicBezTo>
                <a:cubicBezTo>
                  <a:pt x="4356529" y="6040309"/>
                  <a:pt x="4365391" y="6028001"/>
                  <a:pt x="4373760" y="6016678"/>
                </a:cubicBezTo>
                <a:cubicBezTo>
                  <a:pt x="4388529" y="6027509"/>
                  <a:pt x="4399360" y="6036371"/>
                  <a:pt x="4410684" y="6044740"/>
                </a:cubicBezTo>
                <a:cubicBezTo>
                  <a:pt x="4412653" y="6042278"/>
                  <a:pt x="4415115" y="6039324"/>
                  <a:pt x="4417084" y="6036863"/>
                </a:cubicBezTo>
                <a:cubicBezTo>
                  <a:pt x="4411176" y="6028001"/>
                  <a:pt x="4405268" y="6018647"/>
                  <a:pt x="4399360" y="6009785"/>
                </a:cubicBezTo>
                <a:cubicBezTo>
                  <a:pt x="4410684" y="6004862"/>
                  <a:pt x="4422499" y="6000431"/>
                  <a:pt x="4433823" y="5994523"/>
                </a:cubicBezTo>
                <a:cubicBezTo>
                  <a:pt x="4440223" y="5991569"/>
                  <a:pt x="4445638" y="5984677"/>
                  <a:pt x="4452531" y="5983200"/>
                </a:cubicBezTo>
                <a:cubicBezTo>
                  <a:pt x="4467793" y="5979754"/>
                  <a:pt x="4483547" y="5978769"/>
                  <a:pt x="4498809" y="5976307"/>
                </a:cubicBezTo>
                <a:cubicBezTo>
                  <a:pt x="4507178" y="5975323"/>
                  <a:pt x="4520963" y="5975815"/>
                  <a:pt x="4522933" y="5971384"/>
                </a:cubicBezTo>
                <a:cubicBezTo>
                  <a:pt x="4542625" y="5928553"/>
                  <a:pt x="4592349" y="5948738"/>
                  <a:pt x="4621396" y="5925106"/>
                </a:cubicBezTo>
                <a:cubicBezTo>
                  <a:pt x="4622381" y="5924614"/>
                  <a:pt x="4637150" y="5940861"/>
                  <a:pt x="4650935" y="5955138"/>
                </a:cubicBezTo>
                <a:cubicBezTo>
                  <a:pt x="4655859" y="5943814"/>
                  <a:pt x="4664720" y="5931506"/>
                  <a:pt x="4665705" y="5918214"/>
                </a:cubicBezTo>
                <a:cubicBezTo>
                  <a:pt x="4667674" y="5897044"/>
                  <a:pt x="4676044" y="5892121"/>
                  <a:pt x="4695244" y="5896552"/>
                </a:cubicBezTo>
                <a:cubicBezTo>
                  <a:pt x="4707060" y="5899506"/>
                  <a:pt x="4719860" y="5900983"/>
                  <a:pt x="4730199" y="5902952"/>
                </a:cubicBezTo>
                <a:cubicBezTo>
                  <a:pt x="4737091" y="5891136"/>
                  <a:pt x="4742999" y="5881782"/>
                  <a:pt x="4748414" y="5872428"/>
                </a:cubicBezTo>
                <a:cubicBezTo>
                  <a:pt x="4755307" y="5877844"/>
                  <a:pt x="4761707" y="5883259"/>
                  <a:pt x="4764661" y="5885228"/>
                </a:cubicBezTo>
                <a:cubicBezTo>
                  <a:pt x="4777954" y="5873905"/>
                  <a:pt x="4790754" y="5863074"/>
                  <a:pt x="4811431" y="5845843"/>
                </a:cubicBezTo>
                <a:cubicBezTo>
                  <a:pt x="4805031" y="5864059"/>
                  <a:pt x="4801585" y="5872920"/>
                  <a:pt x="4798139" y="5882767"/>
                </a:cubicBezTo>
                <a:cubicBezTo>
                  <a:pt x="4824231" y="5873413"/>
                  <a:pt x="4824231" y="5873413"/>
                  <a:pt x="4812908" y="5811873"/>
                </a:cubicBezTo>
                <a:cubicBezTo>
                  <a:pt x="4819801" y="5815319"/>
                  <a:pt x="4825216" y="5816796"/>
                  <a:pt x="4829155" y="5820242"/>
                </a:cubicBezTo>
                <a:cubicBezTo>
                  <a:pt x="4833093" y="5824181"/>
                  <a:pt x="4835555" y="5829597"/>
                  <a:pt x="4842940" y="5840427"/>
                </a:cubicBezTo>
                <a:cubicBezTo>
                  <a:pt x="4856725" y="5765595"/>
                  <a:pt x="4907433" y="5792180"/>
                  <a:pt x="4954204" y="5795627"/>
                </a:cubicBezTo>
                <a:cubicBezTo>
                  <a:pt x="4947804" y="5784303"/>
                  <a:pt x="4944357" y="5778888"/>
                  <a:pt x="4941403" y="5773472"/>
                </a:cubicBezTo>
                <a:cubicBezTo>
                  <a:pt x="4982758" y="5761656"/>
                  <a:pt x="5032975" y="5770026"/>
                  <a:pt x="5054637" y="5731625"/>
                </a:cubicBezTo>
                <a:cubicBezTo>
                  <a:pt x="5080729" y="5723255"/>
                  <a:pt x="5099930" y="5717840"/>
                  <a:pt x="5122576" y="5710455"/>
                </a:cubicBezTo>
                <a:cubicBezTo>
                  <a:pt x="5105838" y="5692732"/>
                  <a:pt x="5092545" y="5678947"/>
                  <a:pt x="5070883" y="5656300"/>
                </a:cubicBezTo>
                <a:cubicBezTo>
                  <a:pt x="5095007" y="5656300"/>
                  <a:pt x="5107807" y="5654823"/>
                  <a:pt x="5120115" y="5656792"/>
                </a:cubicBezTo>
                <a:cubicBezTo>
                  <a:pt x="5162455" y="5662700"/>
                  <a:pt x="5174763" y="5653838"/>
                  <a:pt x="5179193" y="5611991"/>
                </a:cubicBezTo>
                <a:cubicBezTo>
                  <a:pt x="5184609" y="5559806"/>
                  <a:pt x="5211194" y="5546513"/>
                  <a:pt x="5259441" y="5564729"/>
                </a:cubicBezTo>
                <a:cubicBezTo>
                  <a:pt x="5272241" y="5569652"/>
                  <a:pt x="5292919" y="5555375"/>
                  <a:pt x="5313596" y="5548482"/>
                </a:cubicBezTo>
                <a:cubicBezTo>
                  <a:pt x="5284057" y="5518451"/>
                  <a:pt x="5284057" y="5518451"/>
                  <a:pt x="5311627" y="5490881"/>
                </a:cubicBezTo>
                <a:cubicBezTo>
                  <a:pt x="5325904" y="5496296"/>
                  <a:pt x="5338704" y="5501712"/>
                  <a:pt x="5351012" y="5506635"/>
                </a:cubicBezTo>
                <a:cubicBezTo>
                  <a:pt x="5355936" y="5493343"/>
                  <a:pt x="5357413" y="5475127"/>
                  <a:pt x="5367259" y="5467742"/>
                </a:cubicBezTo>
                <a:cubicBezTo>
                  <a:pt x="5388921" y="5450511"/>
                  <a:pt x="5370705" y="5407679"/>
                  <a:pt x="5412060" y="5403248"/>
                </a:cubicBezTo>
                <a:cubicBezTo>
                  <a:pt x="5419445" y="5402264"/>
                  <a:pt x="5425352" y="5386510"/>
                  <a:pt x="5425352" y="5386017"/>
                </a:cubicBezTo>
                <a:cubicBezTo>
                  <a:pt x="5461784" y="5379125"/>
                  <a:pt x="5490831" y="5373709"/>
                  <a:pt x="5520370" y="5368294"/>
                </a:cubicBezTo>
                <a:cubicBezTo>
                  <a:pt x="5520370" y="5364355"/>
                  <a:pt x="5520862" y="5360417"/>
                  <a:pt x="5520862" y="5356478"/>
                </a:cubicBezTo>
                <a:cubicBezTo>
                  <a:pt x="5513478" y="5352540"/>
                  <a:pt x="5506585" y="5348601"/>
                  <a:pt x="5499200" y="5344170"/>
                </a:cubicBezTo>
                <a:cubicBezTo>
                  <a:pt x="5508554" y="5309215"/>
                  <a:pt x="5515939" y="5271307"/>
                  <a:pt x="5568125" y="5288046"/>
                </a:cubicBezTo>
                <a:cubicBezTo>
                  <a:pt x="5568125" y="5288046"/>
                  <a:pt x="5575017" y="5274261"/>
                  <a:pt x="5575017" y="5266876"/>
                </a:cubicBezTo>
                <a:cubicBezTo>
                  <a:pt x="5574525" y="5249645"/>
                  <a:pt x="5572064" y="5231922"/>
                  <a:pt x="5570094" y="5207798"/>
                </a:cubicBezTo>
                <a:cubicBezTo>
                  <a:pt x="5584864" y="5217152"/>
                  <a:pt x="5594710" y="5223552"/>
                  <a:pt x="5604064" y="5229952"/>
                </a:cubicBezTo>
                <a:cubicBezTo>
                  <a:pt x="5647881" y="5220598"/>
                  <a:pt x="5621788" y="5186136"/>
                  <a:pt x="5627203" y="5154135"/>
                </a:cubicBezTo>
                <a:cubicBezTo>
                  <a:pt x="5669050" y="5197459"/>
                  <a:pt x="5687266" y="5155120"/>
                  <a:pt x="5711882" y="5137889"/>
                </a:cubicBezTo>
                <a:cubicBezTo>
                  <a:pt x="5715328" y="5135427"/>
                  <a:pt x="5707944" y="5117211"/>
                  <a:pt x="5703513" y="5096042"/>
                </a:cubicBezTo>
                <a:cubicBezTo>
                  <a:pt x="5722221" y="5066995"/>
                  <a:pt x="5740436" y="5017270"/>
                  <a:pt x="5810838" y="5035486"/>
                </a:cubicBezTo>
                <a:cubicBezTo>
                  <a:pt x="5802961" y="5002993"/>
                  <a:pt x="5796561" y="4978377"/>
                  <a:pt x="5789668" y="4950315"/>
                </a:cubicBezTo>
                <a:cubicBezTo>
                  <a:pt x="5840377" y="4894683"/>
                  <a:pt x="5840377" y="4894683"/>
                  <a:pt x="5928010" y="4911914"/>
                </a:cubicBezTo>
                <a:cubicBezTo>
                  <a:pt x="5905856" y="4898129"/>
                  <a:pt x="5884194" y="4884344"/>
                  <a:pt x="5855639" y="4866621"/>
                </a:cubicBezTo>
                <a:cubicBezTo>
                  <a:pt x="5871886" y="4860221"/>
                  <a:pt x="5883702" y="4849882"/>
                  <a:pt x="5893055" y="4852344"/>
                </a:cubicBezTo>
                <a:cubicBezTo>
                  <a:pt x="5924564" y="4860713"/>
                  <a:pt x="5928995" y="4845451"/>
                  <a:pt x="5922594" y="4820343"/>
                </a:cubicBezTo>
                <a:cubicBezTo>
                  <a:pt x="5949672" y="4818866"/>
                  <a:pt x="5946718" y="4818866"/>
                  <a:pt x="5943764" y="4790804"/>
                </a:cubicBezTo>
                <a:cubicBezTo>
                  <a:pt x="5942780" y="4781942"/>
                  <a:pt x="5960995" y="4771111"/>
                  <a:pt x="5970842" y="4760280"/>
                </a:cubicBezTo>
                <a:cubicBezTo>
                  <a:pt x="5953118" y="4740587"/>
                  <a:pt x="5958534" y="4729264"/>
                  <a:pt x="5985611" y="4720402"/>
                </a:cubicBezTo>
                <a:cubicBezTo>
                  <a:pt x="6017120" y="4709571"/>
                  <a:pt x="6040259" y="4688402"/>
                  <a:pt x="6037797" y="4650985"/>
                </a:cubicBezTo>
                <a:cubicBezTo>
                  <a:pt x="6036813" y="4637693"/>
                  <a:pt x="6033859" y="4624892"/>
                  <a:pt x="6031397" y="4609631"/>
                </a:cubicBezTo>
                <a:cubicBezTo>
                  <a:pt x="6046659" y="4604707"/>
                  <a:pt x="6062413" y="4598799"/>
                  <a:pt x="6079152" y="4594369"/>
                </a:cubicBezTo>
                <a:cubicBezTo>
                  <a:pt x="6092937" y="4590923"/>
                  <a:pt x="6107214" y="4588953"/>
                  <a:pt x="6124938" y="4585015"/>
                </a:cubicBezTo>
                <a:cubicBezTo>
                  <a:pt x="6111645" y="4566799"/>
                  <a:pt x="6082106" y="4545629"/>
                  <a:pt x="6131830" y="4541198"/>
                </a:cubicBezTo>
                <a:cubicBezTo>
                  <a:pt x="6125430" y="4523967"/>
                  <a:pt x="6119522" y="4507228"/>
                  <a:pt x="6113614" y="4490982"/>
                </a:cubicBezTo>
                <a:cubicBezTo>
                  <a:pt x="6116076" y="4489505"/>
                  <a:pt x="6119030" y="4488028"/>
                  <a:pt x="6121491" y="4486551"/>
                </a:cubicBezTo>
                <a:cubicBezTo>
                  <a:pt x="6130353" y="4497874"/>
                  <a:pt x="6139707" y="4509197"/>
                  <a:pt x="6148569" y="4520521"/>
                </a:cubicBezTo>
                <a:cubicBezTo>
                  <a:pt x="6151030" y="4520028"/>
                  <a:pt x="6153492" y="4519536"/>
                  <a:pt x="6155954" y="4519044"/>
                </a:cubicBezTo>
                <a:cubicBezTo>
                  <a:pt x="6149061" y="4495905"/>
                  <a:pt x="6134784" y="4471781"/>
                  <a:pt x="6136753" y="4449135"/>
                </a:cubicBezTo>
                <a:cubicBezTo>
                  <a:pt x="6139215" y="4423042"/>
                  <a:pt x="6155461" y="4397934"/>
                  <a:pt x="6166292" y="4372825"/>
                </a:cubicBezTo>
                <a:cubicBezTo>
                  <a:pt x="6168754" y="4367410"/>
                  <a:pt x="6175154" y="4363963"/>
                  <a:pt x="6179585" y="4360025"/>
                </a:cubicBezTo>
                <a:cubicBezTo>
                  <a:pt x="6173185" y="4349686"/>
                  <a:pt x="6167277" y="4340332"/>
                  <a:pt x="6161369" y="4330486"/>
                </a:cubicBezTo>
                <a:cubicBezTo>
                  <a:pt x="6173185" y="4330978"/>
                  <a:pt x="6185000" y="4331963"/>
                  <a:pt x="6209124" y="4332947"/>
                </a:cubicBezTo>
                <a:cubicBezTo>
                  <a:pt x="6193862" y="4319655"/>
                  <a:pt x="6181554" y="4313255"/>
                  <a:pt x="6178108" y="4303901"/>
                </a:cubicBezTo>
                <a:cubicBezTo>
                  <a:pt x="6174662" y="4293562"/>
                  <a:pt x="6180077" y="4280269"/>
                  <a:pt x="6181554" y="4268454"/>
                </a:cubicBezTo>
                <a:cubicBezTo>
                  <a:pt x="6185000" y="4268454"/>
                  <a:pt x="6188939" y="4267961"/>
                  <a:pt x="6192385" y="4267961"/>
                </a:cubicBezTo>
                <a:cubicBezTo>
                  <a:pt x="6195831" y="4277315"/>
                  <a:pt x="6198786" y="4286670"/>
                  <a:pt x="6205185" y="4305378"/>
                </a:cubicBezTo>
                <a:cubicBezTo>
                  <a:pt x="6213555" y="4282731"/>
                  <a:pt x="6221432" y="4266977"/>
                  <a:pt x="6224878" y="4250730"/>
                </a:cubicBezTo>
                <a:cubicBezTo>
                  <a:pt x="6229801" y="4228084"/>
                  <a:pt x="6221924" y="4205437"/>
                  <a:pt x="6251464" y="4187713"/>
                </a:cubicBezTo>
                <a:cubicBezTo>
                  <a:pt x="6267710" y="4178359"/>
                  <a:pt x="6270172" y="4142420"/>
                  <a:pt x="6276079" y="4118296"/>
                </a:cubicBezTo>
                <a:cubicBezTo>
                  <a:pt x="6278049" y="4110419"/>
                  <a:pt x="6273126" y="4100573"/>
                  <a:pt x="6278049" y="4088757"/>
                </a:cubicBezTo>
                <a:cubicBezTo>
                  <a:pt x="6282480" y="4095157"/>
                  <a:pt x="6287403" y="4101557"/>
                  <a:pt x="6294788" y="4111896"/>
                </a:cubicBezTo>
                <a:cubicBezTo>
                  <a:pt x="6304141" y="4100573"/>
                  <a:pt x="6312511" y="4089742"/>
                  <a:pt x="6322358" y="4077434"/>
                </a:cubicBezTo>
                <a:cubicBezTo>
                  <a:pt x="6298234" y="4067095"/>
                  <a:pt x="6257864" y="4072511"/>
                  <a:pt x="6297742" y="4032141"/>
                </a:cubicBezTo>
                <a:cubicBezTo>
                  <a:pt x="6317434" y="4012448"/>
                  <a:pt x="6327773" y="3978970"/>
                  <a:pt x="6333188" y="3949431"/>
                </a:cubicBezTo>
                <a:cubicBezTo>
                  <a:pt x="6338604" y="3919400"/>
                  <a:pt x="6333681" y="3886907"/>
                  <a:pt x="6332696" y="3855398"/>
                </a:cubicBezTo>
                <a:cubicBezTo>
                  <a:pt x="6332204" y="3837182"/>
                  <a:pt x="6330235" y="3818474"/>
                  <a:pt x="6328757" y="3795335"/>
                </a:cubicBezTo>
                <a:cubicBezTo>
                  <a:pt x="6327281" y="3795828"/>
                  <a:pt x="6334666" y="3793858"/>
                  <a:pt x="6342050" y="3792381"/>
                </a:cubicBezTo>
                <a:cubicBezTo>
                  <a:pt x="6349927" y="3755457"/>
                  <a:pt x="6357312" y="3717057"/>
                  <a:pt x="6366174" y="3679148"/>
                </a:cubicBezTo>
                <a:cubicBezTo>
                  <a:pt x="6372082" y="3653547"/>
                  <a:pt x="6381436" y="3628931"/>
                  <a:pt x="6386359" y="3603331"/>
                </a:cubicBezTo>
                <a:cubicBezTo>
                  <a:pt x="6387836" y="3594469"/>
                  <a:pt x="6380451" y="3584131"/>
                  <a:pt x="6376020" y="3572807"/>
                </a:cubicBezTo>
                <a:cubicBezTo>
                  <a:pt x="6378974" y="3550653"/>
                  <a:pt x="6382420" y="3526037"/>
                  <a:pt x="6387343" y="3490098"/>
                </a:cubicBezTo>
                <a:cubicBezTo>
                  <a:pt x="6422791" y="3468436"/>
                  <a:pt x="6399651" y="3427081"/>
                  <a:pt x="6391774" y="3387695"/>
                </a:cubicBezTo>
                <a:cubicBezTo>
                  <a:pt x="6390297" y="3380310"/>
                  <a:pt x="6388328" y="3368495"/>
                  <a:pt x="6391774" y="3366033"/>
                </a:cubicBezTo>
                <a:cubicBezTo>
                  <a:pt x="6424759" y="3339448"/>
                  <a:pt x="6407036" y="3310401"/>
                  <a:pt x="6400144" y="3279878"/>
                </a:cubicBezTo>
                <a:cubicBezTo>
                  <a:pt x="6394728" y="3255262"/>
                  <a:pt x="6389805" y="3228184"/>
                  <a:pt x="6395220" y="3204553"/>
                </a:cubicBezTo>
                <a:cubicBezTo>
                  <a:pt x="6404575" y="3164675"/>
                  <a:pt x="6399651" y="3130213"/>
                  <a:pt x="6389313" y="3091319"/>
                </a:cubicBezTo>
                <a:cubicBezTo>
                  <a:pt x="6378482" y="3051442"/>
                  <a:pt x="6376513" y="3006641"/>
                  <a:pt x="6382420" y="2965286"/>
                </a:cubicBezTo>
                <a:cubicBezTo>
                  <a:pt x="6388821" y="2920485"/>
                  <a:pt x="6363220" y="2880607"/>
                  <a:pt x="6372082" y="2835314"/>
                </a:cubicBezTo>
                <a:cubicBezTo>
                  <a:pt x="6376513" y="2813652"/>
                  <a:pt x="6361251" y="2788051"/>
                  <a:pt x="6358789" y="2764420"/>
                </a:cubicBezTo>
                <a:cubicBezTo>
                  <a:pt x="6358296" y="2748666"/>
                  <a:pt x="6356820" y="2733404"/>
                  <a:pt x="6356820" y="2717650"/>
                </a:cubicBezTo>
                <a:cubicBezTo>
                  <a:pt x="6356820" y="2710757"/>
                  <a:pt x="6356820" y="2703372"/>
                  <a:pt x="6359774" y="2697464"/>
                </a:cubicBezTo>
                <a:cubicBezTo>
                  <a:pt x="6367651" y="2678756"/>
                  <a:pt x="6374051" y="2663495"/>
                  <a:pt x="6346481" y="2652663"/>
                </a:cubicBezTo>
                <a:cubicBezTo>
                  <a:pt x="6337127" y="2649217"/>
                  <a:pt x="6328757" y="2627555"/>
                  <a:pt x="6330235" y="2615247"/>
                </a:cubicBezTo>
                <a:cubicBezTo>
                  <a:pt x="6336635" y="2555677"/>
                  <a:pt x="6307588" y="2505953"/>
                  <a:pt x="6289372" y="2453274"/>
                </a:cubicBezTo>
                <a:cubicBezTo>
                  <a:pt x="6275587" y="2413397"/>
                  <a:pt x="6267710" y="2372042"/>
                  <a:pt x="6256387" y="2331672"/>
                </a:cubicBezTo>
                <a:cubicBezTo>
                  <a:pt x="6251956" y="2316410"/>
                  <a:pt x="6245556" y="2302132"/>
                  <a:pt x="6235710" y="2288348"/>
                </a:cubicBezTo>
                <a:cubicBezTo>
                  <a:pt x="6232755" y="2276532"/>
                  <a:pt x="6228817" y="2264224"/>
                  <a:pt x="6226355" y="2252408"/>
                </a:cubicBezTo>
                <a:cubicBezTo>
                  <a:pt x="6217493" y="2214007"/>
                  <a:pt x="6200754" y="2178561"/>
                  <a:pt x="6194847" y="2138683"/>
                </a:cubicBezTo>
                <a:cubicBezTo>
                  <a:pt x="6190416" y="2111605"/>
                  <a:pt x="6190908" y="2071727"/>
                  <a:pt x="6148077" y="2060896"/>
                </a:cubicBezTo>
                <a:cubicBezTo>
                  <a:pt x="6139707" y="2058927"/>
                  <a:pt x="6133799" y="2039234"/>
                  <a:pt x="6130845" y="2026434"/>
                </a:cubicBezTo>
                <a:cubicBezTo>
                  <a:pt x="6122476" y="1989510"/>
                  <a:pt x="6116076" y="1952094"/>
                  <a:pt x="6108691" y="1915170"/>
                </a:cubicBezTo>
                <a:cubicBezTo>
                  <a:pt x="6112137" y="1912216"/>
                  <a:pt x="6115091" y="1909262"/>
                  <a:pt x="6118537" y="1906801"/>
                </a:cubicBezTo>
                <a:cubicBezTo>
                  <a:pt x="6097368" y="1896954"/>
                  <a:pt x="6072752" y="1891539"/>
                  <a:pt x="6056505" y="1876277"/>
                </a:cubicBezTo>
                <a:cubicBezTo>
                  <a:pt x="6040751" y="1861999"/>
                  <a:pt x="6031397" y="1839353"/>
                  <a:pt x="6024013" y="1819168"/>
                </a:cubicBezTo>
                <a:cubicBezTo>
                  <a:pt x="6018597" y="1804398"/>
                  <a:pt x="6021058" y="1786182"/>
                  <a:pt x="6020074" y="1766982"/>
                </a:cubicBezTo>
                <a:cubicBezTo>
                  <a:pt x="5989550" y="1769936"/>
                  <a:pt x="5975273" y="1762551"/>
                  <a:pt x="5972319" y="1729073"/>
                </a:cubicBezTo>
                <a:cubicBezTo>
                  <a:pt x="5970842" y="1714304"/>
                  <a:pt x="5941303" y="1701996"/>
                  <a:pt x="5919641" y="1684765"/>
                </a:cubicBezTo>
                <a:cubicBezTo>
                  <a:pt x="5926533" y="1705935"/>
                  <a:pt x="5930964" y="1719719"/>
                  <a:pt x="5938349" y="1742858"/>
                </a:cubicBezTo>
                <a:cubicBezTo>
                  <a:pt x="5913733" y="1734489"/>
                  <a:pt x="5896010" y="1728089"/>
                  <a:pt x="5878286" y="1722181"/>
                </a:cubicBezTo>
                <a:cubicBezTo>
                  <a:pt x="5886655" y="1706427"/>
                  <a:pt x="5894532" y="1690673"/>
                  <a:pt x="5905363" y="1670488"/>
                </a:cubicBezTo>
                <a:cubicBezTo>
                  <a:pt x="5905856" y="1671472"/>
                  <a:pt x="5903887" y="1663103"/>
                  <a:pt x="5901917" y="1663103"/>
                </a:cubicBezTo>
                <a:cubicBezTo>
                  <a:pt x="5862040" y="1662118"/>
                  <a:pt x="5837424" y="1631594"/>
                  <a:pt x="5806407" y="1613871"/>
                </a:cubicBezTo>
                <a:cubicBezTo>
                  <a:pt x="5784745" y="1601563"/>
                  <a:pt x="5763576" y="1590732"/>
                  <a:pt x="5771945" y="1558239"/>
                </a:cubicBezTo>
                <a:cubicBezTo>
                  <a:pt x="5750776" y="1550362"/>
                  <a:pt x="5710897" y="1557254"/>
                  <a:pt x="5726160" y="1516884"/>
                </a:cubicBezTo>
                <a:cubicBezTo>
                  <a:pt x="5701051" y="1499653"/>
                  <a:pt x="5677420" y="1483406"/>
                  <a:pt x="5648373" y="1463714"/>
                </a:cubicBezTo>
                <a:cubicBezTo>
                  <a:pt x="5649850" y="1462729"/>
                  <a:pt x="5642958" y="1466668"/>
                  <a:pt x="5636065" y="1470114"/>
                </a:cubicBezTo>
                <a:cubicBezTo>
                  <a:pt x="5614895" y="1428267"/>
                  <a:pt x="5614895" y="1428267"/>
                  <a:pt x="5681851" y="1413989"/>
                </a:cubicBezTo>
                <a:cubicBezTo>
                  <a:pt x="5608988" y="1337188"/>
                  <a:pt x="5539079" y="1263340"/>
                  <a:pt x="5466707" y="1186538"/>
                </a:cubicBezTo>
                <a:cubicBezTo>
                  <a:pt x="5437660" y="1228878"/>
                  <a:pt x="5399752" y="1214108"/>
                  <a:pt x="5356921" y="1211154"/>
                </a:cubicBezTo>
                <a:cubicBezTo>
                  <a:pt x="5329350" y="1209185"/>
                  <a:pt x="5298827" y="1212631"/>
                  <a:pt x="5269288" y="1206723"/>
                </a:cubicBezTo>
                <a:cubicBezTo>
                  <a:pt x="5263380" y="1205246"/>
                  <a:pt x="5253534" y="1207216"/>
                  <a:pt x="5251072" y="1203769"/>
                </a:cubicBezTo>
                <a:cubicBezTo>
                  <a:pt x="5224487" y="1164384"/>
                  <a:pt x="5179686" y="1182600"/>
                  <a:pt x="5144731" y="1169307"/>
                </a:cubicBezTo>
                <a:cubicBezTo>
                  <a:pt x="5104361" y="1153553"/>
                  <a:pt x="5063991" y="1138783"/>
                  <a:pt x="5020667" y="1122044"/>
                </a:cubicBezTo>
                <a:cubicBezTo>
                  <a:pt x="5031005" y="1112690"/>
                  <a:pt x="5037898" y="1106290"/>
                  <a:pt x="5044790" y="1099890"/>
                </a:cubicBezTo>
                <a:cubicBezTo>
                  <a:pt x="5013774" y="1059028"/>
                  <a:pt x="4960604" y="1027027"/>
                  <a:pt x="4997035" y="959579"/>
                </a:cubicBezTo>
                <a:cubicBezTo>
                  <a:pt x="4942388" y="913794"/>
                  <a:pt x="4965527" y="848315"/>
                  <a:pt x="4963065" y="784806"/>
                </a:cubicBezTo>
                <a:cubicBezTo>
                  <a:pt x="4849340" y="710958"/>
                  <a:pt x="4736107" y="629726"/>
                  <a:pt x="4603673" y="578525"/>
                </a:cubicBezTo>
                <a:cubicBezTo>
                  <a:pt x="4476162" y="528800"/>
                  <a:pt x="4353083" y="466768"/>
                  <a:pt x="4214741" y="448552"/>
                </a:cubicBezTo>
                <a:cubicBezTo>
                  <a:pt x="4215233" y="443629"/>
                  <a:pt x="4215726" y="439198"/>
                  <a:pt x="4216218" y="434275"/>
                </a:cubicBezTo>
                <a:cubicBezTo>
                  <a:pt x="4267911" y="437229"/>
                  <a:pt x="4320097" y="440183"/>
                  <a:pt x="4371791" y="442152"/>
                </a:cubicBezTo>
                <a:cubicBezTo>
                  <a:pt x="4392468" y="443137"/>
                  <a:pt x="4413638" y="445106"/>
                  <a:pt x="4433823" y="441168"/>
                </a:cubicBezTo>
                <a:cubicBezTo>
                  <a:pt x="4476162" y="433290"/>
                  <a:pt x="4506194" y="448552"/>
                  <a:pt x="4531302" y="481045"/>
                </a:cubicBezTo>
                <a:cubicBezTo>
                  <a:pt x="4536717" y="487938"/>
                  <a:pt x="4547549" y="490892"/>
                  <a:pt x="4556410" y="494830"/>
                </a:cubicBezTo>
                <a:cubicBezTo>
                  <a:pt x="4572164" y="502707"/>
                  <a:pt x="4588411" y="510585"/>
                  <a:pt x="4604657" y="517477"/>
                </a:cubicBezTo>
                <a:cubicBezTo>
                  <a:pt x="4644535" y="534708"/>
                  <a:pt x="4684413" y="551939"/>
                  <a:pt x="4724291" y="568678"/>
                </a:cubicBezTo>
                <a:cubicBezTo>
                  <a:pt x="4732168" y="572124"/>
                  <a:pt x="4745460" y="573109"/>
                  <a:pt x="4747922" y="579017"/>
                </a:cubicBezTo>
                <a:cubicBezTo>
                  <a:pt x="4770076" y="628249"/>
                  <a:pt x="4820293" y="618895"/>
                  <a:pt x="4858202" y="634649"/>
                </a:cubicBezTo>
                <a:cubicBezTo>
                  <a:pt x="4865586" y="637603"/>
                  <a:pt x="4871986" y="644988"/>
                  <a:pt x="4878879" y="648926"/>
                </a:cubicBezTo>
                <a:cubicBezTo>
                  <a:pt x="4894633" y="657788"/>
                  <a:pt x="4910880" y="666157"/>
                  <a:pt x="4926634" y="675019"/>
                </a:cubicBezTo>
                <a:cubicBezTo>
                  <a:pt x="4931065" y="672557"/>
                  <a:pt x="4935003" y="669603"/>
                  <a:pt x="4939434" y="667142"/>
                </a:cubicBezTo>
                <a:cubicBezTo>
                  <a:pt x="4931557" y="633172"/>
                  <a:pt x="4923680" y="599694"/>
                  <a:pt x="4914818" y="562770"/>
                </a:cubicBezTo>
                <a:cubicBezTo>
                  <a:pt x="4884294" y="596248"/>
                  <a:pt x="4862632" y="576063"/>
                  <a:pt x="4837524" y="551939"/>
                </a:cubicBezTo>
                <a:cubicBezTo>
                  <a:pt x="4818816" y="534708"/>
                  <a:pt x="4792231" y="525846"/>
                  <a:pt x="4770076" y="512061"/>
                </a:cubicBezTo>
                <a:cubicBezTo>
                  <a:pt x="4753338" y="501723"/>
                  <a:pt x="4738076" y="489907"/>
                  <a:pt x="4721829" y="479568"/>
                </a:cubicBezTo>
                <a:cubicBezTo>
                  <a:pt x="4717891" y="477107"/>
                  <a:pt x="4711491" y="475138"/>
                  <a:pt x="4708044" y="476615"/>
                </a:cubicBezTo>
                <a:cubicBezTo>
                  <a:pt x="4669643" y="491384"/>
                  <a:pt x="4647489" y="461353"/>
                  <a:pt x="4619427" y="446091"/>
                </a:cubicBezTo>
                <a:cubicBezTo>
                  <a:pt x="4604165" y="437721"/>
                  <a:pt x="4585457" y="426890"/>
                  <a:pt x="4569210" y="428860"/>
                </a:cubicBezTo>
                <a:cubicBezTo>
                  <a:pt x="4532779" y="433290"/>
                  <a:pt x="4511117" y="421475"/>
                  <a:pt x="4497824" y="385536"/>
                </a:cubicBezTo>
                <a:cubicBezTo>
                  <a:pt x="4548041" y="362889"/>
                  <a:pt x="4583980" y="406213"/>
                  <a:pt x="4627304" y="412121"/>
                </a:cubicBezTo>
                <a:cubicBezTo>
                  <a:pt x="4671613" y="418521"/>
                  <a:pt x="4714444" y="433290"/>
                  <a:pt x="4757276" y="446583"/>
                </a:cubicBezTo>
                <a:cubicBezTo>
                  <a:pt x="4799615" y="459876"/>
                  <a:pt x="4840478" y="475630"/>
                  <a:pt x="4882325" y="490399"/>
                </a:cubicBezTo>
                <a:cubicBezTo>
                  <a:pt x="4883802" y="487446"/>
                  <a:pt x="4885279" y="484492"/>
                  <a:pt x="4886756" y="481538"/>
                </a:cubicBezTo>
                <a:cubicBezTo>
                  <a:pt x="4872479" y="470707"/>
                  <a:pt x="4857709" y="459383"/>
                  <a:pt x="4836047" y="442645"/>
                </a:cubicBezTo>
                <a:cubicBezTo>
                  <a:pt x="4857709" y="439198"/>
                  <a:pt x="4868540" y="437229"/>
                  <a:pt x="4885771" y="434767"/>
                </a:cubicBezTo>
                <a:cubicBezTo>
                  <a:pt x="4863125" y="418521"/>
                  <a:pt x="4843924" y="405228"/>
                  <a:pt x="4826201" y="390951"/>
                </a:cubicBezTo>
                <a:cubicBezTo>
                  <a:pt x="4820293" y="386028"/>
                  <a:pt x="4816847" y="377166"/>
                  <a:pt x="4815862" y="369781"/>
                </a:cubicBezTo>
                <a:cubicBezTo>
                  <a:pt x="4815370" y="367320"/>
                  <a:pt x="4827185" y="359935"/>
                  <a:pt x="4832601" y="360920"/>
                </a:cubicBezTo>
                <a:cubicBezTo>
                  <a:pt x="4854755" y="363874"/>
                  <a:pt x="4883310" y="340242"/>
                  <a:pt x="4898079" y="376674"/>
                </a:cubicBezTo>
                <a:cubicBezTo>
                  <a:pt x="4899556" y="379628"/>
                  <a:pt x="4910387" y="382089"/>
                  <a:pt x="4914818" y="380120"/>
                </a:cubicBezTo>
                <a:cubicBezTo>
                  <a:pt x="4961096" y="362397"/>
                  <a:pt x="4988666" y="398828"/>
                  <a:pt x="5018697" y="419013"/>
                </a:cubicBezTo>
                <a:cubicBezTo>
                  <a:pt x="5053160" y="442152"/>
                  <a:pt x="5066453" y="444122"/>
                  <a:pt x="5085160" y="406705"/>
                </a:cubicBezTo>
                <a:cubicBezTo>
                  <a:pt x="5101899" y="413105"/>
                  <a:pt x="5119130" y="419013"/>
                  <a:pt x="5138331" y="426398"/>
                </a:cubicBezTo>
                <a:cubicBezTo>
                  <a:pt x="5138823" y="419013"/>
                  <a:pt x="5140300" y="413598"/>
                  <a:pt x="5138823" y="412613"/>
                </a:cubicBezTo>
                <a:cubicBezTo>
                  <a:pt x="5110268" y="390459"/>
                  <a:pt x="5084176" y="363381"/>
                  <a:pt x="5052175" y="348612"/>
                </a:cubicBezTo>
                <a:cubicBezTo>
                  <a:pt x="5001466" y="324488"/>
                  <a:pt x="4947311" y="307257"/>
                  <a:pt x="4894141" y="289533"/>
                </a:cubicBezTo>
                <a:cubicBezTo>
                  <a:pt x="4862632" y="278702"/>
                  <a:pt x="4829155" y="272302"/>
                  <a:pt x="4796662" y="264425"/>
                </a:cubicBezTo>
                <a:cubicBezTo>
                  <a:pt x="4753830" y="254086"/>
                  <a:pt x="4710506" y="244240"/>
                  <a:pt x="4667674" y="233901"/>
                </a:cubicBezTo>
                <a:cubicBezTo>
                  <a:pt x="4660782" y="232424"/>
                  <a:pt x="4650443" y="230947"/>
                  <a:pt x="4647981" y="226024"/>
                </a:cubicBezTo>
                <a:cubicBezTo>
                  <a:pt x="4630258" y="195501"/>
                  <a:pt x="4599734" y="199439"/>
                  <a:pt x="4572164" y="193039"/>
                </a:cubicBezTo>
                <a:cubicBezTo>
                  <a:pt x="4534256" y="183685"/>
                  <a:pt x="4497824" y="168423"/>
                  <a:pt x="4460900" y="155623"/>
                </a:cubicBezTo>
                <a:cubicBezTo>
                  <a:pt x="4461885" y="150207"/>
                  <a:pt x="4463362" y="144792"/>
                  <a:pt x="4464347" y="139376"/>
                </a:cubicBezTo>
                <a:cubicBezTo>
                  <a:pt x="4540656" y="139376"/>
                  <a:pt x="4617458" y="132976"/>
                  <a:pt x="4692783" y="140853"/>
                </a:cubicBezTo>
                <a:cubicBezTo>
                  <a:pt x="4777461" y="149715"/>
                  <a:pt x="4861648" y="167931"/>
                  <a:pt x="4943865" y="190577"/>
                </a:cubicBezTo>
                <a:cubicBezTo>
                  <a:pt x="4971927" y="198454"/>
                  <a:pt x="4997035" y="200916"/>
                  <a:pt x="5025098" y="203378"/>
                </a:cubicBezTo>
                <a:cubicBezTo>
                  <a:pt x="5054145" y="205839"/>
                  <a:pt x="5080729" y="227501"/>
                  <a:pt x="5109284" y="239809"/>
                </a:cubicBezTo>
                <a:cubicBezTo>
                  <a:pt x="5123561" y="245717"/>
                  <a:pt x="5141285" y="255071"/>
                  <a:pt x="5153593" y="251625"/>
                </a:cubicBezTo>
                <a:cubicBezTo>
                  <a:pt x="5167378" y="247194"/>
                  <a:pt x="5188547" y="227009"/>
                  <a:pt x="5186578" y="218147"/>
                </a:cubicBezTo>
                <a:cubicBezTo>
                  <a:pt x="5178701" y="184670"/>
                  <a:pt x="5182640" y="138884"/>
                  <a:pt x="5126023" y="138392"/>
                </a:cubicBezTo>
                <a:cubicBezTo>
                  <a:pt x="5126023" y="120176"/>
                  <a:pt x="5126515" y="105406"/>
                  <a:pt x="5126023" y="90144"/>
                </a:cubicBezTo>
                <a:cubicBezTo>
                  <a:pt x="5125038" y="52728"/>
                  <a:pt x="5142269" y="38451"/>
                  <a:pt x="5178701" y="40912"/>
                </a:cubicBezTo>
                <a:cubicBezTo>
                  <a:pt x="5203809" y="42389"/>
                  <a:pt x="5229410" y="35005"/>
                  <a:pt x="5254026" y="37466"/>
                </a:cubicBezTo>
                <a:cubicBezTo>
                  <a:pt x="5275195" y="39435"/>
                  <a:pt x="5295873" y="49774"/>
                  <a:pt x="5316550" y="57159"/>
                </a:cubicBezTo>
                <a:cubicBezTo>
                  <a:pt x="5336243" y="64051"/>
                  <a:pt x="5355443" y="72421"/>
                  <a:pt x="5379567" y="81775"/>
                </a:cubicBezTo>
                <a:cubicBezTo>
                  <a:pt x="5382521" y="62574"/>
                  <a:pt x="5384490" y="41897"/>
                  <a:pt x="5390398" y="21712"/>
                </a:cubicBezTo>
                <a:cubicBezTo>
                  <a:pt x="5393352" y="12850"/>
                  <a:pt x="5406152" y="-935"/>
                  <a:pt x="5412060" y="50"/>
                </a:cubicBezTo>
                <a:cubicBezTo>
                  <a:pt x="5457846" y="9404"/>
                  <a:pt x="5504123" y="19250"/>
                  <a:pt x="5547448" y="35497"/>
                </a:cubicBezTo>
                <a:cubicBezTo>
                  <a:pt x="5561725" y="40912"/>
                  <a:pt x="5568618" y="66021"/>
                  <a:pt x="5572556" y="85713"/>
                </a:cubicBezTo>
                <a:cubicBezTo>
                  <a:pt x="5584864" y="91129"/>
                  <a:pt x="5597664" y="97037"/>
                  <a:pt x="5613419" y="103929"/>
                </a:cubicBezTo>
                <a:cubicBezTo>
                  <a:pt x="5618342" y="92606"/>
                  <a:pt x="5623757" y="80790"/>
                  <a:pt x="5629665" y="67990"/>
                </a:cubicBezTo>
                <a:cubicBezTo>
                  <a:pt x="5646896" y="106391"/>
                  <a:pt x="5704005" y="121160"/>
                  <a:pt x="5677912" y="179746"/>
                </a:cubicBezTo>
                <a:cubicBezTo>
                  <a:pt x="5681358" y="179746"/>
                  <a:pt x="5684805" y="179254"/>
                  <a:pt x="5688251" y="179254"/>
                </a:cubicBezTo>
                <a:cubicBezTo>
                  <a:pt x="5701051" y="168423"/>
                  <a:pt x="5713359" y="157100"/>
                  <a:pt x="5734037" y="139376"/>
                </a:cubicBezTo>
                <a:cubicBezTo>
                  <a:pt x="5740929" y="159561"/>
                  <a:pt x="5746837" y="176300"/>
                  <a:pt x="5755206" y="199439"/>
                </a:cubicBezTo>
                <a:cubicBezTo>
                  <a:pt x="5724190" y="197962"/>
                  <a:pt x="5703020" y="196977"/>
                  <a:pt x="5681358" y="195993"/>
                </a:cubicBezTo>
                <a:cubicBezTo>
                  <a:pt x="5680374" y="200424"/>
                  <a:pt x="5679389" y="204855"/>
                  <a:pt x="5678404" y="209285"/>
                </a:cubicBezTo>
                <a:cubicBezTo>
                  <a:pt x="5690712" y="215686"/>
                  <a:pt x="5703020" y="222086"/>
                  <a:pt x="5718282" y="229963"/>
                </a:cubicBezTo>
                <a:cubicBezTo>
                  <a:pt x="5716805" y="235871"/>
                  <a:pt x="5714836" y="244732"/>
                  <a:pt x="5712375" y="254086"/>
                </a:cubicBezTo>
                <a:cubicBezTo>
                  <a:pt x="5783269" y="287072"/>
                  <a:pt x="5853670" y="320057"/>
                  <a:pt x="5921610" y="352058"/>
                </a:cubicBezTo>
                <a:cubicBezTo>
                  <a:pt x="5935395" y="341227"/>
                  <a:pt x="5942780" y="335319"/>
                  <a:pt x="5952133" y="328427"/>
                </a:cubicBezTo>
                <a:cubicBezTo>
                  <a:pt x="5972319" y="376674"/>
                  <a:pt x="5991519" y="421967"/>
                  <a:pt x="6010720" y="468245"/>
                </a:cubicBezTo>
                <a:cubicBezTo>
                  <a:pt x="6022043" y="465784"/>
                  <a:pt x="6046167" y="441168"/>
                  <a:pt x="6038289" y="485476"/>
                </a:cubicBezTo>
                <a:cubicBezTo>
                  <a:pt x="6049613" y="488430"/>
                  <a:pt x="6061429" y="491384"/>
                  <a:pt x="6074721" y="494830"/>
                </a:cubicBezTo>
                <a:cubicBezTo>
                  <a:pt x="6067336" y="515508"/>
                  <a:pt x="6063398" y="534216"/>
                  <a:pt x="6095891" y="524862"/>
                </a:cubicBezTo>
                <a:cubicBezTo>
                  <a:pt x="6082598" y="568678"/>
                  <a:pt x="6082598" y="568678"/>
                  <a:pt x="6007274" y="523877"/>
                </a:cubicBezTo>
                <a:cubicBezTo>
                  <a:pt x="6004812" y="533724"/>
                  <a:pt x="6002843" y="544062"/>
                  <a:pt x="5999889" y="553416"/>
                </a:cubicBezTo>
                <a:cubicBezTo>
                  <a:pt x="5996442" y="562770"/>
                  <a:pt x="5991519" y="571140"/>
                  <a:pt x="5984627" y="585417"/>
                </a:cubicBezTo>
                <a:cubicBezTo>
                  <a:pt x="6007766" y="601664"/>
                  <a:pt x="6030904" y="616925"/>
                  <a:pt x="6053552" y="634157"/>
                </a:cubicBezTo>
                <a:cubicBezTo>
                  <a:pt x="6057982" y="637110"/>
                  <a:pt x="6056998" y="647449"/>
                  <a:pt x="6060936" y="650895"/>
                </a:cubicBezTo>
                <a:cubicBezTo>
                  <a:pt x="6072752" y="659757"/>
                  <a:pt x="6085552" y="667142"/>
                  <a:pt x="6098845" y="672557"/>
                </a:cubicBezTo>
                <a:cubicBezTo>
                  <a:pt x="6100322" y="673050"/>
                  <a:pt x="6110168" y="657296"/>
                  <a:pt x="6113614" y="647941"/>
                </a:cubicBezTo>
                <a:cubicBezTo>
                  <a:pt x="6122476" y="620864"/>
                  <a:pt x="6129861" y="593294"/>
                  <a:pt x="6138230" y="566217"/>
                </a:cubicBezTo>
                <a:cubicBezTo>
                  <a:pt x="6166785" y="576555"/>
                  <a:pt x="6185985" y="594279"/>
                  <a:pt x="6201247" y="622833"/>
                </a:cubicBezTo>
                <a:cubicBezTo>
                  <a:pt x="6213555" y="644988"/>
                  <a:pt x="6243094" y="657788"/>
                  <a:pt x="6264756" y="675019"/>
                </a:cubicBezTo>
                <a:cubicBezTo>
                  <a:pt x="6264756" y="693235"/>
                  <a:pt x="6264756" y="714897"/>
                  <a:pt x="6264756" y="741974"/>
                </a:cubicBezTo>
                <a:cubicBezTo>
                  <a:pt x="6258356" y="744436"/>
                  <a:pt x="6244571" y="748867"/>
                  <a:pt x="6237678" y="751328"/>
                </a:cubicBezTo>
                <a:cubicBezTo>
                  <a:pt x="6216017" y="711451"/>
                  <a:pt x="6195339" y="673050"/>
                  <a:pt x="6174170" y="634649"/>
                </a:cubicBezTo>
                <a:cubicBezTo>
                  <a:pt x="6118045" y="672557"/>
                  <a:pt x="6130353" y="725728"/>
                  <a:pt x="6163338" y="768560"/>
                </a:cubicBezTo>
                <a:cubicBezTo>
                  <a:pt x="6194355" y="808437"/>
                  <a:pt x="6246540" y="825669"/>
                  <a:pt x="6263771" y="882778"/>
                </a:cubicBezTo>
                <a:cubicBezTo>
                  <a:pt x="6277557" y="928563"/>
                  <a:pt x="6316449" y="967456"/>
                  <a:pt x="6345496" y="1008319"/>
                </a:cubicBezTo>
                <a:cubicBezTo>
                  <a:pt x="6381928" y="1060012"/>
                  <a:pt x="6428206" y="1106783"/>
                  <a:pt x="6454299" y="1163399"/>
                </a:cubicBezTo>
                <a:cubicBezTo>
                  <a:pt x="6473499" y="1203769"/>
                  <a:pt x="6521254" y="1206723"/>
                  <a:pt x="6534055" y="1246109"/>
                </a:cubicBezTo>
                <a:cubicBezTo>
                  <a:pt x="6536024" y="1252017"/>
                  <a:pt x="6546855" y="1257432"/>
                  <a:pt x="6545870" y="1261371"/>
                </a:cubicBezTo>
                <a:cubicBezTo>
                  <a:pt x="6536024" y="1300756"/>
                  <a:pt x="6570978" y="1313064"/>
                  <a:pt x="6587717" y="1337188"/>
                </a:cubicBezTo>
                <a:cubicBezTo>
                  <a:pt x="6608887" y="1367711"/>
                  <a:pt x="6630549" y="1399712"/>
                  <a:pt x="6643349" y="1434667"/>
                </a:cubicBezTo>
                <a:cubicBezTo>
                  <a:pt x="6653688" y="1463221"/>
                  <a:pt x="6677811" y="1503592"/>
                  <a:pt x="6702427" y="1526238"/>
                </a:cubicBezTo>
                <a:cubicBezTo>
                  <a:pt x="6716705" y="1539531"/>
                  <a:pt x="6739843" y="1552823"/>
                  <a:pt x="6726551" y="1586301"/>
                </a:cubicBezTo>
                <a:cubicBezTo>
                  <a:pt x="6718182" y="1607471"/>
                  <a:pt x="6715720" y="1637994"/>
                  <a:pt x="6743290" y="1661133"/>
                </a:cubicBezTo>
                <a:cubicBezTo>
                  <a:pt x="6765444" y="1679349"/>
                  <a:pt x="6779722" y="1707411"/>
                  <a:pt x="6799415" y="1733504"/>
                </a:cubicBezTo>
                <a:cubicBezTo>
                  <a:pt x="6788091" y="1736458"/>
                  <a:pt x="6778245" y="1738920"/>
                  <a:pt x="6761998" y="1742858"/>
                </a:cubicBezTo>
                <a:cubicBezTo>
                  <a:pt x="6773814" y="1751228"/>
                  <a:pt x="6780706" y="1760090"/>
                  <a:pt x="6788583" y="1761074"/>
                </a:cubicBezTo>
                <a:cubicBezTo>
                  <a:pt x="6825507" y="1765505"/>
                  <a:pt x="6819107" y="1790121"/>
                  <a:pt x="6820092" y="1816214"/>
                </a:cubicBezTo>
                <a:cubicBezTo>
                  <a:pt x="6820584" y="1836399"/>
                  <a:pt x="6829938" y="1857076"/>
                  <a:pt x="6839784" y="1875784"/>
                </a:cubicBezTo>
                <a:cubicBezTo>
                  <a:pt x="6842246" y="1880708"/>
                  <a:pt x="6859969" y="1877754"/>
                  <a:pt x="6876216" y="1878738"/>
                </a:cubicBezTo>
                <a:cubicBezTo>
                  <a:pt x="6872277" y="1894985"/>
                  <a:pt x="6863908" y="1913693"/>
                  <a:pt x="6864893" y="1931416"/>
                </a:cubicBezTo>
                <a:cubicBezTo>
                  <a:pt x="6865878" y="1947663"/>
                  <a:pt x="6877201" y="1963417"/>
                  <a:pt x="6887539" y="1988525"/>
                </a:cubicBezTo>
                <a:cubicBezTo>
                  <a:pt x="6852585" y="2039234"/>
                  <a:pt x="6918063" y="2088466"/>
                  <a:pt x="6916586" y="2147052"/>
                </a:cubicBezTo>
                <a:cubicBezTo>
                  <a:pt x="6916094" y="2161822"/>
                  <a:pt x="6917571" y="2177576"/>
                  <a:pt x="6921509" y="2191361"/>
                </a:cubicBezTo>
                <a:cubicBezTo>
                  <a:pt x="6933325" y="2232223"/>
                  <a:pt x="6945633" y="2273086"/>
                  <a:pt x="6961387" y="2312471"/>
                </a:cubicBezTo>
                <a:cubicBezTo>
                  <a:pt x="6965326" y="2321825"/>
                  <a:pt x="6983049" y="2325764"/>
                  <a:pt x="6995357" y="2332656"/>
                </a:cubicBezTo>
                <a:cubicBezTo>
                  <a:pt x="7001265" y="2360719"/>
                  <a:pt x="6922986" y="2400104"/>
                  <a:pt x="7008650" y="2418812"/>
                </a:cubicBezTo>
                <a:cubicBezTo>
                  <a:pt x="7002250" y="2437028"/>
                  <a:pt x="6995849" y="2455244"/>
                  <a:pt x="6990926" y="2470013"/>
                </a:cubicBezTo>
                <a:cubicBezTo>
                  <a:pt x="6999788" y="2491183"/>
                  <a:pt x="7008650" y="2511368"/>
                  <a:pt x="7016035" y="2529092"/>
                </a:cubicBezTo>
                <a:cubicBezTo>
                  <a:pt x="7030312" y="2529092"/>
                  <a:pt x="7051974" y="2522691"/>
                  <a:pt x="7065267" y="2530568"/>
                </a:cubicBezTo>
                <a:cubicBezTo>
                  <a:pt x="7088898" y="2543861"/>
                  <a:pt x="7087421" y="2591616"/>
                  <a:pt x="7061328" y="2601955"/>
                </a:cubicBezTo>
                <a:cubicBezTo>
                  <a:pt x="7013080" y="2620663"/>
                  <a:pt x="7041635" y="2636909"/>
                  <a:pt x="7058866" y="2654633"/>
                </a:cubicBezTo>
                <a:cubicBezTo>
                  <a:pt x="7018989" y="2691064"/>
                  <a:pt x="7028835" y="2748666"/>
                  <a:pt x="7079543" y="2772297"/>
                </a:cubicBezTo>
                <a:cubicBezTo>
                  <a:pt x="7074620" y="2781651"/>
                  <a:pt x="7069697" y="2791497"/>
                  <a:pt x="7062312" y="2805774"/>
                </a:cubicBezTo>
                <a:cubicBezTo>
                  <a:pt x="7080528" y="2800851"/>
                  <a:pt x="7094806" y="2797405"/>
                  <a:pt x="7109083" y="2793467"/>
                </a:cubicBezTo>
                <a:cubicBezTo>
                  <a:pt x="7111544" y="2796913"/>
                  <a:pt x="7113513" y="2800359"/>
                  <a:pt x="7115975" y="2804298"/>
                </a:cubicBezTo>
                <a:cubicBezTo>
                  <a:pt x="7100221" y="2822513"/>
                  <a:pt x="7084959" y="2840729"/>
                  <a:pt x="7067728" y="2860422"/>
                </a:cubicBezTo>
                <a:cubicBezTo>
                  <a:pt x="7093821" y="2872238"/>
                  <a:pt x="7037696" y="2921962"/>
                  <a:pt x="7100713" y="2922947"/>
                </a:cubicBezTo>
                <a:cubicBezTo>
                  <a:pt x="7082005" y="2954455"/>
                  <a:pt x="7065759" y="2982025"/>
                  <a:pt x="7053943" y="3002210"/>
                </a:cubicBezTo>
                <a:cubicBezTo>
                  <a:pt x="7064774" y="3015010"/>
                  <a:pt x="7072159" y="3024856"/>
                  <a:pt x="7081021" y="3034210"/>
                </a:cubicBezTo>
                <a:cubicBezTo>
                  <a:pt x="7092836" y="3046518"/>
                  <a:pt x="7104159" y="3059811"/>
                  <a:pt x="7117944" y="3069165"/>
                </a:cubicBezTo>
                <a:cubicBezTo>
                  <a:pt x="7143053" y="3086889"/>
                  <a:pt x="7134683" y="3105597"/>
                  <a:pt x="7134191" y="3124797"/>
                </a:cubicBezTo>
                <a:cubicBezTo>
                  <a:pt x="7129760" y="3125289"/>
                  <a:pt x="7124837" y="3125782"/>
                  <a:pt x="7120406" y="3126766"/>
                </a:cubicBezTo>
                <a:cubicBezTo>
                  <a:pt x="7118437" y="3115935"/>
                  <a:pt x="7116467" y="3104612"/>
                  <a:pt x="7114991" y="3093781"/>
                </a:cubicBezTo>
                <a:cubicBezTo>
                  <a:pt x="7101698" y="3115935"/>
                  <a:pt x="7068220" y="3129720"/>
                  <a:pt x="7088405" y="3163690"/>
                </a:cubicBezTo>
                <a:cubicBezTo>
                  <a:pt x="7090867" y="3168121"/>
                  <a:pt x="7085944" y="3176983"/>
                  <a:pt x="7086928" y="3182891"/>
                </a:cubicBezTo>
                <a:cubicBezTo>
                  <a:pt x="7089883" y="3200614"/>
                  <a:pt x="7093821" y="3218338"/>
                  <a:pt x="7097760" y="3236553"/>
                </a:cubicBezTo>
                <a:cubicBezTo>
                  <a:pt x="7113021" y="3230153"/>
                  <a:pt x="7127791" y="3223753"/>
                  <a:pt x="7148468" y="3214892"/>
                </a:cubicBezTo>
                <a:cubicBezTo>
                  <a:pt x="7137637" y="3251815"/>
                  <a:pt x="7125329" y="3293170"/>
                  <a:pt x="7112529" y="3336002"/>
                </a:cubicBezTo>
                <a:cubicBezTo>
                  <a:pt x="7093329" y="3333048"/>
                  <a:pt x="7080036" y="3331079"/>
                  <a:pt x="7066251" y="3329110"/>
                </a:cubicBezTo>
                <a:cubicBezTo>
                  <a:pt x="7043604" y="3347818"/>
                  <a:pt x="7046066" y="3372926"/>
                  <a:pt x="7065267" y="3387203"/>
                </a:cubicBezTo>
                <a:cubicBezTo>
                  <a:pt x="7071174" y="3391634"/>
                  <a:pt x="7099236" y="3367510"/>
                  <a:pt x="7117944" y="3355695"/>
                </a:cubicBezTo>
                <a:cubicBezTo>
                  <a:pt x="7116960" y="3362587"/>
                  <a:pt x="7114991" y="3373910"/>
                  <a:pt x="7113021" y="3386711"/>
                </a:cubicBezTo>
                <a:cubicBezTo>
                  <a:pt x="7120898" y="3383265"/>
                  <a:pt x="7127791" y="3379818"/>
                  <a:pt x="7142560" y="3372926"/>
                </a:cubicBezTo>
                <a:cubicBezTo>
                  <a:pt x="7133698" y="3391142"/>
                  <a:pt x="7127791" y="3402465"/>
                  <a:pt x="7122375" y="3413788"/>
                </a:cubicBezTo>
                <a:cubicBezTo>
                  <a:pt x="7124837" y="3412804"/>
                  <a:pt x="7127299" y="3411819"/>
                  <a:pt x="7129760" y="3410834"/>
                </a:cubicBezTo>
                <a:cubicBezTo>
                  <a:pt x="7133206" y="3422158"/>
                  <a:pt x="7136653" y="3433481"/>
                  <a:pt x="7139114" y="3443327"/>
                </a:cubicBezTo>
                <a:cubicBezTo>
                  <a:pt x="7124345" y="3447266"/>
                  <a:pt x="7110068" y="3447266"/>
                  <a:pt x="7106621" y="3453174"/>
                </a:cubicBezTo>
                <a:cubicBezTo>
                  <a:pt x="7088405" y="3484190"/>
                  <a:pt x="7073636" y="3517668"/>
                  <a:pt x="7056405" y="3549176"/>
                </a:cubicBezTo>
                <a:cubicBezTo>
                  <a:pt x="7045574" y="3568869"/>
                  <a:pt x="7031789" y="3586592"/>
                  <a:pt x="7021942" y="3601854"/>
                </a:cubicBezTo>
                <a:cubicBezTo>
                  <a:pt x="7031297" y="3610716"/>
                  <a:pt x="7053943" y="3622531"/>
                  <a:pt x="7054435" y="3635332"/>
                </a:cubicBezTo>
                <a:cubicBezTo>
                  <a:pt x="7055420" y="3660932"/>
                  <a:pt x="7030804" y="3662902"/>
                  <a:pt x="7009634" y="3661425"/>
                </a:cubicBezTo>
                <a:cubicBezTo>
                  <a:pt x="6997819" y="3654040"/>
                  <a:pt x="6986496" y="3647147"/>
                  <a:pt x="6966803" y="3634347"/>
                </a:cubicBezTo>
                <a:cubicBezTo>
                  <a:pt x="6957941" y="3665855"/>
                  <a:pt x="6949572" y="3694902"/>
                  <a:pt x="6941694" y="3723949"/>
                </a:cubicBezTo>
                <a:cubicBezTo>
                  <a:pt x="6945141" y="3725918"/>
                  <a:pt x="6948095" y="3727888"/>
                  <a:pt x="6951541" y="3730349"/>
                </a:cubicBezTo>
                <a:cubicBezTo>
                  <a:pt x="6957449" y="3723457"/>
                  <a:pt x="6967787" y="3717549"/>
                  <a:pt x="6968772" y="3709672"/>
                </a:cubicBezTo>
                <a:cubicBezTo>
                  <a:pt x="6972710" y="3684563"/>
                  <a:pt x="6989449" y="3672255"/>
                  <a:pt x="7009634" y="3661425"/>
                </a:cubicBezTo>
                <a:cubicBezTo>
                  <a:pt x="7017019" y="3678163"/>
                  <a:pt x="7019973" y="3699333"/>
                  <a:pt x="7032281" y="3711149"/>
                </a:cubicBezTo>
                <a:cubicBezTo>
                  <a:pt x="7060343" y="3737242"/>
                  <a:pt x="7053943" y="3757919"/>
                  <a:pt x="7031297" y="3782043"/>
                </a:cubicBezTo>
                <a:cubicBezTo>
                  <a:pt x="7024404" y="3789428"/>
                  <a:pt x="7017511" y="3806166"/>
                  <a:pt x="7021450" y="3813059"/>
                </a:cubicBezTo>
                <a:cubicBezTo>
                  <a:pt x="7041635" y="3851952"/>
                  <a:pt x="7005696" y="3854413"/>
                  <a:pt x="6988957" y="3875583"/>
                </a:cubicBezTo>
                <a:cubicBezTo>
                  <a:pt x="6991911" y="3901184"/>
                  <a:pt x="7008157" y="3930723"/>
                  <a:pt x="6981572" y="3966170"/>
                </a:cubicBezTo>
                <a:cubicBezTo>
                  <a:pt x="6963356" y="3989801"/>
                  <a:pt x="6966803" y="4029679"/>
                  <a:pt x="6958925" y="4062172"/>
                </a:cubicBezTo>
                <a:cubicBezTo>
                  <a:pt x="6955479" y="4075957"/>
                  <a:pt x="6947110" y="4088265"/>
                  <a:pt x="6938740" y="4105988"/>
                </a:cubicBezTo>
                <a:cubicBezTo>
                  <a:pt x="6959910" y="4130604"/>
                  <a:pt x="6930371" y="4149805"/>
                  <a:pt x="6914124" y="4168513"/>
                </a:cubicBezTo>
                <a:cubicBezTo>
                  <a:pt x="6896401" y="4188698"/>
                  <a:pt x="6890493" y="4200514"/>
                  <a:pt x="6914124" y="4220207"/>
                </a:cubicBezTo>
                <a:cubicBezTo>
                  <a:pt x="6936279" y="4238422"/>
                  <a:pt x="6922494" y="4251223"/>
                  <a:pt x="6902309" y="4261561"/>
                </a:cubicBezTo>
                <a:cubicBezTo>
                  <a:pt x="6883601" y="4271408"/>
                  <a:pt x="6866862" y="4284208"/>
                  <a:pt x="6849139" y="4295531"/>
                </a:cubicBezTo>
                <a:cubicBezTo>
                  <a:pt x="6850615" y="4299470"/>
                  <a:pt x="6852092" y="4303901"/>
                  <a:pt x="6853570" y="4307839"/>
                </a:cubicBezTo>
                <a:cubicBezTo>
                  <a:pt x="6874739" y="4310301"/>
                  <a:pt x="6896401" y="4312270"/>
                  <a:pt x="6919540" y="4315224"/>
                </a:cubicBezTo>
                <a:cubicBezTo>
                  <a:pt x="6918555" y="4318670"/>
                  <a:pt x="6918063" y="4325070"/>
                  <a:pt x="6915602" y="4326547"/>
                </a:cubicBezTo>
                <a:cubicBezTo>
                  <a:pt x="6883601" y="4343778"/>
                  <a:pt x="6853570" y="4361010"/>
                  <a:pt x="6852092" y="4405318"/>
                </a:cubicBezTo>
                <a:cubicBezTo>
                  <a:pt x="6851600" y="4415657"/>
                  <a:pt x="6828954" y="4424519"/>
                  <a:pt x="6814184" y="4435842"/>
                </a:cubicBezTo>
                <a:cubicBezTo>
                  <a:pt x="6818122" y="4443227"/>
                  <a:pt x="6823045" y="4451104"/>
                  <a:pt x="6830430" y="4464397"/>
                </a:cubicBezTo>
                <a:cubicBezTo>
                  <a:pt x="6802368" y="4457012"/>
                  <a:pt x="6779229" y="4428457"/>
                  <a:pt x="6747721" y="4466858"/>
                </a:cubicBezTo>
                <a:cubicBezTo>
                  <a:pt x="6770368" y="4469812"/>
                  <a:pt x="6787107" y="4472274"/>
                  <a:pt x="6810737" y="4475720"/>
                </a:cubicBezTo>
                <a:cubicBezTo>
                  <a:pt x="6800399" y="4483105"/>
                  <a:pt x="6795476" y="4485566"/>
                  <a:pt x="6791537" y="4489505"/>
                </a:cubicBezTo>
                <a:cubicBezTo>
                  <a:pt x="6786122" y="4494920"/>
                  <a:pt x="6781198" y="4500828"/>
                  <a:pt x="6775783" y="4506736"/>
                </a:cubicBezTo>
                <a:cubicBezTo>
                  <a:pt x="6781198" y="4510675"/>
                  <a:pt x="6786614" y="4516582"/>
                  <a:pt x="6792522" y="4519044"/>
                </a:cubicBezTo>
                <a:cubicBezTo>
                  <a:pt x="6848154" y="4538244"/>
                  <a:pt x="6849139" y="4549568"/>
                  <a:pt x="6810737" y="4594861"/>
                </a:cubicBezTo>
                <a:cubicBezTo>
                  <a:pt x="6800399" y="4607169"/>
                  <a:pt x="6757567" y="4618985"/>
                  <a:pt x="6793014" y="4650493"/>
                </a:cubicBezTo>
                <a:cubicBezTo>
                  <a:pt x="6794491" y="4651970"/>
                  <a:pt x="6778245" y="4673140"/>
                  <a:pt x="6769383" y="4686925"/>
                </a:cubicBezTo>
                <a:cubicBezTo>
                  <a:pt x="6754613" y="4678555"/>
                  <a:pt x="6741813" y="4671170"/>
                  <a:pt x="6722120" y="4659847"/>
                </a:cubicBezTo>
                <a:cubicBezTo>
                  <a:pt x="6725074" y="4678063"/>
                  <a:pt x="6726551" y="4686925"/>
                  <a:pt x="6728028" y="4696279"/>
                </a:cubicBezTo>
                <a:cubicBezTo>
                  <a:pt x="6680273" y="4705141"/>
                  <a:pt x="6675842" y="4731726"/>
                  <a:pt x="6717197" y="4781450"/>
                </a:cubicBezTo>
                <a:cubicBezTo>
                  <a:pt x="6700951" y="4804096"/>
                  <a:pt x="6683720" y="4827236"/>
                  <a:pt x="6667473" y="4850867"/>
                </a:cubicBezTo>
                <a:cubicBezTo>
                  <a:pt x="6663534" y="4856282"/>
                  <a:pt x="6662057" y="4864159"/>
                  <a:pt x="6662057" y="4871052"/>
                </a:cubicBezTo>
                <a:cubicBezTo>
                  <a:pt x="6662550" y="4894191"/>
                  <a:pt x="6662550" y="4913883"/>
                  <a:pt x="6630057" y="4896160"/>
                </a:cubicBezTo>
                <a:cubicBezTo>
                  <a:pt x="6626610" y="4894191"/>
                  <a:pt x="6612333" y="4900591"/>
                  <a:pt x="6612333" y="4904037"/>
                </a:cubicBezTo>
                <a:cubicBezTo>
                  <a:pt x="6609379" y="4939976"/>
                  <a:pt x="6568517" y="4940961"/>
                  <a:pt x="6552762" y="4972470"/>
                </a:cubicBezTo>
                <a:cubicBezTo>
                  <a:pt x="6565070" y="4974931"/>
                  <a:pt x="6576394" y="4976900"/>
                  <a:pt x="6590671" y="4979362"/>
                </a:cubicBezTo>
                <a:cubicBezTo>
                  <a:pt x="6594609" y="4988716"/>
                  <a:pt x="6581317" y="5065518"/>
                  <a:pt x="6568025" y="5068964"/>
                </a:cubicBezTo>
                <a:cubicBezTo>
                  <a:pt x="6552270" y="5072902"/>
                  <a:pt x="6534547" y="5067979"/>
                  <a:pt x="6511408" y="5066995"/>
                </a:cubicBezTo>
                <a:cubicBezTo>
                  <a:pt x="6507961" y="5085703"/>
                  <a:pt x="6503530" y="5110318"/>
                  <a:pt x="6499100" y="5134442"/>
                </a:cubicBezTo>
                <a:cubicBezTo>
                  <a:pt x="6535531" y="5151181"/>
                  <a:pt x="6563102" y="5190074"/>
                  <a:pt x="6618733" y="5157089"/>
                </a:cubicBezTo>
                <a:cubicBezTo>
                  <a:pt x="6602979" y="5182197"/>
                  <a:pt x="6596087" y="5194013"/>
                  <a:pt x="6588702" y="5204844"/>
                </a:cubicBezTo>
                <a:cubicBezTo>
                  <a:pt x="6573440" y="5227491"/>
                  <a:pt x="6551778" y="5229460"/>
                  <a:pt x="6537008" y="5209767"/>
                </a:cubicBezTo>
                <a:cubicBezTo>
                  <a:pt x="6508946" y="5173828"/>
                  <a:pt x="6497131" y="5172351"/>
                  <a:pt x="6462176" y="5199429"/>
                </a:cubicBezTo>
                <a:cubicBezTo>
                  <a:pt x="6457745" y="5202875"/>
                  <a:pt x="6450360" y="5202875"/>
                  <a:pt x="6444945" y="5204352"/>
                </a:cubicBezTo>
                <a:cubicBezTo>
                  <a:pt x="6452822" y="5216167"/>
                  <a:pt x="6460699" y="5228475"/>
                  <a:pt x="6473499" y="5248168"/>
                </a:cubicBezTo>
                <a:cubicBezTo>
                  <a:pt x="6443468" y="5254568"/>
                  <a:pt x="6417375" y="5257522"/>
                  <a:pt x="6392759" y="5265892"/>
                </a:cubicBezTo>
                <a:cubicBezTo>
                  <a:pt x="6378974" y="5270815"/>
                  <a:pt x="6361251" y="5282138"/>
                  <a:pt x="6357804" y="5294446"/>
                </a:cubicBezTo>
                <a:cubicBezTo>
                  <a:pt x="6351897" y="5316108"/>
                  <a:pt x="6342050" y="5345155"/>
                  <a:pt x="6376020" y="5353524"/>
                </a:cubicBezTo>
                <a:cubicBezTo>
                  <a:pt x="6347958" y="5389956"/>
                  <a:pt x="6321865" y="5425895"/>
                  <a:pt x="6293311" y="5459373"/>
                </a:cubicBezTo>
                <a:cubicBezTo>
                  <a:pt x="6287403" y="5466265"/>
                  <a:pt x="6271156" y="5464788"/>
                  <a:pt x="6253433" y="5468235"/>
                </a:cubicBezTo>
                <a:cubicBezTo>
                  <a:pt x="6240633" y="5512051"/>
                  <a:pt x="6226355" y="5562267"/>
                  <a:pt x="6212078" y="5611991"/>
                </a:cubicBezTo>
                <a:cubicBezTo>
                  <a:pt x="6208632" y="5611499"/>
                  <a:pt x="6205185" y="5611007"/>
                  <a:pt x="6201739" y="5610022"/>
                </a:cubicBezTo>
                <a:cubicBezTo>
                  <a:pt x="6207647" y="5578021"/>
                  <a:pt x="6213062" y="5546021"/>
                  <a:pt x="6219463" y="5512543"/>
                </a:cubicBezTo>
                <a:cubicBezTo>
                  <a:pt x="6170231" y="5523374"/>
                  <a:pt x="6170231" y="5523374"/>
                  <a:pt x="6155461" y="5479558"/>
                </a:cubicBezTo>
                <a:cubicBezTo>
                  <a:pt x="6136753" y="5496789"/>
                  <a:pt x="6121491" y="5511558"/>
                  <a:pt x="6105737" y="5525836"/>
                </a:cubicBezTo>
                <a:cubicBezTo>
                  <a:pt x="6106722" y="5529774"/>
                  <a:pt x="6107214" y="5533713"/>
                  <a:pt x="6108199" y="5537651"/>
                </a:cubicBezTo>
                <a:cubicBezTo>
                  <a:pt x="6135769" y="5539129"/>
                  <a:pt x="6163831" y="5540605"/>
                  <a:pt x="6194847" y="5542575"/>
                </a:cubicBezTo>
                <a:cubicBezTo>
                  <a:pt x="6191401" y="5559314"/>
                  <a:pt x="6188939" y="5570637"/>
                  <a:pt x="6185000" y="5590329"/>
                </a:cubicBezTo>
                <a:cubicBezTo>
                  <a:pt x="6182047" y="5575560"/>
                  <a:pt x="6180570" y="5568668"/>
                  <a:pt x="6177124" y="5552421"/>
                </a:cubicBezTo>
                <a:cubicBezTo>
                  <a:pt x="6124938" y="5636115"/>
                  <a:pt x="6076690" y="5714394"/>
                  <a:pt x="6031889" y="5786765"/>
                </a:cubicBezTo>
                <a:cubicBezTo>
                  <a:pt x="6042720" y="5804981"/>
                  <a:pt x="6049613" y="5817289"/>
                  <a:pt x="6056505" y="5829597"/>
                </a:cubicBezTo>
                <a:cubicBezTo>
                  <a:pt x="5987089" y="5862582"/>
                  <a:pt x="5940811" y="5859136"/>
                  <a:pt x="5903887" y="5820242"/>
                </a:cubicBezTo>
                <a:cubicBezTo>
                  <a:pt x="5878286" y="5839935"/>
                  <a:pt x="5878286" y="5839935"/>
                  <a:pt x="5905363" y="5872920"/>
                </a:cubicBezTo>
                <a:cubicBezTo>
                  <a:pt x="5898471" y="5883259"/>
                  <a:pt x="5891579" y="5894090"/>
                  <a:pt x="5881732" y="5908860"/>
                </a:cubicBezTo>
                <a:cubicBezTo>
                  <a:pt x="5873362" y="5897044"/>
                  <a:pt x="5867455" y="5889167"/>
                  <a:pt x="5861547" y="5881290"/>
                </a:cubicBezTo>
                <a:cubicBezTo>
                  <a:pt x="5858101" y="5882275"/>
                  <a:pt x="5855147" y="5882767"/>
                  <a:pt x="5853670" y="5884244"/>
                </a:cubicBezTo>
                <a:cubicBezTo>
                  <a:pt x="5826592" y="5918706"/>
                  <a:pt x="5797546" y="5951691"/>
                  <a:pt x="5753237" y="5964984"/>
                </a:cubicBezTo>
                <a:cubicBezTo>
                  <a:pt x="5748314" y="5966461"/>
                  <a:pt x="5744375" y="5975323"/>
                  <a:pt x="5741914" y="5981230"/>
                </a:cubicBezTo>
                <a:cubicBezTo>
                  <a:pt x="5738960" y="5987631"/>
                  <a:pt x="5739452" y="6000431"/>
                  <a:pt x="5736990" y="6001415"/>
                </a:cubicBezTo>
                <a:cubicBezTo>
                  <a:pt x="5699082" y="6009293"/>
                  <a:pt x="5709913" y="6043262"/>
                  <a:pt x="5699082" y="6069848"/>
                </a:cubicBezTo>
                <a:cubicBezTo>
                  <a:pt x="5709421" y="6069356"/>
                  <a:pt x="5718775" y="6068863"/>
                  <a:pt x="5730098" y="6068371"/>
                </a:cubicBezTo>
                <a:cubicBezTo>
                  <a:pt x="5727144" y="6075263"/>
                  <a:pt x="5724190" y="6082648"/>
                  <a:pt x="5718775" y="6095449"/>
                </a:cubicBezTo>
                <a:cubicBezTo>
                  <a:pt x="5698589" y="6078218"/>
                  <a:pt x="5680866" y="6063448"/>
                  <a:pt x="5657727" y="6043755"/>
                </a:cubicBezTo>
                <a:cubicBezTo>
                  <a:pt x="5656742" y="6044247"/>
                  <a:pt x="5646896" y="6047693"/>
                  <a:pt x="5635081" y="6051632"/>
                </a:cubicBezTo>
                <a:cubicBezTo>
                  <a:pt x="5635081" y="6042770"/>
                  <a:pt x="5635081" y="6035386"/>
                  <a:pt x="5635081" y="6027509"/>
                </a:cubicBezTo>
                <a:cubicBezTo>
                  <a:pt x="5632126" y="6025539"/>
                  <a:pt x="5629173" y="6023078"/>
                  <a:pt x="5626219" y="6021108"/>
                </a:cubicBezTo>
                <a:cubicBezTo>
                  <a:pt x="5612926" y="6035386"/>
                  <a:pt x="5599141" y="6049171"/>
                  <a:pt x="5586341" y="6062463"/>
                </a:cubicBezTo>
                <a:cubicBezTo>
                  <a:pt x="5596187" y="6088556"/>
                  <a:pt x="5605542" y="6112680"/>
                  <a:pt x="5616372" y="6140742"/>
                </a:cubicBezTo>
                <a:cubicBezTo>
                  <a:pt x="5600618" y="6139757"/>
                  <a:pt x="5585849" y="6140250"/>
                  <a:pt x="5572064" y="6137296"/>
                </a:cubicBezTo>
                <a:cubicBezTo>
                  <a:pt x="5551879" y="6132865"/>
                  <a:pt x="5532678" y="6124003"/>
                  <a:pt x="5526278" y="6156004"/>
                </a:cubicBezTo>
                <a:cubicBezTo>
                  <a:pt x="5525786" y="6158957"/>
                  <a:pt x="5505601" y="6157973"/>
                  <a:pt x="5494277" y="6158957"/>
                </a:cubicBezTo>
                <a:cubicBezTo>
                  <a:pt x="5493293" y="6129418"/>
                  <a:pt x="5547940" y="6135819"/>
                  <a:pt x="5534155" y="6090033"/>
                </a:cubicBezTo>
                <a:cubicBezTo>
                  <a:pt x="5517416" y="6129911"/>
                  <a:pt x="5451938" y="6123018"/>
                  <a:pt x="5472616" y="6179635"/>
                </a:cubicBezTo>
                <a:cubicBezTo>
                  <a:pt x="5460800" y="6185051"/>
                  <a:pt x="5450953" y="6189482"/>
                  <a:pt x="5447015" y="6190958"/>
                </a:cubicBezTo>
                <a:cubicBezTo>
                  <a:pt x="5433722" y="6182589"/>
                  <a:pt x="5423876" y="6172743"/>
                  <a:pt x="5413537" y="6171758"/>
                </a:cubicBezTo>
                <a:cubicBezTo>
                  <a:pt x="5405167" y="6171265"/>
                  <a:pt x="5396306" y="6182097"/>
                  <a:pt x="5387444" y="6187020"/>
                </a:cubicBezTo>
                <a:cubicBezTo>
                  <a:pt x="5375628" y="6192928"/>
                  <a:pt x="5363320" y="6198343"/>
                  <a:pt x="5349536" y="6199820"/>
                </a:cubicBezTo>
                <a:cubicBezTo>
                  <a:pt x="5319997" y="6211636"/>
                  <a:pt x="5373167" y="6266775"/>
                  <a:pt x="5311135" y="6265791"/>
                </a:cubicBezTo>
                <a:cubicBezTo>
                  <a:pt x="5319012" y="6277607"/>
                  <a:pt x="5325904" y="6289422"/>
                  <a:pt x="5333289" y="6300745"/>
                </a:cubicBezTo>
                <a:cubicBezTo>
                  <a:pt x="5329843" y="6303699"/>
                  <a:pt x="5326889" y="6306653"/>
                  <a:pt x="5323443" y="6309607"/>
                </a:cubicBezTo>
                <a:cubicBezTo>
                  <a:pt x="5300796" y="6291391"/>
                  <a:pt x="5278642" y="6273176"/>
                  <a:pt x="5254026" y="6253483"/>
                </a:cubicBezTo>
                <a:cubicBezTo>
                  <a:pt x="5238271" y="6274160"/>
                  <a:pt x="5231379" y="6312069"/>
                  <a:pt x="5198886" y="6288437"/>
                </a:cubicBezTo>
                <a:cubicBezTo>
                  <a:pt x="5180178" y="6309607"/>
                  <a:pt x="5163439" y="6327823"/>
                  <a:pt x="5147192" y="6346039"/>
                </a:cubicBezTo>
                <a:cubicBezTo>
                  <a:pt x="5149162" y="6348500"/>
                  <a:pt x="5151623" y="6350962"/>
                  <a:pt x="5153593" y="6353423"/>
                </a:cubicBezTo>
                <a:cubicBezTo>
                  <a:pt x="5170332" y="6344562"/>
                  <a:pt x="5186578" y="6334716"/>
                  <a:pt x="5204302" y="6327823"/>
                </a:cubicBezTo>
                <a:cubicBezTo>
                  <a:pt x="5206763" y="6326839"/>
                  <a:pt x="5214640" y="6339147"/>
                  <a:pt x="5219564" y="6344562"/>
                </a:cubicBezTo>
                <a:cubicBezTo>
                  <a:pt x="5205286" y="6355393"/>
                  <a:pt x="5192978" y="6364747"/>
                  <a:pt x="5176239" y="6377547"/>
                </a:cubicBezTo>
                <a:cubicBezTo>
                  <a:pt x="5206271" y="6390347"/>
                  <a:pt x="5242702" y="6369670"/>
                  <a:pt x="5249595" y="6408071"/>
                </a:cubicBezTo>
                <a:cubicBezTo>
                  <a:pt x="5227441" y="6412994"/>
                  <a:pt x="5207748" y="6417918"/>
                  <a:pt x="5188055" y="6422348"/>
                </a:cubicBezTo>
                <a:cubicBezTo>
                  <a:pt x="5171808" y="6426287"/>
                  <a:pt x="5155070" y="6430225"/>
                  <a:pt x="5138823" y="6434164"/>
                </a:cubicBezTo>
                <a:cubicBezTo>
                  <a:pt x="5137346" y="6430225"/>
                  <a:pt x="5136362" y="6426779"/>
                  <a:pt x="5134884" y="6422841"/>
                </a:cubicBezTo>
                <a:cubicBezTo>
                  <a:pt x="5147685" y="6414471"/>
                  <a:pt x="5159993" y="6406102"/>
                  <a:pt x="5169347" y="6399701"/>
                </a:cubicBezTo>
                <a:cubicBezTo>
                  <a:pt x="5153593" y="6377547"/>
                  <a:pt x="5139315" y="6356870"/>
                  <a:pt x="5122576" y="6332254"/>
                </a:cubicBezTo>
                <a:cubicBezTo>
                  <a:pt x="5138331" y="6323392"/>
                  <a:pt x="5155070" y="6314531"/>
                  <a:pt x="5171808" y="6305176"/>
                </a:cubicBezTo>
                <a:cubicBezTo>
                  <a:pt x="5170332" y="6303699"/>
                  <a:pt x="5169347" y="6301730"/>
                  <a:pt x="5167870" y="6300253"/>
                </a:cubicBezTo>
                <a:cubicBezTo>
                  <a:pt x="5133900" y="6303699"/>
                  <a:pt x="5099930" y="6307146"/>
                  <a:pt x="5065960" y="6311084"/>
                </a:cubicBezTo>
                <a:cubicBezTo>
                  <a:pt x="5065468" y="6315023"/>
                  <a:pt x="5064483" y="6318961"/>
                  <a:pt x="5063991" y="6322900"/>
                </a:cubicBezTo>
                <a:cubicBezTo>
                  <a:pt x="5078268" y="6328807"/>
                  <a:pt x="5092545" y="6335208"/>
                  <a:pt x="5115192" y="6344562"/>
                </a:cubicBezTo>
                <a:cubicBezTo>
                  <a:pt x="5090084" y="6361793"/>
                  <a:pt x="5066453" y="6378039"/>
                  <a:pt x="5040852" y="6395763"/>
                </a:cubicBezTo>
                <a:cubicBezTo>
                  <a:pt x="5040852" y="6402163"/>
                  <a:pt x="5040852" y="6412009"/>
                  <a:pt x="5040852" y="6423825"/>
                </a:cubicBezTo>
                <a:cubicBezTo>
                  <a:pt x="5019682" y="6413979"/>
                  <a:pt x="4997528" y="6387393"/>
                  <a:pt x="4993589" y="6436133"/>
                </a:cubicBezTo>
                <a:cubicBezTo>
                  <a:pt x="4993097" y="6444010"/>
                  <a:pt x="4968481" y="6449918"/>
                  <a:pt x="4955188" y="6456810"/>
                </a:cubicBezTo>
                <a:cubicBezTo>
                  <a:pt x="4953219" y="6453364"/>
                  <a:pt x="4951250" y="6449425"/>
                  <a:pt x="4949280" y="6445979"/>
                </a:cubicBezTo>
                <a:cubicBezTo>
                  <a:pt x="4959619" y="6439087"/>
                  <a:pt x="4970450" y="6432194"/>
                  <a:pt x="4988174" y="6420379"/>
                </a:cubicBezTo>
                <a:cubicBezTo>
                  <a:pt x="4955188" y="6415456"/>
                  <a:pt x="4927618" y="6411517"/>
                  <a:pt x="4899556" y="6407086"/>
                </a:cubicBezTo>
                <a:cubicBezTo>
                  <a:pt x="4901033" y="6419886"/>
                  <a:pt x="4903495" y="6438595"/>
                  <a:pt x="4904480" y="6448933"/>
                </a:cubicBezTo>
                <a:cubicBezTo>
                  <a:pt x="4880848" y="6456810"/>
                  <a:pt x="4862140" y="6460749"/>
                  <a:pt x="4845401" y="6468626"/>
                </a:cubicBezTo>
                <a:cubicBezTo>
                  <a:pt x="4801093" y="6490780"/>
                  <a:pt x="4792231" y="6488811"/>
                  <a:pt x="4756291" y="6452380"/>
                </a:cubicBezTo>
                <a:cubicBezTo>
                  <a:pt x="4750876" y="6446964"/>
                  <a:pt x="4732168" y="6447457"/>
                  <a:pt x="4724783" y="6452872"/>
                </a:cubicBezTo>
                <a:cubicBezTo>
                  <a:pt x="4715429" y="6458780"/>
                  <a:pt x="4710506" y="6472565"/>
                  <a:pt x="4703613" y="6483396"/>
                </a:cubicBezTo>
                <a:cubicBezTo>
                  <a:pt x="4702136" y="6479950"/>
                  <a:pt x="4701152" y="6476011"/>
                  <a:pt x="4699675" y="6472565"/>
                </a:cubicBezTo>
                <a:cubicBezTo>
                  <a:pt x="4683921" y="6476996"/>
                  <a:pt x="4668659" y="6481919"/>
                  <a:pt x="4652905" y="6486349"/>
                </a:cubicBezTo>
                <a:cubicBezTo>
                  <a:pt x="4653397" y="6489304"/>
                  <a:pt x="4653889" y="6492258"/>
                  <a:pt x="4654381" y="6495211"/>
                </a:cubicBezTo>
                <a:cubicBezTo>
                  <a:pt x="4674074" y="6498657"/>
                  <a:pt x="4693767" y="6502104"/>
                  <a:pt x="4713460" y="6505058"/>
                </a:cubicBezTo>
                <a:cubicBezTo>
                  <a:pt x="4713952" y="6508996"/>
                  <a:pt x="4714444" y="6512935"/>
                  <a:pt x="4715429" y="6516873"/>
                </a:cubicBezTo>
                <a:cubicBezTo>
                  <a:pt x="4701644" y="6521797"/>
                  <a:pt x="4686382" y="6525735"/>
                  <a:pt x="4673582" y="6532627"/>
                </a:cubicBezTo>
                <a:cubicBezTo>
                  <a:pt x="4656351" y="6541982"/>
                  <a:pt x="4640597" y="6554782"/>
                  <a:pt x="4622873" y="6563644"/>
                </a:cubicBezTo>
                <a:cubicBezTo>
                  <a:pt x="4613519" y="6568567"/>
                  <a:pt x="4598257" y="6572505"/>
                  <a:pt x="4590380" y="6568075"/>
                </a:cubicBezTo>
                <a:cubicBezTo>
                  <a:pt x="4581026" y="6562659"/>
                  <a:pt x="4575118" y="6548874"/>
                  <a:pt x="4571672" y="6537551"/>
                </a:cubicBezTo>
                <a:cubicBezTo>
                  <a:pt x="4570195" y="6532135"/>
                  <a:pt x="4578565" y="6524258"/>
                  <a:pt x="4582503" y="6517366"/>
                </a:cubicBezTo>
                <a:cubicBezTo>
                  <a:pt x="4579057" y="6515888"/>
                  <a:pt x="4575118" y="6514412"/>
                  <a:pt x="4571672" y="6512935"/>
                </a:cubicBezTo>
                <a:cubicBezTo>
                  <a:pt x="4558872" y="6553305"/>
                  <a:pt x="4546071" y="6593675"/>
                  <a:pt x="4532779" y="6633553"/>
                </a:cubicBezTo>
                <a:cubicBezTo>
                  <a:pt x="4527856" y="6632076"/>
                  <a:pt x="4522933" y="6631091"/>
                  <a:pt x="4518009" y="6629615"/>
                </a:cubicBezTo>
                <a:cubicBezTo>
                  <a:pt x="4520471" y="6619275"/>
                  <a:pt x="4519978" y="6605983"/>
                  <a:pt x="4526379" y="6599090"/>
                </a:cubicBezTo>
                <a:cubicBezTo>
                  <a:pt x="4545087" y="6577921"/>
                  <a:pt x="4559364" y="6560690"/>
                  <a:pt x="4516040" y="6553797"/>
                </a:cubicBezTo>
                <a:cubicBezTo>
                  <a:pt x="4511609" y="6553305"/>
                  <a:pt x="4508655" y="6544443"/>
                  <a:pt x="4503732" y="6537058"/>
                </a:cubicBezTo>
                <a:cubicBezTo>
                  <a:pt x="4502747" y="6559705"/>
                  <a:pt x="4501270" y="6573490"/>
                  <a:pt x="4472716" y="6559705"/>
                </a:cubicBezTo>
                <a:cubicBezTo>
                  <a:pt x="4456470" y="6551828"/>
                  <a:pt x="4432346" y="6559705"/>
                  <a:pt x="4411668" y="6560690"/>
                </a:cubicBezTo>
                <a:cubicBezTo>
                  <a:pt x="4413145" y="6569059"/>
                  <a:pt x="4414622" y="6577428"/>
                  <a:pt x="4417576" y="6596137"/>
                </a:cubicBezTo>
                <a:cubicBezTo>
                  <a:pt x="4401822" y="6628137"/>
                  <a:pt x="4369329" y="6631583"/>
                  <a:pt x="4337821" y="6594167"/>
                </a:cubicBezTo>
                <a:cubicBezTo>
                  <a:pt x="4324036" y="6598598"/>
                  <a:pt x="4309758" y="6602537"/>
                  <a:pt x="4294004" y="6607460"/>
                </a:cubicBezTo>
                <a:cubicBezTo>
                  <a:pt x="4301389" y="6618783"/>
                  <a:pt x="4307297" y="6627153"/>
                  <a:pt x="4317636" y="6642907"/>
                </a:cubicBezTo>
                <a:cubicBezTo>
                  <a:pt x="4290558" y="6627645"/>
                  <a:pt x="4271358" y="6609429"/>
                  <a:pt x="4251173" y="6607952"/>
                </a:cubicBezTo>
                <a:cubicBezTo>
                  <a:pt x="4228034" y="6606475"/>
                  <a:pt x="4204402" y="6620260"/>
                  <a:pt x="4178309" y="6628630"/>
                </a:cubicBezTo>
                <a:cubicBezTo>
                  <a:pt x="4181755" y="6638968"/>
                  <a:pt x="4184709" y="6646353"/>
                  <a:pt x="4189633" y="6660138"/>
                </a:cubicBezTo>
                <a:cubicBezTo>
                  <a:pt x="4170432" y="6660138"/>
                  <a:pt x="4152709" y="6663092"/>
                  <a:pt x="4136462" y="6659646"/>
                </a:cubicBezTo>
                <a:cubicBezTo>
                  <a:pt x="4112831" y="6654231"/>
                  <a:pt x="4090676" y="6644384"/>
                  <a:pt x="4069999" y="6665553"/>
                </a:cubicBezTo>
                <a:cubicBezTo>
                  <a:pt x="4068522" y="6667031"/>
                  <a:pt x="4065076" y="6666538"/>
                  <a:pt x="4062614" y="6666046"/>
                </a:cubicBezTo>
                <a:cubicBezTo>
                  <a:pt x="4022244" y="6655215"/>
                  <a:pt x="3981382" y="6644384"/>
                  <a:pt x="3938550" y="6632568"/>
                </a:cubicBezTo>
                <a:cubicBezTo>
                  <a:pt x="3941996" y="6650292"/>
                  <a:pt x="3949381" y="6665553"/>
                  <a:pt x="3944458" y="6671954"/>
                </a:cubicBezTo>
                <a:cubicBezTo>
                  <a:pt x="3937565" y="6680815"/>
                  <a:pt x="3922304" y="6682292"/>
                  <a:pt x="3909996" y="6687216"/>
                </a:cubicBezTo>
                <a:cubicBezTo>
                  <a:pt x="3895226" y="6693123"/>
                  <a:pt x="3880949" y="6698539"/>
                  <a:pt x="3870610" y="6702477"/>
                </a:cubicBezTo>
                <a:cubicBezTo>
                  <a:pt x="3826301" y="6706416"/>
                  <a:pt x="3784454" y="6710354"/>
                  <a:pt x="3742607" y="6714293"/>
                </a:cubicBezTo>
                <a:cubicBezTo>
                  <a:pt x="3737684" y="6714785"/>
                  <a:pt x="3732268" y="6713801"/>
                  <a:pt x="3727838" y="6714785"/>
                </a:cubicBezTo>
                <a:cubicBezTo>
                  <a:pt x="3708637" y="6720201"/>
                  <a:pt x="3678606" y="6721186"/>
                  <a:pt x="3673190" y="6733002"/>
                </a:cubicBezTo>
                <a:cubicBezTo>
                  <a:pt x="3666790" y="6748263"/>
                  <a:pt x="3680083" y="6771894"/>
                  <a:pt x="3685006" y="6792080"/>
                </a:cubicBezTo>
                <a:cubicBezTo>
                  <a:pt x="3687960" y="6787649"/>
                  <a:pt x="3690421" y="6783218"/>
                  <a:pt x="3693375" y="6778787"/>
                </a:cubicBezTo>
                <a:cubicBezTo>
                  <a:pt x="3721437" y="6776325"/>
                  <a:pt x="3749992" y="6770910"/>
                  <a:pt x="3778054" y="6771894"/>
                </a:cubicBezTo>
                <a:cubicBezTo>
                  <a:pt x="3813009" y="6773371"/>
                  <a:pt x="3814486" y="6777802"/>
                  <a:pt x="3807593" y="6820634"/>
                </a:cubicBezTo>
                <a:cubicBezTo>
                  <a:pt x="3753438" y="6781248"/>
                  <a:pt x="3722915" y="6843773"/>
                  <a:pt x="3675652" y="6848204"/>
                </a:cubicBezTo>
                <a:cubicBezTo>
                  <a:pt x="3659897" y="6812265"/>
                  <a:pt x="3629374" y="6801926"/>
                  <a:pt x="3590973" y="6802911"/>
                </a:cubicBezTo>
                <a:cubicBezTo>
                  <a:pt x="3560942" y="6803895"/>
                  <a:pt x="3542726" y="6814726"/>
                  <a:pt x="3539772" y="6841312"/>
                </a:cubicBezTo>
                <a:cubicBezTo>
                  <a:pt x="3512202" y="6846727"/>
                  <a:pt x="3488078" y="6851650"/>
                  <a:pt x="3457062" y="6858050"/>
                </a:cubicBezTo>
                <a:cubicBezTo>
                  <a:pt x="3466909" y="6835403"/>
                  <a:pt x="3473309" y="6821126"/>
                  <a:pt x="3479217" y="6807834"/>
                </a:cubicBezTo>
                <a:cubicBezTo>
                  <a:pt x="3497432" y="6806357"/>
                  <a:pt x="3515156" y="6804880"/>
                  <a:pt x="3532387" y="6803403"/>
                </a:cubicBezTo>
                <a:cubicBezTo>
                  <a:pt x="3531895" y="6799465"/>
                  <a:pt x="3531402" y="6795034"/>
                  <a:pt x="3530910" y="6791095"/>
                </a:cubicBezTo>
                <a:cubicBezTo>
                  <a:pt x="3521556" y="6792572"/>
                  <a:pt x="3511710" y="6793556"/>
                  <a:pt x="3502355" y="6795034"/>
                </a:cubicBezTo>
                <a:cubicBezTo>
                  <a:pt x="3499894" y="6792080"/>
                  <a:pt x="3497925" y="6789125"/>
                  <a:pt x="3495463" y="6786172"/>
                </a:cubicBezTo>
                <a:cubicBezTo>
                  <a:pt x="3510233" y="6774356"/>
                  <a:pt x="3525002" y="6762541"/>
                  <a:pt x="3540264" y="6750725"/>
                </a:cubicBezTo>
                <a:cubicBezTo>
                  <a:pt x="3543218" y="6754171"/>
                  <a:pt x="3546172" y="6757617"/>
                  <a:pt x="3549126" y="6761063"/>
                </a:cubicBezTo>
                <a:cubicBezTo>
                  <a:pt x="3544203" y="6765002"/>
                  <a:pt x="3539772" y="6768448"/>
                  <a:pt x="3534849" y="6772387"/>
                </a:cubicBezTo>
                <a:cubicBezTo>
                  <a:pt x="3536326" y="6775833"/>
                  <a:pt x="3537802" y="6778787"/>
                  <a:pt x="3539279" y="6782233"/>
                </a:cubicBezTo>
                <a:cubicBezTo>
                  <a:pt x="3560449" y="6769925"/>
                  <a:pt x="3581619" y="6757617"/>
                  <a:pt x="3602789" y="6745309"/>
                </a:cubicBezTo>
                <a:cubicBezTo>
                  <a:pt x="3565373" y="6747278"/>
                  <a:pt x="3529925" y="6709370"/>
                  <a:pt x="3491525" y="6741863"/>
                </a:cubicBezTo>
                <a:cubicBezTo>
                  <a:pt x="3484140" y="6748263"/>
                  <a:pt x="3463955" y="6747771"/>
                  <a:pt x="3454601" y="6741863"/>
                </a:cubicBezTo>
                <a:cubicBezTo>
                  <a:pt x="3423092" y="6721678"/>
                  <a:pt x="3398476" y="6739893"/>
                  <a:pt x="3369429" y="6747278"/>
                </a:cubicBezTo>
                <a:cubicBezTo>
                  <a:pt x="3347275" y="6753186"/>
                  <a:pt x="3320690" y="6742355"/>
                  <a:pt x="3296074" y="6739893"/>
                </a:cubicBezTo>
                <a:cubicBezTo>
                  <a:pt x="3292136" y="6739401"/>
                  <a:pt x="3287705" y="6744324"/>
                  <a:pt x="3283274" y="6746786"/>
                </a:cubicBezTo>
                <a:lnTo>
                  <a:pt x="3283274" y="6746786"/>
                </a:lnTo>
                <a:cubicBezTo>
                  <a:pt x="3243888" y="6740386"/>
                  <a:pt x="3204503" y="6733986"/>
                  <a:pt x="3165117" y="6728078"/>
                </a:cubicBezTo>
                <a:cubicBezTo>
                  <a:pt x="3164133" y="6732017"/>
                  <a:pt x="3163148" y="6735955"/>
                  <a:pt x="3162163" y="6739893"/>
                </a:cubicBezTo>
                <a:cubicBezTo>
                  <a:pt x="3167087" y="6744324"/>
                  <a:pt x="3172502" y="6748755"/>
                  <a:pt x="3177425" y="6752694"/>
                </a:cubicBezTo>
                <a:cubicBezTo>
                  <a:pt x="3146409" y="6781248"/>
                  <a:pt x="3129670" y="6755156"/>
                  <a:pt x="3106039" y="6727093"/>
                </a:cubicBezTo>
                <a:cubicBezTo>
                  <a:pt x="3104070" y="6747771"/>
                  <a:pt x="3102593" y="6760079"/>
                  <a:pt x="3101116" y="6772387"/>
                </a:cubicBezTo>
                <a:cubicBezTo>
                  <a:pt x="3124255" y="6790110"/>
                  <a:pt x="3170040" y="6757125"/>
                  <a:pt x="3171025" y="6800941"/>
                </a:cubicBezTo>
                <a:cubicBezTo>
                  <a:pt x="3151332" y="6817680"/>
                  <a:pt x="3133609" y="6832942"/>
                  <a:pt x="3115885" y="6848204"/>
                </a:cubicBezTo>
                <a:cubicBezTo>
                  <a:pt x="3069115" y="6865435"/>
                  <a:pt x="3056807" y="6815219"/>
                  <a:pt x="3026283" y="6790603"/>
                </a:cubicBezTo>
                <a:cubicBezTo>
                  <a:pt x="3029729" y="6790110"/>
                  <a:pt x="3034160" y="6787649"/>
                  <a:pt x="3036622" y="6789125"/>
                </a:cubicBezTo>
                <a:cubicBezTo>
                  <a:pt x="3079454" y="6813741"/>
                  <a:pt x="3093731" y="6804880"/>
                  <a:pt x="3095208" y="6756140"/>
                </a:cubicBezTo>
                <a:cubicBezTo>
                  <a:pt x="3096193" y="6726109"/>
                  <a:pt x="3090285" y="6712816"/>
                  <a:pt x="3055823" y="6725617"/>
                </a:cubicBezTo>
                <a:cubicBezTo>
                  <a:pt x="3042037" y="6731032"/>
                  <a:pt x="3021360" y="6723155"/>
                  <a:pt x="3005606" y="6717247"/>
                </a:cubicBezTo>
                <a:cubicBezTo>
                  <a:pt x="2999698" y="6715278"/>
                  <a:pt x="2998713" y="6701001"/>
                  <a:pt x="2993298" y="6687216"/>
                </a:cubicBezTo>
                <a:cubicBezTo>
                  <a:pt x="2963266" y="6684754"/>
                  <a:pt x="2960313" y="6687708"/>
                  <a:pt x="2960313" y="6731524"/>
                </a:cubicBezTo>
                <a:cubicBezTo>
                  <a:pt x="3004621" y="6747771"/>
                  <a:pt x="3023329" y="6796510"/>
                  <a:pt x="2998713" y="6844265"/>
                </a:cubicBezTo>
                <a:cubicBezTo>
                  <a:pt x="2978529" y="6831465"/>
                  <a:pt x="2958836" y="6819157"/>
                  <a:pt x="2937666" y="6805372"/>
                </a:cubicBezTo>
                <a:cubicBezTo>
                  <a:pt x="2936681" y="6812265"/>
                  <a:pt x="2935205" y="6820142"/>
                  <a:pt x="2933727" y="6830480"/>
                </a:cubicBezTo>
                <a:cubicBezTo>
                  <a:pt x="2921419" y="6828511"/>
                  <a:pt x="2908619" y="6826542"/>
                  <a:pt x="2892373" y="6823588"/>
                </a:cubicBezTo>
                <a:cubicBezTo>
                  <a:pt x="2899265" y="6817188"/>
                  <a:pt x="2904681" y="6811773"/>
                  <a:pt x="2913542" y="6803895"/>
                </a:cubicBezTo>
                <a:cubicBezTo>
                  <a:pt x="2905173" y="6802911"/>
                  <a:pt x="2900250" y="6803403"/>
                  <a:pt x="2895819" y="6801926"/>
                </a:cubicBezTo>
                <a:cubicBezTo>
                  <a:pt x="2885973" y="6798480"/>
                  <a:pt x="2876618" y="6794049"/>
                  <a:pt x="2867264" y="6789618"/>
                </a:cubicBezTo>
                <a:cubicBezTo>
                  <a:pt x="2872680" y="6780756"/>
                  <a:pt x="2869234" y="6761063"/>
                  <a:pt x="2891880" y="6774849"/>
                </a:cubicBezTo>
                <a:cubicBezTo>
                  <a:pt x="2896803" y="6777802"/>
                  <a:pt x="2916004" y="6756632"/>
                  <a:pt x="2933235" y="6743340"/>
                </a:cubicBezTo>
                <a:cubicBezTo>
                  <a:pt x="2911573" y="6745802"/>
                  <a:pt x="2894834" y="6749740"/>
                  <a:pt x="2878588" y="6749248"/>
                </a:cubicBezTo>
                <a:cubicBezTo>
                  <a:pt x="2852003" y="6747771"/>
                  <a:pt x="2854956" y="6733494"/>
                  <a:pt x="2868249" y="6717739"/>
                </a:cubicBezTo>
                <a:cubicBezTo>
                  <a:pt x="2847079" y="6697554"/>
                  <a:pt x="2805232" y="6715278"/>
                  <a:pt x="2792924" y="6677369"/>
                </a:cubicBezTo>
                <a:cubicBezTo>
                  <a:pt x="2792432" y="6675892"/>
                  <a:pt x="2775201" y="6678354"/>
                  <a:pt x="2767324" y="6682292"/>
                </a:cubicBezTo>
                <a:cubicBezTo>
                  <a:pt x="2765355" y="6683277"/>
                  <a:pt x="2767816" y="6696570"/>
                  <a:pt x="2770278" y="6703462"/>
                </a:cubicBezTo>
                <a:cubicBezTo>
                  <a:pt x="2772247" y="6708386"/>
                  <a:pt x="2777663" y="6712324"/>
                  <a:pt x="2782586" y="6716755"/>
                </a:cubicBezTo>
                <a:cubicBezTo>
                  <a:pt x="2751077" y="6733002"/>
                  <a:pt x="2718092" y="6713801"/>
                  <a:pt x="2710707" y="6675892"/>
                </a:cubicBezTo>
                <a:cubicBezTo>
                  <a:pt x="2696430" y="6675892"/>
                  <a:pt x="2682153" y="6675892"/>
                  <a:pt x="2667383" y="6675892"/>
                </a:cubicBezTo>
                <a:cubicBezTo>
                  <a:pt x="2666891" y="6677861"/>
                  <a:pt x="2665906" y="6679831"/>
                  <a:pt x="2665414" y="6682292"/>
                </a:cubicBezTo>
                <a:cubicBezTo>
                  <a:pt x="2675752" y="6685738"/>
                  <a:pt x="2686091" y="6689677"/>
                  <a:pt x="2696430" y="6693123"/>
                </a:cubicBezTo>
                <a:cubicBezTo>
                  <a:pt x="2693968" y="6695093"/>
                  <a:pt x="2691507" y="6696570"/>
                  <a:pt x="2689045" y="6698539"/>
                </a:cubicBezTo>
                <a:cubicBezTo>
                  <a:pt x="2699384" y="6714293"/>
                  <a:pt x="2709722" y="6730047"/>
                  <a:pt x="2721538" y="6747278"/>
                </a:cubicBezTo>
                <a:cubicBezTo>
                  <a:pt x="2714153" y="6755156"/>
                  <a:pt x="2704307" y="6765494"/>
                  <a:pt x="2691999" y="6778787"/>
                </a:cubicBezTo>
                <a:cubicBezTo>
                  <a:pt x="2684122" y="6771894"/>
                  <a:pt x="2672306" y="6761556"/>
                  <a:pt x="2660490" y="6751217"/>
                </a:cubicBezTo>
                <a:cubicBezTo>
                  <a:pt x="2631936" y="6790110"/>
                  <a:pt x="2591074" y="6777802"/>
                  <a:pt x="2530026" y="6712324"/>
                </a:cubicBezTo>
                <a:cubicBezTo>
                  <a:pt x="2548242" y="6708878"/>
                  <a:pt x="2565473" y="6705924"/>
                  <a:pt x="2591566" y="6701001"/>
                </a:cubicBezTo>
                <a:cubicBezTo>
                  <a:pt x="2565965" y="6684754"/>
                  <a:pt x="2547750" y="6673430"/>
                  <a:pt x="2529534" y="6662107"/>
                </a:cubicBezTo>
                <a:cubicBezTo>
                  <a:pt x="2530026" y="6658169"/>
                  <a:pt x="2530518" y="6654231"/>
                  <a:pt x="2531503" y="6649800"/>
                </a:cubicBezTo>
                <a:cubicBezTo>
                  <a:pt x="2510333" y="6655215"/>
                  <a:pt x="2489164" y="6660630"/>
                  <a:pt x="2467994" y="6666538"/>
                </a:cubicBezTo>
                <a:cubicBezTo>
                  <a:pt x="2471932" y="6680323"/>
                  <a:pt x="2475871" y="6694600"/>
                  <a:pt x="2480794" y="6710847"/>
                </a:cubicBezTo>
                <a:cubicBezTo>
                  <a:pt x="2455686" y="6736940"/>
                  <a:pt x="2446824" y="6736448"/>
                  <a:pt x="2359684" y="6692631"/>
                </a:cubicBezTo>
                <a:cubicBezTo>
                  <a:pt x="2363622" y="6667031"/>
                  <a:pt x="2367561" y="6640445"/>
                  <a:pt x="2371007" y="6614845"/>
                </a:cubicBezTo>
                <a:cubicBezTo>
                  <a:pt x="2360669" y="6614845"/>
                  <a:pt x="2344422" y="6611891"/>
                  <a:pt x="2329652" y="6615829"/>
                </a:cubicBezTo>
                <a:cubicBezTo>
                  <a:pt x="2321775" y="6617799"/>
                  <a:pt x="2305036" y="6611891"/>
                  <a:pt x="2305036" y="6636999"/>
                </a:cubicBezTo>
                <a:cubicBezTo>
                  <a:pt x="2305036" y="6667523"/>
                  <a:pt x="2275497" y="6676877"/>
                  <a:pt x="2249897" y="6659646"/>
                </a:cubicBezTo>
                <a:cubicBezTo>
                  <a:pt x="2219865" y="6639953"/>
                  <a:pt x="2191803" y="6616814"/>
                  <a:pt x="2159802" y="6599583"/>
                </a:cubicBezTo>
                <a:cubicBezTo>
                  <a:pt x="2147002" y="6592691"/>
                  <a:pt x="2127802" y="6598598"/>
                  <a:pt x="2104663" y="6598598"/>
                </a:cubicBezTo>
                <a:cubicBezTo>
                  <a:pt x="2095801" y="6594659"/>
                  <a:pt x="2079062" y="6586782"/>
                  <a:pt x="2054446" y="6574967"/>
                </a:cubicBezTo>
                <a:cubicBezTo>
                  <a:pt x="2069216" y="6567582"/>
                  <a:pt x="2081524" y="6561182"/>
                  <a:pt x="2094324" y="6554782"/>
                </a:cubicBezTo>
                <a:cubicBezTo>
                  <a:pt x="2067739" y="6499642"/>
                  <a:pt x="2055431" y="6492258"/>
                  <a:pt x="1992906" y="6497181"/>
                </a:cubicBezTo>
                <a:cubicBezTo>
                  <a:pt x="1994383" y="6491273"/>
                  <a:pt x="1995860" y="6484873"/>
                  <a:pt x="1997829" y="6476011"/>
                </a:cubicBezTo>
                <a:cubicBezTo>
                  <a:pt x="1951552" y="6503088"/>
                  <a:pt x="1935797" y="6459272"/>
                  <a:pt x="1909212" y="6441056"/>
                </a:cubicBezTo>
                <a:cubicBezTo>
                  <a:pt x="1900350" y="6435149"/>
                  <a:pt x="1890996" y="6430225"/>
                  <a:pt x="1882135" y="6424810"/>
                </a:cubicBezTo>
                <a:cubicBezTo>
                  <a:pt x="1879673" y="6427764"/>
                  <a:pt x="1877704" y="6430718"/>
                  <a:pt x="1875242" y="6433671"/>
                </a:cubicBezTo>
                <a:cubicBezTo>
                  <a:pt x="1884596" y="6455334"/>
                  <a:pt x="1894443" y="6476503"/>
                  <a:pt x="1906258" y="6503088"/>
                </a:cubicBezTo>
                <a:cubicBezTo>
                  <a:pt x="1890012" y="6523766"/>
                  <a:pt x="1870319" y="6517858"/>
                  <a:pt x="1850626" y="6494227"/>
                </a:cubicBezTo>
                <a:cubicBezTo>
                  <a:pt x="1832903" y="6473057"/>
                  <a:pt x="1815672" y="6449918"/>
                  <a:pt x="1780225" y="6462226"/>
                </a:cubicBezTo>
                <a:cubicBezTo>
                  <a:pt x="1774809" y="6450410"/>
                  <a:pt x="1770378" y="6439579"/>
                  <a:pt x="1765455" y="6427764"/>
                </a:cubicBezTo>
                <a:cubicBezTo>
                  <a:pt x="1778748" y="6418410"/>
                  <a:pt x="1791056" y="6409056"/>
                  <a:pt x="1803856" y="6399701"/>
                </a:cubicBezTo>
                <a:cubicBezTo>
                  <a:pt x="1765455" y="6380501"/>
                  <a:pt x="1730008" y="6363270"/>
                  <a:pt x="1694561" y="6345546"/>
                </a:cubicBezTo>
                <a:cubicBezTo>
                  <a:pt x="1692592" y="6348500"/>
                  <a:pt x="1690130" y="6351454"/>
                  <a:pt x="1688161" y="6354408"/>
                </a:cubicBezTo>
                <a:cubicBezTo>
                  <a:pt x="1702931" y="6366716"/>
                  <a:pt x="1717208" y="6379024"/>
                  <a:pt x="1735916" y="6394778"/>
                </a:cubicBezTo>
                <a:cubicBezTo>
                  <a:pt x="1725577" y="6403640"/>
                  <a:pt x="1711792" y="6414963"/>
                  <a:pt x="1692100" y="6431210"/>
                </a:cubicBezTo>
                <a:cubicBezTo>
                  <a:pt x="1685207" y="6405117"/>
                  <a:pt x="1683730" y="6383455"/>
                  <a:pt x="1674376" y="6365731"/>
                </a:cubicBezTo>
                <a:cubicBezTo>
                  <a:pt x="1659606" y="6336685"/>
                  <a:pt x="1640406" y="6310100"/>
                  <a:pt x="1624652" y="6284006"/>
                </a:cubicBezTo>
                <a:cubicBezTo>
                  <a:pt x="1644345" y="6290899"/>
                  <a:pt x="1669945" y="6300253"/>
                  <a:pt x="1695546" y="6309115"/>
                </a:cubicBezTo>
                <a:cubicBezTo>
                  <a:pt x="1696530" y="6306653"/>
                  <a:pt x="1697515" y="6304191"/>
                  <a:pt x="1698500" y="6301730"/>
                </a:cubicBezTo>
                <a:cubicBezTo>
                  <a:pt x="1686192" y="6285976"/>
                  <a:pt x="1673391" y="6270222"/>
                  <a:pt x="1657637" y="6250036"/>
                </a:cubicBezTo>
                <a:cubicBezTo>
                  <a:pt x="1659606" y="6249544"/>
                  <a:pt x="1652714" y="6252006"/>
                  <a:pt x="1648283" y="6253483"/>
                </a:cubicBezTo>
                <a:cubicBezTo>
                  <a:pt x="1624652" y="6197851"/>
                  <a:pt x="1556220" y="6239698"/>
                  <a:pt x="1526188" y="6197358"/>
                </a:cubicBezTo>
                <a:cubicBezTo>
                  <a:pt x="1532096" y="6235760"/>
                  <a:pt x="1581328" y="6228375"/>
                  <a:pt x="1591174" y="6267760"/>
                </a:cubicBezTo>
                <a:cubicBezTo>
                  <a:pt x="1573451" y="6258406"/>
                  <a:pt x="1558189" y="6250529"/>
                  <a:pt x="1535050" y="6238713"/>
                </a:cubicBezTo>
                <a:cubicBezTo>
                  <a:pt x="1549327" y="6269237"/>
                  <a:pt x="1559173" y="6290407"/>
                  <a:pt x="1571974" y="6316992"/>
                </a:cubicBezTo>
                <a:cubicBezTo>
                  <a:pt x="1559666" y="6317484"/>
                  <a:pt x="1541942" y="6322408"/>
                  <a:pt x="1539481" y="6317977"/>
                </a:cubicBezTo>
                <a:cubicBezTo>
                  <a:pt x="1529634" y="6300253"/>
                  <a:pt x="1521757" y="6280560"/>
                  <a:pt x="1517819" y="6260868"/>
                </a:cubicBezTo>
                <a:cubicBezTo>
                  <a:pt x="1513880" y="6240683"/>
                  <a:pt x="1514865" y="6219513"/>
                  <a:pt x="1513880" y="6208189"/>
                </a:cubicBezTo>
                <a:cubicBezTo>
                  <a:pt x="1491234" y="6203266"/>
                  <a:pt x="1476956" y="6201297"/>
                  <a:pt x="1463664" y="6197358"/>
                </a:cubicBezTo>
                <a:cubicBezTo>
                  <a:pt x="1448894" y="6193420"/>
                  <a:pt x="1434617" y="6188497"/>
                  <a:pt x="1420340" y="6183573"/>
                </a:cubicBezTo>
                <a:cubicBezTo>
                  <a:pt x="1417878" y="6187020"/>
                  <a:pt x="1415416" y="6190958"/>
                  <a:pt x="1412955" y="6194405"/>
                </a:cubicBezTo>
                <a:cubicBezTo>
                  <a:pt x="1427232" y="6210651"/>
                  <a:pt x="1441509" y="6226898"/>
                  <a:pt x="1456279" y="6243144"/>
                </a:cubicBezTo>
                <a:cubicBezTo>
                  <a:pt x="1454310" y="6246098"/>
                  <a:pt x="1451848" y="6249052"/>
                  <a:pt x="1449879" y="6251514"/>
                </a:cubicBezTo>
                <a:cubicBezTo>
                  <a:pt x="1437078" y="6246590"/>
                  <a:pt x="1421817" y="6244129"/>
                  <a:pt x="1410985" y="6235760"/>
                </a:cubicBezTo>
                <a:cubicBezTo>
                  <a:pt x="1379969" y="6212128"/>
                  <a:pt x="1346000" y="6202282"/>
                  <a:pt x="1307106" y="6199820"/>
                </a:cubicBezTo>
                <a:cubicBezTo>
                  <a:pt x="1296768" y="6199328"/>
                  <a:pt x="1285937" y="6182097"/>
                  <a:pt x="1277567" y="6170773"/>
                </a:cubicBezTo>
                <a:cubicBezTo>
                  <a:pt x="1262305" y="6150096"/>
                  <a:pt x="1268213" y="6111695"/>
                  <a:pt x="1224397" y="6115142"/>
                </a:cubicBezTo>
                <a:cubicBezTo>
                  <a:pt x="1214550" y="6116126"/>
                  <a:pt x="1202735" y="6096433"/>
                  <a:pt x="1193873" y="6084617"/>
                </a:cubicBezTo>
                <a:cubicBezTo>
                  <a:pt x="1184027" y="6070833"/>
                  <a:pt x="1174673" y="6057048"/>
                  <a:pt x="1163842" y="6044247"/>
                </a:cubicBezTo>
                <a:cubicBezTo>
                  <a:pt x="1153011" y="6030955"/>
                  <a:pt x="1169257" y="5990585"/>
                  <a:pt x="1126918" y="6011262"/>
                </a:cubicBezTo>
                <a:cubicBezTo>
                  <a:pt x="1126918" y="5981723"/>
                  <a:pt x="1126918" y="5957107"/>
                  <a:pt x="1126918" y="5927075"/>
                </a:cubicBezTo>
                <a:cubicBezTo>
                  <a:pt x="1122979" y="5915752"/>
                  <a:pt x="1117071" y="5897044"/>
                  <a:pt x="1108210" y="5869474"/>
                </a:cubicBezTo>
                <a:cubicBezTo>
                  <a:pt x="1097379" y="5897044"/>
                  <a:pt x="1091471" y="5913291"/>
                  <a:pt x="1084578" y="5929537"/>
                </a:cubicBezTo>
                <a:cubicBezTo>
                  <a:pt x="1078178" y="5944799"/>
                  <a:pt x="1070301" y="5960061"/>
                  <a:pt x="1054054" y="5973846"/>
                </a:cubicBezTo>
                <a:cubicBezTo>
                  <a:pt x="1056516" y="5942830"/>
                  <a:pt x="1050608" y="5908368"/>
                  <a:pt x="1062916" y="5881782"/>
                </a:cubicBezTo>
                <a:cubicBezTo>
                  <a:pt x="1078178" y="5848304"/>
                  <a:pt x="1040762" y="5827627"/>
                  <a:pt x="1060947" y="5798580"/>
                </a:cubicBezTo>
                <a:cubicBezTo>
                  <a:pt x="1055531" y="5797596"/>
                  <a:pt x="1050608" y="5796611"/>
                  <a:pt x="1045193" y="5795627"/>
                </a:cubicBezTo>
                <a:cubicBezTo>
                  <a:pt x="1040270" y="5806949"/>
                  <a:pt x="1035346" y="5818273"/>
                  <a:pt x="1028454" y="5834027"/>
                </a:cubicBezTo>
                <a:cubicBezTo>
                  <a:pt x="1030915" y="5834520"/>
                  <a:pt x="1023531" y="5832550"/>
                  <a:pt x="1021069" y="5832058"/>
                </a:cubicBezTo>
                <a:cubicBezTo>
                  <a:pt x="1012207" y="5848797"/>
                  <a:pt x="1003838" y="5864551"/>
                  <a:pt x="995468" y="5880797"/>
                </a:cubicBezTo>
                <a:cubicBezTo>
                  <a:pt x="989561" y="5878336"/>
                  <a:pt x="983653" y="5875382"/>
                  <a:pt x="977745" y="5872920"/>
                </a:cubicBezTo>
                <a:cubicBezTo>
                  <a:pt x="984145" y="5855689"/>
                  <a:pt x="990545" y="5838950"/>
                  <a:pt x="998915" y="5816796"/>
                </a:cubicBezTo>
                <a:cubicBezTo>
                  <a:pt x="954114" y="5814827"/>
                  <a:pt x="950668" y="5776426"/>
                  <a:pt x="941313" y="5742456"/>
                </a:cubicBezTo>
                <a:cubicBezTo>
                  <a:pt x="951160" y="5736056"/>
                  <a:pt x="961006" y="5729656"/>
                  <a:pt x="970853" y="5723748"/>
                </a:cubicBezTo>
                <a:cubicBezTo>
                  <a:pt x="957560" y="5709471"/>
                  <a:pt x="944760" y="5694701"/>
                  <a:pt x="926544" y="5675008"/>
                </a:cubicBezTo>
                <a:cubicBezTo>
                  <a:pt x="935898" y="5702086"/>
                  <a:pt x="940329" y="5720794"/>
                  <a:pt x="944760" y="5739994"/>
                </a:cubicBezTo>
                <a:close/>
                <a:moveTo>
                  <a:pt x="287514" y="2835806"/>
                </a:moveTo>
                <a:cubicBezTo>
                  <a:pt x="284068" y="2834821"/>
                  <a:pt x="280622" y="2833837"/>
                  <a:pt x="277175" y="2833345"/>
                </a:cubicBezTo>
                <a:cubicBezTo>
                  <a:pt x="277175" y="2821529"/>
                  <a:pt x="278652" y="2809713"/>
                  <a:pt x="276683" y="2797897"/>
                </a:cubicBezTo>
                <a:cubicBezTo>
                  <a:pt x="275206" y="2789036"/>
                  <a:pt x="269298" y="2772789"/>
                  <a:pt x="266837" y="2773282"/>
                </a:cubicBezTo>
                <a:cubicBezTo>
                  <a:pt x="245667" y="2776235"/>
                  <a:pt x="225482" y="2782143"/>
                  <a:pt x="204805" y="2787066"/>
                </a:cubicBezTo>
                <a:cubicBezTo>
                  <a:pt x="206282" y="2791497"/>
                  <a:pt x="208251" y="2796421"/>
                  <a:pt x="208743" y="2800851"/>
                </a:cubicBezTo>
                <a:cubicBezTo>
                  <a:pt x="210220" y="2809713"/>
                  <a:pt x="210712" y="2819067"/>
                  <a:pt x="211697" y="2827929"/>
                </a:cubicBezTo>
                <a:cubicBezTo>
                  <a:pt x="243205" y="2823006"/>
                  <a:pt x="265360" y="2848114"/>
                  <a:pt x="282099" y="2874207"/>
                </a:cubicBezTo>
                <a:cubicBezTo>
                  <a:pt x="301791" y="2904238"/>
                  <a:pt x="270283" y="2914577"/>
                  <a:pt x="272252" y="2936731"/>
                </a:cubicBezTo>
                <a:cubicBezTo>
                  <a:pt x="276191" y="2982517"/>
                  <a:pt x="276191" y="3029287"/>
                  <a:pt x="272745" y="3075073"/>
                </a:cubicBezTo>
                <a:cubicBezTo>
                  <a:pt x="269298" y="3120858"/>
                  <a:pt x="270775" y="3170090"/>
                  <a:pt x="230897" y="3210953"/>
                </a:cubicBezTo>
                <a:cubicBezTo>
                  <a:pt x="226467" y="3150890"/>
                  <a:pt x="192989" y="3222276"/>
                  <a:pt x="185604" y="3203076"/>
                </a:cubicBezTo>
                <a:cubicBezTo>
                  <a:pt x="184620" y="3218830"/>
                  <a:pt x="183143" y="3242461"/>
                  <a:pt x="181666" y="3266585"/>
                </a:cubicBezTo>
                <a:cubicBezTo>
                  <a:pt x="193974" y="3270523"/>
                  <a:pt x="209728" y="3275447"/>
                  <a:pt x="222528" y="3279385"/>
                </a:cubicBezTo>
                <a:cubicBezTo>
                  <a:pt x="226467" y="3263631"/>
                  <a:pt x="230405" y="3248369"/>
                  <a:pt x="233851" y="3233600"/>
                </a:cubicBezTo>
                <a:cubicBezTo>
                  <a:pt x="237790" y="3233600"/>
                  <a:pt x="241729" y="3233600"/>
                  <a:pt x="245667" y="3234092"/>
                </a:cubicBezTo>
                <a:cubicBezTo>
                  <a:pt x="254036" y="3270523"/>
                  <a:pt x="261914" y="3306955"/>
                  <a:pt x="270775" y="3347325"/>
                </a:cubicBezTo>
                <a:cubicBezTo>
                  <a:pt x="279637" y="3337479"/>
                  <a:pt x="286530" y="3329110"/>
                  <a:pt x="291945" y="3323202"/>
                </a:cubicBezTo>
                <a:cubicBezTo>
                  <a:pt x="283576" y="3310401"/>
                  <a:pt x="277175" y="3300555"/>
                  <a:pt x="272745" y="3293170"/>
                </a:cubicBezTo>
                <a:cubicBezTo>
                  <a:pt x="288006" y="3291693"/>
                  <a:pt x="300807" y="3292678"/>
                  <a:pt x="311145" y="3288247"/>
                </a:cubicBezTo>
                <a:cubicBezTo>
                  <a:pt x="315084" y="3286278"/>
                  <a:pt x="310653" y="3270523"/>
                  <a:pt x="314592" y="3263139"/>
                </a:cubicBezTo>
                <a:cubicBezTo>
                  <a:pt x="348069" y="3203568"/>
                  <a:pt x="348069" y="3193229"/>
                  <a:pt x="311638" y="3145967"/>
                </a:cubicBezTo>
                <a:cubicBezTo>
                  <a:pt x="331331" y="3131690"/>
                  <a:pt x="349054" y="3116428"/>
                  <a:pt x="321976" y="3097720"/>
                </a:cubicBezTo>
                <a:cubicBezTo>
                  <a:pt x="328869" y="3089842"/>
                  <a:pt x="341177" y="3082950"/>
                  <a:pt x="342162" y="3074581"/>
                </a:cubicBezTo>
                <a:cubicBezTo>
                  <a:pt x="346100" y="3039134"/>
                  <a:pt x="348562" y="3002702"/>
                  <a:pt x="303268" y="2985963"/>
                </a:cubicBezTo>
                <a:cubicBezTo>
                  <a:pt x="386963" y="2935255"/>
                  <a:pt x="390901" y="2915562"/>
                  <a:pt x="337238" y="2850576"/>
                </a:cubicBezTo>
                <a:cubicBezTo>
                  <a:pt x="386963" y="2804298"/>
                  <a:pt x="390409" y="2752604"/>
                  <a:pt x="335269" y="2721096"/>
                </a:cubicBezTo>
                <a:cubicBezTo>
                  <a:pt x="318038" y="2760974"/>
                  <a:pt x="302776" y="2798390"/>
                  <a:pt x="287514" y="2835806"/>
                </a:cubicBezTo>
                <a:close/>
                <a:moveTo>
                  <a:pt x="275699" y="2511860"/>
                </a:moveTo>
                <a:cubicBezTo>
                  <a:pt x="338223" y="2490691"/>
                  <a:pt x="350531" y="2493645"/>
                  <a:pt x="371701" y="2527614"/>
                </a:cubicBezTo>
                <a:cubicBezTo>
                  <a:pt x="357916" y="2568969"/>
                  <a:pt x="345115" y="2606878"/>
                  <a:pt x="331823" y="2646756"/>
                </a:cubicBezTo>
                <a:cubicBezTo>
                  <a:pt x="324438" y="2646263"/>
                  <a:pt x="309176" y="2644294"/>
                  <a:pt x="284560" y="2642325"/>
                </a:cubicBezTo>
                <a:cubicBezTo>
                  <a:pt x="304253" y="2672848"/>
                  <a:pt x="319515" y="2695987"/>
                  <a:pt x="337731" y="2723557"/>
                </a:cubicBezTo>
                <a:cubicBezTo>
                  <a:pt x="363824" y="2694018"/>
                  <a:pt x="384993" y="2670387"/>
                  <a:pt x="406163" y="2646263"/>
                </a:cubicBezTo>
                <a:cubicBezTo>
                  <a:pt x="404194" y="2643309"/>
                  <a:pt x="402224" y="2640848"/>
                  <a:pt x="400747" y="2637894"/>
                </a:cubicBezTo>
                <a:cubicBezTo>
                  <a:pt x="386470" y="2638879"/>
                  <a:pt x="372193" y="2640355"/>
                  <a:pt x="351023" y="2641832"/>
                </a:cubicBezTo>
                <a:cubicBezTo>
                  <a:pt x="385486" y="2597524"/>
                  <a:pt x="416502" y="2557646"/>
                  <a:pt x="444072" y="2522199"/>
                </a:cubicBezTo>
                <a:cubicBezTo>
                  <a:pt x="398286" y="2463121"/>
                  <a:pt x="456872" y="2439982"/>
                  <a:pt x="481488" y="2406504"/>
                </a:cubicBezTo>
                <a:cubicBezTo>
                  <a:pt x="468687" y="2400104"/>
                  <a:pt x="458349" y="2395673"/>
                  <a:pt x="453918" y="2393211"/>
                </a:cubicBezTo>
                <a:cubicBezTo>
                  <a:pt x="467703" y="2376965"/>
                  <a:pt x="480503" y="2361703"/>
                  <a:pt x="493303" y="2346441"/>
                </a:cubicBezTo>
                <a:cubicBezTo>
                  <a:pt x="487396" y="2345949"/>
                  <a:pt x="481488" y="2345457"/>
                  <a:pt x="475580" y="2344964"/>
                </a:cubicBezTo>
                <a:cubicBezTo>
                  <a:pt x="469180" y="2335118"/>
                  <a:pt x="456872" y="2324779"/>
                  <a:pt x="457364" y="2315425"/>
                </a:cubicBezTo>
                <a:cubicBezTo>
                  <a:pt x="458349" y="2301640"/>
                  <a:pt x="467703" y="2288348"/>
                  <a:pt x="475580" y="2276040"/>
                </a:cubicBezTo>
                <a:cubicBezTo>
                  <a:pt x="488380" y="2256347"/>
                  <a:pt x="502657" y="2238131"/>
                  <a:pt x="515458" y="2219915"/>
                </a:cubicBezTo>
                <a:cubicBezTo>
                  <a:pt x="479026" y="2198253"/>
                  <a:pt x="466226" y="2218438"/>
                  <a:pt x="453426" y="2237146"/>
                </a:cubicBezTo>
                <a:cubicBezTo>
                  <a:pt x="441118" y="2254870"/>
                  <a:pt x="429794" y="2272593"/>
                  <a:pt x="417979" y="2290809"/>
                </a:cubicBezTo>
                <a:cubicBezTo>
                  <a:pt x="366777" y="2253885"/>
                  <a:pt x="366777" y="2253885"/>
                  <a:pt x="353977" y="2264716"/>
                </a:cubicBezTo>
                <a:cubicBezTo>
                  <a:pt x="349054" y="2313456"/>
                  <a:pt x="384993" y="2324779"/>
                  <a:pt x="410594" y="2336595"/>
                </a:cubicBezTo>
                <a:cubicBezTo>
                  <a:pt x="409609" y="2346441"/>
                  <a:pt x="409117" y="2353826"/>
                  <a:pt x="408625" y="2361211"/>
                </a:cubicBezTo>
                <a:cubicBezTo>
                  <a:pt x="407148" y="2374996"/>
                  <a:pt x="410594" y="2393211"/>
                  <a:pt x="402717" y="2402073"/>
                </a:cubicBezTo>
                <a:cubicBezTo>
                  <a:pt x="396317" y="2409458"/>
                  <a:pt x="388439" y="2423243"/>
                  <a:pt x="364808" y="2416350"/>
                </a:cubicBezTo>
                <a:cubicBezTo>
                  <a:pt x="335761" y="2407489"/>
                  <a:pt x="295391" y="2386811"/>
                  <a:pt x="269791" y="2435551"/>
                </a:cubicBezTo>
                <a:cubicBezTo>
                  <a:pt x="252560" y="2466075"/>
                  <a:pt x="264867" y="2486752"/>
                  <a:pt x="275699" y="2511860"/>
                </a:cubicBezTo>
                <a:close/>
                <a:moveTo>
                  <a:pt x="183635" y="2956424"/>
                </a:moveTo>
                <a:cubicBezTo>
                  <a:pt x="179696" y="2956424"/>
                  <a:pt x="175265" y="2956424"/>
                  <a:pt x="171327" y="2956424"/>
                </a:cubicBezTo>
                <a:cubicBezTo>
                  <a:pt x="161481" y="2995810"/>
                  <a:pt x="150157" y="3034703"/>
                  <a:pt x="142772" y="3074581"/>
                </a:cubicBezTo>
                <a:cubicBezTo>
                  <a:pt x="137849" y="3101658"/>
                  <a:pt x="157050" y="3115935"/>
                  <a:pt x="180189" y="3103135"/>
                </a:cubicBezTo>
                <a:cubicBezTo>
                  <a:pt x="209728" y="3086889"/>
                  <a:pt x="246159" y="3075073"/>
                  <a:pt x="246652" y="3029287"/>
                </a:cubicBezTo>
                <a:cubicBezTo>
                  <a:pt x="246652" y="3011071"/>
                  <a:pt x="256006" y="2992856"/>
                  <a:pt x="257975" y="2974148"/>
                </a:cubicBezTo>
                <a:cubicBezTo>
                  <a:pt x="259944" y="2951501"/>
                  <a:pt x="258467" y="2927870"/>
                  <a:pt x="258467" y="2904731"/>
                </a:cubicBezTo>
                <a:cubicBezTo>
                  <a:pt x="255021" y="2904731"/>
                  <a:pt x="251083" y="2904731"/>
                  <a:pt x="247636" y="2905223"/>
                </a:cubicBezTo>
                <a:cubicBezTo>
                  <a:pt x="252560" y="2933285"/>
                  <a:pt x="217113" y="2955932"/>
                  <a:pt x="239759" y="2987440"/>
                </a:cubicBezTo>
                <a:cubicBezTo>
                  <a:pt x="241236" y="2989902"/>
                  <a:pt x="228436" y="3008610"/>
                  <a:pt x="221543" y="3009595"/>
                </a:cubicBezTo>
                <a:cubicBezTo>
                  <a:pt x="213666" y="3010579"/>
                  <a:pt x="201851" y="3001225"/>
                  <a:pt x="196928" y="2992856"/>
                </a:cubicBezTo>
                <a:cubicBezTo>
                  <a:pt x="189543" y="2982517"/>
                  <a:pt x="187573" y="2968732"/>
                  <a:pt x="183635" y="2956424"/>
                </a:cubicBezTo>
                <a:close/>
                <a:moveTo>
                  <a:pt x="371208" y="3863768"/>
                </a:moveTo>
                <a:cubicBezTo>
                  <a:pt x="345608" y="3880999"/>
                  <a:pt x="325423" y="3894784"/>
                  <a:pt x="303761" y="3909553"/>
                </a:cubicBezTo>
                <a:cubicBezTo>
                  <a:pt x="306715" y="3936631"/>
                  <a:pt x="302776" y="3969616"/>
                  <a:pt x="315576" y="3993247"/>
                </a:cubicBezTo>
                <a:cubicBezTo>
                  <a:pt x="330346" y="4019833"/>
                  <a:pt x="359885" y="4038541"/>
                  <a:pt x="388932" y="4066110"/>
                </a:cubicBezTo>
                <a:cubicBezTo>
                  <a:pt x="383024" y="3999155"/>
                  <a:pt x="377608" y="3936138"/>
                  <a:pt x="371208" y="3863768"/>
                </a:cubicBezTo>
                <a:close/>
                <a:moveTo>
                  <a:pt x="5681851" y="1340634"/>
                </a:moveTo>
                <a:cubicBezTo>
                  <a:pt x="5674958" y="1319957"/>
                  <a:pt x="5664620" y="1300756"/>
                  <a:pt x="5662158" y="1280571"/>
                </a:cubicBezTo>
                <a:cubicBezTo>
                  <a:pt x="5656742" y="1237247"/>
                  <a:pt x="5635573" y="1215093"/>
                  <a:pt x="5592741" y="1216570"/>
                </a:cubicBezTo>
                <a:cubicBezTo>
                  <a:pt x="5583879" y="1217062"/>
                  <a:pt x="5575510" y="1227401"/>
                  <a:pt x="5566648" y="1233308"/>
                </a:cubicBezTo>
                <a:cubicBezTo>
                  <a:pt x="5573048" y="1240693"/>
                  <a:pt x="5577479" y="1251032"/>
                  <a:pt x="5585849" y="1255463"/>
                </a:cubicBezTo>
                <a:cubicBezTo>
                  <a:pt x="5607018" y="1266294"/>
                  <a:pt x="5625727" y="1274171"/>
                  <a:pt x="5634588" y="1301741"/>
                </a:cubicBezTo>
                <a:cubicBezTo>
                  <a:pt x="5638527" y="1316510"/>
                  <a:pt x="5643942" y="1352942"/>
                  <a:pt x="5681851" y="1340634"/>
                </a:cubicBezTo>
                <a:close/>
                <a:moveTo>
                  <a:pt x="308192" y="3346341"/>
                </a:moveTo>
                <a:cubicBezTo>
                  <a:pt x="304745" y="3344863"/>
                  <a:pt x="300807" y="3343387"/>
                  <a:pt x="297361" y="3341417"/>
                </a:cubicBezTo>
                <a:cubicBezTo>
                  <a:pt x="285053" y="3356187"/>
                  <a:pt x="259944" y="3373418"/>
                  <a:pt x="261914" y="3384741"/>
                </a:cubicBezTo>
                <a:cubicBezTo>
                  <a:pt x="273729" y="3439881"/>
                  <a:pt x="240744" y="3437912"/>
                  <a:pt x="196928" y="3432989"/>
                </a:cubicBezTo>
                <a:cubicBezTo>
                  <a:pt x="208251" y="3447266"/>
                  <a:pt x="215143" y="3456620"/>
                  <a:pt x="217605" y="3459574"/>
                </a:cubicBezTo>
                <a:cubicBezTo>
                  <a:pt x="235328" y="3454651"/>
                  <a:pt x="248621" y="3451205"/>
                  <a:pt x="258467" y="3448743"/>
                </a:cubicBezTo>
                <a:cubicBezTo>
                  <a:pt x="258467" y="3467943"/>
                  <a:pt x="258467" y="3480744"/>
                  <a:pt x="258467" y="3493544"/>
                </a:cubicBezTo>
                <a:cubicBezTo>
                  <a:pt x="261421" y="3494036"/>
                  <a:pt x="263883" y="3494036"/>
                  <a:pt x="266837" y="3494529"/>
                </a:cubicBezTo>
                <a:cubicBezTo>
                  <a:pt x="270775" y="3485174"/>
                  <a:pt x="274714" y="3476313"/>
                  <a:pt x="278160" y="3466959"/>
                </a:cubicBezTo>
                <a:cubicBezTo>
                  <a:pt x="285545" y="3470897"/>
                  <a:pt x="291453" y="3473851"/>
                  <a:pt x="305730" y="3481236"/>
                </a:cubicBezTo>
                <a:cubicBezTo>
                  <a:pt x="301791" y="3453666"/>
                  <a:pt x="295884" y="3433481"/>
                  <a:pt x="296376" y="3413788"/>
                </a:cubicBezTo>
                <a:cubicBezTo>
                  <a:pt x="297361" y="3391142"/>
                  <a:pt x="304253" y="3368495"/>
                  <a:pt x="308192" y="3346341"/>
                </a:cubicBezTo>
                <a:close/>
                <a:moveTo>
                  <a:pt x="296868" y="3638286"/>
                </a:moveTo>
                <a:cubicBezTo>
                  <a:pt x="289976" y="3649117"/>
                  <a:pt x="283083" y="3659947"/>
                  <a:pt x="276191" y="3670779"/>
                </a:cubicBezTo>
                <a:cubicBezTo>
                  <a:pt x="305238" y="3693425"/>
                  <a:pt x="316069" y="3719026"/>
                  <a:pt x="287022" y="3751026"/>
                </a:cubicBezTo>
                <a:cubicBezTo>
                  <a:pt x="294899" y="3752996"/>
                  <a:pt x="301791" y="3754473"/>
                  <a:pt x="307207" y="3755950"/>
                </a:cubicBezTo>
                <a:cubicBezTo>
                  <a:pt x="305730" y="3774658"/>
                  <a:pt x="304745" y="3792381"/>
                  <a:pt x="303761" y="3811089"/>
                </a:cubicBezTo>
                <a:cubicBezTo>
                  <a:pt x="335269" y="3805674"/>
                  <a:pt x="335269" y="3805674"/>
                  <a:pt x="342654" y="3728872"/>
                </a:cubicBezTo>
                <a:cubicBezTo>
                  <a:pt x="345608" y="3697364"/>
                  <a:pt x="321484" y="3650101"/>
                  <a:pt x="296868" y="3638286"/>
                </a:cubicBezTo>
                <a:close/>
                <a:moveTo>
                  <a:pt x="168373" y="2626078"/>
                </a:moveTo>
                <a:cubicBezTo>
                  <a:pt x="166404" y="2631001"/>
                  <a:pt x="163942" y="2635925"/>
                  <a:pt x="161973" y="2640848"/>
                </a:cubicBezTo>
                <a:cubicBezTo>
                  <a:pt x="240252" y="2611801"/>
                  <a:pt x="177235" y="2701895"/>
                  <a:pt x="224497" y="2696972"/>
                </a:cubicBezTo>
                <a:cubicBezTo>
                  <a:pt x="231882" y="2671864"/>
                  <a:pt x="234344" y="2640848"/>
                  <a:pt x="249606" y="2619678"/>
                </a:cubicBezTo>
                <a:cubicBezTo>
                  <a:pt x="267329" y="2596047"/>
                  <a:pt x="266837" y="2576846"/>
                  <a:pt x="262406" y="2549277"/>
                </a:cubicBezTo>
                <a:cubicBezTo>
                  <a:pt x="237790" y="2569954"/>
                  <a:pt x="216620" y="2588170"/>
                  <a:pt x="195451" y="2606385"/>
                </a:cubicBezTo>
                <a:cubicBezTo>
                  <a:pt x="196435" y="2607370"/>
                  <a:pt x="200866" y="2611309"/>
                  <a:pt x="205789" y="2615740"/>
                </a:cubicBezTo>
                <a:cubicBezTo>
                  <a:pt x="192497" y="2619678"/>
                  <a:pt x="180681" y="2622632"/>
                  <a:pt x="168373" y="2626078"/>
                </a:cubicBezTo>
                <a:close/>
                <a:moveTo>
                  <a:pt x="1281013" y="6122526"/>
                </a:moveTo>
                <a:cubicBezTo>
                  <a:pt x="1298737" y="6145173"/>
                  <a:pt x="1313506" y="6164373"/>
                  <a:pt x="1324338" y="6178158"/>
                </a:cubicBezTo>
                <a:cubicBezTo>
                  <a:pt x="1336153" y="6167327"/>
                  <a:pt x="1344522" y="6153542"/>
                  <a:pt x="1350923" y="6154527"/>
                </a:cubicBezTo>
                <a:cubicBezTo>
                  <a:pt x="1369138" y="6156989"/>
                  <a:pt x="1386370" y="6164866"/>
                  <a:pt x="1411478" y="6173235"/>
                </a:cubicBezTo>
                <a:cubicBezTo>
                  <a:pt x="1425263" y="6162896"/>
                  <a:pt x="1418863" y="6149604"/>
                  <a:pt x="1396216" y="6139757"/>
                </a:cubicBezTo>
                <a:cubicBezTo>
                  <a:pt x="1375539" y="6130895"/>
                  <a:pt x="1349938" y="6127449"/>
                  <a:pt x="1334676" y="6113172"/>
                </a:cubicBezTo>
                <a:cubicBezTo>
                  <a:pt x="1308091" y="6089048"/>
                  <a:pt x="1295783" y="6101356"/>
                  <a:pt x="1281013" y="6122526"/>
                </a:cubicBezTo>
                <a:close/>
                <a:moveTo>
                  <a:pt x="172804" y="4064141"/>
                </a:moveTo>
                <a:cubicBezTo>
                  <a:pt x="168865" y="4067095"/>
                  <a:pt x="164434" y="4070049"/>
                  <a:pt x="160496" y="4073495"/>
                </a:cubicBezTo>
                <a:cubicBezTo>
                  <a:pt x="162465" y="4086788"/>
                  <a:pt x="160988" y="4103527"/>
                  <a:pt x="168373" y="4112881"/>
                </a:cubicBezTo>
                <a:cubicBezTo>
                  <a:pt x="172804" y="4118789"/>
                  <a:pt x="191512" y="4113373"/>
                  <a:pt x="203820" y="4112881"/>
                </a:cubicBezTo>
                <a:cubicBezTo>
                  <a:pt x="214159" y="4112389"/>
                  <a:pt x="224497" y="4110912"/>
                  <a:pt x="234836" y="4109927"/>
                </a:cubicBezTo>
                <a:cubicBezTo>
                  <a:pt x="235328" y="4112389"/>
                  <a:pt x="235328" y="4115342"/>
                  <a:pt x="235821" y="4117804"/>
                </a:cubicBezTo>
                <a:cubicBezTo>
                  <a:pt x="227451" y="4124696"/>
                  <a:pt x="219082" y="4131589"/>
                  <a:pt x="209728" y="4138974"/>
                </a:cubicBezTo>
                <a:cubicBezTo>
                  <a:pt x="217113" y="4150297"/>
                  <a:pt x="221051" y="4163097"/>
                  <a:pt x="229913" y="4168020"/>
                </a:cubicBezTo>
                <a:cubicBezTo>
                  <a:pt x="236313" y="4171467"/>
                  <a:pt x="248621" y="4165067"/>
                  <a:pt x="258467" y="4163097"/>
                </a:cubicBezTo>
                <a:cubicBezTo>
                  <a:pt x="254036" y="4143897"/>
                  <a:pt x="255021" y="4118296"/>
                  <a:pt x="243205" y="4106481"/>
                </a:cubicBezTo>
                <a:cubicBezTo>
                  <a:pt x="224990" y="4087280"/>
                  <a:pt x="196928" y="4077434"/>
                  <a:pt x="172804" y="4064141"/>
                </a:cubicBezTo>
                <a:close/>
                <a:moveTo>
                  <a:pt x="6762983" y="4206421"/>
                </a:moveTo>
                <a:cubicBezTo>
                  <a:pt x="6811722" y="4197068"/>
                  <a:pt x="6831907" y="4166051"/>
                  <a:pt x="6836831" y="4121743"/>
                </a:cubicBezTo>
                <a:cubicBezTo>
                  <a:pt x="6781198" y="4102050"/>
                  <a:pt x="6769875" y="4133066"/>
                  <a:pt x="6762983" y="4206421"/>
                </a:cubicBezTo>
                <a:close/>
                <a:moveTo>
                  <a:pt x="4387545" y="6287453"/>
                </a:moveTo>
                <a:cubicBezTo>
                  <a:pt x="4415115" y="6308622"/>
                  <a:pt x="4489947" y="6315023"/>
                  <a:pt x="4516532" y="6293361"/>
                </a:cubicBezTo>
                <a:cubicBezTo>
                  <a:pt x="4523917" y="6286960"/>
                  <a:pt x="4522933" y="6270714"/>
                  <a:pt x="4526871" y="6253975"/>
                </a:cubicBezTo>
                <a:cubicBezTo>
                  <a:pt x="4474193" y="6266775"/>
                  <a:pt x="4429392" y="6277114"/>
                  <a:pt x="4387545" y="6287453"/>
                </a:cubicBezTo>
                <a:close/>
                <a:moveTo>
                  <a:pt x="4542625" y="6270222"/>
                </a:moveTo>
                <a:cubicBezTo>
                  <a:pt x="4595303" y="6286468"/>
                  <a:pt x="4626320" y="6250036"/>
                  <a:pt x="4662259" y="6219513"/>
                </a:cubicBezTo>
                <a:cubicBezTo>
                  <a:pt x="4624842" y="6192928"/>
                  <a:pt x="4591365" y="6270222"/>
                  <a:pt x="4561333" y="6226405"/>
                </a:cubicBezTo>
                <a:cubicBezTo>
                  <a:pt x="4555425" y="6240683"/>
                  <a:pt x="4549025" y="6255452"/>
                  <a:pt x="4542625" y="6270222"/>
                </a:cubicBezTo>
                <a:close/>
                <a:moveTo>
                  <a:pt x="6850615" y="3869675"/>
                </a:moveTo>
                <a:cubicBezTo>
                  <a:pt x="6825507" y="3883460"/>
                  <a:pt x="6801383" y="3894291"/>
                  <a:pt x="6780214" y="3908568"/>
                </a:cubicBezTo>
                <a:cubicBezTo>
                  <a:pt x="6766429" y="3917923"/>
                  <a:pt x="6756090" y="3933184"/>
                  <a:pt x="6743782" y="3945492"/>
                </a:cubicBezTo>
                <a:cubicBezTo>
                  <a:pt x="6746244" y="3947462"/>
                  <a:pt x="6748705" y="3949923"/>
                  <a:pt x="6751167" y="3951893"/>
                </a:cubicBezTo>
                <a:cubicBezTo>
                  <a:pt x="6860954" y="3892814"/>
                  <a:pt x="6860954" y="3892814"/>
                  <a:pt x="6850615" y="3869675"/>
                </a:cubicBezTo>
                <a:close/>
                <a:moveTo>
                  <a:pt x="578475" y="2019049"/>
                </a:moveTo>
                <a:cubicBezTo>
                  <a:pt x="576505" y="2016588"/>
                  <a:pt x="572567" y="2009695"/>
                  <a:pt x="568136" y="2009203"/>
                </a:cubicBezTo>
                <a:cubicBezTo>
                  <a:pt x="563705" y="2008218"/>
                  <a:pt x="554843" y="2012649"/>
                  <a:pt x="553366" y="2016588"/>
                </a:cubicBezTo>
                <a:cubicBezTo>
                  <a:pt x="541058" y="2043173"/>
                  <a:pt x="529735" y="2070743"/>
                  <a:pt x="519396" y="2098313"/>
                </a:cubicBezTo>
                <a:cubicBezTo>
                  <a:pt x="517427" y="2103728"/>
                  <a:pt x="522350" y="2112098"/>
                  <a:pt x="524319" y="2118990"/>
                </a:cubicBezTo>
                <a:cubicBezTo>
                  <a:pt x="531704" y="2116036"/>
                  <a:pt x="544012" y="2115051"/>
                  <a:pt x="545981" y="2110128"/>
                </a:cubicBezTo>
                <a:cubicBezTo>
                  <a:pt x="557305" y="2081081"/>
                  <a:pt x="567151" y="2051542"/>
                  <a:pt x="578475" y="2019049"/>
                </a:cubicBezTo>
                <a:close/>
                <a:moveTo>
                  <a:pt x="143265" y="3478282"/>
                </a:moveTo>
                <a:cubicBezTo>
                  <a:pt x="149173" y="3478282"/>
                  <a:pt x="155573" y="3478774"/>
                  <a:pt x="161481" y="3478774"/>
                </a:cubicBezTo>
                <a:cubicBezTo>
                  <a:pt x="161481" y="3434466"/>
                  <a:pt x="161481" y="3390157"/>
                  <a:pt x="161481" y="3345848"/>
                </a:cubicBezTo>
                <a:cubicBezTo>
                  <a:pt x="155080" y="3390157"/>
                  <a:pt x="126526" y="3432989"/>
                  <a:pt x="143265" y="3478282"/>
                </a:cubicBezTo>
                <a:close/>
                <a:moveTo>
                  <a:pt x="653307" y="4779973"/>
                </a:moveTo>
                <a:cubicBezTo>
                  <a:pt x="624752" y="4810004"/>
                  <a:pt x="656753" y="4830189"/>
                  <a:pt x="671523" y="4850867"/>
                </a:cubicBezTo>
                <a:cubicBezTo>
                  <a:pt x="678415" y="4860221"/>
                  <a:pt x="693677" y="4863667"/>
                  <a:pt x="705000" y="4870067"/>
                </a:cubicBezTo>
                <a:cubicBezTo>
                  <a:pt x="700077" y="4856282"/>
                  <a:pt x="697616" y="4841020"/>
                  <a:pt x="690231" y="4828712"/>
                </a:cubicBezTo>
                <a:cubicBezTo>
                  <a:pt x="680384" y="4812466"/>
                  <a:pt x="666600" y="4797696"/>
                  <a:pt x="653307" y="4779973"/>
                </a:cubicBezTo>
                <a:close/>
                <a:moveTo>
                  <a:pt x="4282681" y="6336685"/>
                </a:moveTo>
                <a:cubicBezTo>
                  <a:pt x="4285142" y="6340131"/>
                  <a:pt x="4287604" y="6343085"/>
                  <a:pt x="4290066" y="6346531"/>
                </a:cubicBezTo>
                <a:cubicBezTo>
                  <a:pt x="4302374" y="6337177"/>
                  <a:pt x="4314189" y="6327331"/>
                  <a:pt x="4325020" y="6318961"/>
                </a:cubicBezTo>
                <a:cubicBezTo>
                  <a:pt x="4339790" y="6318961"/>
                  <a:pt x="4355544" y="6318961"/>
                  <a:pt x="4371298" y="6318961"/>
                </a:cubicBezTo>
                <a:cubicBezTo>
                  <a:pt x="4372283" y="6314038"/>
                  <a:pt x="4372775" y="6309607"/>
                  <a:pt x="4373760" y="6304684"/>
                </a:cubicBezTo>
                <a:cubicBezTo>
                  <a:pt x="4362436" y="6300253"/>
                  <a:pt x="4351605" y="6294345"/>
                  <a:pt x="4339790" y="6291883"/>
                </a:cubicBezTo>
                <a:cubicBezTo>
                  <a:pt x="4301881" y="6283514"/>
                  <a:pt x="4302374" y="6322408"/>
                  <a:pt x="4282681" y="6336685"/>
                </a:cubicBezTo>
                <a:close/>
                <a:moveTo>
                  <a:pt x="438164" y="4399410"/>
                </a:moveTo>
                <a:cubicBezTo>
                  <a:pt x="441118" y="4397934"/>
                  <a:pt x="444072" y="4396949"/>
                  <a:pt x="447518" y="4395472"/>
                </a:cubicBezTo>
                <a:cubicBezTo>
                  <a:pt x="441610" y="4374302"/>
                  <a:pt x="486411" y="4353625"/>
                  <a:pt x="444564" y="4330486"/>
                </a:cubicBezTo>
                <a:cubicBezTo>
                  <a:pt x="432256" y="4345748"/>
                  <a:pt x="420933" y="4360025"/>
                  <a:pt x="408132" y="4376271"/>
                </a:cubicBezTo>
                <a:cubicBezTo>
                  <a:pt x="419456" y="4384641"/>
                  <a:pt x="428810" y="4392026"/>
                  <a:pt x="438164" y="4399410"/>
                </a:cubicBezTo>
                <a:close/>
                <a:moveTo>
                  <a:pt x="1788102" y="6310100"/>
                </a:moveTo>
                <a:cubicBezTo>
                  <a:pt x="1761516" y="6320438"/>
                  <a:pt x="1744285" y="6327331"/>
                  <a:pt x="1727054" y="6334223"/>
                </a:cubicBezTo>
                <a:cubicBezTo>
                  <a:pt x="1777763" y="6364255"/>
                  <a:pt x="1783671" y="6366224"/>
                  <a:pt x="1791056" y="6347024"/>
                </a:cubicBezTo>
                <a:cubicBezTo>
                  <a:pt x="1795486" y="6336685"/>
                  <a:pt x="1789579" y="6322408"/>
                  <a:pt x="1788102" y="6310100"/>
                </a:cubicBezTo>
                <a:close/>
                <a:moveTo>
                  <a:pt x="473118" y="4413195"/>
                </a:moveTo>
                <a:cubicBezTo>
                  <a:pt x="482965" y="4448150"/>
                  <a:pt x="488873" y="4472766"/>
                  <a:pt x="497242" y="4495905"/>
                </a:cubicBezTo>
                <a:cubicBezTo>
                  <a:pt x="498719" y="4500336"/>
                  <a:pt x="511027" y="4501320"/>
                  <a:pt x="518412" y="4503290"/>
                </a:cubicBezTo>
                <a:cubicBezTo>
                  <a:pt x="520873" y="4493936"/>
                  <a:pt x="527766" y="4483105"/>
                  <a:pt x="525304" y="4475228"/>
                </a:cubicBezTo>
                <a:cubicBezTo>
                  <a:pt x="521366" y="4461935"/>
                  <a:pt x="512504" y="4450119"/>
                  <a:pt x="503642" y="4438796"/>
                </a:cubicBezTo>
                <a:cubicBezTo>
                  <a:pt x="497242" y="4430426"/>
                  <a:pt x="486903" y="4424519"/>
                  <a:pt x="473118" y="4413195"/>
                </a:cubicBezTo>
                <a:close/>
                <a:moveTo>
                  <a:pt x="6225370" y="5299861"/>
                </a:moveTo>
                <a:cubicBezTo>
                  <a:pt x="6219463" y="5295431"/>
                  <a:pt x="6213555" y="5291492"/>
                  <a:pt x="6207647" y="5287061"/>
                </a:cubicBezTo>
                <a:cubicBezTo>
                  <a:pt x="6192385" y="5308723"/>
                  <a:pt x="6177616" y="5330878"/>
                  <a:pt x="6162354" y="5352540"/>
                </a:cubicBezTo>
                <a:cubicBezTo>
                  <a:pt x="6167769" y="5356478"/>
                  <a:pt x="6173185" y="5359924"/>
                  <a:pt x="6178600" y="5363863"/>
                </a:cubicBezTo>
                <a:cubicBezTo>
                  <a:pt x="6194355" y="5342693"/>
                  <a:pt x="6209616" y="5321031"/>
                  <a:pt x="6225370" y="5299861"/>
                </a:cubicBezTo>
                <a:close/>
                <a:moveTo>
                  <a:pt x="1196335" y="5561283"/>
                </a:moveTo>
                <a:cubicBezTo>
                  <a:pt x="1219966" y="5519436"/>
                  <a:pt x="1186981" y="5519928"/>
                  <a:pt x="1162857" y="5511066"/>
                </a:cubicBezTo>
                <a:cubicBezTo>
                  <a:pt x="1159903" y="5524359"/>
                  <a:pt x="1157441" y="5534698"/>
                  <a:pt x="1154980" y="5545036"/>
                </a:cubicBezTo>
                <a:cubicBezTo>
                  <a:pt x="1168765" y="5550452"/>
                  <a:pt x="1182550" y="5555375"/>
                  <a:pt x="1196335" y="5561283"/>
                </a:cubicBezTo>
                <a:close/>
                <a:moveTo>
                  <a:pt x="546966" y="5090626"/>
                </a:moveTo>
                <a:cubicBezTo>
                  <a:pt x="518412" y="5089149"/>
                  <a:pt x="497734" y="5088164"/>
                  <a:pt x="470657" y="5086688"/>
                </a:cubicBezTo>
                <a:cubicBezTo>
                  <a:pt x="502165" y="5131488"/>
                  <a:pt x="507088" y="5131981"/>
                  <a:pt x="546966" y="5090626"/>
                </a:cubicBezTo>
                <a:close/>
                <a:moveTo>
                  <a:pt x="1228828" y="5949722"/>
                </a:moveTo>
                <a:cubicBezTo>
                  <a:pt x="1205196" y="5931506"/>
                  <a:pt x="1187473" y="5917721"/>
                  <a:pt x="1169749" y="5903937"/>
                </a:cubicBezTo>
                <a:cubicBezTo>
                  <a:pt x="1155964" y="5939876"/>
                  <a:pt x="1174673" y="5957600"/>
                  <a:pt x="1228828" y="5949722"/>
                </a:cubicBezTo>
                <a:close/>
                <a:moveTo>
                  <a:pt x="165911" y="3537852"/>
                </a:moveTo>
                <a:cubicBezTo>
                  <a:pt x="158527" y="3537360"/>
                  <a:pt x="151142" y="3536868"/>
                  <a:pt x="143757" y="3536376"/>
                </a:cubicBezTo>
                <a:cubicBezTo>
                  <a:pt x="140803" y="3552130"/>
                  <a:pt x="137357" y="3567884"/>
                  <a:pt x="134403" y="3583638"/>
                </a:cubicBezTo>
                <a:cubicBezTo>
                  <a:pt x="144249" y="3581669"/>
                  <a:pt x="160496" y="3582654"/>
                  <a:pt x="162465" y="3577730"/>
                </a:cubicBezTo>
                <a:cubicBezTo>
                  <a:pt x="166896" y="3565915"/>
                  <a:pt x="164927" y="3551145"/>
                  <a:pt x="165911" y="3537852"/>
                </a:cubicBezTo>
                <a:close/>
                <a:moveTo>
                  <a:pt x="1929397" y="5690762"/>
                </a:moveTo>
                <a:cubicBezTo>
                  <a:pt x="1916597" y="5720302"/>
                  <a:pt x="1909212" y="5737040"/>
                  <a:pt x="1901827" y="5753779"/>
                </a:cubicBezTo>
                <a:cubicBezTo>
                  <a:pt x="1920043" y="5753287"/>
                  <a:pt x="1936782" y="5746887"/>
                  <a:pt x="1946628" y="5734579"/>
                </a:cubicBezTo>
                <a:cubicBezTo>
                  <a:pt x="1950567" y="5729656"/>
                  <a:pt x="1938751" y="5712425"/>
                  <a:pt x="1929397" y="5690762"/>
                </a:cubicBezTo>
                <a:close/>
                <a:moveTo>
                  <a:pt x="265852" y="3602346"/>
                </a:moveTo>
                <a:cubicBezTo>
                  <a:pt x="266837" y="3607270"/>
                  <a:pt x="267329" y="3612193"/>
                  <a:pt x="268314" y="3617608"/>
                </a:cubicBezTo>
                <a:cubicBezTo>
                  <a:pt x="288499" y="3612193"/>
                  <a:pt x="308684" y="3607270"/>
                  <a:pt x="336746" y="3599885"/>
                </a:cubicBezTo>
                <a:cubicBezTo>
                  <a:pt x="302284" y="3567392"/>
                  <a:pt x="285053" y="3589546"/>
                  <a:pt x="265852" y="3602346"/>
                </a:cubicBezTo>
                <a:close/>
                <a:moveTo>
                  <a:pt x="6757567" y="4237930"/>
                </a:moveTo>
                <a:cubicBezTo>
                  <a:pt x="6754121" y="4235468"/>
                  <a:pt x="6750675" y="4233007"/>
                  <a:pt x="6747721" y="4230545"/>
                </a:cubicBezTo>
                <a:cubicBezTo>
                  <a:pt x="6728520" y="4248268"/>
                  <a:pt x="6709320" y="4265500"/>
                  <a:pt x="6690119" y="4283223"/>
                </a:cubicBezTo>
                <a:cubicBezTo>
                  <a:pt x="6695043" y="4287654"/>
                  <a:pt x="6699966" y="4292577"/>
                  <a:pt x="6704889" y="4297008"/>
                </a:cubicBezTo>
                <a:cubicBezTo>
                  <a:pt x="6722120" y="4277315"/>
                  <a:pt x="6739843" y="4257623"/>
                  <a:pt x="6757567" y="4237930"/>
                </a:cubicBezTo>
                <a:close/>
                <a:moveTo>
                  <a:pt x="424379" y="4315716"/>
                </a:moveTo>
                <a:cubicBezTo>
                  <a:pt x="426348" y="4293070"/>
                  <a:pt x="427333" y="4274854"/>
                  <a:pt x="429302" y="4251223"/>
                </a:cubicBezTo>
                <a:cubicBezTo>
                  <a:pt x="386963" y="4271408"/>
                  <a:pt x="386963" y="4281254"/>
                  <a:pt x="424379" y="4315716"/>
                </a:cubicBezTo>
                <a:close/>
                <a:moveTo>
                  <a:pt x="5297842" y="6125480"/>
                </a:moveTo>
                <a:cubicBezTo>
                  <a:pt x="5296857" y="6130403"/>
                  <a:pt x="5295873" y="6134834"/>
                  <a:pt x="5294888" y="6139757"/>
                </a:cubicBezTo>
                <a:cubicBezTo>
                  <a:pt x="5313104" y="6141234"/>
                  <a:pt x="5331320" y="6144188"/>
                  <a:pt x="5349043" y="6143696"/>
                </a:cubicBezTo>
                <a:cubicBezTo>
                  <a:pt x="5353474" y="6143696"/>
                  <a:pt x="5357905" y="6134834"/>
                  <a:pt x="5362336" y="6129911"/>
                </a:cubicBezTo>
                <a:cubicBezTo>
                  <a:pt x="5356428" y="6125480"/>
                  <a:pt x="5350028" y="6117110"/>
                  <a:pt x="5344120" y="6117603"/>
                </a:cubicBezTo>
                <a:cubicBezTo>
                  <a:pt x="5328858" y="6118587"/>
                  <a:pt x="5313104" y="6122526"/>
                  <a:pt x="5297842" y="6125480"/>
                </a:cubicBezTo>
                <a:close/>
                <a:moveTo>
                  <a:pt x="5744375" y="5065518"/>
                </a:moveTo>
                <a:cubicBezTo>
                  <a:pt x="5739452" y="5074380"/>
                  <a:pt x="5735021" y="5081764"/>
                  <a:pt x="5731083" y="5089641"/>
                </a:cubicBezTo>
                <a:cubicBezTo>
                  <a:pt x="5759637" y="5117211"/>
                  <a:pt x="5759637" y="5117211"/>
                  <a:pt x="5780315" y="5085210"/>
                </a:cubicBezTo>
                <a:cubicBezTo>
                  <a:pt x="5769483" y="5079303"/>
                  <a:pt x="5758653" y="5073395"/>
                  <a:pt x="5744375" y="5065518"/>
                </a:cubicBezTo>
                <a:close/>
                <a:moveTo>
                  <a:pt x="2644736" y="6734478"/>
                </a:moveTo>
                <a:cubicBezTo>
                  <a:pt x="2641290" y="6715770"/>
                  <a:pt x="2638336" y="6701985"/>
                  <a:pt x="2635875" y="6687708"/>
                </a:cubicBezTo>
                <a:cubicBezTo>
                  <a:pt x="2631936" y="6686231"/>
                  <a:pt x="2628490" y="6684754"/>
                  <a:pt x="2624551" y="6682785"/>
                </a:cubicBezTo>
                <a:cubicBezTo>
                  <a:pt x="2617166" y="6694600"/>
                  <a:pt x="2610274" y="6706416"/>
                  <a:pt x="2600920" y="6721186"/>
                </a:cubicBezTo>
                <a:cubicBezTo>
                  <a:pt x="2619136" y="6726601"/>
                  <a:pt x="2628982" y="6729555"/>
                  <a:pt x="2644736" y="6734478"/>
                </a:cubicBezTo>
                <a:close/>
              </a:path>
            </a:pathLst>
          </a:custGeom>
          <a:solidFill>
            <a:srgbClr val="BBC23F"/>
          </a:solidFill>
          <a:ln w="4920" cap="flat">
            <a:noFill/>
            <a:prstDash val="solid"/>
            <a:miter/>
          </a:ln>
        </p:spPr>
        <p:txBody>
          <a:bodyPr rtlCol="0" anchor="ctr"/>
          <a:lstStyle/>
          <a:p>
            <a:endParaRPr lang="zh-CN" altLang="en-US" dirty="0"/>
          </a:p>
        </p:txBody>
      </p:sp>
      <p:sp>
        <p:nvSpPr>
          <p:cNvPr id="36" name="图形 2">
            <a:extLst>
              <a:ext uri="{FF2B5EF4-FFF2-40B4-BE49-F238E27FC236}">
                <a16:creationId xmlns:a16="http://schemas.microsoft.com/office/drawing/2014/main" id="{043266B8-22A3-FFA9-F974-701515A94371}"/>
              </a:ext>
            </a:extLst>
          </p:cNvPr>
          <p:cNvSpPr/>
          <p:nvPr/>
        </p:nvSpPr>
        <p:spPr>
          <a:xfrm>
            <a:off x="3227053" y="5518539"/>
            <a:ext cx="826227" cy="793201"/>
          </a:xfrm>
          <a:custGeom>
            <a:avLst/>
            <a:gdLst>
              <a:gd name="connsiteX0" fmla="*/ 944760 w 7143544"/>
              <a:gd name="connsiteY0" fmla="*/ 5739994 h 6857999"/>
              <a:gd name="connsiteX1" fmla="*/ 904882 w 7143544"/>
              <a:gd name="connsiteY1" fmla="*/ 5734087 h 6857999"/>
              <a:gd name="connsiteX2" fmla="*/ 899959 w 7143544"/>
              <a:gd name="connsiteY2" fmla="*/ 5745902 h 6857999"/>
              <a:gd name="connsiteX3" fmla="*/ 933436 w 7143544"/>
              <a:gd name="connsiteY3" fmla="*/ 5769533 h 6857999"/>
              <a:gd name="connsiteX4" fmla="*/ 913744 w 7143544"/>
              <a:gd name="connsiteY4" fmla="*/ 5818765 h 6857999"/>
              <a:gd name="connsiteX5" fmla="*/ 865496 w 7143544"/>
              <a:gd name="connsiteY5" fmla="*/ 5791196 h 6857999"/>
              <a:gd name="connsiteX6" fmla="*/ 856635 w 7143544"/>
              <a:gd name="connsiteY6" fmla="*/ 5711932 h 6857999"/>
              <a:gd name="connsiteX7" fmla="*/ 846296 w 7143544"/>
              <a:gd name="connsiteY7" fmla="*/ 5651869 h 6857999"/>
              <a:gd name="connsiteX8" fmla="*/ 782295 w 7143544"/>
              <a:gd name="connsiteY8" fmla="*/ 5587868 h 6857999"/>
              <a:gd name="connsiteX9" fmla="*/ 652322 w 7143544"/>
              <a:gd name="connsiteY9" fmla="*/ 5547006 h 6857999"/>
              <a:gd name="connsiteX10" fmla="*/ 642968 w 7143544"/>
              <a:gd name="connsiteY10" fmla="*/ 5541590 h 6857999"/>
              <a:gd name="connsiteX11" fmla="*/ 649368 w 7143544"/>
              <a:gd name="connsiteY11" fmla="*/ 5513035 h 6857999"/>
              <a:gd name="connsiteX12" fmla="*/ 706477 w 7143544"/>
              <a:gd name="connsiteY12" fmla="*/ 5489404 h 6857999"/>
              <a:gd name="connsiteX13" fmla="*/ 731586 w 7143544"/>
              <a:gd name="connsiteY13" fmla="*/ 5528297 h 6857999"/>
              <a:gd name="connsiteX14" fmla="*/ 742909 w 7143544"/>
              <a:gd name="connsiteY14" fmla="*/ 5488420 h 6857999"/>
              <a:gd name="connsiteX15" fmla="*/ 796572 w 7143544"/>
              <a:gd name="connsiteY15" fmla="*/ 5488420 h 6857999"/>
              <a:gd name="connsiteX16" fmla="*/ 802480 w 7143544"/>
              <a:gd name="connsiteY16" fmla="*/ 5477096 h 6857999"/>
              <a:gd name="connsiteX17" fmla="*/ 762602 w 7143544"/>
              <a:gd name="connsiteY17" fmla="*/ 5454942 h 6857999"/>
              <a:gd name="connsiteX18" fmla="*/ 755709 w 7143544"/>
              <a:gd name="connsiteY18" fmla="*/ 5425895 h 6857999"/>
              <a:gd name="connsiteX19" fmla="*/ 728632 w 7143544"/>
              <a:gd name="connsiteY19" fmla="*/ 5469219 h 6857999"/>
              <a:gd name="connsiteX20" fmla="*/ 674969 w 7143544"/>
              <a:gd name="connsiteY20" fmla="*/ 5453957 h 6857999"/>
              <a:gd name="connsiteX21" fmla="*/ 639030 w 7143544"/>
              <a:gd name="connsiteY21" fmla="*/ 5481035 h 6857999"/>
              <a:gd name="connsiteX22" fmla="*/ 591767 w 7143544"/>
              <a:gd name="connsiteY22" fmla="*/ 5417525 h 6857999"/>
              <a:gd name="connsiteX23" fmla="*/ 645430 w 7143544"/>
              <a:gd name="connsiteY23" fmla="*/ 5404233 h 6857999"/>
              <a:gd name="connsiteX24" fmla="*/ 645430 w 7143544"/>
              <a:gd name="connsiteY24" fmla="*/ 5396356 h 6857999"/>
              <a:gd name="connsiteX25" fmla="*/ 603583 w 7143544"/>
              <a:gd name="connsiteY25" fmla="*/ 5382079 h 6857999"/>
              <a:gd name="connsiteX26" fmla="*/ 597183 w 7143544"/>
              <a:gd name="connsiteY26" fmla="*/ 5335801 h 6857999"/>
              <a:gd name="connsiteX27" fmla="*/ 637061 w 7143544"/>
              <a:gd name="connsiteY27" fmla="*/ 5311677 h 6857999"/>
              <a:gd name="connsiteX28" fmla="*/ 614906 w 7143544"/>
              <a:gd name="connsiteY28" fmla="*/ 5277215 h 6857999"/>
              <a:gd name="connsiteX29" fmla="*/ 541058 w 7143544"/>
              <a:gd name="connsiteY29" fmla="*/ 5278692 h 6857999"/>
              <a:gd name="connsiteX30" fmla="*/ 497734 w 7143544"/>
              <a:gd name="connsiteY30" fmla="*/ 5316600 h 6857999"/>
              <a:gd name="connsiteX31" fmla="*/ 528258 w 7143544"/>
              <a:gd name="connsiteY31" fmla="*/ 5193520 h 6857999"/>
              <a:gd name="connsiteX32" fmla="*/ 544505 w 7143544"/>
              <a:gd name="connsiteY32" fmla="*/ 5210259 h 6857999"/>
              <a:gd name="connsiteX33" fmla="*/ 551397 w 7143544"/>
              <a:gd name="connsiteY33" fmla="*/ 5204844 h 6857999"/>
              <a:gd name="connsiteX34" fmla="*/ 506596 w 7143544"/>
              <a:gd name="connsiteY34" fmla="*/ 5150689 h 6857999"/>
              <a:gd name="connsiteX35" fmla="*/ 474103 w 7143544"/>
              <a:gd name="connsiteY35" fmla="*/ 5169397 h 6857999"/>
              <a:gd name="connsiteX36" fmla="*/ 480011 w 7143544"/>
              <a:gd name="connsiteY36" fmla="*/ 5203859 h 6857999"/>
              <a:gd name="connsiteX37" fmla="*/ 399271 w 7143544"/>
              <a:gd name="connsiteY37" fmla="*/ 5146750 h 6857999"/>
              <a:gd name="connsiteX38" fmla="*/ 432748 w 7143544"/>
              <a:gd name="connsiteY38" fmla="*/ 5130996 h 6857999"/>
              <a:gd name="connsiteX39" fmla="*/ 391886 w 7143544"/>
              <a:gd name="connsiteY39" fmla="*/ 5096042 h 6857999"/>
              <a:gd name="connsiteX40" fmla="*/ 425363 w 7143544"/>
              <a:gd name="connsiteY40" fmla="*/ 5083734 h 6857999"/>
              <a:gd name="connsiteX41" fmla="*/ 427333 w 7143544"/>
              <a:gd name="connsiteY41" fmla="*/ 5049764 h 6857999"/>
              <a:gd name="connsiteX42" fmla="*/ 413055 w 7143544"/>
              <a:gd name="connsiteY42" fmla="*/ 5006439 h 6857999"/>
              <a:gd name="connsiteX43" fmla="*/ 399271 w 7143544"/>
              <a:gd name="connsiteY43" fmla="*/ 5036963 h 6857999"/>
              <a:gd name="connsiteX44" fmla="*/ 371701 w 7143544"/>
              <a:gd name="connsiteY44" fmla="*/ 5060594 h 6857999"/>
              <a:gd name="connsiteX45" fmla="*/ 332315 w 7143544"/>
              <a:gd name="connsiteY45" fmla="*/ 5010870 h 6857999"/>
              <a:gd name="connsiteX46" fmla="*/ 349546 w 7143544"/>
              <a:gd name="connsiteY46" fmla="*/ 4993147 h 6857999"/>
              <a:gd name="connsiteX47" fmla="*/ 408625 w 7143544"/>
              <a:gd name="connsiteY47" fmla="*/ 4966562 h 6857999"/>
              <a:gd name="connsiteX48" fmla="*/ 357916 w 7143544"/>
              <a:gd name="connsiteY48" fmla="*/ 4901083 h 6857999"/>
              <a:gd name="connsiteX49" fmla="*/ 302776 w 7143544"/>
              <a:gd name="connsiteY49" fmla="*/ 4901083 h 6857999"/>
              <a:gd name="connsiteX50" fmla="*/ 368254 w 7143544"/>
              <a:gd name="connsiteY50" fmla="*/ 4838559 h 6857999"/>
              <a:gd name="connsiteX51" fmla="*/ 346592 w 7143544"/>
              <a:gd name="connsiteY51" fmla="*/ 4791296 h 6857999"/>
              <a:gd name="connsiteX52" fmla="*/ 330838 w 7143544"/>
              <a:gd name="connsiteY52" fmla="*/ 4786373 h 6857999"/>
              <a:gd name="connsiteX53" fmla="*/ 304745 w 7143544"/>
              <a:gd name="connsiteY53" fmla="*/ 4810004 h 6857999"/>
              <a:gd name="connsiteX54" fmla="*/ 261914 w 7143544"/>
              <a:gd name="connsiteY54" fmla="*/ 4879914 h 6857999"/>
              <a:gd name="connsiteX55" fmla="*/ 202343 w 7143544"/>
              <a:gd name="connsiteY55" fmla="*/ 4786865 h 6857999"/>
              <a:gd name="connsiteX56" fmla="*/ 227944 w 7143544"/>
              <a:gd name="connsiteY56" fmla="*/ 4758803 h 6857999"/>
              <a:gd name="connsiteX57" fmla="*/ 248621 w 7143544"/>
              <a:gd name="connsiteY57" fmla="*/ 4799665 h 6857999"/>
              <a:gd name="connsiteX58" fmla="*/ 255513 w 7143544"/>
              <a:gd name="connsiteY58" fmla="*/ 4797696 h 6857999"/>
              <a:gd name="connsiteX59" fmla="*/ 253544 w 7143544"/>
              <a:gd name="connsiteY59" fmla="*/ 4772096 h 6857999"/>
              <a:gd name="connsiteX60" fmla="*/ 293914 w 7143544"/>
              <a:gd name="connsiteY60" fmla="*/ 4719910 h 6857999"/>
              <a:gd name="connsiteX61" fmla="*/ 280129 w 7143544"/>
              <a:gd name="connsiteY61" fmla="*/ 4631785 h 6857999"/>
              <a:gd name="connsiteX62" fmla="*/ 240252 w 7143544"/>
              <a:gd name="connsiteY62" fmla="*/ 4581076 h 6857999"/>
              <a:gd name="connsiteX63" fmla="*/ 204312 w 7143544"/>
              <a:gd name="connsiteY63" fmla="*/ 4552522 h 6857999"/>
              <a:gd name="connsiteX64" fmla="*/ 229913 w 7143544"/>
              <a:gd name="connsiteY64" fmla="*/ 4510675 h 6857999"/>
              <a:gd name="connsiteX65" fmla="*/ 221051 w 7143544"/>
              <a:gd name="connsiteY65" fmla="*/ 4502305 h 6857999"/>
              <a:gd name="connsiteX66" fmla="*/ 195451 w 7143544"/>
              <a:gd name="connsiteY66" fmla="*/ 4521505 h 6857999"/>
              <a:gd name="connsiteX67" fmla="*/ 175265 w 7143544"/>
              <a:gd name="connsiteY67" fmla="*/ 4465873 h 6857999"/>
              <a:gd name="connsiteX68" fmla="*/ 231882 w 7143544"/>
              <a:gd name="connsiteY68" fmla="*/ 4456520 h 6857999"/>
              <a:gd name="connsiteX69" fmla="*/ 153111 w 7143544"/>
              <a:gd name="connsiteY69" fmla="*/ 4384641 h 6857999"/>
              <a:gd name="connsiteX70" fmla="*/ 189543 w 7143544"/>
              <a:gd name="connsiteY70" fmla="*/ 4318670 h 6857999"/>
              <a:gd name="connsiteX71" fmla="*/ 185604 w 7143544"/>
              <a:gd name="connsiteY71" fmla="*/ 4313255 h 6857999"/>
              <a:gd name="connsiteX72" fmla="*/ 147696 w 7143544"/>
              <a:gd name="connsiteY72" fmla="*/ 4336886 h 6857999"/>
              <a:gd name="connsiteX73" fmla="*/ 102402 w 7143544"/>
              <a:gd name="connsiteY73" fmla="*/ 4200021 h 6857999"/>
              <a:gd name="connsiteX74" fmla="*/ 117172 w 7143544"/>
              <a:gd name="connsiteY74" fmla="*/ 4193129 h 6857999"/>
              <a:gd name="connsiteX75" fmla="*/ 132926 w 7143544"/>
              <a:gd name="connsiteY75" fmla="*/ 4211837 h 6857999"/>
              <a:gd name="connsiteX76" fmla="*/ 160988 w 7143544"/>
              <a:gd name="connsiteY76" fmla="*/ 4230053 h 6857999"/>
              <a:gd name="connsiteX77" fmla="*/ 172804 w 7143544"/>
              <a:gd name="connsiteY77" fmla="*/ 4207899 h 6857999"/>
              <a:gd name="connsiteX78" fmla="*/ 143757 w 7143544"/>
              <a:gd name="connsiteY78" fmla="*/ 4188698 h 6857999"/>
              <a:gd name="connsiteX79" fmla="*/ 126526 w 7143544"/>
              <a:gd name="connsiteY79" fmla="*/ 4187221 h 6857999"/>
              <a:gd name="connsiteX80" fmla="*/ 132926 w 7143544"/>
              <a:gd name="connsiteY80" fmla="*/ 4100081 h 6857999"/>
              <a:gd name="connsiteX81" fmla="*/ 106833 w 7143544"/>
              <a:gd name="connsiteY81" fmla="*/ 4124696 h 6857999"/>
              <a:gd name="connsiteX82" fmla="*/ 79263 w 7143544"/>
              <a:gd name="connsiteY82" fmla="*/ 4101557 h 6857999"/>
              <a:gd name="connsiteX83" fmla="*/ 113726 w 7143544"/>
              <a:gd name="connsiteY83" fmla="*/ 4080388 h 6857999"/>
              <a:gd name="connsiteX84" fmla="*/ 171327 w 7143544"/>
              <a:gd name="connsiteY84" fmla="*/ 4048879 h 6857999"/>
              <a:gd name="connsiteX85" fmla="*/ 204312 w 7143544"/>
              <a:gd name="connsiteY85" fmla="*/ 4042972 h 6857999"/>
              <a:gd name="connsiteX86" fmla="*/ 216620 w 7143544"/>
              <a:gd name="connsiteY86" fmla="*/ 4052818 h 6857999"/>
              <a:gd name="connsiteX87" fmla="*/ 216620 w 7143544"/>
              <a:gd name="connsiteY87" fmla="*/ 3959278 h 6857999"/>
              <a:gd name="connsiteX88" fmla="*/ 230405 w 7143544"/>
              <a:gd name="connsiteY88" fmla="*/ 3953862 h 6857999"/>
              <a:gd name="connsiteX89" fmla="*/ 203328 w 7143544"/>
              <a:gd name="connsiteY89" fmla="*/ 3937615 h 6857999"/>
              <a:gd name="connsiteX90" fmla="*/ 160988 w 7143544"/>
              <a:gd name="connsiteY90" fmla="*/ 3959278 h 6857999"/>
              <a:gd name="connsiteX91" fmla="*/ 108802 w 7143544"/>
              <a:gd name="connsiteY91" fmla="*/ 4013433 h 6857999"/>
              <a:gd name="connsiteX92" fmla="*/ 54155 w 7143544"/>
              <a:gd name="connsiteY92" fmla="*/ 3902661 h 6857999"/>
              <a:gd name="connsiteX93" fmla="*/ 111264 w 7143544"/>
              <a:gd name="connsiteY93" fmla="*/ 3787458 h 6857999"/>
              <a:gd name="connsiteX94" fmla="*/ 30524 w 7143544"/>
              <a:gd name="connsiteY94" fmla="*/ 3778104 h 6857999"/>
              <a:gd name="connsiteX95" fmla="*/ 66463 w 7143544"/>
              <a:gd name="connsiteY95" fmla="*/ 3604316 h 6857999"/>
              <a:gd name="connsiteX96" fmla="*/ 49724 w 7143544"/>
              <a:gd name="connsiteY96" fmla="*/ 3544253 h 6857999"/>
              <a:gd name="connsiteX97" fmla="*/ 10339 w 7143544"/>
              <a:gd name="connsiteY97" fmla="*/ 3520129 h 6857999"/>
              <a:gd name="connsiteX98" fmla="*/ 23631 w 7143544"/>
              <a:gd name="connsiteY98" fmla="*/ 3516191 h 6857999"/>
              <a:gd name="connsiteX99" fmla="*/ 36432 w 7143544"/>
              <a:gd name="connsiteY99" fmla="*/ 3463512 h 6857999"/>
              <a:gd name="connsiteX100" fmla="*/ 0 w 7143544"/>
              <a:gd name="connsiteY100" fmla="*/ 3429542 h 6857999"/>
              <a:gd name="connsiteX101" fmla="*/ 5416 w 7143544"/>
              <a:gd name="connsiteY101" fmla="*/ 3421173 h 6857999"/>
              <a:gd name="connsiteX102" fmla="*/ 34955 w 7143544"/>
              <a:gd name="connsiteY102" fmla="*/ 3427573 h 6857999"/>
              <a:gd name="connsiteX103" fmla="*/ 42832 w 7143544"/>
              <a:gd name="connsiteY103" fmla="*/ 3400496 h 6857999"/>
              <a:gd name="connsiteX104" fmla="*/ 10831 w 7143544"/>
              <a:gd name="connsiteY104" fmla="*/ 3383757 h 6857999"/>
              <a:gd name="connsiteX105" fmla="*/ 12308 w 7143544"/>
              <a:gd name="connsiteY105" fmla="*/ 3371449 h 6857999"/>
              <a:gd name="connsiteX106" fmla="*/ 63509 w 7143544"/>
              <a:gd name="connsiteY106" fmla="*/ 3366033 h 6857999"/>
              <a:gd name="connsiteX107" fmla="*/ 63017 w 7143544"/>
              <a:gd name="connsiteY107" fmla="*/ 3364064 h 6857999"/>
              <a:gd name="connsiteX108" fmla="*/ 125541 w 7143544"/>
              <a:gd name="connsiteY108" fmla="*/ 3355695 h 6857999"/>
              <a:gd name="connsiteX109" fmla="*/ 130957 w 7143544"/>
              <a:gd name="connsiteY109" fmla="*/ 3364556 h 6857999"/>
              <a:gd name="connsiteX110" fmla="*/ 158034 w 7143544"/>
              <a:gd name="connsiteY110" fmla="*/ 3309417 h 6857999"/>
              <a:gd name="connsiteX111" fmla="*/ 54647 w 7143544"/>
              <a:gd name="connsiteY111" fmla="*/ 3340433 h 6857999"/>
              <a:gd name="connsiteX112" fmla="*/ 31508 w 7143544"/>
              <a:gd name="connsiteY112" fmla="*/ 3324679 h 6857999"/>
              <a:gd name="connsiteX113" fmla="*/ 17231 w 7143544"/>
              <a:gd name="connsiteY113" fmla="*/ 3275939 h 6857999"/>
              <a:gd name="connsiteX114" fmla="*/ 39878 w 7143544"/>
              <a:gd name="connsiteY114" fmla="*/ 3240492 h 6857999"/>
              <a:gd name="connsiteX115" fmla="*/ 45786 w 7143544"/>
              <a:gd name="connsiteY115" fmla="*/ 3231138 h 6857999"/>
              <a:gd name="connsiteX116" fmla="*/ 136865 w 7143544"/>
              <a:gd name="connsiteY116" fmla="*/ 3169106 h 6857999"/>
              <a:gd name="connsiteX117" fmla="*/ 126034 w 7143544"/>
              <a:gd name="connsiteY117" fmla="*/ 3234092 h 6857999"/>
              <a:gd name="connsiteX118" fmla="*/ 145726 w 7143544"/>
              <a:gd name="connsiteY118" fmla="*/ 3302524 h 6857999"/>
              <a:gd name="connsiteX119" fmla="*/ 156065 w 7143544"/>
              <a:gd name="connsiteY119" fmla="*/ 3118889 h 6857999"/>
              <a:gd name="connsiteX120" fmla="*/ 146711 w 7143544"/>
              <a:gd name="connsiteY120" fmla="*/ 3119382 h 6857999"/>
              <a:gd name="connsiteX121" fmla="*/ 151634 w 7143544"/>
              <a:gd name="connsiteY121" fmla="*/ 3159260 h 6857999"/>
              <a:gd name="connsiteX122" fmla="*/ 66955 w 7143544"/>
              <a:gd name="connsiteY122" fmla="*/ 3133659 h 6857999"/>
              <a:gd name="connsiteX123" fmla="*/ 65971 w 7143544"/>
              <a:gd name="connsiteY123" fmla="*/ 3109043 h 6857999"/>
              <a:gd name="connsiteX124" fmla="*/ 29047 w 7143544"/>
              <a:gd name="connsiteY124" fmla="*/ 3101166 h 6857999"/>
              <a:gd name="connsiteX125" fmla="*/ 31508 w 7143544"/>
              <a:gd name="connsiteY125" fmla="*/ 3045534 h 6857999"/>
              <a:gd name="connsiteX126" fmla="*/ 19200 w 7143544"/>
              <a:gd name="connsiteY126" fmla="*/ 3040611 h 6857999"/>
              <a:gd name="connsiteX127" fmla="*/ 57109 w 7143544"/>
              <a:gd name="connsiteY127" fmla="*/ 3014026 h 6857999"/>
              <a:gd name="connsiteX128" fmla="*/ 36924 w 7143544"/>
              <a:gd name="connsiteY128" fmla="*/ 2984979 h 6857999"/>
              <a:gd name="connsiteX129" fmla="*/ 64001 w 7143544"/>
              <a:gd name="connsiteY129" fmla="*/ 2949532 h 6857999"/>
              <a:gd name="connsiteX130" fmla="*/ 94033 w 7143544"/>
              <a:gd name="connsiteY130" fmla="*/ 2924916 h 6857999"/>
              <a:gd name="connsiteX131" fmla="*/ 71879 w 7143544"/>
              <a:gd name="connsiteY131" fmla="*/ 2852545 h 6857999"/>
              <a:gd name="connsiteX132" fmla="*/ 97971 w 7143544"/>
              <a:gd name="connsiteY132" fmla="*/ 2741773 h 6857999"/>
              <a:gd name="connsiteX133" fmla="*/ 141788 w 7143544"/>
              <a:gd name="connsiteY133" fmla="*/ 2692541 h 6857999"/>
              <a:gd name="connsiteX134" fmla="*/ 155573 w 7143544"/>
              <a:gd name="connsiteY134" fmla="*/ 2650694 h 6857999"/>
              <a:gd name="connsiteX135" fmla="*/ 76802 w 7143544"/>
              <a:gd name="connsiteY135" fmla="*/ 2637894 h 6857999"/>
              <a:gd name="connsiteX136" fmla="*/ 147203 w 7143544"/>
              <a:gd name="connsiteY136" fmla="*/ 2400596 h 6857999"/>
              <a:gd name="connsiteX137" fmla="*/ 203820 w 7143544"/>
              <a:gd name="connsiteY137" fmla="*/ 2356288 h 6857999"/>
              <a:gd name="connsiteX138" fmla="*/ 203820 w 7143544"/>
              <a:gd name="connsiteY138" fmla="*/ 2293271 h 6857999"/>
              <a:gd name="connsiteX139" fmla="*/ 217605 w 7143544"/>
              <a:gd name="connsiteY139" fmla="*/ 2230254 h 6857999"/>
              <a:gd name="connsiteX140" fmla="*/ 244682 w 7143544"/>
              <a:gd name="connsiteY140" fmla="*/ 2175607 h 6857999"/>
              <a:gd name="connsiteX141" fmla="*/ 266344 w 7143544"/>
              <a:gd name="connsiteY141" fmla="*/ 2149021 h 6857999"/>
              <a:gd name="connsiteX142" fmla="*/ 283576 w 7143544"/>
              <a:gd name="connsiteY142" fmla="*/ 2021511 h 6857999"/>
              <a:gd name="connsiteX143" fmla="*/ 309176 w 7143544"/>
              <a:gd name="connsiteY143" fmla="*/ 1983602 h 6857999"/>
              <a:gd name="connsiteX144" fmla="*/ 352500 w 7143544"/>
              <a:gd name="connsiteY144" fmla="*/ 1931416 h 6857999"/>
              <a:gd name="connsiteX145" fmla="*/ 381055 w 7143544"/>
              <a:gd name="connsiteY145" fmla="*/ 1902862 h 6857999"/>
              <a:gd name="connsiteX146" fmla="*/ 405671 w 7143544"/>
              <a:gd name="connsiteY146" fmla="*/ 1855107 h 6857999"/>
              <a:gd name="connsiteX147" fmla="*/ 430287 w 7143544"/>
              <a:gd name="connsiteY147" fmla="*/ 1818183 h 6857999"/>
              <a:gd name="connsiteX148" fmla="*/ 480995 w 7143544"/>
              <a:gd name="connsiteY148" fmla="*/ 1771905 h 6857999"/>
              <a:gd name="connsiteX149" fmla="*/ 524319 w 7143544"/>
              <a:gd name="connsiteY149" fmla="*/ 1732027 h 6857999"/>
              <a:gd name="connsiteX150" fmla="*/ 555828 w 7143544"/>
              <a:gd name="connsiteY150" fmla="*/ 1650795 h 6857999"/>
              <a:gd name="connsiteX151" fmla="*/ 536627 w 7143544"/>
              <a:gd name="connsiteY151" fmla="*/ 1586301 h 6857999"/>
              <a:gd name="connsiteX152" fmla="*/ 590290 w 7143544"/>
              <a:gd name="connsiteY152" fmla="*/ 1631594 h 6857999"/>
              <a:gd name="connsiteX153" fmla="*/ 597675 w 7143544"/>
              <a:gd name="connsiteY153" fmla="*/ 1626179 h 6857999"/>
              <a:gd name="connsiteX154" fmla="*/ 568628 w 7143544"/>
              <a:gd name="connsiteY154" fmla="*/ 1578916 h 6857999"/>
              <a:gd name="connsiteX155" fmla="*/ 610475 w 7143544"/>
              <a:gd name="connsiteY155" fmla="*/ 1597132 h 6857999"/>
              <a:gd name="connsiteX156" fmla="*/ 559274 w 7143544"/>
              <a:gd name="connsiteY156" fmla="*/ 1520330 h 6857999"/>
              <a:gd name="connsiteX157" fmla="*/ 674969 w 7143544"/>
              <a:gd name="connsiteY157" fmla="*/ 1356880 h 6857999"/>
              <a:gd name="connsiteX158" fmla="*/ 686785 w 7143544"/>
              <a:gd name="connsiteY158" fmla="*/ 1359834 h 6857999"/>
              <a:gd name="connsiteX159" fmla="*/ 688754 w 7143544"/>
              <a:gd name="connsiteY159" fmla="*/ 1396758 h 6857999"/>
              <a:gd name="connsiteX160" fmla="*/ 717308 w 7143544"/>
              <a:gd name="connsiteY160" fmla="*/ 1389866 h 6857999"/>
              <a:gd name="connsiteX161" fmla="*/ 759648 w 7143544"/>
              <a:gd name="connsiteY161" fmla="*/ 1442544 h 6857999"/>
              <a:gd name="connsiteX162" fmla="*/ 667092 w 7143544"/>
              <a:gd name="connsiteY162" fmla="*/ 1462729 h 6857999"/>
              <a:gd name="connsiteX163" fmla="*/ 665615 w 7143544"/>
              <a:gd name="connsiteY163" fmla="*/ 1475529 h 6857999"/>
              <a:gd name="connsiteX164" fmla="*/ 716816 w 7143544"/>
              <a:gd name="connsiteY164" fmla="*/ 1489314 h 6857999"/>
              <a:gd name="connsiteX165" fmla="*/ 623276 w 7143544"/>
              <a:gd name="connsiteY165" fmla="*/ 1626179 h 6857999"/>
              <a:gd name="connsiteX166" fmla="*/ 559766 w 7143544"/>
              <a:gd name="connsiteY166" fmla="*/ 1754182 h 6857999"/>
              <a:gd name="connsiteX167" fmla="*/ 484442 w 7143544"/>
              <a:gd name="connsiteY167" fmla="*/ 1894985 h 6857999"/>
              <a:gd name="connsiteX168" fmla="*/ 420933 w 7143544"/>
              <a:gd name="connsiteY168" fmla="*/ 2044650 h 6857999"/>
              <a:gd name="connsiteX169" fmla="*/ 491334 w 7143544"/>
              <a:gd name="connsiteY169" fmla="*/ 1983110 h 6857999"/>
              <a:gd name="connsiteX170" fmla="*/ 507088 w 7143544"/>
              <a:gd name="connsiteY170" fmla="*/ 1961940 h 6857999"/>
              <a:gd name="connsiteX171" fmla="*/ 540566 w 7143544"/>
              <a:gd name="connsiteY171" fmla="*/ 1863969 h 6857999"/>
              <a:gd name="connsiteX172" fmla="*/ 589306 w 7143544"/>
              <a:gd name="connsiteY172" fmla="*/ 1774859 h 6857999"/>
              <a:gd name="connsiteX173" fmla="*/ 635091 w 7143544"/>
              <a:gd name="connsiteY173" fmla="*/ 1690673 h 6857999"/>
              <a:gd name="connsiteX174" fmla="*/ 653799 w 7143544"/>
              <a:gd name="connsiteY174" fmla="*/ 1670488 h 6857999"/>
              <a:gd name="connsiteX175" fmla="*/ 699093 w 7143544"/>
              <a:gd name="connsiteY175" fmla="*/ 1641933 h 6857999"/>
              <a:gd name="connsiteX176" fmla="*/ 667584 w 7143544"/>
              <a:gd name="connsiteY176" fmla="*/ 1627656 h 6857999"/>
              <a:gd name="connsiteX177" fmla="*/ 770971 w 7143544"/>
              <a:gd name="connsiteY177" fmla="*/ 1484883 h 6857999"/>
              <a:gd name="connsiteX178" fmla="*/ 813311 w 7143544"/>
              <a:gd name="connsiteY178" fmla="*/ 1531654 h 6857999"/>
              <a:gd name="connsiteX179" fmla="*/ 778848 w 7143544"/>
              <a:gd name="connsiteY179" fmla="*/ 1582362 h 6857999"/>
              <a:gd name="connsiteX180" fmla="*/ 748324 w 7143544"/>
              <a:gd name="connsiteY180" fmla="*/ 1640948 h 6857999"/>
              <a:gd name="connsiteX181" fmla="*/ 711401 w 7143544"/>
              <a:gd name="connsiteY181" fmla="*/ 1693134 h 6857999"/>
              <a:gd name="connsiteX182" fmla="*/ 643461 w 7143544"/>
              <a:gd name="connsiteY182" fmla="*/ 1780275 h 6857999"/>
              <a:gd name="connsiteX183" fmla="*/ 623768 w 7143544"/>
              <a:gd name="connsiteY183" fmla="*/ 1818183 h 6857999"/>
              <a:gd name="connsiteX184" fmla="*/ 561243 w 7143544"/>
              <a:gd name="connsiteY184" fmla="*/ 1947663 h 6857999"/>
              <a:gd name="connsiteX185" fmla="*/ 567644 w 7143544"/>
              <a:gd name="connsiteY185" fmla="*/ 1999356 h 6857999"/>
              <a:gd name="connsiteX186" fmla="*/ 614414 w 7143544"/>
              <a:gd name="connsiteY186" fmla="*/ 1950617 h 6857999"/>
              <a:gd name="connsiteX187" fmla="*/ 620814 w 7143544"/>
              <a:gd name="connsiteY187" fmla="*/ 1930924 h 6857999"/>
              <a:gd name="connsiteX188" fmla="*/ 682846 w 7143544"/>
              <a:gd name="connsiteY188" fmla="*/ 1823599 h 6857999"/>
              <a:gd name="connsiteX189" fmla="*/ 757679 w 7143544"/>
              <a:gd name="connsiteY189" fmla="*/ 1733012 h 6857999"/>
              <a:gd name="connsiteX190" fmla="*/ 798049 w 7143544"/>
              <a:gd name="connsiteY190" fmla="*/ 1652272 h 6857999"/>
              <a:gd name="connsiteX191" fmla="*/ 801495 w 7143544"/>
              <a:gd name="connsiteY191" fmla="*/ 1631594 h 6857999"/>
              <a:gd name="connsiteX192" fmla="*/ 884697 w 7143544"/>
              <a:gd name="connsiteY192" fmla="*/ 1517869 h 6857999"/>
              <a:gd name="connsiteX193" fmla="*/ 941313 w 7143544"/>
              <a:gd name="connsiteY193" fmla="*/ 1450421 h 6857999"/>
              <a:gd name="connsiteX194" fmla="*/ 950668 w 7143544"/>
              <a:gd name="connsiteY194" fmla="*/ 1439098 h 6857999"/>
              <a:gd name="connsiteX195" fmla="*/ 999407 w 7143544"/>
              <a:gd name="connsiteY195" fmla="*/ 1419405 h 6857999"/>
              <a:gd name="connsiteX196" fmla="*/ 1018115 w 7143544"/>
              <a:gd name="connsiteY196" fmla="*/ 1354419 h 6857999"/>
              <a:gd name="connsiteX197" fmla="*/ 1076701 w 7143544"/>
              <a:gd name="connsiteY197" fmla="*/ 1348511 h 6857999"/>
              <a:gd name="connsiteX198" fmla="*/ 1096886 w 7143544"/>
              <a:gd name="connsiteY198" fmla="*/ 1283033 h 6857999"/>
              <a:gd name="connsiteX199" fmla="*/ 1180088 w 7143544"/>
              <a:gd name="connsiteY199" fmla="*/ 1208693 h 6857999"/>
              <a:gd name="connsiteX200" fmla="*/ 1182550 w 7143544"/>
              <a:gd name="connsiteY200" fmla="*/ 1197862 h 6857999"/>
              <a:gd name="connsiteX201" fmla="*/ 1218489 w 7143544"/>
              <a:gd name="connsiteY201" fmla="*/ 1132383 h 6857999"/>
              <a:gd name="connsiteX202" fmla="*/ 1286921 w 7143544"/>
              <a:gd name="connsiteY202" fmla="*/ 1097921 h 6857999"/>
              <a:gd name="connsiteX203" fmla="*/ 1324338 w 7143544"/>
              <a:gd name="connsiteY203" fmla="*/ 1078228 h 6857999"/>
              <a:gd name="connsiteX204" fmla="*/ 1345507 w 7143544"/>
              <a:gd name="connsiteY204" fmla="*/ 1025550 h 6857999"/>
              <a:gd name="connsiteX205" fmla="*/ 1528157 w 7143544"/>
              <a:gd name="connsiteY205" fmla="*/ 889670 h 6857999"/>
              <a:gd name="connsiteX206" fmla="*/ 1579359 w 7143544"/>
              <a:gd name="connsiteY206" fmla="*/ 806960 h 6857999"/>
              <a:gd name="connsiteX207" fmla="*/ 1653699 w 7143544"/>
              <a:gd name="connsiteY207" fmla="*/ 789237 h 6857999"/>
              <a:gd name="connsiteX208" fmla="*/ 1779240 w 7143544"/>
              <a:gd name="connsiteY208" fmla="*/ 723759 h 6857999"/>
              <a:gd name="connsiteX209" fmla="*/ 1821579 w 7143544"/>
              <a:gd name="connsiteY209" fmla="*/ 688804 h 6857999"/>
              <a:gd name="connsiteX210" fmla="*/ 1900350 w 7143544"/>
              <a:gd name="connsiteY210" fmla="*/ 641049 h 6857999"/>
              <a:gd name="connsiteX211" fmla="*/ 1951552 w 7143544"/>
              <a:gd name="connsiteY211" fmla="*/ 633172 h 6857999"/>
              <a:gd name="connsiteX212" fmla="*/ 1970752 w 7143544"/>
              <a:gd name="connsiteY212" fmla="*/ 625295 h 6857999"/>
              <a:gd name="connsiteX213" fmla="*/ 2022938 w 7143544"/>
              <a:gd name="connsiteY213" fmla="*/ 571632 h 6857999"/>
              <a:gd name="connsiteX214" fmla="*/ 2079062 w 7143544"/>
              <a:gd name="connsiteY214" fmla="*/ 572124 h 6857999"/>
              <a:gd name="connsiteX215" fmla="*/ 2176541 w 7143544"/>
              <a:gd name="connsiteY215" fmla="*/ 504184 h 6857999"/>
              <a:gd name="connsiteX216" fmla="*/ 2232666 w 7143544"/>
              <a:gd name="connsiteY216" fmla="*/ 468737 h 6857999"/>
              <a:gd name="connsiteX217" fmla="*/ 2296667 w 7143544"/>
              <a:gd name="connsiteY217" fmla="*/ 455445 h 6857999"/>
              <a:gd name="connsiteX218" fmla="*/ 2277467 w 7143544"/>
              <a:gd name="connsiteY218" fmla="*/ 522400 h 6857999"/>
              <a:gd name="connsiteX219" fmla="*/ 2210019 w 7143544"/>
              <a:gd name="connsiteY219" fmla="*/ 541108 h 6857999"/>
              <a:gd name="connsiteX220" fmla="*/ 2051000 w 7143544"/>
              <a:gd name="connsiteY220" fmla="*/ 615448 h 6857999"/>
              <a:gd name="connsiteX221" fmla="*/ 1690130 w 7143544"/>
              <a:gd name="connsiteY221" fmla="*/ 821238 h 6857999"/>
              <a:gd name="connsiteX222" fmla="*/ 1634006 w 7143544"/>
              <a:gd name="connsiteY222" fmla="*/ 852746 h 6857999"/>
              <a:gd name="connsiteX223" fmla="*/ 1574435 w 7143544"/>
              <a:gd name="connsiteY223" fmla="*/ 910840 h 6857999"/>
              <a:gd name="connsiteX224" fmla="*/ 1548835 w 7143544"/>
              <a:gd name="connsiteY224" fmla="*/ 939394 h 6857999"/>
              <a:gd name="connsiteX225" fmla="*/ 1425755 w 7143544"/>
              <a:gd name="connsiteY225" fmla="*/ 1040812 h 6857999"/>
              <a:gd name="connsiteX226" fmla="*/ 1345507 w 7143544"/>
              <a:gd name="connsiteY226" fmla="*/ 1119091 h 6857999"/>
              <a:gd name="connsiteX227" fmla="*/ 1258367 w 7143544"/>
              <a:gd name="connsiteY227" fmla="*/ 1214600 h 6857999"/>
              <a:gd name="connsiteX228" fmla="*/ 1159903 w 7143544"/>
              <a:gd name="connsiteY228" fmla="*/ 1324388 h 6857999"/>
              <a:gd name="connsiteX229" fmla="*/ 1132825 w 7143544"/>
              <a:gd name="connsiteY229" fmla="*/ 1345557 h 6857999"/>
              <a:gd name="connsiteX230" fmla="*/ 1118056 w 7143544"/>
              <a:gd name="connsiteY230" fmla="*/ 1359834 h 6857999"/>
              <a:gd name="connsiteX231" fmla="*/ 1006300 w 7143544"/>
              <a:gd name="connsiteY231" fmla="*/ 1522300 h 6857999"/>
              <a:gd name="connsiteX232" fmla="*/ 945252 w 7143544"/>
              <a:gd name="connsiteY232" fmla="*/ 1609440 h 6857999"/>
              <a:gd name="connsiteX233" fmla="*/ 921621 w 7143544"/>
              <a:gd name="connsiteY233" fmla="*/ 1638979 h 6857999"/>
              <a:gd name="connsiteX234" fmla="*/ 865989 w 7143544"/>
              <a:gd name="connsiteY234" fmla="*/ 1733504 h 6857999"/>
              <a:gd name="connsiteX235" fmla="*/ 800018 w 7143544"/>
              <a:gd name="connsiteY235" fmla="*/ 1856584 h 6857999"/>
              <a:gd name="connsiteX236" fmla="*/ 771463 w 7143544"/>
              <a:gd name="connsiteY236" fmla="*/ 1922062 h 6857999"/>
              <a:gd name="connsiteX237" fmla="*/ 738970 w 7143544"/>
              <a:gd name="connsiteY237" fmla="*/ 1977694 h 6857999"/>
              <a:gd name="connsiteX238" fmla="*/ 686292 w 7143544"/>
              <a:gd name="connsiteY238" fmla="*/ 2109144 h 6857999"/>
              <a:gd name="connsiteX239" fmla="*/ 676446 w 7143544"/>
              <a:gd name="connsiteY239" fmla="*/ 2128836 h 6857999"/>
              <a:gd name="connsiteX240" fmla="*/ 649368 w 7143544"/>
              <a:gd name="connsiteY240" fmla="*/ 2182499 h 6857999"/>
              <a:gd name="connsiteX241" fmla="*/ 615398 w 7143544"/>
              <a:gd name="connsiteY241" fmla="*/ 2267178 h 6857999"/>
              <a:gd name="connsiteX242" fmla="*/ 586352 w 7143544"/>
              <a:gd name="connsiteY242" fmla="*/ 2361703 h 6857999"/>
              <a:gd name="connsiteX243" fmla="*/ 560751 w 7143544"/>
              <a:gd name="connsiteY243" fmla="*/ 2400596 h 6857999"/>
              <a:gd name="connsiteX244" fmla="*/ 549920 w 7143544"/>
              <a:gd name="connsiteY244" fmla="*/ 2429151 h 6857999"/>
              <a:gd name="connsiteX245" fmla="*/ 540566 w 7143544"/>
              <a:gd name="connsiteY245" fmla="*/ 2487244 h 6857999"/>
              <a:gd name="connsiteX246" fmla="*/ 523827 w 7143544"/>
              <a:gd name="connsiteY246" fmla="*/ 2582754 h 6857999"/>
              <a:gd name="connsiteX247" fmla="*/ 516935 w 7143544"/>
              <a:gd name="connsiteY247" fmla="*/ 2607370 h 6857999"/>
              <a:gd name="connsiteX248" fmla="*/ 488873 w 7143544"/>
              <a:gd name="connsiteY248" fmla="*/ 2737342 h 6857999"/>
              <a:gd name="connsiteX249" fmla="*/ 458349 w 7143544"/>
              <a:gd name="connsiteY249" fmla="*/ 2885530 h 6857999"/>
              <a:gd name="connsiteX250" fmla="*/ 427333 w 7143544"/>
              <a:gd name="connsiteY250" fmla="*/ 3065227 h 6857999"/>
              <a:gd name="connsiteX251" fmla="*/ 438164 w 7143544"/>
              <a:gd name="connsiteY251" fmla="*/ 3203076 h 6857999"/>
              <a:gd name="connsiteX252" fmla="*/ 427825 w 7143544"/>
              <a:gd name="connsiteY252" fmla="*/ 3344863 h 6857999"/>
              <a:gd name="connsiteX253" fmla="*/ 432748 w 7143544"/>
              <a:gd name="connsiteY253" fmla="*/ 3393111 h 6857999"/>
              <a:gd name="connsiteX254" fmla="*/ 425363 w 7143544"/>
              <a:gd name="connsiteY254" fmla="*/ 3520621 h 6857999"/>
              <a:gd name="connsiteX255" fmla="*/ 429302 w 7143544"/>
              <a:gd name="connsiteY255" fmla="*/ 3548191 h 6857999"/>
              <a:gd name="connsiteX256" fmla="*/ 456872 w 7143544"/>
              <a:gd name="connsiteY256" fmla="*/ 3639763 h 6857999"/>
              <a:gd name="connsiteX257" fmla="*/ 476565 w 7143544"/>
              <a:gd name="connsiteY257" fmla="*/ 3718534 h 6857999"/>
              <a:gd name="connsiteX258" fmla="*/ 532689 w 7143544"/>
              <a:gd name="connsiteY258" fmla="*/ 3941554 h 6857999"/>
              <a:gd name="connsiteX259" fmla="*/ 550412 w 7143544"/>
              <a:gd name="connsiteY259" fmla="*/ 3905122 h 6857999"/>
              <a:gd name="connsiteX260" fmla="*/ 550905 w 7143544"/>
              <a:gd name="connsiteY260" fmla="*/ 3951893 h 6857999"/>
              <a:gd name="connsiteX261" fmla="*/ 548935 w 7143544"/>
              <a:gd name="connsiteY261" fmla="*/ 3990786 h 6857999"/>
              <a:gd name="connsiteX262" fmla="*/ 571582 w 7143544"/>
              <a:gd name="connsiteY262" fmla="*/ 4070049 h 6857999"/>
              <a:gd name="connsiteX263" fmla="*/ 621306 w 7143544"/>
              <a:gd name="connsiteY263" fmla="*/ 4121743 h 6857999"/>
              <a:gd name="connsiteX264" fmla="*/ 601614 w 7143544"/>
              <a:gd name="connsiteY264" fmla="*/ 4152266 h 6857999"/>
              <a:gd name="connsiteX265" fmla="*/ 629676 w 7143544"/>
              <a:gd name="connsiteY265" fmla="*/ 4147343 h 6857999"/>
              <a:gd name="connsiteX266" fmla="*/ 623276 w 7143544"/>
              <a:gd name="connsiteY266" fmla="*/ 4189683 h 6857999"/>
              <a:gd name="connsiteX267" fmla="*/ 704508 w 7143544"/>
              <a:gd name="connsiteY267" fmla="*/ 4241376 h 6857999"/>
              <a:gd name="connsiteX268" fmla="*/ 703524 w 7143544"/>
              <a:gd name="connsiteY268" fmla="*/ 4316209 h 6857999"/>
              <a:gd name="connsiteX269" fmla="*/ 692200 w 7143544"/>
              <a:gd name="connsiteY269" fmla="*/ 4265500 h 6857999"/>
              <a:gd name="connsiteX270" fmla="*/ 660692 w 7143544"/>
              <a:gd name="connsiteY270" fmla="*/ 4234976 h 6857999"/>
              <a:gd name="connsiteX271" fmla="*/ 642968 w 7143544"/>
              <a:gd name="connsiteY271" fmla="*/ 4293070 h 6857999"/>
              <a:gd name="connsiteX272" fmla="*/ 720755 w 7143544"/>
              <a:gd name="connsiteY272" fmla="*/ 4351655 h 6857999"/>
              <a:gd name="connsiteX273" fmla="*/ 731093 w 7143544"/>
              <a:gd name="connsiteY273" fmla="*/ 4348702 h 6857999"/>
              <a:gd name="connsiteX274" fmla="*/ 748324 w 7143544"/>
              <a:gd name="connsiteY274" fmla="*/ 4382672 h 6857999"/>
              <a:gd name="connsiteX275" fmla="*/ 801987 w 7143544"/>
              <a:gd name="connsiteY275" fmla="*/ 4431411 h 6857999"/>
              <a:gd name="connsiteX276" fmla="*/ 850234 w 7143544"/>
              <a:gd name="connsiteY276" fmla="*/ 4507721 h 6857999"/>
              <a:gd name="connsiteX277" fmla="*/ 873373 w 7143544"/>
              <a:gd name="connsiteY277" fmla="*/ 4540214 h 6857999"/>
              <a:gd name="connsiteX278" fmla="*/ 855650 w 7143544"/>
              <a:gd name="connsiteY278" fmla="*/ 4550552 h 6857999"/>
              <a:gd name="connsiteX279" fmla="*/ 835465 w 7143544"/>
              <a:gd name="connsiteY279" fmla="*/ 4518059 h 6857999"/>
              <a:gd name="connsiteX280" fmla="*/ 819218 w 7143544"/>
              <a:gd name="connsiteY280" fmla="*/ 4539229 h 6857999"/>
              <a:gd name="connsiteX281" fmla="*/ 848758 w 7143544"/>
              <a:gd name="connsiteY281" fmla="*/ 4559414 h 6857999"/>
              <a:gd name="connsiteX282" fmla="*/ 905866 w 7143544"/>
              <a:gd name="connsiteY282" fmla="*/ 4604707 h 6857999"/>
              <a:gd name="connsiteX283" fmla="*/ 860081 w 7143544"/>
              <a:gd name="connsiteY283" fmla="*/ 4631785 h 6857999"/>
              <a:gd name="connsiteX284" fmla="*/ 911774 w 7143544"/>
              <a:gd name="connsiteY284" fmla="*/ 4664278 h 6857999"/>
              <a:gd name="connsiteX285" fmla="*/ 920144 w 7143544"/>
              <a:gd name="connsiteY285" fmla="*/ 4683478 h 6857999"/>
              <a:gd name="connsiteX286" fmla="*/ 932944 w 7143544"/>
              <a:gd name="connsiteY286" fmla="*/ 4738618 h 6857999"/>
              <a:gd name="connsiteX287" fmla="*/ 966422 w 7143544"/>
              <a:gd name="connsiteY287" fmla="*/ 4641631 h 6857999"/>
              <a:gd name="connsiteX288" fmla="*/ 1010238 w 7143544"/>
              <a:gd name="connsiteY288" fmla="*/ 4655909 h 6857999"/>
              <a:gd name="connsiteX289" fmla="*/ 1021561 w 7143544"/>
              <a:gd name="connsiteY289" fmla="*/ 4709079 h 6857999"/>
              <a:gd name="connsiteX290" fmla="*/ 1027469 w 7143544"/>
              <a:gd name="connsiteY290" fmla="*/ 4760772 h 6857999"/>
              <a:gd name="connsiteX291" fmla="*/ 967899 w 7143544"/>
              <a:gd name="connsiteY291" fmla="*/ 4692340 h 6857999"/>
              <a:gd name="connsiteX292" fmla="*/ 940821 w 7143544"/>
              <a:gd name="connsiteY292" fmla="*/ 4785881 h 6857999"/>
              <a:gd name="connsiteX293" fmla="*/ 967406 w 7143544"/>
              <a:gd name="connsiteY293" fmla="*/ 4789819 h 6857999"/>
              <a:gd name="connsiteX294" fmla="*/ 966914 w 7143544"/>
              <a:gd name="connsiteY294" fmla="*/ 4799173 h 6857999"/>
              <a:gd name="connsiteX295" fmla="*/ 887158 w 7143544"/>
              <a:gd name="connsiteY295" fmla="*/ 4789819 h 6857999"/>
              <a:gd name="connsiteX296" fmla="*/ 944760 w 7143544"/>
              <a:gd name="connsiteY296" fmla="*/ 4845451 h 6857999"/>
              <a:gd name="connsiteX297" fmla="*/ 989068 w 7143544"/>
              <a:gd name="connsiteY297" fmla="*/ 4819851 h 6857999"/>
              <a:gd name="connsiteX298" fmla="*/ 1053070 w 7143544"/>
              <a:gd name="connsiteY298" fmla="*/ 4940469 h 6857999"/>
              <a:gd name="connsiteX299" fmla="*/ 1064885 w 7143544"/>
              <a:gd name="connsiteY299" fmla="*/ 4935053 h 6857999"/>
              <a:gd name="connsiteX300" fmla="*/ 1059470 w 7143544"/>
              <a:gd name="connsiteY300" fmla="*/ 4887791 h 6857999"/>
              <a:gd name="connsiteX301" fmla="*/ 1071778 w 7143544"/>
              <a:gd name="connsiteY301" fmla="*/ 4885329 h 6857999"/>
              <a:gd name="connsiteX302" fmla="*/ 1083101 w 7143544"/>
              <a:gd name="connsiteY302" fmla="*/ 4958192 h 6857999"/>
              <a:gd name="connsiteX303" fmla="*/ 1101317 w 7143544"/>
              <a:gd name="connsiteY303" fmla="*/ 4988716 h 6857999"/>
              <a:gd name="connsiteX304" fmla="*/ 1142180 w 7143544"/>
              <a:gd name="connsiteY304" fmla="*/ 5022686 h 6857999"/>
              <a:gd name="connsiteX305" fmla="*/ 1174180 w 7143544"/>
              <a:gd name="connsiteY305" fmla="*/ 5072410 h 6857999"/>
              <a:gd name="connsiteX306" fmla="*/ 1184027 w 7143544"/>
              <a:gd name="connsiteY306" fmla="*/ 5119180 h 6857999"/>
              <a:gd name="connsiteX307" fmla="*/ 1290367 w 7143544"/>
              <a:gd name="connsiteY307" fmla="*/ 5197459 h 6857999"/>
              <a:gd name="connsiteX308" fmla="*/ 1306122 w 7143544"/>
              <a:gd name="connsiteY308" fmla="*/ 5243245 h 6857999"/>
              <a:gd name="connsiteX309" fmla="*/ 1438063 w 7143544"/>
              <a:gd name="connsiteY309" fmla="*/ 5346139 h 6857999"/>
              <a:gd name="connsiteX310" fmla="*/ 1499603 w 7143544"/>
              <a:gd name="connsiteY310" fmla="*/ 5389956 h 6857999"/>
              <a:gd name="connsiteX311" fmla="*/ 1475972 w 7143544"/>
              <a:gd name="connsiteY311" fmla="*/ 5391433 h 6857999"/>
              <a:gd name="connsiteX312" fmla="*/ 1473510 w 7143544"/>
              <a:gd name="connsiteY312" fmla="*/ 5400294 h 6857999"/>
              <a:gd name="connsiteX313" fmla="*/ 1545389 w 7143544"/>
              <a:gd name="connsiteY313" fmla="*/ 5424910 h 6857999"/>
              <a:gd name="connsiteX314" fmla="*/ 1570989 w 7143544"/>
              <a:gd name="connsiteY314" fmla="*/ 5371740 h 6857999"/>
              <a:gd name="connsiteX315" fmla="*/ 1592159 w 7143544"/>
              <a:gd name="connsiteY315" fmla="*/ 5437218 h 6857999"/>
              <a:gd name="connsiteX316" fmla="*/ 1614806 w 7143544"/>
              <a:gd name="connsiteY316" fmla="*/ 5465281 h 6857999"/>
              <a:gd name="connsiteX317" fmla="*/ 1703423 w 7143544"/>
              <a:gd name="connsiteY317" fmla="*/ 5490881 h 6857999"/>
              <a:gd name="connsiteX318" fmla="*/ 1659606 w 7143544"/>
              <a:gd name="connsiteY318" fmla="*/ 5516974 h 6857999"/>
              <a:gd name="connsiteX319" fmla="*/ 1707361 w 7143544"/>
              <a:gd name="connsiteY319" fmla="*/ 5547990 h 6857999"/>
              <a:gd name="connsiteX320" fmla="*/ 1771363 w 7143544"/>
              <a:gd name="connsiteY320" fmla="*/ 5558329 h 6857999"/>
              <a:gd name="connsiteX321" fmla="*/ 1796963 w 7143544"/>
              <a:gd name="connsiteY321" fmla="*/ 5613469 h 6857999"/>
              <a:gd name="connsiteX322" fmla="*/ 1838811 w 7143544"/>
              <a:gd name="connsiteY322" fmla="*/ 5659254 h 6857999"/>
              <a:gd name="connsiteX323" fmla="*/ 1852103 w 7143544"/>
              <a:gd name="connsiteY323" fmla="*/ 5610022 h 6857999"/>
              <a:gd name="connsiteX324" fmla="*/ 1795979 w 7143544"/>
              <a:gd name="connsiteY324" fmla="*/ 5613961 h 6857999"/>
              <a:gd name="connsiteX325" fmla="*/ 1856042 w 7143544"/>
              <a:gd name="connsiteY325" fmla="*/ 5602637 h 6857999"/>
              <a:gd name="connsiteX326" fmla="*/ 1922505 w 7143544"/>
              <a:gd name="connsiteY326" fmla="*/ 5650885 h 6857999"/>
              <a:gd name="connsiteX327" fmla="*/ 1954013 w 7143544"/>
              <a:gd name="connsiteY327" fmla="*/ 5651377 h 6857999"/>
              <a:gd name="connsiteX328" fmla="*/ 1995860 w 7143544"/>
              <a:gd name="connsiteY328" fmla="*/ 5751318 h 6857999"/>
              <a:gd name="connsiteX329" fmla="*/ 2038200 w 7143544"/>
              <a:gd name="connsiteY329" fmla="*/ 5762641 h 6857999"/>
              <a:gd name="connsiteX330" fmla="*/ 2034261 w 7143544"/>
              <a:gd name="connsiteY330" fmla="*/ 5735071 h 6857999"/>
              <a:gd name="connsiteX331" fmla="*/ 2147002 w 7143544"/>
              <a:gd name="connsiteY331" fmla="*/ 5787750 h 6857999"/>
              <a:gd name="connsiteX332" fmla="*/ 2120909 w 7143544"/>
              <a:gd name="connsiteY332" fmla="*/ 5899506 h 6857999"/>
              <a:gd name="connsiteX333" fmla="*/ 2288790 w 7143544"/>
              <a:gd name="connsiteY333" fmla="*/ 5929045 h 6857999"/>
              <a:gd name="connsiteX334" fmla="*/ 2231681 w 7143544"/>
              <a:gd name="connsiteY334" fmla="*/ 5951691 h 6857999"/>
              <a:gd name="connsiteX335" fmla="*/ 2307006 w 7143544"/>
              <a:gd name="connsiteY335" fmla="*/ 5994523 h 6857999"/>
              <a:gd name="connsiteX336" fmla="*/ 2309467 w 7143544"/>
              <a:gd name="connsiteY336" fmla="*/ 5953661 h 6857999"/>
              <a:gd name="connsiteX337" fmla="*/ 2341960 w 7143544"/>
              <a:gd name="connsiteY337" fmla="*/ 5963015 h 6857999"/>
              <a:gd name="connsiteX338" fmla="*/ 2403500 w 7143544"/>
              <a:gd name="connsiteY338" fmla="*/ 5960061 h 6857999"/>
              <a:gd name="connsiteX339" fmla="*/ 2442886 w 7143544"/>
              <a:gd name="connsiteY339" fmla="*/ 5972861 h 6857999"/>
              <a:gd name="connsiteX340" fmla="*/ 2458640 w 7143544"/>
              <a:gd name="connsiteY340" fmla="*/ 5982708 h 6857999"/>
              <a:gd name="connsiteX341" fmla="*/ 2526087 w 7143544"/>
              <a:gd name="connsiteY341" fmla="*/ 6033416 h 6857999"/>
              <a:gd name="connsiteX342" fmla="*/ 2562027 w 7143544"/>
              <a:gd name="connsiteY342" fmla="*/ 6031447 h 6857999"/>
              <a:gd name="connsiteX343" fmla="*/ 2552673 w 7143544"/>
              <a:gd name="connsiteY343" fmla="*/ 6060986 h 6857999"/>
              <a:gd name="connsiteX344" fmla="*/ 2640305 w 7143544"/>
              <a:gd name="connsiteY344" fmla="*/ 6033416 h 6857999"/>
              <a:gd name="connsiteX345" fmla="*/ 2643259 w 7143544"/>
              <a:gd name="connsiteY345" fmla="*/ 5966953 h 6857999"/>
              <a:gd name="connsiteX346" fmla="*/ 2700861 w 7143544"/>
              <a:gd name="connsiteY346" fmla="*/ 6035878 h 6857999"/>
              <a:gd name="connsiteX347" fmla="*/ 2751569 w 7143544"/>
              <a:gd name="connsiteY347" fmla="*/ 6074771 h 6857999"/>
              <a:gd name="connsiteX348" fmla="*/ 2760924 w 7143544"/>
              <a:gd name="connsiteY348" fmla="*/ 6080186 h 6857999"/>
              <a:gd name="connsiteX349" fmla="*/ 2854956 w 7143544"/>
              <a:gd name="connsiteY349" fmla="*/ 6097910 h 6857999"/>
              <a:gd name="connsiteX350" fmla="*/ 2981482 w 7143544"/>
              <a:gd name="connsiteY350" fmla="*/ 6111203 h 6857999"/>
              <a:gd name="connsiteX351" fmla="*/ 2942589 w 7143544"/>
              <a:gd name="connsiteY351" fmla="*/ 6193913 h 6857999"/>
              <a:gd name="connsiteX352" fmla="*/ 2980005 w 7143544"/>
              <a:gd name="connsiteY352" fmla="*/ 6210159 h 6857999"/>
              <a:gd name="connsiteX353" fmla="*/ 2991821 w 7143544"/>
              <a:gd name="connsiteY353" fmla="*/ 6188497 h 6857999"/>
              <a:gd name="connsiteX354" fmla="*/ 3012498 w 7143544"/>
              <a:gd name="connsiteY354" fmla="*/ 6148127 h 6857999"/>
              <a:gd name="connsiteX355" fmla="*/ 3037114 w 7143544"/>
              <a:gd name="connsiteY355" fmla="*/ 6198836 h 6857999"/>
              <a:gd name="connsiteX356" fmla="*/ 3095700 w 7143544"/>
              <a:gd name="connsiteY356" fmla="*/ 6177174 h 6857999"/>
              <a:gd name="connsiteX357" fmla="*/ 3099147 w 7143544"/>
              <a:gd name="connsiteY357" fmla="*/ 6144681 h 6857999"/>
              <a:gd name="connsiteX358" fmla="*/ 3181364 w 7143544"/>
              <a:gd name="connsiteY358" fmla="*/ 6138280 h 6857999"/>
              <a:gd name="connsiteX359" fmla="*/ 3226165 w 7143544"/>
              <a:gd name="connsiteY359" fmla="*/ 6149111 h 6857999"/>
              <a:gd name="connsiteX360" fmla="*/ 3275889 w 7143544"/>
              <a:gd name="connsiteY360" fmla="*/ 6150588 h 6857999"/>
              <a:gd name="connsiteX361" fmla="*/ 3278843 w 7143544"/>
              <a:gd name="connsiteY361" fmla="*/ 6148619 h 6857999"/>
              <a:gd name="connsiteX362" fmla="*/ 3401923 w 7143544"/>
              <a:gd name="connsiteY362" fmla="*/ 6158465 h 6857999"/>
              <a:gd name="connsiteX363" fmla="*/ 3426046 w 7143544"/>
              <a:gd name="connsiteY363" fmla="*/ 6162896 h 6857999"/>
              <a:gd name="connsiteX364" fmla="*/ 3493494 w 7143544"/>
              <a:gd name="connsiteY364" fmla="*/ 6165850 h 6857999"/>
              <a:gd name="connsiteX365" fmla="*/ 3511217 w 7143544"/>
              <a:gd name="connsiteY365" fmla="*/ 6156496 h 6857999"/>
              <a:gd name="connsiteX366" fmla="*/ 3553557 w 7143544"/>
              <a:gd name="connsiteY366" fmla="*/ 6149111 h 6857999"/>
              <a:gd name="connsiteX367" fmla="*/ 3653497 w 7143544"/>
              <a:gd name="connsiteY367" fmla="*/ 6152065 h 6857999"/>
              <a:gd name="connsiteX368" fmla="*/ 3760331 w 7143544"/>
              <a:gd name="connsiteY368" fmla="*/ 6131388 h 6857999"/>
              <a:gd name="connsiteX369" fmla="*/ 3828763 w 7143544"/>
              <a:gd name="connsiteY369" fmla="*/ 6158957 h 6857999"/>
              <a:gd name="connsiteX370" fmla="*/ 3833194 w 7143544"/>
              <a:gd name="connsiteY370" fmla="*/ 6129418 h 6857999"/>
              <a:gd name="connsiteX371" fmla="*/ 3846979 w 7143544"/>
              <a:gd name="connsiteY371" fmla="*/ 6174220 h 6857999"/>
              <a:gd name="connsiteX372" fmla="*/ 3925750 w 7143544"/>
              <a:gd name="connsiteY372" fmla="*/ 6167819 h 6857999"/>
              <a:gd name="connsiteX373" fmla="*/ 3879472 w 7143544"/>
              <a:gd name="connsiteY373" fmla="*/ 6117110 h 6857999"/>
              <a:gd name="connsiteX374" fmla="*/ 3938550 w 7143544"/>
              <a:gd name="connsiteY374" fmla="*/ 6131388 h 6857999"/>
              <a:gd name="connsiteX375" fmla="*/ 3962181 w 7143544"/>
              <a:gd name="connsiteY375" fmla="*/ 6182589 h 6857999"/>
              <a:gd name="connsiteX376" fmla="*/ 3975474 w 7143544"/>
              <a:gd name="connsiteY376" fmla="*/ 6178158 h 6857999"/>
              <a:gd name="connsiteX377" fmla="*/ 3961197 w 7143544"/>
              <a:gd name="connsiteY377" fmla="*/ 6132373 h 6857999"/>
              <a:gd name="connsiteX378" fmla="*/ 3985320 w 7143544"/>
              <a:gd name="connsiteY378" fmla="*/ 6104802 h 6857999"/>
              <a:gd name="connsiteX379" fmla="*/ 4097569 w 7143544"/>
              <a:gd name="connsiteY379" fmla="*/ 6070340 h 6857999"/>
              <a:gd name="connsiteX380" fmla="*/ 4164524 w 7143544"/>
              <a:gd name="connsiteY380" fmla="*/ 6096925 h 6857999"/>
              <a:gd name="connsiteX381" fmla="*/ 4194063 w 7143544"/>
              <a:gd name="connsiteY381" fmla="*/ 6116618 h 6857999"/>
              <a:gd name="connsiteX382" fmla="*/ 4198494 w 7143544"/>
              <a:gd name="connsiteY382" fmla="*/ 6107264 h 6857999"/>
              <a:gd name="connsiteX383" fmla="*/ 4187171 w 7143544"/>
              <a:gd name="connsiteY383" fmla="*/ 6064432 h 6857999"/>
              <a:gd name="connsiteX384" fmla="*/ 4306805 w 7143544"/>
              <a:gd name="connsiteY384" fmla="*/ 6019139 h 6857999"/>
              <a:gd name="connsiteX385" fmla="*/ 4348159 w 7143544"/>
              <a:gd name="connsiteY385" fmla="*/ 6051632 h 6857999"/>
              <a:gd name="connsiteX386" fmla="*/ 4373760 w 7143544"/>
              <a:gd name="connsiteY386" fmla="*/ 6016678 h 6857999"/>
              <a:gd name="connsiteX387" fmla="*/ 4410684 w 7143544"/>
              <a:gd name="connsiteY387" fmla="*/ 6044740 h 6857999"/>
              <a:gd name="connsiteX388" fmla="*/ 4417084 w 7143544"/>
              <a:gd name="connsiteY388" fmla="*/ 6036863 h 6857999"/>
              <a:gd name="connsiteX389" fmla="*/ 4399360 w 7143544"/>
              <a:gd name="connsiteY389" fmla="*/ 6009785 h 6857999"/>
              <a:gd name="connsiteX390" fmla="*/ 4433823 w 7143544"/>
              <a:gd name="connsiteY390" fmla="*/ 5994523 h 6857999"/>
              <a:gd name="connsiteX391" fmla="*/ 4452531 w 7143544"/>
              <a:gd name="connsiteY391" fmla="*/ 5983200 h 6857999"/>
              <a:gd name="connsiteX392" fmla="*/ 4498809 w 7143544"/>
              <a:gd name="connsiteY392" fmla="*/ 5976307 h 6857999"/>
              <a:gd name="connsiteX393" fmla="*/ 4522933 w 7143544"/>
              <a:gd name="connsiteY393" fmla="*/ 5971384 h 6857999"/>
              <a:gd name="connsiteX394" fmla="*/ 4621396 w 7143544"/>
              <a:gd name="connsiteY394" fmla="*/ 5925106 h 6857999"/>
              <a:gd name="connsiteX395" fmla="*/ 4650935 w 7143544"/>
              <a:gd name="connsiteY395" fmla="*/ 5955138 h 6857999"/>
              <a:gd name="connsiteX396" fmla="*/ 4665705 w 7143544"/>
              <a:gd name="connsiteY396" fmla="*/ 5918214 h 6857999"/>
              <a:gd name="connsiteX397" fmla="*/ 4695244 w 7143544"/>
              <a:gd name="connsiteY397" fmla="*/ 5896552 h 6857999"/>
              <a:gd name="connsiteX398" fmla="*/ 4730199 w 7143544"/>
              <a:gd name="connsiteY398" fmla="*/ 5902952 h 6857999"/>
              <a:gd name="connsiteX399" fmla="*/ 4748414 w 7143544"/>
              <a:gd name="connsiteY399" fmla="*/ 5872428 h 6857999"/>
              <a:gd name="connsiteX400" fmla="*/ 4764661 w 7143544"/>
              <a:gd name="connsiteY400" fmla="*/ 5885228 h 6857999"/>
              <a:gd name="connsiteX401" fmla="*/ 4811431 w 7143544"/>
              <a:gd name="connsiteY401" fmla="*/ 5845843 h 6857999"/>
              <a:gd name="connsiteX402" fmla="*/ 4798139 w 7143544"/>
              <a:gd name="connsiteY402" fmla="*/ 5882767 h 6857999"/>
              <a:gd name="connsiteX403" fmla="*/ 4812908 w 7143544"/>
              <a:gd name="connsiteY403" fmla="*/ 5811873 h 6857999"/>
              <a:gd name="connsiteX404" fmla="*/ 4829155 w 7143544"/>
              <a:gd name="connsiteY404" fmla="*/ 5820242 h 6857999"/>
              <a:gd name="connsiteX405" fmla="*/ 4842940 w 7143544"/>
              <a:gd name="connsiteY405" fmla="*/ 5840427 h 6857999"/>
              <a:gd name="connsiteX406" fmla="*/ 4954204 w 7143544"/>
              <a:gd name="connsiteY406" fmla="*/ 5795627 h 6857999"/>
              <a:gd name="connsiteX407" fmla="*/ 4941403 w 7143544"/>
              <a:gd name="connsiteY407" fmla="*/ 5773472 h 6857999"/>
              <a:gd name="connsiteX408" fmla="*/ 5054637 w 7143544"/>
              <a:gd name="connsiteY408" fmla="*/ 5731625 h 6857999"/>
              <a:gd name="connsiteX409" fmla="*/ 5122576 w 7143544"/>
              <a:gd name="connsiteY409" fmla="*/ 5710455 h 6857999"/>
              <a:gd name="connsiteX410" fmla="*/ 5070883 w 7143544"/>
              <a:gd name="connsiteY410" fmla="*/ 5656300 h 6857999"/>
              <a:gd name="connsiteX411" fmla="*/ 5120115 w 7143544"/>
              <a:gd name="connsiteY411" fmla="*/ 5656792 h 6857999"/>
              <a:gd name="connsiteX412" fmla="*/ 5179193 w 7143544"/>
              <a:gd name="connsiteY412" fmla="*/ 5611991 h 6857999"/>
              <a:gd name="connsiteX413" fmla="*/ 5259441 w 7143544"/>
              <a:gd name="connsiteY413" fmla="*/ 5564729 h 6857999"/>
              <a:gd name="connsiteX414" fmla="*/ 5313596 w 7143544"/>
              <a:gd name="connsiteY414" fmla="*/ 5548482 h 6857999"/>
              <a:gd name="connsiteX415" fmla="*/ 5311627 w 7143544"/>
              <a:gd name="connsiteY415" fmla="*/ 5490881 h 6857999"/>
              <a:gd name="connsiteX416" fmla="*/ 5351012 w 7143544"/>
              <a:gd name="connsiteY416" fmla="*/ 5506635 h 6857999"/>
              <a:gd name="connsiteX417" fmla="*/ 5367259 w 7143544"/>
              <a:gd name="connsiteY417" fmla="*/ 5467742 h 6857999"/>
              <a:gd name="connsiteX418" fmla="*/ 5412060 w 7143544"/>
              <a:gd name="connsiteY418" fmla="*/ 5403248 h 6857999"/>
              <a:gd name="connsiteX419" fmla="*/ 5425352 w 7143544"/>
              <a:gd name="connsiteY419" fmla="*/ 5386017 h 6857999"/>
              <a:gd name="connsiteX420" fmla="*/ 5520370 w 7143544"/>
              <a:gd name="connsiteY420" fmla="*/ 5368294 h 6857999"/>
              <a:gd name="connsiteX421" fmla="*/ 5520862 w 7143544"/>
              <a:gd name="connsiteY421" fmla="*/ 5356478 h 6857999"/>
              <a:gd name="connsiteX422" fmla="*/ 5499200 w 7143544"/>
              <a:gd name="connsiteY422" fmla="*/ 5344170 h 6857999"/>
              <a:gd name="connsiteX423" fmla="*/ 5568125 w 7143544"/>
              <a:gd name="connsiteY423" fmla="*/ 5288046 h 6857999"/>
              <a:gd name="connsiteX424" fmla="*/ 5575017 w 7143544"/>
              <a:gd name="connsiteY424" fmla="*/ 5266876 h 6857999"/>
              <a:gd name="connsiteX425" fmla="*/ 5570094 w 7143544"/>
              <a:gd name="connsiteY425" fmla="*/ 5207798 h 6857999"/>
              <a:gd name="connsiteX426" fmla="*/ 5604064 w 7143544"/>
              <a:gd name="connsiteY426" fmla="*/ 5229952 h 6857999"/>
              <a:gd name="connsiteX427" fmla="*/ 5627203 w 7143544"/>
              <a:gd name="connsiteY427" fmla="*/ 5154135 h 6857999"/>
              <a:gd name="connsiteX428" fmla="*/ 5711882 w 7143544"/>
              <a:gd name="connsiteY428" fmla="*/ 5137889 h 6857999"/>
              <a:gd name="connsiteX429" fmla="*/ 5703513 w 7143544"/>
              <a:gd name="connsiteY429" fmla="*/ 5096042 h 6857999"/>
              <a:gd name="connsiteX430" fmla="*/ 5810838 w 7143544"/>
              <a:gd name="connsiteY430" fmla="*/ 5035486 h 6857999"/>
              <a:gd name="connsiteX431" fmla="*/ 5789668 w 7143544"/>
              <a:gd name="connsiteY431" fmla="*/ 4950315 h 6857999"/>
              <a:gd name="connsiteX432" fmla="*/ 5928010 w 7143544"/>
              <a:gd name="connsiteY432" fmla="*/ 4911914 h 6857999"/>
              <a:gd name="connsiteX433" fmla="*/ 5855639 w 7143544"/>
              <a:gd name="connsiteY433" fmla="*/ 4866621 h 6857999"/>
              <a:gd name="connsiteX434" fmla="*/ 5893055 w 7143544"/>
              <a:gd name="connsiteY434" fmla="*/ 4852344 h 6857999"/>
              <a:gd name="connsiteX435" fmla="*/ 5922594 w 7143544"/>
              <a:gd name="connsiteY435" fmla="*/ 4820343 h 6857999"/>
              <a:gd name="connsiteX436" fmla="*/ 5943764 w 7143544"/>
              <a:gd name="connsiteY436" fmla="*/ 4790804 h 6857999"/>
              <a:gd name="connsiteX437" fmla="*/ 5970842 w 7143544"/>
              <a:gd name="connsiteY437" fmla="*/ 4760280 h 6857999"/>
              <a:gd name="connsiteX438" fmla="*/ 5985611 w 7143544"/>
              <a:gd name="connsiteY438" fmla="*/ 4720402 h 6857999"/>
              <a:gd name="connsiteX439" fmla="*/ 6037797 w 7143544"/>
              <a:gd name="connsiteY439" fmla="*/ 4650985 h 6857999"/>
              <a:gd name="connsiteX440" fmla="*/ 6031397 w 7143544"/>
              <a:gd name="connsiteY440" fmla="*/ 4609631 h 6857999"/>
              <a:gd name="connsiteX441" fmla="*/ 6079152 w 7143544"/>
              <a:gd name="connsiteY441" fmla="*/ 4594369 h 6857999"/>
              <a:gd name="connsiteX442" fmla="*/ 6124938 w 7143544"/>
              <a:gd name="connsiteY442" fmla="*/ 4585015 h 6857999"/>
              <a:gd name="connsiteX443" fmla="*/ 6131830 w 7143544"/>
              <a:gd name="connsiteY443" fmla="*/ 4541198 h 6857999"/>
              <a:gd name="connsiteX444" fmla="*/ 6113614 w 7143544"/>
              <a:gd name="connsiteY444" fmla="*/ 4490982 h 6857999"/>
              <a:gd name="connsiteX445" fmla="*/ 6121491 w 7143544"/>
              <a:gd name="connsiteY445" fmla="*/ 4486551 h 6857999"/>
              <a:gd name="connsiteX446" fmla="*/ 6148569 w 7143544"/>
              <a:gd name="connsiteY446" fmla="*/ 4520521 h 6857999"/>
              <a:gd name="connsiteX447" fmla="*/ 6155954 w 7143544"/>
              <a:gd name="connsiteY447" fmla="*/ 4519044 h 6857999"/>
              <a:gd name="connsiteX448" fmla="*/ 6136753 w 7143544"/>
              <a:gd name="connsiteY448" fmla="*/ 4449135 h 6857999"/>
              <a:gd name="connsiteX449" fmla="*/ 6166292 w 7143544"/>
              <a:gd name="connsiteY449" fmla="*/ 4372825 h 6857999"/>
              <a:gd name="connsiteX450" fmla="*/ 6179585 w 7143544"/>
              <a:gd name="connsiteY450" fmla="*/ 4360025 h 6857999"/>
              <a:gd name="connsiteX451" fmla="*/ 6161369 w 7143544"/>
              <a:gd name="connsiteY451" fmla="*/ 4330486 h 6857999"/>
              <a:gd name="connsiteX452" fmla="*/ 6209124 w 7143544"/>
              <a:gd name="connsiteY452" fmla="*/ 4332947 h 6857999"/>
              <a:gd name="connsiteX453" fmla="*/ 6178108 w 7143544"/>
              <a:gd name="connsiteY453" fmla="*/ 4303901 h 6857999"/>
              <a:gd name="connsiteX454" fmla="*/ 6181554 w 7143544"/>
              <a:gd name="connsiteY454" fmla="*/ 4268454 h 6857999"/>
              <a:gd name="connsiteX455" fmla="*/ 6192385 w 7143544"/>
              <a:gd name="connsiteY455" fmla="*/ 4267961 h 6857999"/>
              <a:gd name="connsiteX456" fmla="*/ 6205185 w 7143544"/>
              <a:gd name="connsiteY456" fmla="*/ 4305378 h 6857999"/>
              <a:gd name="connsiteX457" fmla="*/ 6224878 w 7143544"/>
              <a:gd name="connsiteY457" fmla="*/ 4250730 h 6857999"/>
              <a:gd name="connsiteX458" fmla="*/ 6251464 w 7143544"/>
              <a:gd name="connsiteY458" fmla="*/ 4187713 h 6857999"/>
              <a:gd name="connsiteX459" fmla="*/ 6276079 w 7143544"/>
              <a:gd name="connsiteY459" fmla="*/ 4118296 h 6857999"/>
              <a:gd name="connsiteX460" fmla="*/ 6278049 w 7143544"/>
              <a:gd name="connsiteY460" fmla="*/ 4088757 h 6857999"/>
              <a:gd name="connsiteX461" fmla="*/ 6294788 w 7143544"/>
              <a:gd name="connsiteY461" fmla="*/ 4111896 h 6857999"/>
              <a:gd name="connsiteX462" fmla="*/ 6322358 w 7143544"/>
              <a:gd name="connsiteY462" fmla="*/ 4077434 h 6857999"/>
              <a:gd name="connsiteX463" fmla="*/ 6297742 w 7143544"/>
              <a:gd name="connsiteY463" fmla="*/ 4032141 h 6857999"/>
              <a:gd name="connsiteX464" fmla="*/ 6333188 w 7143544"/>
              <a:gd name="connsiteY464" fmla="*/ 3949431 h 6857999"/>
              <a:gd name="connsiteX465" fmla="*/ 6332696 w 7143544"/>
              <a:gd name="connsiteY465" fmla="*/ 3855398 h 6857999"/>
              <a:gd name="connsiteX466" fmla="*/ 6328757 w 7143544"/>
              <a:gd name="connsiteY466" fmla="*/ 3795335 h 6857999"/>
              <a:gd name="connsiteX467" fmla="*/ 6342050 w 7143544"/>
              <a:gd name="connsiteY467" fmla="*/ 3792381 h 6857999"/>
              <a:gd name="connsiteX468" fmla="*/ 6366174 w 7143544"/>
              <a:gd name="connsiteY468" fmla="*/ 3679148 h 6857999"/>
              <a:gd name="connsiteX469" fmla="*/ 6386359 w 7143544"/>
              <a:gd name="connsiteY469" fmla="*/ 3603331 h 6857999"/>
              <a:gd name="connsiteX470" fmla="*/ 6376020 w 7143544"/>
              <a:gd name="connsiteY470" fmla="*/ 3572807 h 6857999"/>
              <a:gd name="connsiteX471" fmla="*/ 6387343 w 7143544"/>
              <a:gd name="connsiteY471" fmla="*/ 3490098 h 6857999"/>
              <a:gd name="connsiteX472" fmla="*/ 6391774 w 7143544"/>
              <a:gd name="connsiteY472" fmla="*/ 3387695 h 6857999"/>
              <a:gd name="connsiteX473" fmla="*/ 6391774 w 7143544"/>
              <a:gd name="connsiteY473" fmla="*/ 3366033 h 6857999"/>
              <a:gd name="connsiteX474" fmla="*/ 6400144 w 7143544"/>
              <a:gd name="connsiteY474" fmla="*/ 3279878 h 6857999"/>
              <a:gd name="connsiteX475" fmla="*/ 6395220 w 7143544"/>
              <a:gd name="connsiteY475" fmla="*/ 3204553 h 6857999"/>
              <a:gd name="connsiteX476" fmla="*/ 6389313 w 7143544"/>
              <a:gd name="connsiteY476" fmla="*/ 3091319 h 6857999"/>
              <a:gd name="connsiteX477" fmla="*/ 6382420 w 7143544"/>
              <a:gd name="connsiteY477" fmla="*/ 2965286 h 6857999"/>
              <a:gd name="connsiteX478" fmla="*/ 6372082 w 7143544"/>
              <a:gd name="connsiteY478" fmla="*/ 2835314 h 6857999"/>
              <a:gd name="connsiteX479" fmla="*/ 6358789 w 7143544"/>
              <a:gd name="connsiteY479" fmla="*/ 2764420 h 6857999"/>
              <a:gd name="connsiteX480" fmla="*/ 6356820 w 7143544"/>
              <a:gd name="connsiteY480" fmla="*/ 2717650 h 6857999"/>
              <a:gd name="connsiteX481" fmla="*/ 6359774 w 7143544"/>
              <a:gd name="connsiteY481" fmla="*/ 2697464 h 6857999"/>
              <a:gd name="connsiteX482" fmla="*/ 6346481 w 7143544"/>
              <a:gd name="connsiteY482" fmla="*/ 2652663 h 6857999"/>
              <a:gd name="connsiteX483" fmla="*/ 6330235 w 7143544"/>
              <a:gd name="connsiteY483" fmla="*/ 2615247 h 6857999"/>
              <a:gd name="connsiteX484" fmla="*/ 6289372 w 7143544"/>
              <a:gd name="connsiteY484" fmla="*/ 2453274 h 6857999"/>
              <a:gd name="connsiteX485" fmla="*/ 6256387 w 7143544"/>
              <a:gd name="connsiteY485" fmla="*/ 2331672 h 6857999"/>
              <a:gd name="connsiteX486" fmla="*/ 6235710 w 7143544"/>
              <a:gd name="connsiteY486" fmla="*/ 2288348 h 6857999"/>
              <a:gd name="connsiteX487" fmla="*/ 6226355 w 7143544"/>
              <a:gd name="connsiteY487" fmla="*/ 2252408 h 6857999"/>
              <a:gd name="connsiteX488" fmla="*/ 6194847 w 7143544"/>
              <a:gd name="connsiteY488" fmla="*/ 2138683 h 6857999"/>
              <a:gd name="connsiteX489" fmla="*/ 6148077 w 7143544"/>
              <a:gd name="connsiteY489" fmla="*/ 2060896 h 6857999"/>
              <a:gd name="connsiteX490" fmla="*/ 6130845 w 7143544"/>
              <a:gd name="connsiteY490" fmla="*/ 2026434 h 6857999"/>
              <a:gd name="connsiteX491" fmla="*/ 6108691 w 7143544"/>
              <a:gd name="connsiteY491" fmla="*/ 1915170 h 6857999"/>
              <a:gd name="connsiteX492" fmla="*/ 6118537 w 7143544"/>
              <a:gd name="connsiteY492" fmla="*/ 1906801 h 6857999"/>
              <a:gd name="connsiteX493" fmla="*/ 6056505 w 7143544"/>
              <a:gd name="connsiteY493" fmla="*/ 1876277 h 6857999"/>
              <a:gd name="connsiteX494" fmla="*/ 6024013 w 7143544"/>
              <a:gd name="connsiteY494" fmla="*/ 1819168 h 6857999"/>
              <a:gd name="connsiteX495" fmla="*/ 6020074 w 7143544"/>
              <a:gd name="connsiteY495" fmla="*/ 1766982 h 6857999"/>
              <a:gd name="connsiteX496" fmla="*/ 5972319 w 7143544"/>
              <a:gd name="connsiteY496" fmla="*/ 1729073 h 6857999"/>
              <a:gd name="connsiteX497" fmla="*/ 5919641 w 7143544"/>
              <a:gd name="connsiteY497" fmla="*/ 1684765 h 6857999"/>
              <a:gd name="connsiteX498" fmla="*/ 5938349 w 7143544"/>
              <a:gd name="connsiteY498" fmla="*/ 1742858 h 6857999"/>
              <a:gd name="connsiteX499" fmla="*/ 5878286 w 7143544"/>
              <a:gd name="connsiteY499" fmla="*/ 1722181 h 6857999"/>
              <a:gd name="connsiteX500" fmla="*/ 5905363 w 7143544"/>
              <a:gd name="connsiteY500" fmla="*/ 1670488 h 6857999"/>
              <a:gd name="connsiteX501" fmla="*/ 5901917 w 7143544"/>
              <a:gd name="connsiteY501" fmla="*/ 1663103 h 6857999"/>
              <a:gd name="connsiteX502" fmla="*/ 5806407 w 7143544"/>
              <a:gd name="connsiteY502" fmla="*/ 1613871 h 6857999"/>
              <a:gd name="connsiteX503" fmla="*/ 5771945 w 7143544"/>
              <a:gd name="connsiteY503" fmla="*/ 1558239 h 6857999"/>
              <a:gd name="connsiteX504" fmla="*/ 5726160 w 7143544"/>
              <a:gd name="connsiteY504" fmla="*/ 1516884 h 6857999"/>
              <a:gd name="connsiteX505" fmla="*/ 5648373 w 7143544"/>
              <a:gd name="connsiteY505" fmla="*/ 1463714 h 6857999"/>
              <a:gd name="connsiteX506" fmla="*/ 5636065 w 7143544"/>
              <a:gd name="connsiteY506" fmla="*/ 1470114 h 6857999"/>
              <a:gd name="connsiteX507" fmla="*/ 5681851 w 7143544"/>
              <a:gd name="connsiteY507" fmla="*/ 1413989 h 6857999"/>
              <a:gd name="connsiteX508" fmla="*/ 5466707 w 7143544"/>
              <a:gd name="connsiteY508" fmla="*/ 1186538 h 6857999"/>
              <a:gd name="connsiteX509" fmla="*/ 5356921 w 7143544"/>
              <a:gd name="connsiteY509" fmla="*/ 1211154 h 6857999"/>
              <a:gd name="connsiteX510" fmla="*/ 5269288 w 7143544"/>
              <a:gd name="connsiteY510" fmla="*/ 1206723 h 6857999"/>
              <a:gd name="connsiteX511" fmla="*/ 5251072 w 7143544"/>
              <a:gd name="connsiteY511" fmla="*/ 1203769 h 6857999"/>
              <a:gd name="connsiteX512" fmla="*/ 5144731 w 7143544"/>
              <a:gd name="connsiteY512" fmla="*/ 1169307 h 6857999"/>
              <a:gd name="connsiteX513" fmla="*/ 5020667 w 7143544"/>
              <a:gd name="connsiteY513" fmla="*/ 1122044 h 6857999"/>
              <a:gd name="connsiteX514" fmla="*/ 5044790 w 7143544"/>
              <a:gd name="connsiteY514" fmla="*/ 1099890 h 6857999"/>
              <a:gd name="connsiteX515" fmla="*/ 4997035 w 7143544"/>
              <a:gd name="connsiteY515" fmla="*/ 959579 h 6857999"/>
              <a:gd name="connsiteX516" fmla="*/ 4963065 w 7143544"/>
              <a:gd name="connsiteY516" fmla="*/ 784806 h 6857999"/>
              <a:gd name="connsiteX517" fmla="*/ 4603673 w 7143544"/>
              <a:gd name="connsiteY517" fmla="*/ 578525 h 6857999"/>
              <a:gd name="connsiteX518" fmla="*/ 4214741 w 7143544"/>
              <a:gd name="connsiteY518" fmla="*/ 448552 h 6857999"/>
              <a:gd name="connsiteX519" fmla="*/ 4216218 w 7143544"/>
              <a:gd name="connsiteY519" fmla="*/ 434275 h 6857999"/>
              <a:gd name="connsiteX520" fmla="*/ 4371791 w 7143544"/>
              <a:gd name="connsiteY520" fmla="*/ 442152 h 6857999"/>
              <a:gd name="connsiteX521" fmla="*/ 4433823 w 7143544"/>
              <a:gd name="connsiteY521" fmla="*/ 441168 h 6857999"/>
              <a:gd name="connsiteX522" fmla="*/ 4531302 w 7143544"/>
              <a:gd name="connsiteY522" fmla="*/ 481045 h 6857999"/>
              <a:gd name="connsiteX523" fmla="*/ 4556410 w 7143544"/>
              <a:gd name="connsiteY523" fmla="*/ 494830 h 6857999"/>
              <a:gd name="connsiteX524" fmla="*/ 4604657 w 7143544"/>
              <a:gd name="connsiteY524" fmla="*/ 517477 h 6857999"/>
              <a:gd name="connsiteX525" fmla="*/ 4724291 w 7143544"/>
              <a:gd name="connsiteY525" fmla="*/ 568678 h 6857999"/>
              <a:gd name="connsiteX526" fmla="*/ 4747922 w 7143544"/>
              <a:gd name="connsiteY526" fmla="*/ 579017 h 6857999"/>
              <a:gd name="connsiteX527" fmla="*/ 4858202 w 7143544"/>
              <a:gd name="connsiteY527" fmla="*/ 634649 h 6857999"/>
              <a:gd name="connsiteX528" fmla="*/ 4878879 w 7143544"/>
              <a:gd name="connsiteY528" fmla="*/ 648926 h 6857999"/>
              <a:gd name="connsiteX529" fmla="*/ 4926634 w 7143544"/>
              <a:gd name="connsiteY529" fmla="*/ 675019 h 6857999"/>
              <a:gd name="connsiteX530" fmla="*/ 4939434 w 7143544"/>
              <a:gd name="connsiteY530" fmla="*/ 667142 h 6857999"/>
              <a:gd name="connsiteX531" fmla="*/ 4914818 w 7143544"/>
              <a:gd name="connsiteY531" fmla="*/ 562770 h 6857999"/>
              <a:gd name="connsiteX532" fmla="*/ 4837524 w 7143544"/>
              <a:gd name="connsiteY532" fmla="*/ 551939 h 6857999"/>
              <a:gd name="connsiteX533" fmla="*/ 4770076 w 7143544"/>
              <a:gd name="connsiteY533" fmla="*/ 512061 h 6857999"/>
              <a:gd name="connsiteX534" fmla="*/ 4721829 w 7143544"/>
              <a:gd name="connsiteY534" fmla="*/ 479568 h 6857999"/>
              <a:gd name="connsiteX535" fmla="*/ 4708044 w 7143544"/>
              <a:gd name="connsiteY535" fmla="*/ 476615 h 6857999"/>
              <a:gd name="connsiteX536" fmla="*/ 4619427 w 7143544"/>
              <a:gd name="connsiteY536" fmla="*/ 446091 h 6857999"/>
              <a:gd name="connsiteX537" fmla="*/ 4569210 w 7143544"/>
              <a:gd name="connsiteY537" fmla="*/ 428860 h 6857999"/>
              <a:gd name="connsiteX538" fmla="*/ 4497824 w 7143544"/>
              <a:gd name="connsiteY538" fmla="*/ 385536 h 6857999"/>
              <a:gd name="connsiteX539" fmla="*/ 4627304 w 7143544"/>
              <a:gd name="connsiteY539" fmla="*/ 412121 h 6857999"/>
              <a:gd name="connsiteX540" fmla="*/ 4757276 w 7143544"/>
              <a:gd name="connsiteY540" fmla="*/ 446583 h 6857999"/>
              <a:gd name="connsiteX541" fmla="*/ 4882325 w 7143544"/>
              <a:gd name="connsiteY541" fmla="*/ 490399 h 6857999"/>
              <a:gd name="connsiteX542" fmla="*/ 4886756 w 7143544"/>
              <a:gd name="connsiteY542" fmla="*/ 481538 h 6857999"/>
              <a:gd name="connsiteX543" fmla="*/ 4836047 w 7143544"/>
              <a:gd name="connsiteY543" fmla="*/ 442645 h 6857999"/>
              <a:gd name="connsiteX544" fmla="*/ 4885771 w 7143544"/>
              <a:gd name="connsiteY544" fmla="*/ 434767 h 6857999"/>
              <a:gd name="connsiteX545" fmla="*/ 4826201 w 7143544"/>
              <a:gd name="connsiteY545" fmla="*/ 390951 h 6857999"/>
              <a:gd name="connsiteX546" fmla="*/ 4815862 w 7143544"/>
              <a:gd name="connsiteY546" fmla="*/ 369781 h 6857999"/>
              <a:gd name="connsiteX547" fmla="*/ 4832601 w 7143544"/>
              <a:gd name="connsiteY547" fmla="*/ 360920 h 6857999"/>
              <a:gd name="connsiteX548" fmla="*/ 4898079 w 7143544"/>
              <a:gd name="connsiteY548" fmla="*/ 376674 h 6857999"/>
              <a:gd name="connsiteX549" fmla="*/ 4914818 w 7143544"/>
              <a:gd name="connsiteY549" fmla="*/ 380120 h 6857999"/>
              <a:gd name="connsiteX550" fmla="*/ 5018697 w 7143544"/>
              <a:gd name="connsiteY550" fmla="*/ 419013 h 6857999"/>
              <a:gd name="connsiteX551" fmla="*/ 5085160 w 7143544"/>
              <a:gd name="connsiteY551" fmla="*/ 406705 h 6857999"/>
              <a:gd name="connsiteX552" fmla="*/ 5138331 w 7143544"/>
              <a:gd name="connsiteY552" fmla="*/ 426398 h 6857999"/>
              <a:gd name="connsiteX553" fmla="*/ 5138823 w 7143544"/>
              <a:gd name="connsiteY553" fmla="*/ 412613 h 6857999"/>
              <a:gd name="connsiteX554" fmla="*/ 5052175 w 7143544"/>
              <a:gd name="connsiteY554" fmla="*/ 348612 h 6857999"/>
              <a:gd name="connsiteX555" fmla="*/ 4894141 w 7143544"/>
              <a:gd name="connsiteY555" fmla="*/ 289533 h 6857999"/>
              <a:gd name="connsiteX556" fmla="*/ 4796662 w 7143544"/>
              <a:gd name="connsiteY556" fmla="*/ 264425 h 6857999"/>
              <a:gd name="connsiteX557" fmla="*/ 4667674 w 7143544"/>
              <a:gd name="connsiteY557" fmla="*/ 233901 h 6857999"/>
              <a:gd name="connsiteX558" fmla="*/ 4647981 w 7143544"/>
              <a:gd name="connsiteY558" fmla="*/ 226024 h 6857999"/>
              <a:gd name="connsiteX559" fmla="*/ 4572164 w 7143544"/>
              <a:gd name="connsiteY559" fmla="*/ 193039 h 6857999"/>
              <a:gd name="connsiteX560" fmla="*/ 4460900 w 7143544"/>
              <a:gd name="connsiteY560" fmla="*/ 155623 h 6857999"/>
              <a:gd name="connsiteX561" fmla="*/ 4464347 w 7143544"/>
              <a:gd name="connsiteY561" fmla="*/ 139376 h 6857999"/>
              <a:gd name="connsiteX562" fmla="*/ 4692783 w 7143544"/>
              <a:gd name="connsiteY562" fmla="*/ 140853 h 6857999"/>
              <a:gd name="connsiteX563" fmla="*/ 4943865 w 7143544"/>
              <a:gd name="connsiteY563" fmla="*/ 190577 h 6857999"/>
              <a:gd name="connsiteX564" fmla="*/ 5025098 w 7143544"/>
              <a:gd name="connsiteY564" fmla="*/ 203378 h 6857999"/>
              <a:gd name="connsiteX565" fmla="*/ 5109284 w 7143544"/>
              <a:gd name="connsiteY565" fmla="*/ 239809 h 6857999"/>
              <a:gd name="connsiteX566" fmla="*/ 5153593 w 7143544"/>
              <a:gd name="connsiteY566" fmla="*/ 251625 h 6857999"/>
              <a:gd name="connsiteX567" fmla="*/ 5186578 w 7143544"/>
              <a:gd name="connsiteY567" fmla="*/ 218147 h 6857999"/>
              <a:gd name="connsiteX568" fmla="*/ 5126023 w 7143544"/>
              <a:gd name="connsiteY568" fmla="*/ 138392 h 6857999"/>
              <a:gd name="connsiteX569" fmla="*/ 5126023 w 7143544"/>
              <a:gd name="connsiteY569" fmla="*/ 90144 h 6857999"/>
              <a:gd name="connsiteX570" fmla="*/ 5178701 w 7143544"/>
              <a:gd name="connsiteY570" fmla="*/ 40912 h 6857999"/>
              <a:gd name="connsiteX571" fmla="*/ 5254026 w 7143544"/>
              <a:gd name="connsiteY571" fmla="*/ 37466 h 6857999"/>
              <a:gd name="connsiteX572" fmla="*/ 5316550 w 7143544"/>
              <a:gd name="connsiteY572" fmla="*/ 57159 h 6857999"/>
              <a:gd name="connsiteX573" fmla="*/ 5379567 w 7143544"/>
              <a:gd name="connsiteY573" fmla="*/ 81775 h 6857999"/>
              <a:gd name="connsiteX574" fmla="*/ 5390398 w 7143544"/>
              <a:gd name="connsiteY574" fmla="*/ 21712 h 6857999"/>
              <a:gd name="connsiteX575" fmla="*/ 5412060 w 7143544"/>
              <a:gd name="connsiteY575" fmla="*/ 50 h 6857999"/>
              <a:gd name="connsiteX576" fmla="*/ 5547448 w 7143544"/>
              <a:gd name="connsiteY576" fmla="*/ 35497 h 6857999"/>
              <a:gd name="connsiteX577" fmla="*/ 5572556 w 7143544"/>
              <a:gd name="connsiteY577" fmla="*/ 85713 h 6857999"/>
              <a:gd name="connsiteX578" fmla="*/ 5613419 w 7143544"/>
              <a:gd name="connsiteY578" fmla="*/ 103929 h 6857999"/>
              <a:gd name="connsiteX579" fmla="*/ 5629665 w 7143544"/>
              <a:gd name="connsiteY579" fmla="*/ 67990 h 6857999"/>
              <a:gd name="connsiteX580" fmla="*/ 5677912 w 7143544"/>
              <a:gd name="connsiteY580" fmla="*/ 179746 h 6857999"/>
              <a:gd name="connsiteX581" fmla="*/ 5688251 w 7143544"/>
              <a:gd name="connsiteY581" fmla="*/ 179254 h 6857999"/>
              <a:gd name="connsiteX582" fmla="*/ 5734037 w 7143544"/>
              <a:gd name="connsiteY582" fmla="*/ 139376 h 6857999"/>
              <a:gd name="connsiteX583" fmla="*/ 5755206 w 7143544"/>
              <a:gd name="connsiteY583" fmla="*/ 199439 h 6857999"/>
              <a:gd name="connsiteX584" fmla="*/ 5681358 w 7143544"/>
              <a:gd name="connsiteY584" fmla="*/ 195993 h 6857999"/>
              <a:gd name="connsiteX585" fmla="*/ 5678404 w 7143544"/>
              <a:gd name="connsiteY585" fmla="*/ 209285 h 6857999"/>
              <a:gd name="connsiteX586" fmla="*/ 5718282 w 7143544"/>
              <a:gd name="connsiteY586" fmla="*/ 229963 h 6857999"/>
              <a:gd name="connsiteX587" fmla="*/ 5712375 w 7143544"/>
              <a:gd name="connsiteY587" fmla="*/ 254086 h 6857999"/>
              <a:gd name="connsiteX588" fmla="*/ 5921610 w 7143544"/>
              <a:gd name="connsiteY588" fmla="*/ 352058 h 6857999"/>
              <a:gd name="connsiteX589" fmla="*/ 5952133 w 7143544"/>
              <a:gd name="connsiteY589" fmla="*/ 328427 h 6857999"/>
              <a:gd name="connsiteX590" fmla="*/ 6010720 w 7143544"/>
              <a:gd name="connsiteY590" fmla="*/ 468245 h 6857999"/>
              <a:gd name="connsiteX591" fmla="*/ 6038289 w 7143544"/>
              <a:gd name="connsiteY591" fmla="*/ 485476 h 6857999"/>
              <a:gd name="connsiteX592" fmla="*/ 6074721 w 7143544"/>
              <a:gd name="connsiteY592" fmla="*/ 494830 h 6857999"/>
              <a:gd name="connsiteX593" fmla="*/ 6095891 w 7143544"/>
              <a:gd name="connsiteY593" fmla="*/ 524862 h 6857999"/>
              <a:gd name="connsiteX594" fmla="*/ 6007274 w 7143544"/>
              <a:gd name="connsiteY594" fmla="*/ 523877 h 6857999"/>
              <a:gd name="connsiteX595" fmla="*/ 5999889 w 7143544"/>
              <a:gd name="connsiteY595" fmla="*/ 553416 h 6857999"/>
              <a:gd name="connsiteX596" fmla="*/ 5984627 w 7143544"/>
              <a:gd name="connsiteY596" fmla="*/ 585417 h 6857999"/>
              <a:gd name="connsiteX597" fmla="*/ 6053552 w 7143544"/>
              <a:gd name="connsiteY597" fmla="*/ 634157 h 6857999"/>
              <a:gd name="connsiteX598" fmla="*/ 6060936 w 7143544"/>
              <a:gd name="connsiteY598" fmla="*/ 650895 h 6857999"/>
              <a:gd name="connsiteX599" fmla="*/ 6098845 w 7143544"/>
              <a:gd name="connsiteY599" fmla="*/ 672557 h 6857999"/>
              <a:gd name="connsiteX600" fmla="*/ 6113614 w 7143544"/>
              <a:gd name="connsiteY600" fmla="*/ 647941 h 6857999"/>
              <a:gd name="connsiteX601" fmla="*/ 6138230 w 7143544"/>
              <a:gd name="connsiteY601" fmla="*/ 566217 h 6857999"/>
              <a:gd name="connsiteX602" fmla="*/ 6201247 w 7143544"/>
              <a:gd name="connsiteY602" fmla="*/ 622833 h 6857999"/>
              <a:gd name="connsiteX603" fmla="*/ 6264756 w 7143544"/>
              <a:gd name="connsiteY603" fmla="*/ 675019 h 6857999"/>
              <a:gd name="connsiteX604" fmla="*/ 6264756 w 7143544"/>
              <a:gd name="connsiteY604" fmla="*/ 741974 h 6857999"/>
              <a:gd name="connsiteX605" fmla="*/ 6237678 w 7143544"/>
              <a:gd name="connsiteY605" fmla="*/ 751328 h 6857999"/>
              <a:gd name="connsiteX606" fmla="*/ 6174170 w 7143544"/>
              <a:gd name="connsiteY606" fmla="*/ 634649 h 6857999"/>
              <a:gd name="connsiteX607" fmla="*/ 6163338 w 7143544"/>
              <a:gd name="connsiteY607" fmla="*/ 768560 h 6857999"/>
              <a:gd name="connsiteX608" fmla="*/ 6263771 w 7143544"/>
              <a:gd name="connsiteY608" fmla="*/ 882778 h 6857999"/>
              <a:gd name="connsiteX609" fmla="*/ 6345496 w 7143544"/>
              <a:gd name="connsiteY609" fmla="*/ 1008319 h 6857999"/>
              <a:gd name="connsiteX610" fmla="*/ 6454299 w 7143544"/>
              <a:gd name="connsiteY610" fmla="*/ 1163399 h 6857999"/>
              <a:gd name="connsiteX611" fmla="*/ 6534055 w 7143544"/>
              <a:gd name="connsiteY611" fmla="*/ 1246109 h 6857999"/>
              <a:gd name="connsiteX612" fmla="*/ 6545870 w 7143544"/>
              <a:gd name="connsiteY612" fmla="*/ 1261371 h 6857999"/>
              <a:gd name="connsiteX613" fmla="*/ 6587717 w 7143544"/>
              <a:gd name="connsiteY613" fmla="*/ 1337188 h 6857999"/>
              <a:gd name="connsiteX614" fmla="*/ 6643349 w 7143544"/>
              <a:gd name="connsiteY614" fmla="*/ 1434667 h 6857999"/>
              <a:gd name="connsiteX615" fmla="*/ 6702427 w 7143544"/>
              <a:gd name="connsiteY615" fmla="*/ 1526238 h 6857999"/>
              <a:gd name="connsiteX616" fmla="*/ 6726551 w 7143544"/>
              <a:gd name="connsiteY616" fmla="*/ 1586301 h 6857999"/>
              <a:gd name="connsiteX617" fmla="*/ 6743290 w 7143544"/>
              <a:gd name="connsiteY617" fmla="*/ 1661133 h 6857999"/>
              <a:gd name="connsiteX618" fmla="*/ 6799415 w 7143544"/>
              <a:gd name="connsiteY618" fmla="*/ 1733504 h 6857999"/>
              <a:gd name="connsiteX619" fmla="*/ 6761998 w 7143544"/>
              <a:gd name="connsiteY619" fmla="*/ 1742858 h 6857999"/>
              <a:gd name="connsiteX620" fmla="*/ 6788583 w 7143544"/>
              <a:gd name="connsiteY620" fmla="*/ 1761074 h 6857999"/>
              <a:gd name="connsiteX621" fmla="*/ 6820092 w 7143544"/>
              <a:gd name="connsiteY621" fmla="*/ 1816214 h 6857999"/>
              <a:gd name="connsiteX622" fmla="*/ 6839784 w 7143544"/>
              <a:gd name="connsiteY622" fmla="*/ 1875784 h 6857999"/>
              <a:gd name="connsiteX623" fmla="*/ 6876216 w 7143544"/>
              <a:gd name="connsiteY623" fmla="*/ 1878738 h 6857999"/>
              <a:gd name="connsiteX624" fmla="*/ 6864893 w 7143544"/>
              <a:gd name="connsiteY624" fmla="*/ 1931416 h 6857999"/>
              <a:gd name="connsiteX625" fmla="*/ 6887539 w 7143544"/>
              <a:gd name="connsiteY625" fmla="*/ 1988525 h 6857999"/>
              <a:gd name="connsiteX626" fmla="*/ 6916586 w 7143544"/>
              <a:gd name="connsiteY626" fmla="*/ 2147052 h 6857999"/>
              <a:gd name="connsiteX627" fmla="*/ 6921509 w 7143544"/>
              <a:gd name="connsiteY627" fmla="*/ 2191361 h 6857999"/>
              <a:gd name="connsiteX628" fmla="*/ 6961387 w 7143544"/>
              <a:gd name="connsiteY628" fmla="*/ 2312471 h 6857999"/>
              <a:gd name="connsiteX629" fmla="*/ 6995357 w 7143544"/>
              <a:gd name="connsiteY629" fmla="*/ 2332656 h 6857999"/>
              <a:gd name="connsiteX630" fmla="*/ 7008650 w 7143544"/>
              <a:gd name="connsiteY630" fmla="*/ 2418812 h 6857999"/>
              <a:gd name="connsiteX631" fmla="*/ 6990926 w 7143544"/>
              <a:gd name="connsiteY631" fmla="*/ 2470013 h 6857999"/>
              <a:gd name="connsiteX632" fmla="*/ 7016035 w 7143544"/>
              <a:gd name="connsiteY632" fmla="*/ 2529092 h 6857999"/>
              <a:gd name="connsiteX633" fmla="*/ 7065267 w 7143544"/>
              <a:gd name="connsiteY633" fmla="*/ 2530568 h 6857999"/>
              <a:gd name="connsiteX634" fmla="*/ 7061328 w 7143544"/>
              <a:gd name="connsiteY634" fmla="*/ 2601955 h 6857999"/>
              <a:gd name="connsiteX635" fmla="*/ 7058866 w 7143544"/>
              <a:gd name="connsiteY635" fmla="*/ 2654633 h 6857999"/>
              <a:gd name="connsiteX636" fmla="*/ 7079543 w 7143544"/>
              <a:gd name="connsiteY636" fmla="*/ 2772297 h 6857999"/>
              <a:gd name="connsiteX637" fmla="*/ 7062312 w 7143544"/>
              <a:gd name="connsiteY637" fmla="*/ 2805774 h 6857999"/>
              <a:gd name="connsiteX638" fmla="*/ 7109083 w 7143544"/>
              <a:gd name="connsiteY638" fmla="*/ 2793467 h 6857999"/>
              <a:gd name="connsiteX639" fmla="*/ 7115975 w 7143544"/>
              <a:gd name="connsiteY639" fmla="*/ 2804298 h 6857999"/>
              <a:gd name="connsiteX640" fmla="*/ 7067728 w 7143544"/>
              <a:gd name="connsiteY640" fmla="*/ 2860422 h 6857999"/>
              <a:gd name="connsiteX641" fmla="*/ 7100713 w 7143544"/>
              <a:gd name="connsiteY641" fmla="*/ 2922947 h 6857999"/>
              <a:gd name="connsiteX642" fmla="*/ 7053943 w 7143544"/>
              <a:gd name="connsiteY642" fmla="*/ 3002210 h 6857999"/>
              <a:gd name="connsiteX643" fmla="*/ 7081021 w 7143544"/>
              <a:gd name="connsiteY643" fmla="*/ 3034210 h 6857999"/>
              <a:gd name="connsiteX644" fmla="*/ 7117944 w 7143544"/>
              <a:gd name="connsiteY644" fmla="*/ 3069165 h 6857999"/>
              <a:gd name="connsiteX645" fmla="*/ 7134191 w 7143544"/>
              <a:gd name="connsiteY645" fmla="*/ 3124797 h 6857999"/>
              <a:gd name="connsiteX646" fmla="*/ 7120406 w 7143544"/>
              <a:gd name="connsiteY646" fmla="*/ 3126766 h 6857999"/>
              <a:gd name="connsiteX647" fmla="*/ 7114991 w 7143544"/>
              <a:gd name="connsiteY647" fmla="*/ 3093781 h 6857999"/>
              <a:gd name="connsiteX648" fmla="*/ 7088405 w 7143544"/>
              <a:gd name="connsiteY648" fmla="*/ 3163690 h 6857999"/>
              <a:gd name="connsiteX649" fmla="*/ 7086928 w 7143544"/>
              <a:gd name="connsiteY649" fmla="*/ 3182891 h 6857999"/>
              <a:gd name="connsiteX650" fmla="*/ 7097760 w 7143544"/>
              <a:gd name="connsiteY650" fmla="*/ 3236553 h 6857999"/>
              <a:gd name="connsiteX651" fmla="*/ 7148468 w 7143544"/>
              <a:gd name="connsiteY651" fmla="*/ 3214892 h 6857999"/>
              <a:gd name="connsiteX652" fmla="*/ 7112529 w 7143544"/>
              <a:gd name="connsiteY652" fmla="*/ 3336002 h 6857999"/>
              <a:gd name="connsiteX653" fmla="*/ 7066251 w 7143544"/>
              <a:gd name="connsiteY653" fmla="*/ 3329110 h 6857999"/>
              <a:gd name="connsiteX654" fmla="*/ 7065267 w 7143544"/>
              <a:gd name="connsiteY654" fmla="*/ 3387203 h 6857999"/>
              <a:gd name="connsiteX655" fmla="*/ 7117944 w 7143544"/>
              <a:gd name="connsiteY655" fmla="*/ 3355695 h 6857999"/>
              <a:gd name="connsiteX656" fmla="*/ 7113021 w 7143544"/>
              <a:gd name="connsiteY656" fmla="*/ 3386711 h 6857999"/>
              <a:gd name="connsiteX657" fmla="*/ 7142560 w 7143544"/>
              <a:gd name="connsiteY657" fmla="*/ 3372926 h 6857999"/>
              <a:gd name="connsiteX658" fmla="*/ 7122375 w 7143544"/>
              <a:gd name="connsiteY658" fmla="*/ 3413788 h 6857999"/>
              <a:gd name="connsiteX659" fmla="*/ 7129760 w 7143544"/>
              <a:gd name="connsiteY659" fmla="*/ 3410834 h 6857999"/>
              <a:gd name="connsiteX660" fmla="*/ 7139114 w 7143544"/>
              <a:gd name="connsiteY660" fmla="*/ 3443327 h 6857999"/>
              <a:gd name="connsiteX661" fmla="*/ 7106621 w 7143544"/>
              <a:gd name="connsiteY661" fmla="*/ 3453174 h 6857999"/>
              <a:gd name="connsiteX662" fmla="*/ 7056405 w 7143544"/>
              <a:gd name="connsiteY662" fmla="*/ 3549176 h 6857999"/>
              <a:gd name="connsiteX663" fmla="*/ 7021942 w 7143544"/>
              <a:gd name="connsiteY663" fmla="*/ 3601854 h 6857999"/>
              <a:gd name="connsiteX664" fmla="*/ 7054435 w 7143544"/>
              <a:gd name="connsiteY664" fmla="*/ 3635332 h 6857999"/>
              <a:gd name="connsiteX665" fmla="*/ 7009634 w 7143544"/>
              <a:gd name="connsiteY665" fmla="*/ 3661425 h 6857999"/>
              <a:gd name="connsiteX666" fmla="*/ 6966803 w 7143544"/>
              <a:gd name="connsiteY666" fmla="*/ 3634347 h 6857999"/>
              <a:gd name="connsiteX667" fmla="*/ 6941694 w 7143544"/>
              <a:gd name="connsiteY667" fmla="*/ 3723949 h 6857999"/>
              <a:gd name="connsiteX668" fmla="*/ 6951541 w 7143544"/>
              <a:gd name="connsiteY668" fmla="*/ 3730349 h 6857999"/>
              <a:gd name="connsiteX669" fmla="*/ 6968772 w 7143544"/>
              <a:gd name="connsiteY669" fmla="*/ 3709672 h 6857999"/>
              <a:gd name="connsiteX670" fmla="*/ 7009634 w 7143544"/>
              <a:gd name="connsiteY670" fmla="*/ 3661425 h 6857999"/>
              <a:gd name="connsiteX671" fmla="*/ 7032281 w 7143544"/>
              <a:gd name="connsiteY671" fmla="*/ 3711149 h 6857999"/>
              <a:gd name="connsiteX672" fmla="*/ 7031297 w 7143544"/>
              <a:gd name="connsiteY672" fmla="*/ 3782043 h 6857999"/>
              <a:gd name="connsiteX673" fmla="*/ 7021450 w 7143544"/>
              <a:gd name="connsiteY673" fmla="*/ 3813059 h 6857999"/>
              <a:gd name="connsiteX674" fmla="*/ 6988957 w 7143544"/>
              <a:gd name="connsiteY674" fmla="*/ 3875583 h 6857999"/>
              <a:gd name="connsiteX675" fmla="*/ 6981572 w 7143544"/>
              <a:gd name="connsiteY675" fmla="*/ 3966170 h 6857999"/>
              <a:gd name="connsiteX676" fmla="*/ 6958925 w 7143544"/>
              <a:gd name="connsiteY676" fmla="*/ 4062172 h 6857999"/>
              <a:gd name="connsiteX677" fmla="*/ 6938740 w 7143544"/>
              <a:gd name="connsiteY677" fmla="*/ 4105988 h 6857999"/>
              <a:gd name="connsiteX678" fmla="*/ 6914124 w 7143544"/>
              <a:gd name="connsiteY678" fmla="*/ 4168513 h 6857999"/>
              <a:gd name="connsiteX679" fmla="*/ 6914124 w 7143544"/>
              <a:gd name="connsiteY679" fmla="*/ 4220207 h 6857999"/>
              <a:gd name="connsiteX680" fmla="*/ 6902309 w 7143544"/>
              <a:gd name="connsiteY680" fmla="*/ 4261561 h 6857999"/>
              <a:gd name="connsiteX681" fmla="*/ 6849139 w 7143544"/>
              <a:gd name="connsiteY681" fmla="*/ 4295531 h 6857999"/>
              <a:gd name="connsiteX682" fmla="*/ 6853570 w 7143544"/>
              <a:gd name="connsiteY682" fmla="*/ 4307839 h 6857999"/>
              <a:gd name="connsiteX683" fmla="*/ 6919540 w 7143544"/>
              <a:gd name="connsiteY683" fmla="*/ 4315224 h 6857999"/>
              <a:gd name="connsiteX684" fmla="*/ 6915602 w 7143544"/>
              <a:gd name="connsiteY684" fmla="*/ 4326547 h 6857999"/>
              <a:gd name="connsiteX685" fmla="*/ 6852092 w 7143544"/>
              <a:gd name="connsiteY685" fmla="*/ 4405318 h 6857999"/>
              <a:gd name="connsiteX686" fmla="*/ 6814184 w 7143544"/>
              <a:gd name="connsiteY686" fmla="*/ 4435842 h 6857999"/>
              <a:gd name="connsiteX687" fmla="*/ 6830430 w 7143544"/>
              <a:gd name="connsiteY687" fmla="*/ 4464397 h 6857999"/>
              <a:gd name="connsiteX688" fmla="*/ 6747721 w 7143544"/>
              <a:gd name="connsiteY688" fmla="*/ 4466858 h 6857999"/>
              <a:gd name="connsiteX689" fmla="*/ 6810737 w 7143544"/>
              <a:gd name="connsiteY689" fmla="*/ 4475720 h 6857999"/>
              <a:gd name="connsiteX690" fmla="*/ 6791537 w 7143544"/>
              <a:gd name="connsiteY690" fmla="*/ 4489505 h 6857999"/>
              <a:gd name="connsiteX691" fmla="*/ 6775783 w 7143544"/>
              <a:gd name="connsiteY691" fmla="*/ 4506736 h 6857999"/>
              <a:gd name="connsiteX692" fmla="*/ 6792522 w 7143544"/>
              <a:gd name="connsiteY692" fmla="*/ 4519044 h 6857999"/>
              <a:gd name="connsiteX693" fmla="*/ 6810737 w 7143544"/>
              <a:gd name="connsiteY693" fmla="*/ 4594861 h 6857999"/>
              <a:gd name="connsiteX694" fmla="*/ 6793014 w 7143544"/>
              <a:gd name="connsiteY694" fmla="*/ 4650493 h 6857999"/>
              <a:gd name="connsiteX695" fmla="*/ 6769383 w 7143544"/>
              <a:gd name="connsiteY695" fmla="*/ 4686925 h 6857999"/>
              <a:gd name="connsiteX696" fmla="*/ 6722120 w 7143544"/>
              <a:gd name="connsiteY696" fmla="*/ 4659847 h 6857999"/>
              <a:gd name="connsiteX697" fmla="*/ 6728028 w 7143544"/>
              <a:gd name="connsiteY697" fmla="*/ 4696279 h 6857999"/>
              <a:gd name="connsiteX698" fmla="*/ 6717197 w 7143544"/>
              <a:gd name="connsiteY698" fmla="*/ 4781450 h 6857999"/>
              <a:gd name="connsiteX699" fmla="*/ 6667473 w 7143544"/>
              <a:gd name="connsiteY699" fmla="*/ 4850867 h 6857999"/>
              <a:gd name="connsiteX700" fmla="*/ 6662057 w 7143544"/>
              <a:gd name="connsiteY700" fmla="*/ 4871052 h 6857999"/>
              <a:gd name="connsiteX701" fmla="*/ 6630057 w 7143544"/>
              <a:gd name="connsiteY701" fmla="*/ 4896160 h 6857999"/>
              <a:gd name="connsiteX702" fmla="*/ 6612333 w 7143544"/>
              <a:gd name="connsiteY702" fmla="*/ 4904037 h 6857999"/>
              <a:gd name="connsiteX703" fmla="*/ 6552762 w 7143544"/>
              <a:gd name="connsiteY703" fmla="*/ 4972470 h 6857999"/>
              <a:gd name="connsiteX704" fmla="*/ 6590671 w 7143544"/>
              <a:gd name="connsiteY704" fmla="*/ 4979362 h 6857999"/>
              <a:gd name="connsiteX705" fmla="*/ 6568025 w 7143544"/>
              <a:gd name="connsiteY705" fmla="*/ 5068964 h 6857999"/>
              <a:gd name="connsiteX706" fmla="*/ 6511408 w 7143544"/>
              <a:gd name="connsiteY706" fmla="*/ 5066995 h 6857999"/>
              <a:gd name="connsiteX707" fmla="*/ 6499100 w 7143544"/>
              <a:gd name="connsiteY707" fmla="*/ 5134442 h 6857999"/>
              <a:gd name="connsiteX708" fmla="*/ 6618733 w 7143544"/>
              <a:gd name="connsiteY708" fmla="*/ 5157089 h 6857999"/>
              <a:gd name="connsiteX709" fmla="*/ 6588702 w 7143544"/>
              <a:gd name="connsiteY709" fmla="*/ 5204844 h 6857999"/>
              <a:gd name="connsiteX710" fmla="*/ 6537008 w 7143544"/>
              <a:gd name="connsiteY710" fmla="*/ 5209767 h 6857999"/>
              <a:gd name="connsiteX711" fmla="*/ 6462176 w 7143544"/>
              <a:gd name="connsiteY711" fmla="*/ 5199429 h 6857999"/>
              <a:gd name="connsiteX712" fmla="*/ 6444945 w 7143544"/>
              <a:gd name="connsiteY712" fmla="*/ 5204352 h 6857999"/>
              <a:gd name="connsiteX713" fmla="*/ 6473499 w 7143544"/>
              <a:gd name="connsiteY713" fmla="*/ 5248168 h 6857999"/>
              <a:gd name="connsiteX714" fmla="*/ 6392759 w 7143544"/>
              <a:gd name="connsiteY714" fmla="*/ 5265892 h 6857999"/>
              <a:gd name="connsiteX715" fmla="*/ 6357804 w 7143544"/>
              <a:gd name="connsiteY715" fmla="*/ 5294446 h 6857999"/>
              <a:gd name="connsiteX716" fmla="*/ 6376020 w 7143544"/>
              <a:gd name="connsiteY716" fmla="*/ 5353524 h 6857999"/>
              <a:gd name="connsiteX717" fmla="*/ 6293311 w 7143544"/>
              <a:gd name="connsiteY717" fmla="*/ 5459373 h 6857999"/>
              <a:gd name="connsiteX718" fmla="*/ 6253433 w 7143544"/>
              <a:gd name="connsiteY718" fmla="*/ 5468235 h 6857999"/>
              <a:gd name="connsiteX719" fmla="*/ 6212078 w 7143544"/>
              <a:gd name="connsiteY719" fmla="*/ 5611991 h 6857999"/>
              <a:gd name="connsiteX720" fmla="*/ 6201739 w 7143544"/>
              <a:gd name="connsiteY720" fmla="*/ 5610022 h 6857999"/>
              <a:gd name="connsiteX721" fmla="*/ 6219463 w 7143544"/>
              <a:gd name="connsiteY721" fmla="*/ 5512543 h 6857999"/>
              <a:gd name="connsiteX722" fmla="*/ 6155461 w 7143544"/>
              <a:gd name="connsiteY722" fmla="*/ 5479558 h 6857999"/>
              <a:gd name="connsiteX723" fmla="*/ 6105737 w 7143544"/>
              <a:gd name="connsiteY723" fmla="*/ 5525836 h 6857999"/>
              <a:gd name="connsiteX724" fmla="*/ 6108199 w 7143544"/>
              <a:gd name="connsiteY724" fmla="*/ 5537651 h 6857999"/>
              <a:gd name="connsiteX725" fmla="*/ 6194847 w 7143544"/>
              <a:gd name="connsiteY725" fmla="*/ 5542575 h 6857999"/>
              <a:gd name="connsiteX726" fmla="*/ 6185000 w 7143544"/>
              <a:gd name="connsiteY726" fmla="*/ 5590329 h 6857999"/>
              <a:gd name="connsiteX727" fmla="*/ 6177124 w 7143544"/>
              <a:gd name="connsiteY727" fmla="*/ 5552421 h 6857999"/>
              <a:gd name="connsiteX728" fmla="*/ 6031889 w 7143544"/>
              <a:gd name="connsiteY728" fmla="*/ 5786765 h 6857999"/>
              <a:gd name="connsiteX729" fmla="*/ 6056505 w 7143544"/>
              <a:gd name="connsiteY729" fmla="*/ 5829597 h 6857999"/>
              <a:gd name="connsiteX730" fmla="*/ 5903887 w 7143544"/>
              <a:gd name="connsiteY730" fmla="*/ 5820242 h 6857999"/>
              <a:gd name="connsiteX731" fmla="*/ 5905363 w 7143544"/>
              <a:gd name="connsiteY731" fmla="*/ 5872920 h 6857999"/>
              <a:gd name="connsiteX732" fmla="*/ 5881732 w 7143544"/>
              <a:gd name="connsiteY732" fmla="*/ 5908860 h 6857999"/>
              <a:gd name="connsiteX733" fmla="*/ 5861547 w 7143544"/>
              <a:gd name="connsiteY733" fmla="*/ 5881290 h 6857999"/>
              <a:gd name="connsiteX734" fmla="*/ 5853670 w 7143544"/>
              <a:gd name="connsiteY734" fmla="*/ 5884244 h 6857999"/>
              <a:gd name="connsiteX735" fmla="*/ 5753237 w 7143544"/>
              <a:gd name="connsiteY735" fmla="*/ 5964984 h 6857999"/>
              <a:gd name="connsiteX736" fmla="*/ 5741914 w 7143544"/>
              <a:gd name="connsiteY736" fmla="*/ 5981230 h 6857999"/>
              <a:gd name="connsiteX737" fmla="*/ 5736990 w 7143544"/>
              <a:gd name="connsiteY737" fmla="*/ 6001415 h 6857999"/>
              <a:gd name="connsiteX738" fmla="*/ 5699082 w 7143544"/>
              <a:gd name="connsiteY738" fmla="*/ 6069848 h 6857999"/>
              <a:gd name="connsiteX739" fmla="*/ 5730098 w 7143544"/>
              <a:gd name="connsiteY739" fmla="*/ 6068371 h 6857999"/>
              <a:gd name="connsiteX740" fmla="*/ 5718775 w 7143544"/>
              <a:gd name="connsiteY740" fmla="*/ 6095449 h 6857999"/>
              <a:gd name="connsiteX741" fmla="*/ 5657727 w 7143544"/>
              <a:gd name="connsiteY741" fmla="*/ 6043755 h 6857999"/>
              <a:gd name="connsiteX742" fmla="*/ 5635081 w 7143544"/>
              <a:gd name="connsiteY742" fmla="*/ 6051632 h 6857999"/>
              <a:gd name="connsiteX743" fmla="*/ 5635081 w 7143544"/>
              <a:gd name="connsiteY743" fmla="*/ 6027509 h 6857999"/>
              <a:gd name="connsiteX744" fmla="*/ 5626219 w 7143544"/>
              <a:gd name="connsiteY744" fmla="*/ 6021108 h 6857999"/>
              <a:gd name="connsiteX745" fmla="*/ 5586341 w 7143544"/>
              <a:gd name="connsiteY745" fmla="*/ 6062463 h 6857999"/>
              <a:gd name="connsiteX746" fmla="*/ 5616372 w 7143544"/>
              <a:gd name="connsiteY746" fmla="*/ 6140742 h 6857999"/>
              <a:gd name="connsiteX747" fmla="*/ 5572064 w 7143544"/>
              <a:gd name="connsiteY747" fmla="*/ 6137296 h 6857999"/>
              <a:gd name="connsiteX748" fmla="*/ 5526278 w 7143544"/>
              <a:gd name="connsiteY748" fmla="*/ 6156004 h 6857999"/>
              <a:gd name="connsiteX749" fmla="*/ 5494277 w 7143544"/>
              <a:gd name="connsiteY749" fmla="*/ 6158957 h 6857999"/>
              <a:gd name="connsiteX750" fmla="*/ 5534155 w 7143544"/>
              <a:gd name="connsiteY750" fmla="*/ 6090033 h 6857999"/>
              <a:gd name="connsiteX751" fmla="*/ 5472616 w 7143544"/>
              <a:gd name="connsiteY751" fmla="*/ 6179635 h 6857999"/>
              <a:gd name="connsiteX752" fmla="*/ 5447015 w 7143544"/>
              <a:gd name="connsiteY752" fmla="*/ 6190958 h 6857999"/>
              <a:gd name="connsiteX753" fmla="*/ 5413537 w 7143544"/>
              <a:gd name="connsiteY753" fmla="*/ 6171758 h 6857999"/>
              <a:gd name="connsiteX754" fmla="*/ 5387444 w 7143544"/>
              <a:gd name="connsiteY754" fmla="*/ 6187020 h 6857999"/>
              <a:gd name="connsiteX755" fmla="*/ 5349536 w 7143544"/>
              <a:gd name="connsiteY755" fmla="*/ 6199820 h 6857999"/>
              <a:gd name="connsiteX756" fmla="*/ 5311135 w 7143544"/>
              <a:gd name="connsiteY756" fmla="*/ 6265791 h 6857999"/>
              <a:gd name="connsiteX757" fmla="*/ 5333289 w 7143544"/>
              <a:gd name="connsiteY757" fmla="*/ 6300745 h 6857999"/>
              <a:gd name="connsiteX758" fmla="*/ 5323443 w 7143544"/>
              <a:gd name="connsiteY758" fmla="*/ 6309607 h 6857999"/>
              <a:gd name="connsiteX759" fmla="*/ 5254026 w 7143544"/>
              <a:gd name="connsiteY759" fmla="*/ 6253483 h 6857999"/>
              <a:gd name="connsiteX760" fmla="*/ 5198886 w 7143544"/>
              <a:gd name="connsiteY760" fmla="*/ 6288437 h 6857999"/>
              <a:gd name="connsiteX761" fmla="*/ 5147192 w 7143544"/>
              <a:gd name="connsiteY761" fmla="*/ 6346039 h 6857999"/>
              <a:gd name="connsiteX762" fmla="*/ 5153593 w 7143544"/>
              <a:gd name="connsiteY762" fmla="*/ 6353423 h 6857999"/>
              <a:gd name="connsiteX763" fmla="*/ 5204302 w 7143544"/>
              <a:gd name="connsiteY763" fmla="*/ 6327823 h 6857999"/>
              <a:gd name="connsiteX764" fmla="*/ 5219564 w 7143544"/>
              <a:gd name="connsiteY764" fmla="*/ 6344562 h 6857999"/>
              <a:gd name="connsiteX765" fmla="*/ 5176239 w 7143544"/>
              <a:gd name="connsiteY765" fmla="*/ 6377547 h 6857999"/>
              <a:gd name="connsiteX766" fmla="*/ 5249595 w 7143544"/>
              <a:gd name="connsiteY766" fmla="*/ 6408071 h 6857999"/>
              <a:gd name="connsiteX767" fmla="*/ 5188055 w 7143544"/>
              <a:gd name="connsiteY767" fmla="*/ 6422348 h 6857999"/>
              <a:gd name="connsiteX768" fmla="*/ 5138823 w 7143544"/>
              <a:gd name="connsiteY768" fmla="*/ 6434164 h 6857999"/>
              <a:gd name="connsiteX769" fmla="*/ 5134884 w 7143544"/>
              <a:gd name="connsiteY769" fmla="*/ 6422841 h 6857999"/>
              <a:gd name="connsiteX770" fmla="*/ 5169347 w 7143544"/>
              <a:gd name="connsiteY770" fmla="*/ 6399701 h 6857999"/>
              <a:gd name="connsiteX771" fmla="*/ 5122576 w 7143544"/>
              <a:gd name="connsiteY771" fmla="*/ 6332254 h 6857999"/>
              <a:gd name="connsiteX772" fmla="*/ 5171808 w 7143544"/>
              <a:gd name="connsiteY772" fmla="*/ 6305176 h 6857999"/>
              <a:gd name="connsiteX773" fmla="*/ 5167870 w 7143544"/>
              <a:gd name="connsiteY773" fmla="*/ 6300253 h 6857999"/>
              <a:gd name="connsiteX774" fmla="*/ 5065960 w 7143544"/>
              <a:gd name="connsiteY774" fmla="*/ 6311084 h 6857999"/>
              <a:gd name="connsiteX775" fmla="*/ 5063991 w 7143544"/>
              <a:gd name="connsiteY775" fmla="*/ 6322900 h 6857999"/>
              <a:gd name="connsiteX776" fmla="*/ 5115192 w 7143544"/>
              <a:gd name="connsiteY776" fmla="*/ 6344562 h 6857999"/>
              <a:gd name="connsiteX777" fmla="*/ 5040852 w 7143544"/>
              <a:gd name="connsiteY777" fmla="*/ 6395763 h 6857999"/>
              <a:gd name="connsiteX778" fmla="*/ 5040852 w 7143544"/>
              <a:gd name="connsiteY778" fmla="*/ 6423825 h 6857999"/>
              <a:gd name="connsiteX779" fmla="*/ 4993589 w 7143544"/>
              <a:gd name="connsiteY779" fmla="*/ 6436133 h 6857999"/>
              <a:gd name="connsiteX780" fmla="*/ 4955188 w 7143544"/>
              <a:gd name="connsiteY780" fmla="*/ 6456810 h 6857999"/>
              <a:gd name="connsiteX781" fmla="*/ 4949280 w 7143544"/>
              <a:gd name="connsiteY781" fmla="*/ 6445979 h 6857999"/>
              <a:gd name="connsiteX782" fmla="*/ 4988174 w 7143544"/>
              <a:gd name="connsiteY782" fmla="*/ 6420379 h 6857999"/>
              <a:gd name="connsiteX783" fmla="*/ 4899556 w 7143544"/>
              <a:gd name="connsiteY783" fmla="*/ 6407086 h 6857999"/>
              <a:gd name="connsiteX784" fmla="*/ 4904480 w 7143544"/>
              <a:gd name="connsiteY784" fmla="*/ 6448933 h 6857999"/>
              <a:gd name="connsiteX785" fmla="*/ 4845401 w 7143544"/>
              <a:gd name="connsiteY785" fmla="*/ 6468626 h 6857999"/>
              <a:gd name="connsiteX786" fmla="*/ 4756291 w 7143544"/>
              <a:gd name="connsiteY786" fmla="*/ 6452380 h 6857999"/>
              <a:gd name="connsiteX787" fmla="*/ 4724783 w 7143544"/>
              <a:gd name="connsiteY787" fmla="*/ 6452872 h 6857999"/>
              <a:gd name="connsiteX788" fmla="*/ 4703613 w 7143544"/>
              <a:gd name="connsiteY788" fmla="*/ 6483396 h 6857999"/>
              <a:gd name="connsiteX789" fmla="*/ 4699675 w 7143544"/>
              <a:gd name="connsiteY789" fmla="*/ 6472565 h 6857999"/>
              <a:gd name="connsiteX790" fmla="*/ 4652905 w 7143544"/>
              <a:gd name="connsiteY790" fmla="*/ 6486349 h 6857999"/>
              <a:gd name="connsiteX791" fmla="*/ 4654381 w 7143544"/>
              <a:gd name="connsiteY791" fmla="*/ 6495211 h 6857999"/>
              <a:gd name="connsiteX792" fmla="*/ 4713460 w 7143544"/>
              <a:gd name="connsiteY792" fmla="*/ 6505058 h 6857999"/>
              <a:gd name="connsiteX793" fmla="*/ 4715429 w 7143544"/>
              <a:gd name="connsiteY793" fmla="*/ 6516873 h 6857999"/>
              <a:gd name="connsiteX794" fmla="*/ 4673582 w 7143544"/>
              <a:gd name="connsiteY794" fmla="*/ 6532627 h 6857999"/>
              <a:gd name="connsiteX795" fmla="*/ 4622873 w 7143544"/>
              <a:gd name="connsiteY795" fmla="*/ 6563644 h 6857999"/>
              <a:gd name="connsiteX796" fmla="*/ 4590380 w 7143544"/>
              <a:gd name="connsiteY796" fmla="*/ 6568075 h 6857999"/>
              <a:gd name="connsiteX797" fmla="*/ 4571672 w 7143544"/>
              <a:gd name="connsiteY797" fmla="*/ 6537551 h 6857999"/>
              <a:gd name="connsiteX798" fmla="*/ 4582503 w 7143544"/>
              <a:gd name="connsiteY798" fmla="*/ 6517366 h 6857999"/>
              <a:gd name="connsiteX799" fmla="*/ 4571672 w 7143544"/>
              <a:gd name="connsiteY799" fmla="*/ 6512935 h 6857999"/>
              <a:gd name="connsiteX800" fmla="*/ 4532779 w 7143544"/>
              <a:gd name="connsiteY800" fmla="*/ 6633553 h 6857999"/>
              <a:gd name="connsiteX801" fmla="*/ 4518009 w 7143544"/>
              <a:gd name="connsiteY801" fmla="*/ 6629615 h 6857999"/>
              <a:gd name="connsiteX802" fmla="*/ 4526379 w 7143544"/>
              <a:gd name="connsiteY802" fmla="*/ 6599090 h 6857999"/>
              <a:gd name="connsiteX803" fmla="*/ 4516040 w 7143544"/>
              <a:gd name="connsiteY803" fmla="*/ 6553797 h 6857999"/>
              <a:gd name="connsiteX804" fmla="*/ 4503732 w 7143544"/>
              <a:gd name="connsiteY804" fmla="*/ 6537058 h 6857999"/>
              <a:gd name="connsiteX805" fmla="*/ 4472716 w 7143544"/>
              <a:gd name="connsiteY805" fmla="*/ 6559705 h 6857999"/>
              <a:gd name="connsiteX806" fmla="*/ 4411668 w 7143544"/>
              <a:gd name="connsiteY806" fmla="*/ 6560690 h 6857999"/>
              <a:gd name="connsiteX807" fmla="*/ 4417576 w 7143544"/>
              <a:gd name="connsiteY807" fmla="*/ 6596137 h 6857999"/>
              <a:gd name="connsiteX808" fmla="*/ 4337821 w 7143544"/>
              <a:gd name="connsiteY808" fmla="*/ 6594167 h 6857999"/>
              <a:gd name="connsiteX809" fmla="*/ 4294004 w 7143544"/>
              <a:gd name="connsiteY809" fmla="*/ 6607460 h 6857999"/>
              <a:gd name="connsiteX810" fmla="*/ 4317636 w 7143544"/>
              <a:gd name="connsiteY810" fmla="*/ 6642907 h 6857999"/>
              <a:gd name="connsiteX811" fmla="*/ 4251173 w 7143544"/>
              <a:gd name="connsiteY811" fmla="*/ 6607952 h 6857999"/>
              <a:gd name="connsiteX812" fmla="*/ 4178309 w 7143544"/>
              <a:gd name="connsiteY812" fmla="*/ 6628630 h 6857999"/>
              <a:gd name="connsiteX813" fmla="*/ 4189633 w 7143544"/>
              <a:gd name="connsiteY813" fmla="*/ 6660138 h 6857999"/>
              <a:gd name="connsiteX814" fmla="*/ 4136462 w 7143544"/>
              <a:gd name="connsiteY814" fmla="*/ 6659646 h 6857999"/>
              <a:gd name="connsiteX815" fmla="*/ 4069999 w 7143544"/>
              <a:gd name="connsiteY815" fmla="*/ 6665553 h 6857999"/>
              <a:gd name="connsiteX816" fmla="*/ 4062614 w 7143544"/>
              <a:gd name="connsiteY816" fmla="*/ 6666046 h 6857999"/>
              <a:gd name="connsiteX817" fmla="*/ 3938550 w 7143544"/>
              <a:gd name="connsiteY817" fmla="*/ 6632568 h 6857999"/>
              <a:gd name="connsiteX818" fmla="*/ 3944458 w 7143544"/>
              <a:gd name="connsiteY818" fmla="*/ 6671954 h 6857999"/>
              <a:gd name="connsiteX819" fmla="*/ 3909996 w 7143544"/>
              <a:gd name="connsiteY819" fmla="*/ 6687216 h 6857999"/>
              <a:gd name="connsiteX820" fmla="*/ 3870610 w 7143544"/>
              <a:gd name="connsiteY820" fmla="*/ 6702477 h 6857999"/>
              <a:gd name="connsiteX821" fmla="*/ 3742607 w 7143544"/>
              <a:gd name="connsiteY821" fmla="*/ 6714293 h 6857999"/>
              <a:gd name="connsiteX822" fmla="*/ 3727838 w 7143544"/>
              <a:gd name="connsiteY822" fmla="*/ 6714785 h 6857999"/>
              <a:gd name="connsiteX823" fmla="*/ 3673190 w 7143544"/>
              <a:gd name="connsiteY823" fmla="*/ 6733002 h 6857999"/>
              <a:gd name="connsiteX824" fmla="*/ 3685006 w 7143544"/>
              <a:gd name="connsiteY824" fmla="*/ 6792080 h 6857999"/>
              <a:gd name="connsiteX825" fmla="*/ 3693375 w 7143544"/>
              <a:gd name="connsiteY825" fmla="*/ 6778787 h 6857999"/>
              <a:gd name="connsiteX826" fmla="*/ 3778054 w 7143544"/>
              <a:gd name="connsiteY826" fmla="*/ 6771894 h 6857999"/>
              <a:gd name="connsiteX827" fmla="*/ 3807593 w 7143544"/>
              <a:gd name="connsiteY827" fmla="*/ 6820634 h 6857999"/>
              <a:gd name="connsiteX828" fmla="*/ 3675652 w 7143544"/>
              <a:gd name="connsiteY828" fmla="*/ 6848204 h 6857999"/>
              <a:gd name="connsiteX829" fmla="*/ 3590973 w 7143544"/>
              <a:gd name="connsiteY829" fmla="*/ 6802911 h 6857999"/>
              <a:gd name="connsiteX830" fmla="*/ 3539772 w 7143544"/>
              <a:gd name="connsiteY830" fmla="*/ 6841312 h 6857999"/>
              <a:gd name="connsiteX831" fmla="*/ 3457062 w 7143544"/>
              <a:gd name="connsiteY831" fmla="*/ 6858050 h 6857999"/>
              <a:gd name="connsiteX832" fmla="*/ 3479217 w 7143544"/>
              <a:gd name="connsiteY832" fmla="*/ 6807834 h 6857999"/>
              <a:gd name="connsiteX833" fmla="*/ 3532387 w 7143544"/>
              <a:gd name="connsiteY833" fmla="*/ 6803403 h 6857999"/>
              <a:gd name="connsiteX834" fmla="*/ 3530910 w 7143544"/>
              <a:gd name="connsiteY834" fmla="*/ 6791095 h 6857999"/>
              <a:gd name="connsiteX835" fmla="*/ 3502355 w 7143544"/>
              <a:gd name="connsiteY835" fmla="*/ 6795034 h 6857999"/>
              <a:gd name="connsiteX836" fmla="*/ 3495463 w 7143544"/>
              <a:gd name="connsiteY836" fmla="*/ 6786172 h 6857999"/>
              <a:gd name="connsiteX837" fmla="*/ 3540264 w 7143544"/>
              <a:gd name="connsiteY837" fmla="*/ 6750725 h 6857999"/>
              <a:gd name="connsiteX838" fmla="*/ 3549126 w 7143544"/>
              <a:gd name="connsiteY838" fmla="*/ 6761063 h 6857999"/>
              <a:gd name="connsiteX839" fmla="*/ 3534849 w 7143544"/>
              <a:gd name="connsiteY839" fmla="*/ 6772387 h 6857999"/>
              <a:gd name="connsiteX840" fmla="*/ 3539279 w 7143544"/>
              <a:gd name="connsiteY840" fmla="*/ 6782233 h 6857999"/>
              <a:gd name="connsiteX841" fmla="*/ 3602789 w 7143544"/>
              <a:gd name="connsiteY841" fmla="*/ 6745309 h 6857999"/>
              <a:gd name="connsiteX842" fmla="*/ 3491525 w 7143544"/>
              <a:gd name="connsiteY842" fmla="*/ 6741863 h 6857999"/>
              <a:gd name="connsiteX843" fmla="*/ 3454601 w 7143544"/>
              <a:gd name="connsiteY843" fmla="*/ 6741863 h 6857999"/>
              <a:gd name="connsiteX844" fmla="*/ 3369429 w 7143544"/>
              <a:gd name="connsiteY844" fmla="*/ 6747278 h 6857999"/>
              <a:gd name="connsiteX845" fmla="*/ 3296074 w 7143544"/>
              <a:gd name="connsiteY845" fmla="*/ 6739893 h 6857999"/>
              <a:gd name="connsiteX846" fmla="*/ 3283274 w 7143544"/>
              <a:gd name="connsiteY846" fmla="*/ 6746786 h 6857999"/>
              <a:gd name="connsiteX847" fmla="*/ 3283274 w 7143544"/>
              <a:gd name="connsiteY847" fmla="*/ 6746786 h 6857999"/>
              <a:gd name="connsiteX848" fmla="*/ 3165117 w 7143544"/>
              <a:gd name="connsiteY848" fmla="*/ 6728078 h 6857999"/>
              <a:gd name="connsiteX849" fmla="*/ 3162163 w 7143544"/>
              <a:gd name="connsiteY849" fmla="*/ 6739893 h 6857999"/>
              <a:gd name="connsiteX850" fmla="*/ 3177425 w 7143544"/>
              <a:gd name="connsiteY850" fmla="*/ 6752694 h 6857999"/>
              <a:gd name="connsiteX851" fmla="*/ 3106039 w 7143544"/>
              <a:gd name="connsiteY851" fmla="*/ 6727093 h 6857999"/>
              <a:gd name="connsiteX852" fmla="*/ 3101116 w 7143544"/>
              <a:gd name="connsiteY852" fmla="*/ 6772387 h 6857999"/>
              <a:gd name="connsiteX853" fmla="*/ 3171025 w 7143544"/>
              <a:gd name="connsiteY853" fmla="*/ 6800941 h 6857999"/>
              <a:gd name="connsiteX854" fmla="*/ 3115885 w 7143544"/>
              <a:gd name="connsiteY854" fmla="*/ 6848204 h 6857999"/>
              <a:gd name="connsiteX855" fmla="*/ 3026283 w 7143544"/>
              <a:gd name="connsiteY855" fmla="*/ 6790603 h 6857999"/>
              <a:gd name="connsiteX856" fmla="*/ 3036622 w 7143544"/>
              <a:gd name="connsiteY856" fmla="*/ 6789125 h 6857999"/>
              <a:gd name="connsiteX857" fmla="*/ 3095208 w 7143544"/>
              <a:gd name="connsiteY857" fmla="*/ 6756140 h 6857999"/>
              <a:gd name="connsiteX858" fmla="*/ 3055823 w 7143544"/>
              <a:gd name="connsiteY858" fmla="*/ 6725617 h 6857999"/>
              <a:gd name="connsiteX859" fmla="*/ 3005606 w 7143544"/>
              <a:gd name="connsiteY859" fmla="*/ 6717247 h 6857999"/>
              <a:gd name="connsiteX860" fmla="*/ 2993298 w 7143544"/>
              <a:gd name="connsiteY860" fmla="*/ 6687216 h 6857999"/>
              <a:gd name="connsiteX861" fmla="*/ 2960313 w 7143544"/>
              <a:gd name="connsiteY861" fmla="*/ 6731524 h 6857999"/>
              <a:gd name="connsiteX862" fmla="*/ 2998713 w 7143544"/>
              <a:gd name="connsiteY862" fmla="*/ 6844265 h 6857999"/>
              <a:gd name="connsiteX863" fmla="*/ 2937666 w 7143544"/>
              <a:gd name="connsiteY863" fmla="*/ 6805372 h 6857999"/>
              <a:gd name="connsiteX864" fmla="*/ 2933727 w 7143544"/>
              <a:gd name="connsiteY864" fmla="*/ 6830480 h 6857999"/>
              <a:gd name="connsiteX865" fmla="*/ 2892373 w 7143544"/>
              <a:gd name="connsiteY865" fmla="*/ 6823588 h 6857999"/>
              <a:gd name="connsiteX866" fmla="*/ 2913542 w 7143544"/>
              <a:gd name="connsiteY866" fmla="*/ 6803895 h 6857999"/>
              <a:gd name="connsiteX867" fmla="*/ 2895819 w 7143544"/>
              <a:gd name="connsiteY867" fmla="*/ 6801926 h 6857999"/>
              <a:gd name="connsiteX868" fmla="*/ 2867264 w 7143544"/>
              <a:gd name="connsiteY868" fmla="*/ 6789618 h 6857999"/>
              <a:gd name="connsiteX869" fmla="*/ 2891880 w 7143544"/>
              <a:gd name="connsiteY869" fmla="*/ 6774849 h 6857999"/>
              <a:gd name="connsiteX870" fmla="*/ 2933235 w 7143544"/>
              <a:gd name="connsiteY870" fmla="*/ 6743340 h 6857999"/>
              <a:gd name="connsiteX871" fmla="*/ 2878588 w 7143544"/>
              <a:gd name="connsiteY871" fmla="*/ 6749248 h 6857999"/>
              <a:gd name="connsiteX872" fmla="*/ 2868249 w 7143544"/>
              <a:gd name="connsiteY872" fmla="*/ 6717739 h 6857999"/>
              <a:gd name="connsiteX873" fmla="*/ 2792924 w 7143544"/>
              <a:gd name="connsiteY873" fmla="*/ 6677369 h 6857999"/>
              <a:gd name="connsiteX874" fmla="*/ 2767324 w 7143544"/>
              <a:gd name="connsiteY874" fmla="*/ 6682292 h 6857999"/>
              <a:gd name="connsiteX875" fmla="*/ 2770278 w 7143544"/>
              <a:gd name="connsiteY875" fmla="*/ 6703462 h 6857999"/>
              <a:gd name="connsiteX876" fmla="*/ 2782586 w 7143544"/>
              <a:gd name="connsiteY876" fmla="*/ 6716755 h 6857999"/>
              <a:gd name="connsiteX877" fmla="*/ 2710707 w 7143544"/>
              <a:gd name="connsiteY877" fmla="*/ 6675892 h 6857999"/>
              <a:gd name="connsiteX878" fmla="*/ 2667383 w 7143544"/>
              <a:gd name="connsiteY878" fmla="*/ 6675892 h 6857999"/>
              <a:gd name="connsiteX879" fmla="*/ 2665414 w 7143544"/>
              <a:gd name="connsiteY879" fmla="*/ 6682292 h 6857999"/>
              <a:gd name="connsiteX880" fmla="*/ 2696430 w 7143544"/>
              <a:gd name="connsiteY880" fmla="*/ 6693123 h 6857999"/>
              <a:gd name="connsiteX881" fmla="*/ 2689045 w 7143544"/>
              <a:gd name="connsiteY881" fmla="*/ 6698539 h 6857999"/>
              <a:gd name="connsiteX882" fmla="*/ 2721538 w 7143544"/>
              <a:gd name="connsiteY882" fmla="*/ 6747278 h 6857999"/>
              <a:gd name="connsiteX883" fmla="*/ 2691999 w 7143544"/>
              <a:gd name="connsiteY883" fmla="*/ 6778787 h 6857999"/>
              <a:gd name="connsiteX884" fmla="*/ 2660490 w 7143544"/>
              <a:gd name="connsiteY884" fmla="*/ 6751217 h 6857999"/>
              <a:gd name="connsiteX885" fmla="*/ 2530026 w 7143544"/>
              <a:gd name="connsiteY885" fmla="*/ 6712324 h 6857999"/>
              <a:gd name="connsiteX886" fmla="*/ 2591566 w 7143544"/>
              <a:gd name="connsiteY886" fmla="*/ 6701001 h 6857999"/>
              <a:gd name="connsiteX887" fmla="*/ 2529534 w 7143544"/>
              <a:gd name="connsiteY887" fmla="*/ 6662107 h 6857999"/>
              <a:gd name="connsiteX888" fmla="*/ 2531503 w 7143544"/>
              <a:gd name="connsiteY888" fmla="*/ 6649800 h 6857999"/>
              <a:gd name="connsiteX889" fmla="*/ 2467994 w 7143544"/>
              <a:gd name="connsiteY889" fmla="*/ 6666538 h 6857999"/>
              <a:gd name="connsiteX890" fmla="*/ 2480794 w 7143544"/>
              <a:gd name="connsiteY890" fmla="*/ 6710847 h 6857999"/>
              <a:gd name="connsiteX891" fmla="*/ 2359684 w 7143544"/>
              <a:gd name="connsiteY891" fmla="*/ 6692631 h 6857999"/>
              <a:gd name="connsiteX892" fmla="*/ 2371007 w 7143544"/>
              <a:gd name="connsiteY892" fmla="*/ 6614845 h 6857999"/>
              <a:gd name="connsiteX893" fmla="*/ 2329652 w 7143544"/>
              <a:gd name="connsiteY893" fmla="*/ 6615829 h 6857999"/>
              <a:gd name="connsiteX894" fmla="*/ 2305036 w 7143544"/>
              <a:gd name="connsiteY894" fmla="*/ 6636999 h 6857999"/>
              <a:gd name="connsiteX895" fmla="*/ 2249897 w 7143544"/>
              <a:gd name="connsiteY895" fmla="*/ 6659646 h 6857999"/>
              <a:gd name="connsiteX896" fmla="*/ 2159802 w 7143544"/>
              <a:gd name="connsiteY896" fmla="*/ 6599583 h 6857999"/>
              <a:gd name="connsiteX897" fmla="*/ 2104663 w 7143544"/>
              <a:gd name="connsiteY897" fmla="*/ 6598598 h 6857999"/>
              <a:gd name="connsiteX898" fmla="*/ 2054446 w 7143544"/>
              <a:gd name="connsiteY898" fmla="*/ 6574967 h 6857999"/>
              <a:gd name="connsiteX899" fmla="*/ 2094324 w 7143544"/>
              <a:gd name="connsiteY899" fmla="*/ 6554782 h 6857999"/>
              <a:gd name="connsiteX900" fmla="*/ 1992906 w 7143544"/>
              <a:gd name="connsiteY900" fmla="*/ 6497181 h 6857999"/>
              <a:gd name="connsiteX901" fmla="*/ 1997829 w 7143544"/>
              <a:gd name="connsiteY901" fmla="*/ 6476011 h 6857999"/>
              <a:gd name="connsiteX902" fmla="*/ 1909212 w 7143544"/>
              <a:gd name="connsiteY902" fmla="*/ 6441056 h 6857999"/>
              <a:gd name="connsiteX903" fmla="*/ 1882135 w 7143544"/>
              <a:gd name="connsiteY903" fmla="*/ 6424810 h 6857999"/>
              <a:gd name="connsiteX904" fmla="*/ 1875242 w 7143544"/>
              <a:gd name="connsiteY904" fmla="*/ 6433671 h 6857999"/>
              <a:gd name="connsiteX905" fmla="*/ 1906258 w 7143544"/>
              <a:gd name="connsiteY905" fmla="*/ 6503088 h 6857999"/>
              <a:gd name="connsiteX906" fmla="*/ 1850626 w 7143544"/>
              <a:gd name="connsiteY906" fmla="*/ 6494227 h 6857999"/>
              <a:gd name="connsiteX907" fmla="*/ 1780225 w 7143544"/>
              <a:gd name="connsiteY907" fmla="*/ 6462226 h 6857999"/>
              <a:gd name="connsiteX908" fmla="*/ 1765455 w 7143544"/>
              <a:gd name="connsiteY908" fmla="*/ 6427764 h 6857999"/>
              <a:gd name="connsiteX909" fmla="*/ 1803856 w 7143544"/>
              <a:gd name="connsiteY909" fmla="*/ 6399701 h 6857999"/>
              <a:gd name="connsiteX910" fmla="*/ 1694561 w 7143544"/>
              <a:gd name="connsiteY910" fmla="*/ 6345546 h 6857999"/>
              <a:gd name="connsiteX911" fmla="*/ 1688161 w 7143544"/>
              <a:gd name="connsiteY911" fmla="*/ 6354408 h 6857999"/>
              <a:gd name="connsiteX912" fmla="*/ 1735916 w 7143544"/>
              <a:gd name="connsiteY912" fmla="*/ 6394778 h 6857999"/>
              <a:gd name="connsiteX913" fmla="*/ 1692100 w 7143544"/>
              <a:gd name="connsiteY913" fmla="*/ 6431210 h 6857999"/>
              <a:gd name="connsiteX914" fmla="*/ 1674376 w 7143544"/>
              <a:gd name="connsiteY914" fmla="*/ 6365731 h 6857999"/>
              <a:gd name="connsiteX915" fmla="*/ 1624652 w 7143544"/>
              <a:gd name="connsiteY915" fmla="*/ 6284006 h 6857999"/>
              <a:gd name="connsiteX916" fmla="*/ 1695546 w 7143544"/>
              <a:gd name="connsiteY916" fmla="*/ 6309115 h 6857999"/>
              <a:gd name="connsiteX917" fmla="*/ 1698500 w 7143544"/>
              <a:gd name="connsiteY917" fmla="*/ 6301730 h 6857999"/>
              <a:gd name="connsiteX918" fmla="*/ 1657637 w 7143544"/>
              <a:gd name="connsiteY918" fmla="*/ 6250036 h 6857999"/>
              <a:gd name="connsiteX919" fmla="*/ 1648283 w 7143544"/>
              <a:gd name="connsiteY919" fmla="*/ 6253483 h 6857999"/>
              <a:gd name="connsiteX920" fmla="*/ 1526188 w 7143544"/>
              <a:gd name="connsiteY920" fmla="*/ 6197358 h 6857999"/>
              <a:gd name="connsiteX921" fmla="*/ 1591174 w 7143544"/>
              <a:gd name="connsiteY921" fmla="*/ 6267760 h 6857999"/>
              <a:gd name="connsiteX922" fmla="*/ 1535050 w 7143544"/>
              <a:gd name="connsiteY922" fmla="*/ 6238713 h 6857999"/>
              <a:gd name="connsiteX923" fmla="*/ 1571974 w 7143544"/>
              <a:gd name="connsiteY923" fmla="*/ 6316992 h 6857999"/>
              <a:gd name="connsiteX924" fmla="*/ 1539481 w 7143544"/>
              <a:gd name="connsiteY924" fmla="*/ 6317977 h 6857999"/>
              <a:gd name="connsiteX925" fmla="*/ 1517819 w 7143544"/>
              <a:gd name="connsiteY925" fmla="*/ 6260868 h 6857999"/>
              <a:gd name="connsiteX926" fmla="*/ 1513880 w 7143544"/>
              <a:gd name="connsiteY926" fmla="*/ 6208189 h 6857999"/>
              <a:gd name="connsiteX927" fmla="*/ 1463664 w 7143544"/>
              <a:gd name="connsiteY927" fmla="*/ 6197358 h 6857999"/>
              <a:gd name="connsiteX928" fmla="*/ 1420340 w 7143544"/>
              <a:gd name="connsiteY928" fmla="*/ 6183573 h 6857999"/>
              <a:gd name="connsiteX929" fmla="*/ 1412955 w 7143544"/>
              <a:gd name="connsiteY929" fmla="*/ 6194405 h 6857999"/>
              <a:gd name="connsiteX930" fmla="*/ 1456279 w 7143544"/>
              <a:gd name="connsiteY930" fmla="*/ 6243144 h 6857999"/>
              <a:gd name="connsiteX931" fmla="*/ 1449879 w 7143544"/>
              <a:gd name="connsiteY931" fmla="*/ 6251514 h 6857999"/>
              <a:gd name="connsiteX932" fmla="*/ 1410985 w 7143544"/>
              <a:gd name="connsiteY932" fmla="*/ 6235760 h 6857999"/>
              <a:gd name="connsiteX933" fmla="*/ 1307106 w 7143544"/>
              <a:gd name="connsiteY933" fmla="*/ 6199820 h 6857999"/>
              <a:gd name="connsiteX934" fmla="*/ 1277567 w 7143544"/>
              <a:gd name="connsiteY934" fmla="*/ 6170773 h 6857999"/>
              <a:gd name="connsiteX935" fmla="*/ 1224397 w 7143544"/>
              <a:gd name="connsiteY935" fmla="*/ 6115142 h 6857999"/>
              <a:gd name="connsiteX936" fmla="*/ 1193873 w 7143544"/>
              <a:gd name="connsiteY936" fmla="*/ 6084617 h 6857999"/>
              <a:gd name="connsiteX937" fmla="*/ 1163842 w 7143544"/>
              <a:gd name="connsiteY937" fmla="*/ 6044247 h 6857999"/>
              <a:gd name="connsiteX938" fmla="*/ 1126918 w 7143544"/>
              <a:gd name="connsiteY938" fmla="*/ 6011262 h 6857999"/>
              <a:gd name="connsiteX939" fmla="*/ 1126918 w 7143544"/>
              <a:gd name="connsiteY939" fmla="*/ 5927075 h 6857999"/>
              <a:gd name="connsiteX940" fmla="*/ 1108210 w 7143544"/>
              <a:gd name="connsiteY940" fmla="*/ 5869474 h 6857999"/>
              <a:gd name="connsiteX941" fmla="*/ 1084578 w 7143544"/>
              <a:gd name="connsiteY941" fmla="*/ 5929537 h 6857999"/>
              <a:gd name="connsiteX942" fmla="*/ 1054054 w 7143544"/>
              <a:gd name="connsiteY942" fmla="*/ 5973846 h 6857999"/>
              <a:gd name="connsiteX943" fmla="*/ 1062916 w 7143544"/>
              <a:gd name="connsiteY943" fmla="*/ 5881782 h 6857999"/>
              <a:gd name="connsiteX944" fmla="*/ 1060947 w 7143544"/>
              <a:gd name="connsiteY944" fmla="*/ 5798580 h 6857999"/>
              <a:gd name="connsiteX945" fmla="*/ 1045193 w 7143544"/>
              <a:gd name="connsiteY945" fmla="*/ 5795627 h 6857999"/>
              <a:gd name="connsiteX946" fmla="*/ 1028454 w 7143544"/>
              <a:gd name="connsiteY946" fmla="*/ 5834027 h 6857999"/>
              <a:gd name="connsiteX947" fmla="*/ 1021069 w 7143544"/>
              <a:gd name="connsiteY947" fmla="*/ 5832058 h 6857999"/>
              <a:gd name="connsiteX948" fmla="*/ 995468 w 7143544"/>
              <a:gd name="connsiteY948" fmla="*/ 5880797 h 6857999"/>
              <a:gd name="connsiteX949" fmla="*/ 977745 w 7143544"/>
              <a:gd name="connsiteY949" fmla="*/ 5872920 h 6857999"/>
              <a:gd name="connsiteX950" fmla="*/ 998915 w 7143544"/>
              <a:gd name="connsiteY950" fmla="*/ 5816796 h 6857999"/>
              <a:gd name="connsiteX951" fmla="*/ 941313 w 7143544"/>
              <a:gd name="connsiteY951" fmla="*/ 5742456 h 6857999"/>
              <a:gd name="connsiteX952" fmla="*/ 970853 w 7143544"/>
              <a:gd name="connsiteY952" fmla="*/ 5723748 h 6857999"/>
              <a:gd name="connsiteX953" fmla="*/ 926544 w 7143544"/>
              <a:gd name="connsiteY953" fmla="*/ 5675008 h 6857999"/>
              <a:gd name="connsiteX954" fmla="*/ 944760 w 7143544"/>
              <a:gd name="connsiteY954" fmla="*/ 5739994 h 6857999"/>
              <a:gd name="connsiteX955" fmla="*/ 287514 w 7143544"/>
              <a:gd name="connsiteY955" fmla="*/ 2835806 h 6857999"/>
              <a:gd name="connsiteX956" fmla="*/ 277175 w 7143544"/>
              <a:gd name="connsiteY956" fmla="*/ 2833345 h 6857999"/>
              <a:gd name="connsiteX957" fmla="*/ 276683 w 7143544"/>
              <a:gd name="connsiteY957" fmla="*/ 2797897 h 6857999"/>
              <a:gd name="connsiteX958" fmla="*/ 266837 w 7143544"/>
              <a:gd name="connsiteY958" fmla="*/ 2773282 h 6857999"/>
              <a:gd name="connsiteX959" fmla="*/ 204805 w 7143544"/>
              <a:gd name="connsiteY959" fmla="*/ 2787066 h 6857999"/>
              <a:gd name="connsiteX960" fmla="*/ 208743 w 7143544"/>
              <a:gd name="connsiteY960" fmla="*/ 2800851 h 6857999"/>
              <a:gd name="connsiteX961" fmla="*/ 211697 w 7143544"/>
              <a:gd name="connsiteY961" fmla="*/ 2827929 h 6857999"/>
              <a:gd name="connsiteX962" fmla="*/ 282099 w 7143544"/>
              <a:gd name="connsiteY962" fmla="*/ 2874207 h 6857999"/>
              <a:gd name="connsiteX963" fmla="*/ 272252 w 7143544"/>
              <a:gd name="connsiteY963" fmla="*/ 2936731 h 6857999"/>
              <a:gd name="connsiteX964" fmla="*/ 272745 w 7143544"/>
              <a:gd name="connsiteY964" fmla="*/ 3075073 h 6857999"/>
              <a:gd name="connsiteX965" fmla="*/ 230897 w 7143544"/>
              <a:gd name="connsiteY965" fmla="*/ 3210953 h 6857999"/>
              <a:gd name="connsiteX966" fmla="*/ 185604 w 7143544"/>
              <a:gd name="connsiteY966" fmla="*/ 3203076 h 6857999"/>
              <a:gd name="connsiteX967" fmla="*/ 181666 w 7143544"/>
              <a:gd name="connsiteY967" fmla="*/ 3266585 h 6857999"/>
              <a:gd name="connsiteX968" fmla="*/ 222528 w 7143544"/>
              <a:gd name="connsiteY968" fmla="*/ 3279385 h 6857999"/>
              <a:gd name="connsiteX969" fmla="*/ 233851 w 7143544"/>
              <a:gd name="connsiteY969" fmla="*/ 3233600 h 6857999"/>
              <a:gd name="connsiteX970" fmla="*/ 245667 w 7143544"/>
              <a:gd name="connsiteY970" fmla="*/ 3234092 h 6857999"/>
              <a:gd name="connsiteX971" fmla="*/ 270775 w 7143544"/>
              <a:gd name="connsiteY971" fmla="*/ 3347325 h 6857999"/>
              <a:gd name="connsiteX972" fmla="*/ 291945 w 7143544"/>
              <a:gd name="connsiteY972" fmla="*/ 3323202 h 6857999"/>
              <a:gd name="connsiteX973" fmla="*/ 272745 w 7143544"/>
              <a:gd name="connsiteY973" fmla="*/ 3293170 h 6857999"/>
              <a:gd name="connsiteX974" fmla="*/ 311145 w 7143544"/>
              <a:gd name="connsiteY974" fmla="*/ 3288247 h 6857999"/>
              <a:gd name="connsiteX975" fmla="*/ 314592 w 7143544"/>
              <a:gd name="connsiteY975" fmla="*/ 3263139 h 6857999"/>
              <a:gd name="connsiteX976" fmla="*/ 311638 w 7143544"/>
              <a:gd name="connsiteY976" fmla="*/ 3145967 h 6857999"/>
              <a:gd name="connsiteX977" fmla="*/ 321976 w 7143544"/>
              <a:gd name="connsiteY977" fmla="*/ 3097720 h 6857999"/>
              <a:gd name="connsiteX978" fmla="*/ 342162 w 7143544"/>
              <a:gd name="connsiteY978" fmla="*/ 3074581 h 6857999"/>
              <a:gd name="connsiteX979" fmla="*/ 303268 w 7143544"/>
              <a:gd name="connsiteY979" fmla="*/ 2985963 h 6857999"/>
              <a:gd name="connsiteX980" fmla="*/ 337238 w 7143544"/>
              <a:gd name="connsiteY980" fmla="*/ 2850576 h 6857999"/>
              <a:gd name="connsiteX981" fmla="*/ 335269 w 7143544"/>
              <a:gd name="connsiteY981" fmla="*/ 2721096 h 6857999"/>
              <a:gd name="connsiteX982" fmla="*/ 287514 w 7143544"/>
              <a:gd name="connsiteY982" fmla="*/ 2835806 h 6857999"/>
              <a:gd name="connsiteX983" fmla="*/ 275699 w 7143544"/>
              <a:gd name="connsiteY983" fmla="*/ 2511860 h 6857999"/>
              <a:gd name="connsiteX984" fmla="*/ 371701 w 7143544"/>
              <a:gd name="connsiteY984" fmla="*/ 2527614 h 6857999"/>
              <a:gd name="connsiteX985" fmla="*/ 331823 w 7143544"/>
              <a:gd name="connsiteY985" fmla="*/ 2646756 h 6857999"/>
              <a:gd name="connsiteX986" fmla="*/ 284560 w 7143544"/>
              <a:gd name="connsiteY986" fmla="*/ 2642325 h 6857999"/>
              <a:gd name="connsiteX987" fmla="*/ 337731 w 7143544"/>
              <a:gd name="connsiteY987" fmla="*/ 2723557 h 6857999"/>
              <a:gd name="connsiteX988" fmla="*/ 406163 w 7143544"/>
              <a:gd name="connsiteY988" fmla="*/ 2646263 h 6857999"/>
              <a:gd name="connsiteX989" fmla="*/ 400747 w 7143544"/>
              <a:gd name="connsiteY989" fmla="*/ 2637894 h 6857999"/>
              <a:gd name="connsiteX990" fmla="*/ 351023 w 7143544"/>
              <a:gd name="connsiteY990" fmla="*/ 2641832 h 6857999"/>
              <a:gd name="connsiteX991" fmla="*/ 444072 w 7143544"/>
              <a:gd name="connsiteY991" fmla="*/ 2522199 h 6857999"/>
              <a:gd name="connsiteX992" fmla="*/ 481488 w 7143544"/>
              <a:gd name="connsiteY992" fmla="*/ 2406504 h 6857999"/>
              <a:gd name="connsiteX993" fmla="*/ 453918 w 7143544"/>
              <a:gd name="connsiteY993" fmla="*/ 2393211 h 6857999"/>
              <a:gd name="connsiteX994" fmla="*/ 493303 w 7143544"/>
              <a:gd name="connsiteY994" fmla="*/ 2346441 h 6857999"/>
              <a:gd name="connsiteX995" fmla="*/ 475580 w 7143544"/>
              <a:gd name="connsiteY995" fmla="*/ 2344964 h 6857999"/>
              <a:gd name="connsiteX996" fmla="*/ 457364 w 7143544"/>
              <a:gd name="connsiteY996" fmla="*/ 2315425 h 6857999"/>
              <a:gd name="connsiteX997" fmla="*/ 475580 w 7143544"/>
              <a:gd name="connsiteY997" fmla="*/ 2276040 h 6857999"/>
              <a:gd name="connsiteX998" fmla="*/ 515458 w 7143544"/>
              <a:gd name="connsiteY998" fmla="*/ 2219915 h 6857999"/>
              <a:gd name="connsiteX999" fmla="*/ 453426 w 7143544"/>
              <a:gd name="connsiteY999" fmla="*/ 2237146 h 6857999"/>
              <a:gd name="connsiteX1000" fmla="*/ 417979 w 7143544"/>
              <a:gd name="connsiteY1000" fmla="*/ 2290809 h 6857999"/>
              <a:gd name="connsiteX1001" fmla="*/ 353977 w 7143544"/>
              <a:gd name="connsiteY1001" fmla="*/ 2264716 h 6857999"/>
              <a:gd name="connsiteX1002" fmla="*/ 410594 w 7143544"/>
              <a:gd name="connsiteY1002" fmla="*/ 2336595 h 6857999"/>
              <a:gd name="connsiteX1003" fmla="*/ 408625 w 7143544"/>
              <a:gd name="connsiteY1003" fmla="*/ 2361211 h 6857999"/>
              <a:gd name="connsiteX1004" fmla="*/ 402717 w 7143544"/>
              <a:gd name="connsiteY1004" fmla="*/ 2402073 h 6857999"/>
              <a:gd name="connsiteX1005" fmla="*/ 364808 w 7143544"/>
              <a:gd name="connsiteY1005" fmla="*/ 2416350 h 6857999"/>
              <a:gd name="connsiteX1006" fmla="*/ 269791 w 7143544"/>
              <a:gd name="connsiteY1006" fmla="*/ 2435551 h 6857999"/>
              <a:gd name="connsiteX1007" fmla="*/ 275699 w 7143544"/>
              <a:gd name="connsiteY1007" fmla="*/ 2511860 h 6857999"/>
              <a:gd name="connsiteX1008" fmla="*/ 183635 w 7143544"/>
              <a:gd name="connsiteY1008" fmla="*/ 2956424 h 6857999"/>
              <a:gd name="connsiteX1009" fmla="*/ 171327 w 7143544"/>
              <a:gd name="connsiteY1009" fmla="*/ 2956424 h 6857999"/>
              <a:gd name="connsiteX1010" fmla="*/ 142772 w 7143544"/>
              <a:gd name="connsiteY1010" fmla="*/ 3074581 h 6857999"/>
              <a:gd name="connsiteX1011" fmla="*/ 180189 w 7143544"/>
              <a:gd name="connsiteY1011" fmla="*/ 3103135 h 6857999"/>
              <a:gd name="connsiteX1012" fmla="*/ 246652 w 7143544"/>
              <a:gd name="connsiteY1012" fmla="*/ 3029287 h 6857999"/>
              <a:gd name="connsiteX1013" fmla="*/ 257975 w 7143544"/>
              <a:gd name="connsiteY1013" fmla="*/ 2974148 h 6857999"/>
              <a:gd name="connsiteX1014" fmla="*/ 258467 w 7143544"/>
              <a:gd name="connsiteY1014" fmla="*/ 2904731 h 6857999"/>
              <a:gd name="connsiteX1015" fmla="*/ 247636 w 7143544"/>
              <a:gd name="connsiteY1015" fmla="*/ 2905223 h 6857999"/>
              <a:gd name="connsiteX1016" fmla="*/ 239759 w 7143544"/>
              <a:gd name="connsiteY1016" fmla="*/ 2987440 h 6857999"/>
              <a:gd name="connsiteX1017" fmla="*/ 221543 w 7143544"/>
              <a:gd name="connsiteY1017" fmla="*/ 3009595 h 6857999"/>
              <a:gd name="connsiteX1018" fmla="*/ 196928 w 7143544"/>
              <a:gd name="connsiteY1018" fmla="*/ 2992856 h 6857999"/>
              <a:gd name="connsiteX1019" fmla="*/ 183635 w 7143544"/>
              <a:gd name="connsiteY1019" fmla="*/ 2956424 h 6857999"/>
              <a:gd name="connsiteX1020" fmla="*/ 371208 w 7143544"/>
              <a:gd name="connsiteY1020" fmla="*/ 3863768 h 6857999"/>
              <a:gd name="connsiteX1021" fmla="*/ 303761 w 7143544"/>
              <a:gd name="connsiteY1021" fmla="*/ 3909553 h 6857999"/>
              <a:gd name="connsiteX1022" fmla="*/ 315576 w 7143544"/>
              <a:gd name="connsiteY1022" fmla="*/ 3993247 h 6857999"/>
              <a:gd name="connsiteX1023" fmla="*/ 388932 w 7143544"/>
              <a:gd name="connsiteY1023" fmla="*/ 4066110 h 6857999"/>
              <a:gd name="connsiteX1024" fmla="*/ 371208 w 7143544"/>
              <a:gd name="connsiteY1024" fmla="*/ 3863768 h 6857999"/>
              <a:gd name="connsiteX1025" fmla="*/ 5681851 w 7143544"/>
              <a:gd name="connsiteY1025" fmla="*/ 1340634 h 6857999"/>
              <a:gd name="connsiteX1026" fmla="*/ 5662158 w 7143544"/>
              <a:gd name="connsiteY1026" fmla="*/ 1280571 h 6857999"/>
              <a:gd name="connsiteX1027" fmla="*/ 5592741 w 7143544"/>
              <a:gd name="connsiteY1027" fmla="*/ 1216570 h 6857999"/>
              <a:gd name="connsiteX1028" fmla="*/ 5566648 w 7143544"/>
              <a:gd name="connsiteY1028" fmla="*/ 1233308 h 6857999"/>
              <a:gd name="connsiteX1029" fmla="*/ 5585849 w 7143544"/>
              <a:gd name="connsiteY1029" fmla="*/ 1255463 h 6857999"/>
              <a:gd name="connsiteX1030" fmla="*/ 5634588 w 7143544"/>
              <a:gd name="connsiteY1030" fmla="*/ 1301741 h 6857999"/>
              <a:gd name="connsiteX1031" fmla="*/ 5681851 w 7143544"/>
              <a:gd name="connsiteY1031" fmla="*/ 1340634 h 6857999"/>
              <a:gd name="connsiteX1032" fmla="*/ 308192 w 7143544"/>
              <a:gd name="connsiteY1032" fmla="*/ 3346341 h 6857999"/>
              <a:gd name="connsiteX1033" fmla="*/ 297361 w 7143544"/>
              <a:gd name="connsiteY1033" fmla="*/ 3341417 h 6857999"/>
              <a:gd name="connsiteX1034" fmla="*/ 261914 w 7143544"/>
              <a:gd name="connsiteY1034" fmla="*/ 3384741 h 6857999"/>
              <a:gd name="connsiteX1035" fmla="*/ 196928 w 7143544"/>
              <a:gd name="connsiteY1035" fmla="*/ 3432989 h 6857999"/>
              <a:gd name="connsiteX1036" fmla="*/ 217605 w 7143544"/>
              <a:gd name="connsiteY1036" fmla="*/ 3459574 h 6857999"/>
              <a:gd name="connsiteX1037" fmla="*/ 258467 w 7143544"/>
              <a:gd name="connsiteY1037" fmla="*/ 3448743 h 6857999"/>
              <a:gd name="connsiteX1038" fmla="*/ 258467 w 7143544"/>
              <a:gd name="connsiteY1038" fmla="*/ 3493544 h 6857999"/>
              <a:gd name="connsiteX1039" fmla="*/ 266837 w 7143544"/>
              <a:gd name="connsiteY1039" fmla="*/ 3494529 h 6857999"/>
              <a:gd name="connsiteX1040" fmla="*/ 278160 w 7143544"/>
              <a:gd name="connsiteY1040" fmla="*/ 3466959 h 6857999"/>
              <a:gd name="connsiteX1041" fmla="*/ 305730 w 7143544"/>
              <a:gd name="connsiteY1041" fmla="*/ 3481236 h 6857999"/>
              <a:gd name="connsiteX1042" fmla="*/ 296376 w 7143544"/>
              <a:gd name="connsiteY1042" fmla="*/ 3413788 h 6857999"/>
              <a:gd name="connsiteX1043" fmla="*/ 308192 w 7143544"/>
              <a:gd name="connsiteY1043" fmla="*/ 3346341 h 6857999"/>
              <a:gd name="connsiteX1044" fmla="*/ 296868 w 7143544"/>
              <a:gd name="connsiteY1044" fmla="*/ 3638286 h 6857999"/>
              <a:gd name="connsiteX1045" fmla="*/ 276191 w 7143544"/>
              <a:gd name="connsiteY1045" fmla="*/ 3670779 h 6857999"/>
              <a:gd name="connsiteX1046" fmla="*/ 287022 w 7143544"/>
              <a:gd name="connsiteY1046" fmla="*/ 3751026 h 6857999"/>
              <a:gd name="connsiteX1047" fmla="*/ 307207 w 7143544"/>
              <a:gd name="connsiteY1047" fmla="*/ 3755950 h 6857999"/>
              <a:gd name="connsiteX1048" fmla="*/ 303761 w 7143544"/>
              <a:gd name="connsiteY1048" fmla="*/ 3811089 h 6857999"/>
              <a:gd name="connsiteX1049" fmla="*/ 342654 w 7143544"/>
              <a:gd name="connsiteY1049" fmla="*/ 3728872 h 6857999"/>
              <a:gd name="connsiteX1050" fmla="*/ 296868 w 7143544"/>
              <a:gd name="connsiteY1050" fmla="*/ 3638286 h 6857999"/>
              <a:gd name="connsiteX1051" fmla="*/ 168373 w 7143544"/>
              <a:gd name="connsiteY1051" fmla="*/ 2626078 h 6857999"/>
              <a:gd name="connsiteX1052" fmla="*/ 161973 w 7143544"/>
              <a:gd name="connsiteY1052" fmla="*/ 2640848 h 6857999"/>
              <a:gd name="connsiteX1053" fmla="*/ 224497 w 7143544"/>
              <a:gd name="connsiteY1053" fmla="*/ 2696972 h 6857999"/>
              <a:gd name="connsiteX1054" fmla="*/ 249606 w 7143544"/>
              <a:gd name="connsiteY1054" fmla="*/ 2619678 h 6857999"/>
              <a:gd name="connsiteX1055" fmla="*/ 262406 w 7143544"/>
              <a:gd name="connsiteY1055" fmla="*/ 2549277 h 6857999"/>
              <a:gd name="connsiteX1056" fmla="*/ 195451 w 7143544"/>
              <a:gd name="connsiteY1056" fmla="*/ 2606385 h 6857999"/>
              <a:gd name="connsiteX1057" fmla="*/ 205789 w 7143544"/>
              <a:gd name="connsiteY1057" fmla="*/ 2615740 h 6857999"/>
              <a:gd name="connsiteX1058" fmla="*/ 168373 w 7143544"/>
              <a:gd name="connsiteY1058" fmla="*/ 2626078 h 6857999"/>
              <a:gd name="connsiteX1059" fmla="*/ 1281013 w 7143544"/>
              <a:gd name="connsiteY1059" fmla="*/ 6122526 h 6857999"/>
              <a:gd name="connsiteX1060" fmla="*/ 1324338 w 7143544"/>
              <a:gd name="connsiteY1060" fmla="*/ 6178158 h 6857999"/>
              <a:gd name="connsiteX1061" fmla="*/ 1350923 w 7143544"/>
              <a:gd name="connsiteY1061" fmla="*/ 6154527 h 6857999"/>
              <a:gd name="connsiteX1062" fmla="*/ 1411478 w 7143544"/>
              <a:gd name="connsiteY1062" fmla="*/ 6173235 h 6857999"/>
              <a:gd name="connsiteX1063" fmla="*/ 1396216 w 7143544"/>
              <a:gd name="connsiteY1063" fmla="*/ 6139757 h 6857999"/>
              <a:gd name="connsiteX1064" fmla="*/ 1334676 w 7143544"/>
              <a:gd name="connsiteY1064" fmla="*/ 6113172 h 6857999"/>
              <a:gd name="connsiteX1065" fmla="*/ 1281013 w 7143544"/>
              <a:gd name="connsiteY1065" fmla="*/ 6122526 h 6857999"/>
              <a:gd name="connsiteX1066" fmla="*/ 172804 w 7143544"/>
              <a:gd name="connsiteY1066" fmla="*/ 4064141 h 6857999"/>
              <a:gd name="connsiteX1067" fmla="*/ 160496 w 7143544"/>
              <a:gd name="connsiteY1067" fmla="*/ 4073495 h 6857999"/>
              <a:gd name="connsiteX1068" fmla="*/ 168373 w 7143544"/>
              <a:gd name="connsiteY1068" fmla="*/ 4112881 h 6857999"/>
              <a:gd name="connsiteX1069" fmla="*/ 203820 w 7143544"/>
              <a:gd name="connsiteY1069" fmla="*/ 4112881 h 6857999"/>
              <a:gd name="connsiteX1070" fmla="*/ 234836 w 7143544"/>
              <a:gd name="connsiteY1070" fmla="*/ 4109927 h 6857999"/>
              <a:gd name="connsiteX1071" fmla="*/ 235821 w 7143544"/>
              <a:gd name="connsiteY1071" fmla="*/ 4117804 h 6857999"/>
              <a:gd name="connsiteX1072" fmla="*/ 209728 w 7143544"/>
              <a:gd name="connsiteY1072" fmla="*/ 4138974 h 6857999"/>
              <a:gd name="connsiteX1073" fmla="*/ 229913 w 7143544"/>
              <a:gd name="connsiteY1073" fmla="*/ 4168020 h 6857999"/>
              <a:gd name="connsiteX1074" fmla="*/ 258467 w 7143544"/>
              <a:gd name="connsiteY1074" fmla="*/ 4163097 h 6857999"/>
              <a:gd name="connsiteX1075" fmla="*/ 243205 w 7143544"/>
              <a:gd name="connsiteY1075" fmla="*/ 4106481 h 6857999"/>
              <a:gd name="connsiteX1076" fmla="*/ 172804 w 7143544"/>
              <a:gd name="connsiteY1076" fmla="*/ 4064141 h 6857999"/>
              <a:gd name="connsiteX1077" fmla="*/ 6762983 w 7143544"/>
              <a:gd name="connsiteY1077" fmla="*/ 4206421 h 6857999"/>
              <a:gd name="connsiteX1078" fmla="*/ 6836831 w 7143544"/>
              <a:gd name="connsiteY1078" fmla="*/ 4121743 h 6857999"/>
              <a:gd name="connsiteX1079" fmla="*/ 6762983 w 7143544"/>
              <a:gd name="connsiteY1079" fmla="*/ 4206421 h 6857999"/>
              <a:gd name="connsiteX1080" fmla="*/ 4387545 w 7143544"/>
              <a:gd name="connsiteY1080" fmla="*/ 6287453 h 6857999"/>
              <a:gd name="connsiteX1081" fmla="*/ 4516532 w 7143544"/>
              <a:gd name="connsiteY1081" fmla="*/ 6293361 h 6857999"/>
              <a:gd name="connsiteX1082" fmla="*/ 4526871 w 7143544"/>
              <a:gd name="connsiteY1082" fmla="*/ 6253975 h 6857999"/>
              <a:gd name="connsiteX1083" fmla="*/ 4387545 w 7143544"/>
              <a:gd name="connsiteY1083" fmla="*/ 6287453 h 6857999"/>
              <a:gd name="connsiteX1084" fmla="*/ 4542625 w 7143544"/>
              <a:gd name="connsiteY1084" fmla="*/ 6270222 h 6857999"/>
              <a:gd name="connsiteX1085" fmla="*/ 4662259 w 7143544"/>
              <a:gd name="connsiteY1085" fmla="*/ 6219513 h 6857999"/>
              <a:gd name="connsiteX1086" fmla="*/ 4561333 w 7143544"/>
              <a:gd name="connsiteY1086" fmla="*/ 6226405 h 6857999"/>
              <a:gd name="connsiteX1087" fmla="*/ 4542625 w 7143544"/>
              <a:gd name="connsiteY1087" fmla="*/ 6270222 h 6857999"/>
              <a:gd name="connsiteX1088" fmla="*/ 6850615 w 7143544"/>
              <a:gd name="connsiteY1088" fmla="*/ 3869675 h 6857999"/>
              <a:gd name="connsiteX1089" fmla="*/ 6780214 w 7143544"/>
              <a:gd name="connsiteY1089" fmla="*/ 3908568 h 6857999"/>
              <a:gd name="connsiteX1090" fmla="*/ 6743782 w 7143544"/>
              <a:gd name="connsiteY1090" fmla="*/ 3945492 h 6857999"/>
              <a:gd name="connsiteX1091" fmla="*/ 6751167 w 7143544"/>
              <a:gd name="connsiteY1091" fmla="*/ 3951893 h 6857999"/>
              <a:gd name="connsiteX1092" fmla="*/ 6850615 w 7143544"/>
              <a:gd name="connsiteY1092" fmla="*/ 3869675 h 6857999"/>
              <a:gd name="connsiteX1093" fmla="*/ 578475 w 7143544"/>
              <a:gd name="connsiteY1093" fmla="*/ 2019049 h 6857999"/>
              <a:gd name="connsiteX1094" fmla="*/ 568136 w 7143544"/>
              <a:gd name="connsiteY1094" fmla="*/ 2009203 h 6857999"/>
              <a:gd name="connsiteX1095" fmla="*/ 553366 w 7143544"/>
              <a:gd name="connsiteY1095" fmla="*/ 2016588 h 6857999"/>
              <a:gd name="connsiteX1096" fmla="*/ 519396 w 7143544"/>
              <a:gd name="connsiteY1096" fmla="*/ 2098313 h 6857999"/>
              <a:gd name="connsiteX1097" fmla="*/ 524319 w 7143544"/>
              <a:gd name="connsiteY1097" fmla="*/ 2118990 h 6857999"/>
              <a:gd name="connsiteX1098" fmla="*/ 545981 w 7143544"/>
              <a:gd name="connsiteY1098" fmla="*/ 2110128 h 6857999"/>
              <a:gd name="connsiteX1099" fmla="*/ 578475 w 7143544"/>
              <a:gd name="connsiteY1099" fmla="*/ 2019049 h 6857999"/>
              <a:gd name="connsiteX1100" fmla="*/ 143265 w 7143544"/>
              <a:gd name="connsiteY1100" fmla="*/ 3478282 h 6857999"/>
              <a:gd name="connsiteX1101" fmla="*/ 161481 w 7143544"/>
              <a:gd name="connsiteY1101" fmla="*/ 3478774 h 6857999"/>
              <a:gd name="connsiteX1102" fmla="*/ 161481 w 7143544"/>
              <a:gd name="connsiteY1102" fmla="*/ 3345848 h 6857999"/>
              <a:gd name="connsiteX1103" fmla="*/ 143265 w 7143544"/>
              <a:gd name="connsiteY1103" fmla="*/ 3478282 h 6857999"/>
              <a:gd name="connsiteX1104" fmla="*/ 653307 w 7143544"/>
              <a:gd name="connsiteY1104" fmla="*/ 4779973 h 6857999"/>
              <a:gd name="connsiteX1105" fmla="*/ 671523 w 7143544"/>
              <a:gd name="connsiteY1105" fmla="*/ 4850867 h 6857999"/>
              <a:gd name="connsiteX1106" fmla="*/ 705000 w 7143544"/>
              <a:gd name="connsiteY1106" fmla="*/ 4870067 h 6857999"/>
              <a:gd name="connsiteX1107" fmla="*/ 690231 w 7143544"/>
              <a:gd name="connsiteY1107" fmla="*/ 4828712 h 6857999"/>
              <a:gd name="connsiteX1108" fmla="*/ 653307 w 7143544"/>
              <a:gd name="connsiteY1108" fmla="*/ 4779973 h 6857999"/>
              <a:gd name="connsiteX1109" fmla="*/ 4282681 w 7143544"/>
              <a:gd name="connsiteY1109" fmla="*/ 6336685 h 6857999"/>
              <a:gd name="connsiteX1110" fmla="*/ 4290066 w 7143544"/>
              <a:gd name="connsiteY1110" fmla="*/ 6346531 h 6857999"/>
              <a:gd name="connsiteX1111" fmla="*/ 4325020 w 7143544"/>
              <a:gd name="connsiteY1111" fmla="*/ 6318961 h 6857999"/>
              <a:gd name="connsiteX1112" fmla="*/ 4371298 w 7143544"/>
              <a:gd name="connsiteY1112" fmla="*/ 6318961 h 6857999"/>
              <a:gd name="connsiteX1113" fmla="*/ 4373760 w 7143544"/>
              <a:gd name="connsiteY1113" fmla="*/ 6304684 h 6857999"/>
              <a:gd name="connsiteX1114" fmla="*/ 4339790 w 7143544"/>
              <a:gd name="connsiteY1114" fmla="*/ 6291883 h 6857999"/>
              <a:gd name="connsiteX1115" fmla="*/ 4282681 w 7143544"/>
              <a:gd name="connsiteY1115" fmla="*/ 6336685 h 6857999"/>
              <a:gd name="connsiteX1116" fmla="*/ 438164 w 7143544"/>
              <a:gd name="connsiteY1116" fmla="*/ 4399410 h 6857999"/>
              <a:gd name="connsiteX1117" fmla="*/ 447518 w 7143544"/>
              <a:gd name="connsiteY1117" fmla="*/ 4395472 h 6857999"/>
              <a:gd name="connsiteX1118" fmla="*/ 444564 w 7143544"/>
              <a:gd name="connsiteY1118" fmla="*/ 4330486 h 6857999"/>
              <a:gd name="connsiteX1119" fmla="*/ 408132 w 7143544"/>
              <a:gd name="connsiteY1119" fmla="*/ 4376271 h 6857999"/>
              <a:gd name="connsiteX1120" fmla="*/ 438164 w 7143544"/>
              <a:gd name="connsiteY1120" fmla="*/ 4399410 h 6857999"/>
              <a:gd name="connsiteX1121" fmla="*/ 1788102 w 7143544"/>
              <a:gd name="connsiteY1121" fmla="*/ 6310100 h 6857999"/>
              <a:gd name="connsiteX1122" fmla="*/ 1727054 w 7143544"/>
              <a:gd name="connsiteY1122" fmla="*/ 6334223 h 6857999"/>
              <a:gd name="connsiteX1123" fmla="*/ 1791056 w 7143544"/>
              <a:gd name="connsiteY1123" fmla="*/ 6347024 h 6857999"/>
              <a:gd name="connsiteX1124" fmla="*/ 1788102 w 7143544"/>
              <a:gd name="connsiteY1124" fmla="*/ 6310100 h 6857999"/>
              <a:gd name="connsiteX1125" fmla="*/ 473118 w 7143544"/>
              <a:gd name="connsiteY1125" fmla="*/ 4413195 h 6857999"/>
              <a:gd name="connsiteX1126" fmla="*/ 497242 w 7143544"/>
              <a:gd name="connsiteY1126" fmla="*/ 4495905 h 6857999"/>
              <a:gd name="connsiteX1127" fmla="*/ 518412 w 7143544"/>
              <a:gd name="connsiteY1127" fmla="*/ 4503290 h 6857999"/>
              <a:gd name="connsiteX1128" fmla="*/ 525304 w 7143544"/>
              <a:gd name="connsiteY1128" fmla="*/ 4475228 h 6857999"/>
              <a:gd name="connsiteX1129" fmla="*/ 503642 w 7143544"/>
              <a:gd name="connsiteY1129" fmla="*/ 4438796 h 6857999"/>
              <a:gd name="connsiteX1130" fmla="*/ 473118 w 7143544"/>
              <a:gd name="connsiteY1130" fmla="*/ 4413195 h 6857999"/>
              <a:gd name="connsiteX1131" fmla="*/ 6225370 w 7143544"/>
              <a:gd name="connsiteY1131" fmla="*/ 5299861 h 6857999"/>
              <a:gd name="connsiteX1132" fmla="*/ 6207647 w 7143544"/>
              <a:gd name="connsiteY1132" fmla="*/ 5287061 h 6857999"/>
              <a:gd name="connsiteX1133" fmla="*/ 6162354 w 7143544"/>
              <a:gd name="connsiteY1133" fmla="*/ 5352540 h 6857999"/>
              <a:gd name="connsiteX1134" fmla="*/ 6178600 w 7143544"/>
              <a:gd name="connsiteY1134" fmla="*/ 5363863 h 6857999"/>
              <a:gd name="connsiteX1135" fmla="*/ 6225370 w 7143544"/>
              <a:gd name="connsiteY1135" fmla="*/ 5299861 h 6857999"/>
              <a:gd name="connsiteX1136" fmla="*/ 1196335 w 7143544"/>
              <a:gd name="connsiteY1136" fmla="*/ 5561283 h 6857999"/>
              <a:gd name="connsiteX1137" fmla="*/ 1162857 w 7143544"/>
              <a:gd name="connsiteY1137" fmla="*/ 5511066 h 6857999"/>
              <a:gd name="connsiteX1138" fmla="*/ 1154980 w 7143544"/>
              <a:gd name="connsiteY1138" fmla="*/ 5545036 h 6857999"/>
              <a:gd name="connsiteX1139" fmla="*/ 1196335 w 7143544"/>
              <a:gd name="connsiteY1139" fmla="*/ 5561283 h 6857999"/>
              <a:gd name="connsiteX1140" fmla="*/ 546966 w 7143544"/>
              <a:gd name="connsiteY1140" fmla="*/ 5090626 h 6857999"/>
              <a:gd name="connsiteX1141" fmla="*/ 470657 w 7143544"/>
              <a:gd name="connsiteY1141" fmla="*/ 5086688 h 6857999"/>
              <a:gd name="connsiteX1142" fmla="*/ 546966 w 7143544"/>
              <a:gd name="connsiteY1142" fmla="*/ 5090626 h 6857999"/>
              <a:gd name="connsiteX1143" fmla="*/ 1228828 w 7143544"/>
              <a:gd name="connsiteY1143" fmla="*/ 5949722 h 6857999"/>
              <a:gd name="connsiteX1144" fmla="*/ 1169749 w 7143544"/>
              <a:gd name="connsiteY1144" fmla="*/ 5903937 h 6857999"/>
              <a:gd name="connsiteX1145" fmla="*/ 1228828 w 7143544"/>
              <a:gd name="connsiteY1145" fmla="*/ 5949722 h 6857999"/>
              <a:gd name="connsiteX1146" fmla="*/ 165911 w 7143544"/>
              <a:gd name="connsiteY1146" fmla="*/ 3537852 h 6857999"/>
              <a:gd name="connsiteX1147" fmla="*/ 143757 w 7143544"/>
              <a:gd name="connsiteY1147" fmla="*/ 3536376 h 6857999"/>
              <a:gd name="connsiteX1148" fmla="*/ 134403 w 7143544"/>
              <a:gd name="connsiteY1148" fmla="*/ 3583638 h 6857999"/>
              <a:gd name="connsiteX1149" fmla="*/ 162465 w 7143544"/>
              <a:gd name="connsiteY1149" fmla="*/ 3577730 h 6857999"/>
              <a:gd name="connsiteX1150" fmla="*/ 165911 w 7143544"/>
              <a:gd name="connsiteY1150" fmla="*/ 3537852 h 6857999"/>
              <a:gd name="connsiteX1151" fmla="*/ 1929397 w 7143544"/>
              <a:gd name="connsiteY1151" fmla="*/ 5690762 h 6857999"/>
              <a:gd name="connsiteX1152" fmla="*/ 1901827 w 7143544"/>
              <a:gd name="connsiteY1152" fmla="*/ 5753779 h 6857999"/>
              <a:gd name="connsiteX1153" fmla="*/ 1946628 w 7143544"/>
              <a:gd name="connsiteY1153" fmla="*/ 5734579 h 6857999"/>
              <a:gd name="connsiteX1154" fmla="*/ 1929397 w 7143544"/>
              <a:gd name="connsiteY1154" fmla="*/ 5690762 h 6857999"/>
              <a:gd name="connsiteX1155" fmla="*/ 265852 w 7143544"/>
              <a:gd name="connsiteY1155" fmla="*/ 3602346 h 6857999"/>
              <a:gd name="connsiteX1156" fmla="*/ 268314 w 7143544"/>
              <a:gd name="connsiteY1156" fmla="*/ 3617608 h 6857999"/>
              <a:gd name="connsiteX1157" fmla="*/ 336746 w 7143544"/>
              <a:gd name="connsiteY1157" fmla="*/ 3599885 h 6857999"/>
              <a:gd name="connsiteX1158" fmla="*/ 265852 w 7143544"/>
              <a:gd name="connsiteY1158" fmla="*/ 3602346 h 6857999"/>
              <a:gd name="connsiteX1159" fmla="*/ 6757567 w 7143544"/>
              <a:gd name="connsiteY1159" fmla="*/ 4237930 h 6857999"/>
              <a:gd name="connsiteX1160" fmla="*/ 6747721 w 7143544"/>
              <a:gd name="connsiteY1160" fmla="*/ 4230545 h 6857999"/>
              <a:gd name="connsiteX1161" fmla="*/ 6690119 w 7143544"/>
              <a:gd name="connsiteY1161" fmla="*/ 4283223 h 6857999"/>
              <a:gd name="connsiteX1162" fmla="*/ 6704889 w 7143544"/>
              <a:gd name="connsiteY1162" fmla="*/ 4297008 h 6857999"/>
              <a:gd name="connsiteX1163" fmla="*/ 6757567 w 7143544"/>
              <a:gd name="connsiteY1163" fmla="*/ 4237930 h 6857999"/>
              <a:gd name="connsiteX1164" fmla="*/ 424379 w 7143544"/>
              <a:gd name="connsiteY1164" fmla="*/ 4315716 h 6857999"/>
              <a:gd name="connsiteX1165" fmla="*/ 429302 w 7143544"/>
              <a:gd name="connsiteY1165" fmla="*/ 4251223 h 6857999"/>
              <a:gd name="connsiteX1166" fmla="*/ 424379 w 7143544"/>
              <a:gd name="connsiteY1166" fmla="*/ 4315716 h 6857999"/>
              <a:gd name="connsiteX1167" fmla="*/ 5297842 w 7143544"/>
              <a:gd name="connsiteY1167" fmla="*/ 6125480 h 6857999"/>
              <a:gd name="connsiteX1168" fmla="*/ 5294888 w 7143544"/>
              <a:gd name="connsiteY1168" fmla="*/ 6139757 h 6857999"/>
              <a:gd name="connsiteX1169" fmla="*/ 5349043 w 7143544"/>
              <a:gd name="connsiteY1169" fmla="*/ 6143696 h 6857999"/>
              <a:gd name="connsiteX1170" fmla="*/ 5362336 w 7143544"/>
              <a:gd name="connsiteY1170" fmla="*/ 6129911 h 6857999"/>
              <a:gd name="connsiteX1171" fmla="*/ 5344120 w 7143544"/>
              <a:gd name="connsiteY1171" fmla="*/ 6117603 h 6857999"/>
              <a:gd name="connsiteX1172" fmla="*/ 5297842 w 7143544"/>
              <a:gd name="connsiteY1172" fmla="*/ 6125480 h 6857999"/>
              <a:gd name="connsiteX1173" fmla="*/ 5744375 w 7143544"/>
              <a:gd name="connsiteY1173" fmla="*/ 5065518 h 6857999"/>
              <a:gd name="connsiteX1174" fmla="*/ 5731083 w 7143544"/>
              <a:gd name="connsiteY1174" fmla="*/ 5089641 h 6857999"/>
              <a:gd name="connsiteX1175" fmla="*/ 5780315 w 7143544"/>
              <a:gd name="connsiteY1175" fmla="*/ 5085210 h 6857999"/>
              <a:gd name="connsiteX1176" fmla="*/ 5744375 w 7143544"/>
              <a:gd name="connsiteY1176" fmla="*/ 5065518 h 6857999"/>
              <a:gd name="connsiteX1177" fmla="*/ 2644736 w 7143544"/>
              <a:gd name="connsiteY1177" fmla="*/ 6734478 h 6857999"/>
              <a:gd name="connsiteX1178" fmla="*/ 2635875 w 7143544"/>
              <a:gd name="connsiteY1178" fmla="*/ 6687708 h 6857999"/>
              <a:gd name="connsiteX1179" fmla="*/ 2624551 w 7143544"/>
              <a:gd name="connsiteY1179" fmla="*/ 6682785 h 6857999"/>
              <a:gd name="connsiteX1180" fmla="*/ 2600920 w 7143544"/>
              <a:gd name="connsiteY1180" fmla="*/ 6721186 h 6857999"/>
              <a:gd name="connsiteX1181" fmla="*/ 2644736 w 7143544"/>
              <a:gd name="connsiteY1181" fmla="*/ 673447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7143544" h="6857999">
                <a:moveTo>
                  <a:pt x="944760" y="5739994"/>
                </a:moveTo>
                <a:cubicBezTo>
                  <a:pt x="931467" y="5738025"/>
                  <a:pt x="918174" y="5736056"/>
                  <a:pt x="904882" y="5734087"/>
                </a:cubicBezTo>
                <a:cubicBezTo>
                  <a:pt x="903405" y="5738025"/>
                  <a:pt x="901436" y="5741964"/>
                  <a:pt x="899959" y="5745902"/>
                </a:cubicBezTo>
                <a:cubicBezTo>
                  <a:pt x="911774" y="5754272"/>
                  <a:pt x="923098" y="5762149"/>
                  <a:pt x="933436" y="5769533"/>
                </a:cubicBezTo>
                <a:cubicBezTo>
                  <a:pt x="926052" y="5787750"/>
                  <a:pt x="918174" y="5806949"/>
                  <a:pt x="913744" y="5818765"/>
                </a:cubicBezTo>
                <a:cubicBezTo>
                  <a:pt x="899466" y="5810888"/>
                  <a:pt x="874358" y="5805965"/>
                  <a:pt x="865496" y="5791196"/>
                </a:cubicBezTo>
                <a:cubicBezTo>
                  <a:pt x="851711" y="5768549"/>
                  <a:pt x="836942" y="5738025"/>
                  <a:pt x="856635" y="5711932"/>
                </a:cubicBezTo>
                <a:cubicBezTo>
                  <a:pt x="876820" y="5685347"/>
                  <a:pt x="866973" y="5667131"/>
                  <a:pt x="846296" y="5651869"/>
                </a:cubicBezTo>
                <a:cubicBezTo>
                  <a:pt x="821680" y="5633654"/>
                  <a:pt x="824634" y="5593776"/>
                  <a:pt x="782295" y="5587868"/>
                </a:cubicBezTo>
                <a:cubicBezTo>
                  <a:pt x="737986" y="5581468"/>
                  <a:pt x="695646" y="5561283"/>
                  <a:pt x="652322" y="5547006"/>
                </a:cubicBezTo>
                <a:cubicBezTo>
                  <a:pt x="648876" y="5546021"/>
                  <a:pt x="642968" y="5543067"/>
                  <a:pt x="642968" y="5541590"/>
                </a:cubicBezTo>
                <a:cubicBezTo>
                  <a:pt x="644445" y="5532236"/>
                  <a:pt x="647399" y="5522882"/>
                  <a:pt x="649368" y="5513035"/>
                </a:cubicBezTo>
                <a:cubicBezTo>
                  <a:pt x="676446" y="5524359"/>
                  <a:pt x="662661" y="5436234"/>
                  <a:pt x="706477" y="5489404"/>
                </a:cubicBezTo>
                <a:cubicBezTo>
                  <a:pt x="714355" y="5498758"/>
                  <a:pt x="719770" y="5510082"/>
                  <a:pt x="731586" y="5528297"/>
                </a:cubicBezTo>
                <a:cubicBezTo>
                  <a:pt x="737001" y="5508604"/>
                  <a:pt x="739955" y="5499250"/>
                  <a:pt x="742909" y="5488420"/>
                </a:cubicBezTo>
                <a:cubicBezTo>
                  <a:pt x="761617" y="5488420"/>
                  <a:pt x="779341" y="5488420"/>
                  <a:pt x="796572" y="5488420"/>
                </a:cubicBezTo>
                <a:cubicBezTo>
                  <a:pt x="798541" y="5484481"/>
                  <a:pt x="800510" y="5481035"/>
                  <a:pt x="802480" y="5477096"/>
                </a:cubicBezTo>
                <a:cubicBezTo>
                  <a:pt x="791156" y="5471188"/>
                  <a:pt x="779833" y="5464788"/>
                  <a:pt x="762602" y="5454942"/>
                </a:cubicBezTo>
                <a:cubicBezTo>
                  <a:pt x="762602" y="5454942"/>
                  <a:pt x="760632" y="5445588"/>
                  <a:pt x="755709" y="5425895"/>
                </a:cubicBezTo>
                <a:cubicBezTo>
                  <a:pt x="744386" y="5444111"/>
                  <a:pt x="737986" y="5453957"/>
                  <a:pt x="728632" y="5469219"/>
                </a:cubicBezTo>
                <a:cubicBezTo>
                  <a:pt x="718785" y="5466265"/>
                  <a:pt x="697616" y="5460358"/>
                  <a:pt x="674969" y="5453957"/>
                </a:cubicBezTo>
                <a:cubicBezTo>
                  <a:pt x="667584" y="5459865"/>
                  <a:pt x="657738" y="5467250"/>
                  <a:pt x="639030" y="5481035"/>
                </a:cubicBezTo>
                <a:cubicBezTo>
                  <a:pt x="660199" y="5430818"/>
                  <a:pt x="609983" y="5441157"/>
                  <a:pt x="591767" y="5417525"/>
                </a:cubicBezTo>
                <a:cubicBezTo>
                  <a:pt x="616383" y="5411618"/>
                  <a:pt x="630660" y="5407679"/>
                  <a:pt x="645430" y="5404233"/>
                </a:cubicBezTo>
                <a:cubicBezTo>
                  <a:pt x="645430" y="5401772"/>
                  <a:pt x="645430" y="5398818"/>
                  <a:pt x="645430" y="5396356"/>
                </a:cubicBezTo>
                <a:cubicBezTo>
                  <a:pt x="631645" y="5391433"/>
                  <a:pt x="617860" y="5387002"/>
                  <a:pt x="603583" y="5382079"/>
                </a:cubicBezTo>
                <a:cubicBezTo>
                  <a:pt x="601614" y="5367801"/>
                  <a:pt x="599644" y="5352540"/>
                  <a:pt x="597183" y="5335801"/>
                </a:cubicBezTo>
                <a:cubicBezTo>
                  <a:pt x="609983" y="5327924"/>
                  <a:pt x="623276" y="5320047"/>
                  <a:pt x="637061" y="5311677"/>
                </a:cubicBezTo>
                <a:cubicBezTo>
                  <a:pt x="628199" y="5297892"/>
                  <a:pt x="620814" y="5286569"/>
                  <a:pt x="614906" y="5277215"/>
                </a:cubicBezTo>
                <a:cubicBezTo>
                  <a:pt x="590782" y="5277215"/>
                  <a:pt x="564690" y="5272784"/>
                  <a:pt x="541058" y="5278692"/>
                </a:cubicBezTo>
                <a:cubicBezTo>
                  <a:pt x="526289" y="5282138"/>
                  <a:pt x="514965" y="5301338"/>
                  <a:pt x="497734" y="5316600"/>
                </a:cubicBezTo>
                <a:cubicBezTo>
                  <a:pt x="508073" y="5275245"/>
                  <a:pt x="517919" y="5235368"/>
                  <a:pt x="528258" y="5193520"/>
                </a:cubicBezTo>
                <a:cubicBezTo>
                  <a:pt x="533181" y="5198936"/>
                  <a:pt x="539089" y="5204844"/>
                  <a:pt x="544505" y="5210259"/>
                </a:cubicBezTo>
                <a:cubicBezTo>
                  <a:pt x="546966" y="5208290"/>
                  <a:pt x="548935" y="5206813"/>
                  <a:pt x="551397" y="5204844"/>
                </a:cubicBezTo>
                <a:cubicBezTo>
                  <a:pt x="535643" y="5186136"/>
                  <a:pt x="519889" y="5167428"/>
                  <a:pt x="506596" y="5150689"/>
                </a:cubicBezTo>
                <a:cubicBezTo>
                  <a:pt x="495765" y="5156597"/>
                  <a:pt x="487396" y="5162012"/>
                  <a:pt x="474103" y="5169397"/>
                </a:cubicBezTo>
                <a:cubicBezTo>
                  <a:pt x="474595" y="5172351"/>
                  <a:pt x="476565" y="5182690"/>
                  <a:pt x="480011" y="5203859"/>
                </a:cubicBezTo>
                <a:cubicBezTo>
                  <a:pt x="449979" y="5182690"/>
                  <a:pt x="426348" y="5165951"/>
                  <a:pt x="399271" y="5146750"/>
                </a:cubicBezTo>
                <a:cubicBezTo>
                  <a:pt x="412563" y="5140350"/>
                  <a:pt x="420933" y="5136412"/>
                  <a:pt x="432748" y="5130996"/>
                </a:cubicBezTo>
                <a:cubicBezTo>
                  <a:pt x="418963" y="5119180"/>
                  <a:pt x="407148" y="5109334"/>
                  <a:pt x="391886" y="5096042"/>
                </a:cubicBezTo>
                <a:cubicBezTo>
                  <a:pt x="406163" y="5091119"/>
                  <a:pt x="417979" y="5090134"/>
                  <a:pt x="425363" y="5083734"/>
                </a:cubicBezTo>
                <a:cubicBezTo>
                  <a:pt x="434717" y="5075364"/>
                  <a:pt x="446041" y="5064533"/>
                  <a:pt x="427333" y="5049764"/>
                </a:cubicBezTo>
                <a:cubicBezTo>
                  <a:pt x="419948" y="5043855"/>
                  <a:pt x="419948" y="5028101"/>
                  <a:pt x="413055" y="5006439"/>
                </a:cubicBezTo>
                <a:cubicBezTo>
                  <a:pt x="407148" y="5019732"/>
                  <a:pt x="404686" y="5029578"/>
                  <a:pt x="399271" y="5036963"/>
                </a:cubicBezTo>
                <a:cubicBezTo>
                  <a:pt x="392378" y="5046810"/>
                  <a:pt x="383516" y="5054687"/>
                  <a:pt x="371701" y="5060594"/>
                </a:cubicBezTo>
                <a:cubicBezTo>
                  <a:pt x="365793" y="5035978"/>
                  <a:pt x="387947" y="4997085"/>
                  <a:pt x="332315" y="5010870"/>
                </a:cubicBezTo>
                <a:cubicBezTo>
                  <a:pt x="338223" y="5004470"/>
                  <a:pt x="347085" y="4992162"/>
                  <a:pt x="349546" y="4993147"/>
                </a:cubicBezTo>
                <a:cubicBezTo>
                  <a:pt x="384501" y="5008901"/>
                  <a:pt x="398778" y="4986254"/>
                  <a:pt x="408625" y="4966562"/>
                </a:cubicBezTo>
                <a:cubicBezTo>
                  <a:pt x="392378" y="4945392"/>
                  <a:pt x="377116" y="4925699"/>
                  <a:pt x="357916" y="4901083"/>
                </a:cubicBezTo>
                <a:cubicBezTo>
                  <a:pt x="351023" y="4901083"/>
                  <a:pt x="332807" y="4901083"/>
                  <a:pt x="302776" y="4901083"/>
                </a:cubicBezTo>
                <a:cubicBezTo>
                  <a:pt x="328869" y="4876467"/>
                  <a:pt x="347085" y="4859236"/>
                  <a:pt x="368254" y="4838559"/>
                </a:cubicBezTo>
                <a:cubicBezTo>
                  <a:pt x="363331" y="4827236"/>
                  <a:pt x="355946" y="4809020"/>
                  <a:pt x="346592" y="4791296"/>
                </a:cubicBezTo>
                <a:cubicBezTo>
                  <a:pt x="344623" y="4787850"/>
                  <a:pt x="333792" y="4784404"/>
                  <a:pt x="330838" y="4786373"/>
                </a:cubicBezTo>
                <a:cubicBezTo>
                  <a:pt x="320992" y="4792773"/>
                  <a:pt x="303268" y="4804096"/>
                  <a:pt x="304745" y="4810004"/>
                </a:cubicBezTo>
                <a:cubicBezTo>
                  <a:pt x="314099" y="4851359"/>
                  <a:pt x="283576" y="4864159"/>
                  <a:pt x="261914" y="4879914"/>
                </a:cubicBezTo>
                <a:cubicBezTo>
                  <a:pt x="242713" y="4850375"/>
                  <a:pt x="224005" y="4820835"/>
                  <a:pt x="202343" y="4786865"/>
                </a:cubicBezTo>
                <a:cubicBezTo>
                  <a:pt x="206282" y="4782434"/>
                  <a:pt x="216128" y="4772096"/>
                  <a:pt x="227944" y="4758803"/>
                </a:cubicBezTo>
                <a:cubicBezTo>
                  <a:pt x="236313" y="4775050"/>
                  <a:pt x="242221" y="4787358"/>
                  <a:pt x="248621" y="4799665"/>
                </a:cubicBezTo>
                <a:cubicBezTo>
                  <a:pt x="251083" y="4799173"/>
                  <a:pt x="253052" y="4798189"/>
                  <a:pt x="255513" y="4797696"/>
                </a:cubicBezTo>
                <a:cubicBezTo>
                  <a:pt x="255021" y="4789327"/>
                  <a:pt x="254036" y="4780957"/>
                  <a:pt x="253544" y="4772096"/>
                </a:cubicBezTo>
                <a:cubicBezTo>
                  <a:pt x="292930" y="4768649"/>
                  <a:pt x="300314" y="4757818"/>
                  <a:pt x="293914" y="4719910"/>
                </a:cubicBezTo>
                <a:cubicBezTo>
                  <a:pt x="288991" y="4690371"/>
                  <a:pt x="289976" y="4658862"/>
                  <a:pt x="280129" y="4631785"/>
                </a:cubicBezTo>
                <a:cubicBezTo>
                  <a:pt x="273237" y="4613569"/>
                  <a:pt x="272252" y="4585507"/>
                  <a:pt x="240252" y="4581076"/>
                </a:cubicBezTo>
                <a:cubicBezTo>
                  <a:pt x="226959" y="4579107"/>
                  <a:pt x="215636" y="4561876"/>
                  <a:pt x="204312" y="4552522"/>
                </a:cubicBezTo>
                <a:cubicBezTo>
                  <a:pt x="213666" y="4536767"/>
                  <a:pt x="222036" y="4523967"/>
                  <a:pt x="229913" y="4510675"/>
                </a:cubicBezTo>
                <a:cubicBezTo>
                  <a:pt x="226959" y="4507721"/>
                  <a:pt x="224005" y="4505259"/>
                  <a:pt x="221051" y="4502305"/>
                </a:cubicBezTo>
                <a:cubicBezTo>
                  <a:pt x="213174" y="4508213"/>
                  <a:pt x="204805" y="4514613"/>
                  <a:pt x="195451" y="4521505"/>
                </a:cubicBezTo>
                <a:cubicBezTo>
                  <a:pt x="189050" y="4503290"/>
                  <a:pt x="182158" y="4485074"/>
                  <a:pt x="175265" y="4465873"/>
                </a:cubicBezTo>
                <a:cubicBezTo>
                  <a:pt x="191512" y="4463412"/>
                  <a:pt x="206774" y="4460950"/>
                  <a:pt x="231882" y="4456520"/>
                </a:cubicBezTo>
                <a:cubicBezTo>
                  <a:pt x="201358" y="4428457"/>
                  <a:pt x="177727" y="4407288"/>
                  <a:pt x="153111" y="4384641"/>
                </a:cubicBezTo>
                <a:cubicBezTo>
                  <a:pt x="162465" y="4367410"/>
                  <a:pt x="176250" y="4342794"/>
                  <a:pt x="189543" y="4318670"/>
                </a:cubicBezTo>
                <a:cubicBezTo>
                  <a:pt x="188066" y="4316701"/>
                  <a:pt x="186589" y="4315224"/>
                  <a:pt x="185604" y="4313255"/>
                </a:cubicBezTo>
                <a:cubicBezTo>
                  <a:pt x="171327" y="4322116"/>
                  <a:pt x="156557" y="4331470"/>
                  <a:pt x="147696" y="4336886"/>
                </a:cubicBezTo>
                <a:cubicBezTo>
                  <a:pt x="132926" y="4292085"/>
                  <a:pt x="117664" y="4246299"/>
                  <a:pt x="102402" y="4200021"/>
                </a:cubicBezTo>
                <a:cubicBezTo>
                  <a:pt x="107325" y="4197560"/>
                  <a:pt x="112249" y="4195098"/>
                  <a:pt x="117172" y="4193129"/>
                </a:cubicBezTo>
                <a:cubicBezTo>
                  <a:pt x="122587" y="4199529"/>
                  <a:pt x="126526" y="4206914"/>
                  <a:pt x="132926" y="4211837"/>
                </a:cubicBezTo>
                <a:cubicBezTo>
                  <a:pt x="141788" y="4218729"/>
                  <a:pt x="151634" y="4224145"/>
                  <a:pt x="160988" y="4230053"/>
                </a:cubicBezTo>
                <a:cubicBezTo>
                  <a:pt x="165419" y="4222176"/>
                  <a:pt x="174773" y="4209868"/>
                  <a:pt x="172804" y="4207899"/>
                </a:cubicBezTo>
                <a:cubicBezTo>
                  <a:pt x="164927" y="4199529"/>
                  <a:pt x="154588" y="4193621"/>
                  <a:pt x="143757" y="4188698"/>
                </a:cubicBezTo>
                <a:cubicBezTo>
                  <a:pt x="138834" y="4186236"/>
                  <a:pt x="131941" y="4187713"/>
                  <a:pt x="126526" y="4187221"/>
                </a:cubicBezTo>
                <a:cubicBezTo>
                  <a:pt x="111264" y="4155220"/>
                  <a:pt x="175758" y="4135528"/>
                  <a:pt x="132926" y="4100081"/>
                </a:cubicBezTo>
                <a:cubicBezTo>
                  <a:pt x="125049" y="4107465"/>
                  <a:pt x="117172" y="4114850"/>
                  <a:pt x="106833" y="4124696"/>
                </a:cubicBezTo>
                <a:cubicBezTo>
                  <a:pt x="99448" y="4118296"/>
                  <a:pt x="89602" y="4109927"/>
                  <a:pt x="79263" y="4101557"/>
                </a:cubicBezTo>
                <a:cubicBezTo>
                  <a:pt x="90587" y="4094665"/>
                  <a:pt x="101910" y="4087280"/>
                  <a:pt x="113726" y="4080388"/>
                </a:cubicBezTo>
                <a:cubicBezTo>
                  <a:pt x="132926" y="4069557"/>
                  <a:pt x="151634" y="4058233"/>
                  <a:pt x="171327" y="4048879"/>
                </a:cubicBezTo>
                <a:cubicBezTo>
                  <a:pt x="181173" y="4044449"/>
                  <a:pt x="193481" y="4044941"/>
                  <a:pt x="204312" y="4042972"/>
                </a:cubicBezTo>
                <a:cubicBezTo>
                  <a:pt x="208251" y="4046418"/>
                  <a:pt x="212682" y="4049372"/>
                  <a:pt x="216620" y="4052818"/>
                </a:cubicBezTo>
                <a:cubicBezTo>
                  <a:pt x="216620" y="4021802"/>
                  <a:pt x="216620" y="3990294"/>
                  <a:pt x="216620" y="3959278"/>
                </a:cubicBezTo>
                <a:cubicBezTo>
                  <a:pt x="221051" y="3957308"/>
                  <a:pt x="225974" y="3955339"/>
                  <a:pt x="230405" y="3953862"/>
                </a:cubicBezTo>
                <a:cubicBezTo>
                  <a:pt x="221543" y="3947954"/>
                  <a:pt x="211205" y="3936138"/>
                  <a:pt x="203328" y="3937615"/>
                </a:cubicBezTo>
                <a:cubicBezTo>
                  <a:pt x="188066" y="3940569"/>
                  <a:pt x="172804" y="3948939"/>
                  <a:pt x="160988" y="3959278"/>
                </a:cubicBezTo>
                <a:cubicBezTo>
                  <a:pt x="141788" y="3976016"/>
                  <a:pt x="125541" y="3995709"/>
                  <a:pt x="108802" y="4013433"/>
                </a:cubicBezTo>
                <a:cubicBezTo>
                  <a:pt x="75817" y="3978970"/>
                  <a:pt x="64986" y="3941062"/>
                  <a:pt x="54155" y="3902661"/>
                </a:cubicBezTo>
                <a:cubicBezTo>
                  <a:pt x="37909" y="3846536"/>
                  <a:pt x="93541" y="3832259"/>
                  <a:pt x="111264" y="3787458"/>
                </a:cubicBezTo>
                <a:cubicBezTo>
                  <a:pt x="86648" y="3784504"/>
                  <a:pt x="61048" y="3782043"/>
                  <a:pt x="30524" y="3778104"/>
                </a:cubicBezTo>
                <a:cubicBezTo>
                  <a:pt x="37416" y="3719518"/>
                  <a:pt x="15262" y="3651086"/>
                  <a:pt x="66463" y="3604316"/>
                </a:cubicBezTo>
                <a:cubicBezTo>
                  <a:pt x="60555" y="3583638"/>
                  <a:pt x="56124" y="3566407"/>
                  <a:pt x="49724" y="3544253"/>
                </a:cubicBezTo>
                <a:cubicBezTo>
                  <a:pt x="41355" y="3538837"/>
                  <a:pt x="25601" y="3529483"/>
                  <a:pt x="10339" y="3520129"/>
                </a:cubicBezTo>
                <a:cubicBezTo>
                  <a:pt x="14770" y="3518652"/>
                  <a:pt x="19200" y="3517668"/>
                  <a:pt x="23631" y="3516191"/>
                </a:cubicBezTo>
                <a:cubicBezTo>
                  <a:pt x="28554" y="3498467"/>
                  <a:pt x="39878" y="3479267"/>
                  <a:pt x="36432" y="3463512"/>
                </a:cubicBezTo>
                <a:cubicBezTo>
                  <a:pt x="33478" y="3450220"/>
                  <a:pt x="12800" y="3440866"/>
                  <a:pt x="0" y="3429542"/>
                </a:cubicBezTo>
                <a:cubicBezTo>
                  <a:pt x="1969" y="3426589"/>
                  <a:pt x="3939" y="3424127"/>
                  <a:pt x="5416" y="3421173"/>
                </a:cubicBezTo>
                <a:cubicBezTo>
                  <a:pt x="15262" y="3423142"/>
                  <a:pt x="25108" y="3425112"/>
                  <a:pt x="34955" y="3427573"/>
                </a:cubicBezTo>
                <a:cubicBezTo>
                  <a:pt x="37909" y="3418219"/>
                  <a:pt x="40370" y="3408865"/>
                  <a:pt x="42832" y="3400496"/>
                </a:cubicBezTo>
                <a:cubicBezTo>
                  <a:pt x="31508" y="3394588"/>
                  <a:pt x="21170" y="3389172"/>
                  <a:pt x="10831" y="3383757"/>
                </a:cubicBezTo>
                <a:cubicBezTo>
                  <a:pt x="11323" y="3379818"/>
                  <a:pt x="11816" y="3375387"/>
                  <a:pt x="12308" y="3371449"/>
                </a:cubicBezTo>
                <a:cubicBezTo>
                  <a:pt x="29539" y="3369479"/>
                  <a:pt x="46278" y="3368003"/>
                  <a:pt x="63509" y="3366033"/>
                </a:cubicBezTo>
                <a:cubicBezTo>
                  <a:pt x="63509" y="3365541"/>
                  <a:pt x="63017" y="3364556"/>
                  <a:pt x="63017" y="3364064"/>
                </a:cubicBezTo>
                <a:cubicBezTo>
                  <a:pt x="83694" y="3361110"/>
                  <a:pt x="104372" y="3358649"/>
                  <a:pt x="125541" y="3355695"/>
                </a:cubicBezTo>
                <a:cubicBezTo>
                  <a:pt x="127511" y="3358649"/>
                  <a:pt x="128988" y="3361602"/>
                  <a:pt x="130957" y="3364556"/>
                </a:cubicBezTo>
                <a:cubicBezTo>
                  <a:pt x="139326" y="3347818"/>
                  <a:pt x="147696" y="3330586"/>
                  <a:pt x="158034" y="3309417"/>
                </a:cubicBezTo>
                <a:cubicBezTo>
                  <a:pt x="119141" y="3321725"/>
                  <a:pt x="87140" y="3332556"/>
                  <a:pt x="54647" y="3340433"/>
                </a:cubicBezTo>
                <a:cubicBezTo>
                  <a:pt x="48247" y="3341910"/>
                  <a:pt x="35447" y="3332556"/>
                  <a:pt x="31508" y="3324679"/>
                </a:cubicBezTo>
                <a:cubicBezTo>
                  <a:pt x="24124" y="3309417"/>
                  <a:pt x="16247" y="3291693"/>
                  <a:pt x="17231" y="3275939"/>
                </a:cubicBezTo>
                <a:cubicBezTo>
                  <a:pt x="17723" y="3263631"/>
                  <a:pt x="32001" y="3252308"/>
                  <a:pt x="39878" y="3240492"/>
                </a:cubicBezTo>
                <a:cubicBezTo>
                  <a:pt x="41847" y="3237538"/>
                  <a:pt x="44309" y="3234584"/>
                  <a:pt x="45786" y="3231138"/>
                </a:cubicBezTo>
                <a:cubicBezTo>
                  <a:pt x="61540" y="3190768"/>
                  <a:pt x="90587" y="3170090"/>
                  <a:pt x="136865" y="3169106"/>
                </a:cubicBezTo>
                <a:cubicBezTo>
                  <a:pt x="132926" y="3190768"/>
                  <a:pt x="125049" y="3212430"/>
                  <a:pt x="126034" y="3234092"/>
                </a:cubicBezTo>
                <a:cubicBezTo>
                  <a:pt x="127018" y="3253785"/>
                  <a:pt x="136865" y="3273477"/>
                  <a:pt x="145726" y="3302524"/>
                </a:cubicBezTo>
                <a:cubicBezTo>
                  <a:pt x="186589" y="3234092"/>
                  <a:pt x="163942" y="3176491"/>
                  <a:pt x="156065" y="3118889"/>
                </a:cubicBezTo>
                <a:cubicBezTo>
                  <a:pt x="153111" y="3118889"/>
                  <a:pt x="149665" y="3118889"/>
                  <a:pt x="146711" y="3119382"/>
                </a:cubicBezTo>
                <a:cubicBezTo>
                  <a:pt x="148188" y="3132674"/>
                  <a:pt x="150157" y="3145967"/>
                  <a:pt x="151634" y="3159260"/>
                </a:cubicBezTo>
                <a:cubicBezTo>
                  <a:pt x="135388" y="3111997"/>
                  <a:pt x="96494" y="3144490"/>
                  <a:pt x="66955" y="3133659"/>
                </a:cubicBezTo>
                <a:cubicBezTo>
                  <a:pt x="66463" y="3126274"/>
                  <a:pt x="65971" y="3117412"/>
                  <a:pt x="65971" y="3109043"/>
                </a:cubicBezTo>
                <a:cubicBezTo>
                  <a:pt x="51693" y="3106089"/>
                  <a:pt x="38893" y="3103135"/>
                  <a:pt x="29047" y="3101166"/>
                </a:cubicBezTo>
                <a:cubicBezTo>
                  <a:pt x="30031" y="3079011"/>
                  <a:pt x="31016" y="3062273"/>
                  <a:pt x="31508" y="3045534"/>
                </a:cubicBezTo>
                <a:cubicBezTo>
                  <a:pt x="27570" y="3044057"/>
                  <a:pt x="23631" y="3042580"/>
                  <a:pt x="19200" y="3040611"/>
                </a:cubicBezTo>
                <a:cubicBezTo>
                  <a:pt x="31508" y="3032241"/>
                  <a:pt x="43816" y="3023379"/>
                  <a:pt x="57109" y="3014026"/>
                </a:cubicBezTo>
                <a:cubicBezTo>
                  <a:pt x="48247" y="3001225"/>
                  <a:pt x="42339" y="2992363"/>
                  <a:pt x="36924" y="2984979"/>
                </a:cubicBezTo>
                <a:cubicBezTo>
                  <a:pt x="46770" y="2972178"/>
                  <a:pt x="54647" y="2959870"/>
                  <a:pt x="64001" y="2949532"/>
                </a:cubicBezTo>
                <a:cubicBezTo>
                  <a:pt x="72371" y="2940670"/>
                  <a:pt x="83202" y="2933777"/>
                  <a:pt x="94033" y="2924916"/>
                </a:cubicBezTo>
                <a:cubicBezTo>
                  <a:pt x="71879" y="2909161"/>
                  <a:pt x="65478" y="2885530"/>
                  <a:pt x="71879" y="2852545"/>
                </a:cubicBezTo>
                <a:cubicBezTo>
                  <a:pt x="79263" y="2815129"/>
                  <a:pt x="69417" y="2773774"/>
                  <a:pt x="97971" y="2741773"/>
                </a:cubicBezTo>
                <a:cubicBezTo>
                  <a:pt x="112741" y="2725527"/>
                  <a:pt x="129480" y="2710265"/>
                  <a:pt x="141788" y="2692541"/>
                </a:cubicBezTo>
                <a:cubicBezTo>
                  <a:pt x="149665" y="2681218"/>
                  <a:pt x="151142" y="2664971"/>
                  <a:pt x="155573" y="2650694"/>
                </a:cubicBezTo>
                <a:cubicBezTo>
                  <a:pt x="126526" y="2645771"/>
                  <a:pt x="105356" y="2642325"/>
                  <a:pt x="76802" y="2637894"/>
                </a:cubicBezTo>
                <a:cubicBezTo>
                  <a:pt x="140803" y="2569461"/>
                  <a:pt x="148680" y="2492660"/>
                  <a:pt x="147203" y="2400596"/>
                </a:cubicBezTo>
                <a:cubicBezTo>
                  <a:pt x="158527" y="2391735"/>
                  <a:pt x="179696" y="2374996"/>
                  <a:pt x="203820" y="2356288"/>
                </a:cubicBezTo>
                <a:cubicBezTo>
                  <a:pt x="180681" y="2334133"/>
                  <a:pt x="185112" y="2316410"/>
                  <a:pt x="203820" y="2293271"/>
                </a:cubicBezTo>
                <a:cubicBezTo>
                  <a:pt x="216128" y="2278009"/>
                  <a:pt x="223020" y="2248962"/>
                  <a:pt x="217605" y="2230254"/>
                </a:cubicBezTo>
                <a:cubicBezTo>
                  <a:pt x="208743" y="2199238"/>
                  <a:pt x="225974" y="2189884"/>
                  <a:pt x="244682" y="2175607"/>
                </a:cubicBezTo>
                <a:cubicBezTo>
                  <a:pt x="253544" y="2168714"/>
                  <a:pt x="264867" y="2158868"/>
                  <a:pt x="266344" y="2149021"/>
                </a:cubicBezTo>
                <a:cubicBezTo>
                  <a:pt x="273729" y="2106682"/>
                  <a:pt x="275699" y="2063358"/>
                  <a:pt x="283576" y="2021511"/>
                </a:cubicBezTo>
                <a:cubicBezTo>
                  <a:pt x="286037" y="2007726"/>
                  <a:pt x="299822" y="1995910"/>
                  <a:pt x="309176" y="1983602"/>
                </a:cubicBezTo>
                <a:cubicBezTo>
                  <a:pt x="322961" y="1965879"/>
                  <a:pt x="337731" y="1948648"/>
                  <a:pt x="352500" y="1931416"/>
                </a:cubicBezTo>
                <a:cubicBezTo>
                  <a:pt x="361362" y="1921078"/>
                  <a:pt x="370224" y="1910739"/>
                  <a:pt x="381055" y="1902862"/>
                </a:cubicBezTo>
                <a:cubicBezTo>
                  <a:pt x="398286" y="1891046"/>
                  <a:pt x="415517" y="1883169"/>
                  <a:pt x="405671" y="1855107"/>
                </a:cubicBezTo>
                <a:cubicBezTo>
                  <a:pt x="402717" y="1846245"/>
                  <a:pt x="419948" y="1829506"/>
                  <a:pt x="430287" y="1818183"/>
                </a:cubicBezTo>
                <a:cubicBezTo>
                  <a:pt x="446041" y="1801444"/>
                  <a:pt x="463764" y="1787167"/>
                  <a:pt x="480995" y="1771905"/>
                </a:cubicBezTo>
                <a:cubicBezTo>
                  <a:pt x="493303" y="1760582"/>
                  <a:pt x="505119" y="1749751"/>
                  <a:pt x="524319" y="1732027"/>
                </a:cubicBezTo>
                <a:cubicBezTo>
                  <a:pt x="507088" y="1704457"/>
                  <a:pt x="504627" y="1669503"/>
                  <a:pt x="555828" y="1650795"/>
                </a:cubicBezTo>
                <a:cubicBezTo>
                  <a:pt x="502165" y="1620271"/>
                  <a:pt x="501180" y="1615348"/>
                  <a:pt x="536627" y="1586301"/>
                </a:cubicBezTo>
                <a:cubicBezTo>
                  <a:pt x="554351" y="1601071"/>
                  <a:pt x="572074" y="1616332"/>
                  <a:pt x="590290" y="1631594"/>
                </a:cubicBezTo>
                <a:cubicBezTo>
                  <a:pt x="592752" y="1629625"/>
                  <a:pt x="595213" y="1628148"/>
                  <a:pt x="597675" y="1626179"/>
                </a:cubicBezTo>
                <a:cubicBezTo>
                  <a:pt x="589798" y="1613379"/>
                  <a:pt x="582413" y="1601071"/>
                  <a:pt x="568628" y="1578916"/>
                </a:cubicBezTo>
                <a:cubicBezTo>
                  <a:pt x="587829" y="1587286"/>
                  <a:pt x="598167" y="1591717"/>
                  <a:pt x="610475" y="1597132"/>
                </a:cubicBezTo>
                <a:cubicBezTo>
                  <a:pt x="592259" y="1569562"/>
                  <a:pt x="575028" y="1543469"/>
                  <a:pt x="559274" y="1520330"/>
                </a:cubicBezTo>
                <a:cubicBezTo>
                  <a:pt x="599152" y="1462237"/>
                  <a:pt x="659215" y="1426297"/>
                  <a:pt x="674969" y="1356880"/>
                </a:cubicBezTo>
                <a:cubicBezTo>
                  <a:pt x="678908" y="1357865"/>
                  <a:pt x="682846" y="1358850"/>
                  <a:pt x="686785" y="1359834"/>
                </a:cubicBezTo>
                <a:cubicBezTo>
                  <a:pt x="687277" y="1371650"/>
                  <a:pt x="688262" y="1383466"/>
                  <a:pt x="688754" y="1396758"/>
                </a:cubicBezTo>
                <a:cubicBezTo>
                  <a:pt x="694169" y="1395281"/>
                  <a:pt x="705493" y="1392820"/>
                  <a:pt x="717308" y="1389866"/>
                </a:cubicBezTo>
                <a:cubicBezTo>
                  <a:pt x="730109" y="1405620"/>
                  <a:pt x="742417" y="1421374"/>
                  <a:pt x="759648" y="1442544"/>
                </a:cubicBezTo>
                <a:cubicBezTo>
                  <a:pt x="728632" y="1449436"/>
                  <a:pt x="698108" y="1455837"/>
                  <a:pt x="667092" y="1462729"/>
                </a:cubicBezTo>
                <a:cubicBezTo>
                  <a:pt x="666600" y="1467160"/>
                  <a:pt x="666107" y="1471591"/>
                  <a:pt x="665615" y="1475529"/>
                </a:cubicBezTo>
                <a:cubicBezTo>
                  <a:pt x="678908" y="1478976"/>
                  <a:pt x="692200" y="1482914"/>
                  <a:pt x="716816" y="1489314"/>
                </a:cubicBezTo>
                <a:cubicBezTo>
                  <a:pt x="684323" y="1536577"/>
                  <a:pt x="651830" y="1580393"/>
                  <a:pt x="623276" y="1626179"/>
                </a:cubicBezTo>
                <a:cubicBezTo>
                  <a:pt x="598167" y="1666549"/>
                  <a:pt x="577490" y="1709381"/>
                  <a:pt x="559766" y="1754182"/>
                </a:cubicBezTo>
                <a:cubicBezTo>
                  <a:pt x="540074" y="1803414"/>
                  <a:pt x="489365" y="1846245"/>
                  <a:pt x="484442" y="1894985"/>
                </a:cubicBezTo>
                <a:cubicBezTo>
                  <a:pt x="478534" y="1953078"/>
                  <a:pt x="420440" y="1984587"/>
                  <a:pt x="420933" y="2044650"/>
                </a:cubicBezTo>
                <a:cubicBezTo>
                  <a:pt x="448010" y="2021511"/>
                  <a:pt x="469672" y="2002803"/>
                  <a:pt x="491334" y="1983110"/>
                </a:cubicBezTo>
                <a:cubicBezTo>
                  <a:pt x="497734" y="1977202"/>
                  <a:pt x="504134" y="1969817"/>
                  <a:pt x="507088" y="1961940"/>
                </a:cubicBezTo>
                <a:cubicBezTo>
                  <a:pt x="518904" y="1929447"/>
                  <a:pt x="527273" y="1895477"/>
                  <a:pt x="540566" y="1863969"/>
                </a:cubicBezTo>
                <a:cubicBezTo>
                  <a:pt x="553859" y="1832953"/>
                  <a:pt x="571090" y="1803414"/>
                  <a:pt x="589306" y="1774859"/>
                </a:cubicBezTo>
                <a:cubicBezTo>
                  <a:pt x="606537" y="1747782"/>
                  <a:pt x="633614" y="1726612"/>
                  <a:pt x="635091" y="1690673"/>
                </a:cubicBezTo>
                <a:cubicBezTo>
                  <a:pt x="635584" y="1683780"/>
                  <a:pt x="646415" y="1675903"/>
                  <a:pt x="653799" y="1670488"/>
                </a:cubicBezTo>
                <a:cubicBezTo>
                  <a:pt x="666600" y="1661133"/>
                  <a:pt x="680384" y="1653256"/>
                  <a:pt x="699093" y="1641933"/>
                </a:cubicBezTo>
                <a:cubicBezTo>
                  <a:pt x="685800" y="1636025"/>
                  <a:pt x="678908" y="1633071"/>
                  <a:pt x="667584" y="1627656"/>
                </a:cubicBezTo>
                <a:cubicBezTo>
                  <a:pt x="726170" y="1597624"/>
                  <a:pt x="741432" y="1538054"/>
                  <a:pt x="770971" y="1484883"/>
                </a:cubicBezTo>
                <a:cubicBezTo>
                  <a:pt x="788695" y="1503592"/>
                  <a:pt x="813803" y="1517869"/>
                  <a:pt x="813311" y="1531654"/>
                </a:cubicBezTo>
                <a:cubicBezTo>
                  <a:pt x="812326" y="1548885"/>
                  <a:pt x="790172" y="1564639"/>
                  <a:pt x="778848" y="1582362"/>
                </a:cubicBezTo>
                <a:cubicBezTo>
                  <a:pt x="767525" y="1600578"/>
                  <a:pt x="759155" y="1620271"/>
                  <a:pt x="748324" y="1640948"/>
                </a:cubicBezTo>
                <a:cubicBezTo>
                  <a:pt x="685308" y="1619779"/>
                  <a:pt x="718293" y="1674918"/>
                  <a:pt x="711401" y="1693134"/>
                </a:cubicBezTo>
                <a:cubicBezTo>
                  <a:pt x="697123" y="1730550"/>
                  <a:pt x="679400" y="1762551"/>
                  <a:pt x="643461" y="1780275"/>
                </a:cubicBezTo>
                <a:cubicBezTo>
                  <a:pt x="624752" y="1789629"/>
                  <a:pt x="616875" y="1793567"/>
                  <a:pt x="623768" y="1818183"/>
                </a:cubicBezTo>
                <a:cubicBezTo>
                  <a:pt x="637061" y="1864953"/>
                  <a:pt x="603090" y="1924524"/>
                  <a:pt x="561243" y="1947663"/>
                </a:cubicBezTo>
                <a:cubicBezTo>
                  <a:pt x="563705" y="1965879"/>
                  <a:pt x="565182" y="1981141"/>
                  <a:pt x="567644" y="1999356"/>
                </a:cubicBezTo>
                <a:cubicBezTo>
                  <a:pt x="594229" y="1994926"/>
                  <a:pt x="619829" y="1990002"/>
                  <a:pt x="614414" y="1950617"/>
                </a:cubicBezTo>
                <a:cubicBezTo>
                  <a:pt x="613429" y="1944709"/>
                  <a:pt x="617860" y="1936832"/>
                  <a:pt x="620814" y="1930924"/>
                </a:cubicBezTo>
                <a:cubicBezTo>
                  <a:pt x="640999" y="1894985"/>
                  <a:pt x="659215" y="1857076"/>
                  <a:pt x="682846" y="1823599"/>
                </a:cubicBezTo>
                <a:cubicBezTo>
                  <a:pt x="705000" y="1791598"/>
                  <a:pt x="735524" y="1765013"/>
                  <a:pt x="757679" y="1733012"/>
                </a:cubicBezTo>
                <a:cubicBezTo>
                  <a:pt x="774910" y="1708396"/>
                  <a:pt x="785248" y="1679842"/>
                  <a:pt x="798049" y="1652272"/>
                </a:cubicBezTo>
                <a:cubicBezTo>
                  <a:pt x="801003" y="1645872"/>
                  <a:pt x="797556" y="1636518"/>
                  <a:pt x="801495" y="1631594"/>
                </a:cubicBezTo>
                <a:cubicBezTo>
                  <a:pt x="828572" y="1593193"/>
                  <a:pt x="856142" y="1555285"/>
                  <a:pt x="884697" y="1517869"/>
                </a:cubicBezTo>
                <a:cubicBezTo>
                  <a:pt x="902420" y="1494730"/>
                  <a:pt x="922113" y="1473068"/>
                  <a:pt x="941313" y="1450421"/>
                </a:cubicBezTo>
                <a:cubicBezTo>
                  <a:pt x="944760" y="1446482"/>
                  <a:pt x="950668" y="1442544"/>
                  <a:pt x="950668" y="1439098"/>
                </a:cubicBezTo>
                <a:cubicBezTo>
                  <a:pt x="950175" y="1398235"/>
                  <a:pt x="970853" y="1398728"/>
                  <a:pt x="999407" y="1419405"/>
                </a:cubicBezTo>
                <a:cubicBezTo>
                  <a:pt x="1006300" y="1394297"/>
                  <a:pt x="1012207" y="1374604"/>
                  <a:pt x="1018115" y="1354419"/>
                </a:cubicBezTo>
                <a:cubicBezTo>
                  <a:pt x="1036823" y="1352450"/>
                  <a:pt x="1055531" y="1350973"/>
                  <a:pt x="1076701" y="1348511"/>
                </a:cubicBezTo>
                <a:cubicBezTo>
                  <a:pt x="1069316" y="1320449"/>
                  <a:pt x="1065870" y="1304202"/>
                  <a:pt x="1096886" y="1283033"/>
                </a:cubicBezTo>
                <a:cubicBezTo>
                  <a:pt x="1125441" y="1263340"/>
                  <a:pt x="1158426" y="1240201"/>
                  <a:pt x="1180088" y="1208693"/>
                </a:cubicBezTo>
                <a:cubicBezTo>
                  <a:pt x="1182057" y="1205739"/>
                  <a:pt x="1184027" y="1200815"/>
                  <a:pt x="1182550" y="1197862"/>
                </a:cubicBezTo>
                <a:cubicBezTo>
                  <a:pt x="1165811" y="1160445"/>
                  <a:pt x="1197319" y="1146660"/>
                  <a:pt x="1218489" y="1132383"/>
                </a:cubicBezTo>
                <a:cubicBezTo>
                  <a:pt x="1238674" y="1118106"/>
                  <a:pt x="1251474" y="1088074"/>
                  <a:pt x="1286921" y="1097921"/>
                </a:cubicBezTo>
                <a:cubicBezTo>
                  <a:pt x="1296275" y="1100382"/>
                  <a:pt x="1310060" y="1086105"/>
                  <a:pt x="1324338" y="1078228"/>
                </a:cubicBezTo>
                <a:cubicBezTo>
                  <a:pt x="1299229" y="1044750"/>
                  <a:pt x="1322368" y="1040320"/>
                  <a:pt x="1345507" y="1025550"/>
                </a:cubicBezTo>
                <a:cubicBezTo>
                  <a:pt x="1409016" y="984195"/>
                  <a:pt x="1468094" y="935948"/>
                  <a:pt x="1528157" y="889670"/>
                </a:cubicBezTo>
                <a:cubicBezTo>
                  <a:pt x="1561635" y="863577"/>
                  <a:pt x="1571974" y="842407"/>
                  <a:pt x="1579359" y="806960"/>
                </a:cubicBezTo>
                <a:cubicBezTo>
                  <a:pt x="1608405" y="801053"/>
                  <a:pt x="1641883" y="804007"/>
                  <a:pt x="1653699" y="789237"/>
                </a:cubicBezTo>
                <a:cubicBezTo>
                  <a:pt x="1687669" y="748374"/>
                  <a:pt x="1738870" y="747390"/>
                  <a:pt x="1779240" y="723759"/>
                </a:cubicBezTo>
                <a:cubicBezTo>
                  <a:pt x="1794994" y="714405"/>
                  <a:pt x="1809764" y="702589"/>
                  <a:pt x="1821579" y="688804"/>
                </a:cubicBezTo>
                <a:cubicBezTo>
                  <a:pt x="1842749" y="663696"/>
                  <a:pt x="1870811" y="651388"/>
                  <a:pt x="1900350" y="641049"/>
                </a:cubicBezTo>
                <a:cubicBezTo>
                  <a:pt x="1916597" y="635141"/>
                  <a:pt x="1929890" y="610525"/>
                  <a:pt x="1951552" y="633172"/>
                </a:cubicBezTo>
                <a:cubicBezTo>
                  <a:pt x="1953521" y="635141"/>
                  <a:pt x="1966321" y="630218"/>
                  <a:pt x="1970752" y="625295"/>
                </a:cubicBezTo>
                <a:cubicBezTo>
                  <a:pt x="1988475" y="608064"/>
                  <a:pt x="2004230" y="587879"/>
                  <a:pt x="2022938" y="571632"/>
                </a:cubicBezTo>
                <a:cubicBezTo>
                  <a:pt x="2040661" y="556370"/>
                  <a:pt x="2061339" y="536677"/>
                  <a:pt x="2079062" y="572124"/>
                </a:cubicBezTo>
                <a:cubicBezTo>
                  <a:pt x="2108109" y="542585"/>
                  <a:pt x="2130756" y="510092"/>
                  <a:pt x="2176541" y="504184"/>
                </a:cubicBezTo>
                <a:cubicBezTo>
                  <a:pt x="2196726" y="501723"/>
                  <a:pt x="2214450" y="481045"/>
                  <a:pt x="2232666" y="468737"/>
                </a:cubicBezTo>
                <a:cubicBezTo>
                  <a:pt x="2252358" y="455445"/>
                  <a:pt x="2270082" y="435752"/>
                  <a:pt x="2296667" y="455445"/>
                </a:cubicBezTo>
                <a:cubicBezTo>
                  <a:pt x="2290759" y="477107"/>
                  <a:pt x="2284851" y="497292"/>
                  <a:pt x="2277467" y="522400"/>
                </a:cubicBezTo>
                <a:cubicBezTo>
                  <a:pt x="2259251" y="527323"/>
                  <a:pt x="2233158" y="531262"/>
                  <a:pt x="2210019" y="541108"/>
                </a:cubicBezTo>
                <a:cubicBezTo>
                  <a:pt x="2156356" y="564247"/>
                  <a:pt x="2105155" y="593786"/>
                  <a:pt x="2051000" y="615448"/>
                </a:cubicBezTo>
                <a:cubicBezTo>
                  <a:pt x="1921028" y="667634"/>
                  <a:pt x="1807302" y="747390"/>
                  <a:pt x="1690130" y="821238"/>
                </a:cubicBezTo>
                <a:cubicBezTo>
                  <a:pt x="1671914" y="832561"/>
                  <a:pt x="1653206" y="842900"/>
                  <a:pt x="1634006" y="852746"/>
                </a:cubicBezTo>
                <a:cubicBezTo>
                  <a:pt x="1608405" y="866039"/>
                  <a:pt x="1581820" y="876870"/>
                  <a:pt x="1574435" y="910840"/>
                </a:cubicBezTo>
                <a:cubicBezTo>
                  <a:pt x="1571974" y="922163"/>
                  <a:pt x="1559173" y="937425"/>
                  <a:pt x="1548835" y="939394"/>
                </a:cubicBezTo>
                <a:cubicBezTo>
                  <a:pt x="1489264" y="951210"/>
                  <a:pt x="1469079" y="1009303"/>
                  <a:pt x="1425755" y="1040812"/>
                </a:cubicBezTo>
                <a:cubicBezTo>
                  <a:pt x="1395724" y="1062474"/>
                  <a:pt x="1370615" y="1091521"/>
                  <a:pt x="1345507" y="1119091"/>
                </a:cubicBezTo>
                <a:cubicBezTo>
                  <a:pt x="1315968" y="1151091"/>
                  <a:pt x="1294306" y="1195892"/>
                  <a:pt x="1258367" y="1214600"/>
                </a:cubicBezTo>
                <a:cubicBezTo>
                  <a:pt x="1208643" y="1240201"/>
                  <a:pt x="1207658" y="1301741"/>
                  <a:pt x="1159903" y="1324388"/>
                </a:cubicBezTo>
                <a:cubicBezTo>
                  <a:pt x="1149564" y="1329311"/>
                  <a:pt x="1141687" y="1338172"/>
                  <a:pt x="1132825" y="1345557"/>
                </a:cubicBezTo>
                <a:cubicBezTo>
                  <a:pt x="1127410" y="1349988"/>
                  <a:pt x="1120025" y="1354419"/>
                  <a:pt x="1118056" y="1359834"/>
                </a:cubicBezTo>
                <a:cubicBezTo>
                  <a:pt x="1097871" y="1425805"/>
                  <a:pt x="1051101" y="1473068"/>
                  <a:pt x="1006300" y="1522300"/>
                </a:cubicBezTo>
                <a:cubicBezTo>
                  <a:pt x="982668" y="1548393"/>
                  <a:pt x="965437" y="1580393"/>
                  <a:pt x="945252" y="1609440"/>
                </a:cubicBezTo>
                <a:cubicBezTo>
                  <a:pt x="937867" y="1619779"/>
                  <a:pt x="929498" y="1629133"/>
                  <a:pt x="921621" y="1638979"/>
                </a:cubicBezTo>
                <a:cubicBezTo>
                  <a:pt x="897989" y="1667041"/>
                  <a:pt x="874850" y="1691657"/>
                  <a:pt x="865989" y="1733504"/>
                </a:cubicBezTo>
                <a:cubicBezTo>
                  <a:pt x="857127" y="1777321"/>
                  <a:pt x="822172" y="1815229"/>
                  <a:pt x="800018" y="1856584"/>
                </a:cubicBezTo>
                <a:cubicBezTo>
                  <a:pt x="788695" y="1877754"/>
                  <a:pt x="781802" y="1900893"/>
                  <a:pt x="771463" y="1922062"/>
                </a:cubicBezTo>
                <a:cubicBezTo>
                  <a:pt x="761617" y="1941263"/>
                  <a:pt x="747832" y="1958002"/>
                  <a:pt x="738970" y="1977694"/>
                </a:cubicBezTo>
                <a:cubicBezTo>
                  <a:pt x="720262" y="2021019"/>
                  <a:pt x="703524" y="2065327"/>
                  <a:pt x="686292" y="2109144"/>
                </a:cubicBezTo>
                <a:cubicBezTo>
                  <a:pt x="683338" y="2116036"/>
                  <a:pt x="679400" y="2121944"/>
                  <a:pt x="676446" y="2128836"/>
                </a:cubicBezTo>
                <a:cubicBezTo>
                  <a:pt x="667092" y="2146560"/>
                  <a:pt x="653307" y="2163791"/>
                  <a:pt x="649368" y="2182499"/>
                </a:cubicBezTo>
                <a:cubicBezTo>
                  <a:pt x="643461" y="2213515"/>
                  <a:pt x="637061" y="2240100"/>
                  <a:pt x="615398" y="2267178"/>
                </a:cubicBezTo>
                <a:cubicBezTo>
                  <a:pt x="596198" y="2290809"/>
                  <a:pt x="595706" y="2329702"/>
                  <a:pt x="586352" y="2361703"/>
                </a:cubicBezTo>
                <a:cubicBezTo>
                  <a:pt x="581921" y="2376473"/>
                  <a:pt x="589306" y="2399119"/>
                  <a:pt x="560751" y="2400596"/>
                </a:cubicBezTo>
                <a:cubicBezTo>
                  <a:pt x="556813" y="2400596"/>
                  <a:pt x="551889" y="2418812"/>
                  <a:pt x="549920" y="2429151"/>
                </a:cubicBezTo>
                <a:cubicBezTo>
                  <a:pt x="545981" y="2448351"/>
                  <a:pt x="547458" y="2469521"/>
                  <a:pt x="540566" y="2487244"/>
                </a:cubicBezTo>
                <a:cubicBezTo>
                  <a:pt x="528750" y="2518261"/>
                  <a:pt x="496257" y="2544353"/>
                  <a:pt x="523827" y="2582754"/>
                </a:cubicBezTo>
                <a:cubicBezTo>
                  <a:pt x="526781" y="2587185"/>
                  <a:pt x="518904" y="2599001"/>
                  <a:pt x="516935" y="2607370"/>
                </a:cubicBezTo>
                <a:cubicBezTo>
                  <a:pt x="507088" y="2650694"/>
                  <a:pt x="497734" y="2694018"/>
                  <a:pt x="488873" y="2737342"/>
                </a:cubicBezTo>
                <a:cubicBezTo>
                  <a:pt x="478534" y="2786574"/>
                  <a:pt x="467703" y="2836298"/>
                  <a:pt x="458349" y="2885530"/>
                </a:cubicBezTo>
                <a:cubicBezTo>
                  <a:pt x="447518" y="2945101"/>
                  <a:pt x="442102" y="3006641"/>
                  <a:pt x="427333" y="3065227"/>
                </a:cubicBezTo>
                <a:cubicBezTo>
                  <a:pt x="414532" y="3113966"/>
                  <a:pt x="442102" y="3156798"/>
                  <a:pt x="438164" y="3203076"/>
                </a:cubicBezTo>
                <a:cubicBezTo>
                  <a:pt x="434225" y="3250339"/>
                  <a:pt x="430287" y="3297601"/>
                  <a:pt x="427825" y="3344863"/>
                </a:cubicBezTo>
                <a:cubicBezTo>
                  <a:pt x="426840" y="3360618"/>
                  <a:pt x="427825" y="3377849"/>
                  <a:pt x="432748" y="3393111"/>
                </a:cubicBezTo>
                <a:cubicBezTo>
                  <a:pt x="447518" y="3436927"/>
                  <a:pt x="447025" y="3478774"/>
                  <a:pt x="425363" y="3520621"/>
                </a:cubicBezTo>
                <a:cubicBezTo>
                  <a:pt x="421917" y="3527514"/>
                  <a:pt x="423886" y="3541791"/>
                  <a:pt x="429302" y="3548191"/>
                </a:cubicBezTo>
                <a:cubicBezTo>
                  <a:pt x="450472" y="3575761"/>
                  <a:pt x="456379" y="3605300"/>
                  <a:pt x="456872" y="3639763"/>
                </a:cubicBezTo>
                <a:cubicBezTo>
                  <a:pt x="457364" y="3665855"/>
                  <a:pt x="469672" y="3691948"/>
                  <a:pt x="476565" y="3718534"/>
                </a:cubicBezTo>
                <a:cubicBezTo>
                  <a:pt x="494288" y="3789428"/>
                  <a:pt x="512011" y="3859829"/>
                  <a:pt x="532689" y="3941554"/>
                </a:cubicBezTo>
                <a:cubicBezTo>
                  <a:pt x="541551" y="3922846"/>
                  <a:pt x="545489" y="3914969"/>
                  <a:pt x="550412" y="3905122"/>
                </a:cubicBezTo>
                <a:cubicBezTo>
                  <a:pt x="565674" y="3922846"/>
                  <a:pt x="576013" y="3935154"/>
                  <a:pt x="550905" y="3951893"/>
                </a:cubicBezTo>
                <a:cubicBezTo>
                  <a:pt x="544012" y="3956323"/>
                  <a:pt x="545981" y="3977986"/>
                  <a:pt x="548935" y="3990786"/>
                </a:cubicBezTo>
                <a:cubicBezTo>
                  <a:pt x="554351" y="4017863"/>
                  <a:pt x="559274" y="4045925"/>
                  <a:pt x="571582" y="4070049"/>
                </a:cubicBezTo>
                <a:cubicBezTo>
                  <a:pt x="580936" y="4088265"/>
                  <a:pt x="601121" y="4101065"/>
                  <a:pt x="621306" y="4121743"/>
                </a:cubicBezTo>
                <a:cubicBezTo>
                  <a:pt x="618845" y="4125189"/>
                  <a:pt x="611460" y="4137004"/>
                  <a:pt x="601614" y="4152266"/>
                </a:cubicBezTo>
                <a:cubicBezTo>
                  <a:pt x="611952" y="4150297"/>
                  <a:pt x="619337" y="4149312"/>
                  <a:pt x="629676" y="4147343"/>
                </a:cubicBezTo>
                <a:cubicBezTo>
                  <a:pt x="627214" y="4163590"/>
                  <a:pt x="624752" y="4178359"/>
                  <a:pt x="623276" y="4189683"/>
                </a:cubicBezTo>
                <a:cubicBezTo>
                  <a:pt x="651830" y="4206421"/>
                  <a:pt x="686292" y="4217745"/>
                  <a:pt x="704508" y="4241376"/>
                </a:cubicBezTo>
                <a:cubicBezTo>
                  <a:pt x="711893" y="4251223"/>
                  <a:pt x="750786" y="4288146"/>
                  <a:pt x="703524" y="4316209"/>
                </a:cubicBezTo>
                <a:cubicBezTo>
                  <a:pt x="699093" y="4297500"/>
                  <a:pt x="694169" y="4281746"/>
                  <a:pt x="692200" y="4265500"/>
                </a:cubicBezTo>
                <a:cubicBezTo>
                  <a:pt x="690231" y="4249253"/>
                  <a:pt x="694662" y="4229068"/>
                  <a:pt x="660692" y="4234976"/>
                </a:cubicBezTo>
                <a:cubicBezTo>
                  <a:pt x="706970" y="4273869"/>
                  <a:pt x="660692" y="4278300"/>
                  <a:pt x="642968" y="4293070"/>
                </a:cubicBezTo>
                <a:cubicBezTo>
                  <a:pt x="667584" y="4311778"/>
                  <a:pt x="691708" y="4329501"/>
                  <a:pt x="720755" y="4351655"/>
                </a:cubicBezTo>
                <a:cubicBezTo>
                  <a:pt x="718293" y="4352640"/>
                  <a:pt x="730109" y="4346732"/>
                  <a:pt x="731093" y="4348702"/>
                </a:cubicBezTo>
                <a:cubicBezTo>
                  <a:pt x="738478" y="4359040"/>
                  <a:pt x="748817" y="4371348"/>
                  <a:pt x="748324" y="4382672"/>
                </a:cubicBezTo>
                <a:cubicBezTo>
                  <a:pt x="747340" y="4423042"/>
                  <a:pt x="759648" y="4436827"/>
                  <a:pt x="801987" y="4431411"/>
                </a:cubicBezTo>
                <a:cubicBezTo>
                  <a:pt x="782787" y="4479658"/>
                  <a:pt x="818726" y="4490982"/>
                  <a:pt x="850234" y="4507721"/>
                </a:cubicBezTo>
                <a:cubicBezTo>
                  <a:pt x="860573" y="4513136"/>
                  <a:pt x="865989" y="4529383"/>
                  <a:pt x="873373" y="4540214"/>
                </a:cubicBezTo>
                <a:cubicBezTo>
                  <a:pt x="866973" y="4543660"/>
                  <a:pt x="856142" y="4551045"/>
                  <a:pt x="855650" y="4550552"/>
                </a:cubicBezTo>
                <a:cubicBezTo>
                  <a:pt x="848265" y="4540706"/>
                  <a:pt x="842850" y="4530367"/>
                  <a:pt x="835465" y="4518059"/>
                </a:cubicBezTo>
                <a:cubicBezTo>
                  <a:pt x="832019" y="4522490"/>
                  <a:pt x="825619" y="4530860"/>
                  <a:pt x="819218" y="4539229"/>
                </a:cubicBezTo>
                <a:cubicBezTo>
                  <a:pt x="829065" y="4546121"/>
                  <a:pt x="837926" y="4555476"/>
                  <a:pt x="848758" y="4559414"/>
                </a:cubicBezTo>
                <a:cubicBezTo>
                  <a:pt x="898974" y="4577630"/>
                  <a:pt x="899466" y="4577138"/>
                  <a:pt x="905866" y="4604707"/>
                </a:cubicBezTo>
                <a:cubicBezTo>
                  <a:pt x="891589" y="4613077"/>
                  <a:pt x="876820" y="4621939"/>
                  <a:pt x="860081" y="4631785"/>
                </a:cubicBezTo>
                <a:cubicBezTo>
                  <a:pt x="878297" y="4643108"/>
                  <a:pt x="896020" y="4652955"/>
                  <a:pt x="911774" y="4664278"/>
                </a:cubicBezTo>
                <a:cubicBezTo>
                  <a:pt x="916697" y="4668217"/>
                  <a:pt x="921621" y="4678555"/>
                  <a:pt x="920144" y="4683478"/>
                </a:cubicBezTo>
                <a:cubicBezTo>
                  <a:pt x="910790" y="4707110"/>
                  <a:pt x="910297" y="4707110"/>
                  <a:pt x="932944" y="4738618"/>
                </a:cubicBezTo>
                <a:cubicBezTo>
                  <a:pt x="944760" y="4704648"/>
                  <a:pt x="954114" y="4678063"/>
                  <a:pt x="966422" y="4641631"/>
                </a:cubicBezTo>
                <a:cubicBezTo>
                  <a:pt x="977253" y="4644585"/>
                  <a:pt x="999407" y="4644585"/>
                  <a:pt x="1010238" y="4655909"/>
                </a:cubicBezTo>
                <a:cubicBezTo>
                  <a:pt x="1020084" y="4665755"/>
                  <a:pt x="1017623" y="4687909"/>
                  <a:pt x="1021561" y="4709079"/>
                </a:cubicBezTo>
                <a:cubicBezTo>
                  <a:pt x="1065378" y="4730741"/>
                  <a:pt x="1065870" y="4734187"/>
                  <a:pt x="1027469" y="4760772"/>
                </a:cubicBezTo>
                <a:cubicBezTo>
                  <a:pt x="1008761" y="4739603"/>
                  <a:pt x="990545" y="4717941"/>
                  <a:pt x="967899" y="4692340"/>
                </a:cubicBezTo>
                <a:cubicBezTo>
                  <a:pt x="952637" y="4724833"/>
                  <a:pt x="998422" y="4772096"/>
                  <a:pt x="940821" y="4785881"/>
                </a:cubicBezTo>
                <a:cubicBezTo>
                  <a:pt x="949683" y="4787358"/>
                  <a:pt x="958545" y="4788342"/>
                  <a:pt x="967406" y="4789819"/>
                </a:cubicBezTo>
                <a:cubicBezTo>
                  <a:pt x="967406" y="4792773"/>
                  <a:pt x="966914" y="4796219"/>
                  <a:pt x="966914" y="4799173"/>
                </a:cubicBezTo>
                <a:cubicBezTo>
                  <a:pt x="940329" y="4796219"/>
                  <a:pt x="913744" y="4793265"/>
                  <a:pt x="887158" y="4789819"/>
                </a:cubicBezTo>
                <a:cubicBezTo>
                  <a:pt x="911282" y="4804096"/>
                  <a:pt x="907836" y="4848897"/>
                  <a:pt x="944760" y="4845451"/>
                </a:cubicBezTo>
                <a:cubicBezTo>
                  <a:pt x="958545" y="4843974"/>
                  <a:pt x="971837" y="4830189"/>
                  <a:pt x="989068" y="4819851"/>
                </a:cubicBezTo>
                <a:cubicBezTo>
                  <a:pt x="1008761" y="4856282"/>
                  <a:pt x="1030915" y="4898622"/>
                  <a:pt x="1053070" y="4940469"/>
                </a:cubicBezTo>
                <a:cubicBezTo>
                  <a:pt x="1057008" y="4938499"/>
                  <a:pt x="1060947" y="4937023"/>
                  <a:pt x="1064885" y="4935053"/>
                </a:cubicBezTo>
                <a:cubicBezTo>
                  <a:pt x="1062916" y="4919299"/>
                  <a:pt x="1061439" y="4903545"/>
                  <a:pt x="1059470" y="4887791"/>
                </a:cubicBezTo>
                <a:cubicBezTo>
                  <a:pt x="1063409" y="4886806"/>
                  <a:pt x="1067839" y="4886314"/>
                  <a:pt x="1071778" y="4885329"/>
                </a:cubicBezTo>
                <a:cubicBezTo>
                  <a:pt x="1076209" y="4909453"/>
                  <a:pt x="1086055" y="4934561"/>
                  <a:pt x="1083101" y="4958192"/>
                </a:cubicBezTo>
                <a:cubicBezTo>
                  <a:pt x="1080147" y="4978870"/>
                  <a:pt x="1084086" y="4981823"/>
                  <a:pt x="1101317" y="4988716"/>
                </a:cubicBezTo>
                <a:cubicBezTo>
                  <a:pt x="1117071" y="4994624"/>
                  <a:pt x="1130856" y="5009393"/>
                  <a:pt x="1142180" y="5022686"/>
                </a:cubicBezTo>
                <a:cubicBezTo>
                  <a:pt x="1154980" y="5037456"/>
                  <a:pt x="1166303" y="5054687"/>
                  <a:pt x="1174180" y="5072410"/>
                </a:cubicBezTo>
                <a:cubicBezTo>
                  <a:pt x="1180580" y="5086688"/>
                  <a:pt x="1181073" y="5103427"/>
                  <a:pt x="1184027" y="5119180"/>
                </a:cubicBezTo>
                <a:cubicBezTo>
                  <a:pt x="1217504" y="5143304"/>
                  <a:pt x="1256397" y="5167920"/>
                  <a:pt x="1290367" y="5197459"/>
                </a:cubicBezTo>
                <a:cubicBezTo>
                  <a:pt x="1301198" y="5206813"/>
                  <a:pt x="1300706" y="5229952"/>
                  <a:pt x="1306122" y="5243245"/>
                </a:cubicBezTo>
                <a:cubicBezTo>
                  <a:pt x="1341076" y="5288046"/>
                  <a:pt x="1410985" y="5283615"/>
                  <a:pt x="1438063" y="5346139"/>
                </a:cubicBezTo>
                <a:cubicBezTo>
                  <a:pt x="1446432" y="5365340"/>
                  <a:pt x="1476956" y="5374694"/>
                  <a:pt x="1499603" y="5389956"/>
                </a:cubicBezTo>
                <a:cubicBezTo>
                  <a:pt x="1490249" y="5390448"/>
                  <a:pt x="1482864" y="5390940"/>
                  <a:pt x="1475972" y="5391433"/>
                </a:cubicBezTo>
                <a:cubicBezTo>
                  <a:pt x="1474987" y="5394387"/>
                  <a:pt x="1474495" y="5397341"/>
                  <a:pt x="1473510" y="5400294"/>
                </a:cubicBezTo>
                <a:cubicBezTo>
                  <a:pt x="1497141" y="5408171"/>
                  <a:pt x="1520280" y="5416541"/>
                  <a:pt x="1545389" y="5424910"/>
                </a:cubicBezTo>
                <a:cubicBezTo>
                  <a:pt x="1552773" y="5409156"/>
                  <a:pt x="1560158" y="5393402"/>
                  <a:pt x="1570989" y="5371740"/>
                </a:cubicBezTo>
                <a:cubicBezTo>
                  <a:pt x="1584282" y="5394387"/>
                  <a:pt x="1635483" y="5395863"/>
                  <a:pt x="1592159" y="5437218"/>
                </a:cubicBezTo>
                <a:cubicBezTo>
                  <a:pt x="1591174" y="5438203"/>
                  <a:pt x="1604959" y="5460850"/>
                  <a:pt x="1614806" y="5465281"/>
                </a:cubicBezTo>
                <a:cubicBezTo>
                  <a:pt x="1641391" y="5476112"/>
                  <a:pt x="1669945" y="5481527"/>
                  <a:pt x="1703423" y="5490881"/>
                </a:cubicBezTo>
                <a:cubicBezTo>
                  <a:pt x="1687669" y="5500235"/>
                  <a:pt x="1675853" y="5507128"/>
                  <a:pt x="1659606" y="5516974"/>
                </a:cubicBezTo>
                <a:cubicBezTo>
                  <a:pt x="1678807" y="5525836"/>
                  <a:pt x="1660099" y="5576052"/>
                  <a:pt x="1707361" y="5547990"/>
                </a:cubicBezTo>
                <a:cubicBezTo>
                  <a:pt x="1719669" y="5540605"/>
                  <a:pt x="1743793" y="5553405"/>
                  <a:pt x="1771363" y="5558329"/>
                </a:cubicBezTo>
                <a:cubicBezTo>
                  <a:pt x="1778748" y="5569160"/>
                  <a:pt x="1752655" y="5609038"/>
                  <a:pt x="1796963" y="5613469"/>
                </a:cubicBezTo>
                <a:cubicBezTo>
                  <a:pt x="1809271" y="5626761"/>
                  <a:pt x="1822072" y="5640546"/>
                  <a:pt x="1838811" y="5659254"/>
                </a:cubicBezTo>
                <a:cubicBezTo>
                  <a:pt x="1844226" y="5638085"/>
                  <a:pt x="1847672" y="5626761"/>
                  <a:pt x="1852103" y="5610022"/>
                </a:cubicBezTo>
                <a:cubicBezTo>
                  <a:pt x="1830441" y="5611499"/>
                  <a:pt x="1813210" y="5612976"/>
                  <a:pt x="1795979" y="5613961"/>
                </a:cubicBezTo>
                <a:cubicBezTo>
                  <a:pt x="1811733" y="5588360"/>
                  <a:pt x="1825518" y="5572606"/>
                  <a:pt x="1856042" y="5602637"/>
                </a:cubicBezTo>
                <a:cubicBezTo>
                  <a:pt x="1874750" y="5620853"/>
                  <a:pt x="1910689" y="5618392"/>
                  <a:pt x="1922505" y="5650885"/>
                </a:cubicBezTo>
                <a:cubicBezTo>
                  <a:pt x="1923489" y="5654331"/>
                  <a:pt x="1942690" y="5651377"/>
                  <a:pt x="1954013" y="5651377"/>
                </a:cubicBezTo>
                <a:cubicBezTo>
                  <a:pt x="1957952" y="5690762"/>
                  <a:pt x="2030815" y="5695193"/>
                  <a:pt x="1995860" y="5751318"/>
                </a:cubicBezTo>
                <a:cubicBezTo>
                  <a:pt x="2010630" y="5755256"/>
                  <a:pt x="2021953" y="5758210"/>
                  <a:pt x="2038200" y="5762641"/>
                </a:cubicBezTo>
                <a:cubicBezTo>
                  <a:pt x="2036230" y="5750333"/>
                  <a:pt x="2035246" y="5742456"/>
                  <a:pt x="2034261" y="5735071"/>
                </a:cubicBezTo>
                <a:cubicBezTo>
                  <a:pt x="2093832" y="5724733"/>
                  <a:pt x="2126325" y="5739994"/>
                  <a:pt x="2147002" y="5787750"/>
                </a:cubicBezTo>
                <a:cubicBezTo>
                  <a:pt x="2123863" y="5800058"/>
                  <a:pt x="2107617" y="5870951"/>
                  <a:pt x="2120909" y="5899506"/>
                </a:cubicBezTo>
                <a:cubicBezTo>
                  <a:pt x="2151925" y="5858151"/>
                  <a:pt x="2211496" y="5867997"/>
                  <a:pt x="2288790" y="5929045"/>
                </a:cubicBezTo>
                <a:cubicBezTo>
                  <a:pt x="2270574" y="5936430"/>
                  <a:pt x="2253835" y="5942830"/>
                  <a:pt x="2231681" y="5951691"/>
                </a:cubicBezTo>
                <a:cubicBezTo>
                  <a:pt x="2258266" y="5966953"/>
                  <a:pt x="2281898" y="5980738"/>
                  <a:pt x="2307006" y="5994523"/>
                </a:cubicBezTo>
                <a:cubicBezTo>
                  <a:pt x="2307990" y="5978277"/>
                  <a:pt x="2308975" y="5965969"/>
                  <a:pt x="2309467" y="5953661"/>
                </a:cubicBezTo>
                <a:cubicBezTo>
                  <a:pt x="2320298" y="5957107"/>
                  <a:pt x="2331129" y="5963015"/>
                  <a:pt x="2341960" y="5963015"/>
                </a:cubicBezTo>
                <a:cubicBezTo>
                  <a:pt x="2362638" y="5963507"/>
                  <a:pt x="2382823" y="5959076"/>
                  <a:pt x="2403500" y="5960061"/>
                </a:cubicBezTo>
                <a:cubicBezTo>
                  <a:pt x="2416793" y="5961045"/>
                  <a:pt x="2430085" y="5967446"/>
                  <a:pt x="2442886" y="5972861"/>
                </a:cubicBezTo>
                <a:cubicBezTo>
                  <a:pt x="2448794" y="5975323"/>
                  <a:pt x="2454209" y="5983200"/>
                  <a:pt x="2458640" y="5982708"/>
                </a:cubicBezTo>
                <a:cubicBezTo>
                  <a:pt x="2500979" y="5973846"/>
                  <a:pt x="2511318" y="6006831"/>
                  <a:pt x="2526087" y="6033416"/>
                </a:cubicBezTo>
                <a:cubicBezTo>
                  <a:pt x="2537411" y="6032924"/>
                  <a:pt x="2547257" y="6031940"/>
                  <a:pt x="2562027" y="6031447"/>
                </a:cubicBezTo>
                <a:cubicBezTo>
                  <a:pt x="2557596" y="6045724"/>
                  <a:pt x="2554642" y="6055078"/>
                  <a:pt x="2552673" y="6060986"/>
                </a:cubicBezTo>
                <a:cubicBezTo>
                  <a:pt x="2580243" y="6052124"/>
                  <a:pt x="2608797" y="6043262"/>
                  <a:pt x="2640305" y="6033416"/>
                </a:cubicBezTo>
                <a:cubicBezTo>
                  <a:pt x="2641290" y="6017662"/>
                  <a:pt x="2642275" y="5993538"/>
                  <a:pt x="2643259" y="5966953"/>
                </a:cubicBezTo>
                <a:cubicBezTo>
                  <a:pt x="2696430" y="5984677"/>
                  <a:pt x="2708245" y="6000923"/>
                  <a:pt x="2700861" y="6035878"/>
                </a:cubicBezTo>
                <a:cubicBezTo>
                  <a:pt x="2717600" y="6049171"/>
                  <a:pt x="2734338" y="6061971"/>
                  <a:pt x="2751569" y="6074771"/>
                </a:cubicBezTo>
                <a:cubicBezTo>
                  <a:pt x="2754523" y="6077233"/>
                  <a:pt x="2759447" y="6081171"/>
                  <a:pt x="2760924" y="6080186"/>
                </a:cubicBezTo>
                <a:cubicBezTo>
                  <a:pt x="2796863" y="6062955"/>
                  <a:pt x="2822463" y="6096433"/>
                  <a:pt x="2854956" y="6097910"/>
                </a:cubicBezTo>
                <a:cubicBezTo>
                  <a:pt x="2896311" y="6099879"/>
                  <a:pt x="2937666" y="6106280"/>
                  <a:pt x="2981482" y="6111203"/>
                </a:cubicBezTo>
                <a:cubicBezTo>
                  <a:pt x="2989360" y="6141726"/>
                  <a:pt x="2993298" y="6173235"/>
                  <a:pt x="2942589" y="6193913"/>
                </a:cubicBezTo>
                <a:cubicBezTo>
                  <a:pt x="2960805" y="6202282"/>
                  <a:pt x="2970159" y="6208682"/>
                  <a:pt x="2980005" y="6210159"/>
                </a:cubicBezTo>
                <a:cubicBezTo>
                  <a:pt x="2983452" y="6210651"/>
                  <a:pt x="2987882" y="6195881"/>
                  <a:pt x="2991821" y="6188497"/>
                </a:cubicBezTo>
                <a:cubicBezTo>
                  <a:pt x="2997729" y="6177666"/>
                  <a:pt x="3003144" y="6166342"/>
                  <a:pt x="3012498" y="6148127"/>
                </a:cubicBezTo>
                <a:cubicBezTo>
                  <a:pt x="3023329" y="6170281"/>
                  <a:pt x="3030222" y="6184558"/>
                  <a:pt x="3037114" y="6198836"/>
                </a:cubicBezTo>
                <a:cubicBezTo>
                  <a:pt x="3055823" y="6191943"/>
                  <a:pt x="3074531" y="6185051"/>
                  <a:pt x="3095700" y="6177174"/>
                </a:cubicBezTo>
                <a:cubicBezTo>
                  <a:pt x="3097177" y="6165850"/>
                  <a:pt x="3098654" y="6151573"/>
                  <a:pt x="3099147" y="6144681"/>
                </a:cubicBezTo>
                <a:cubicBezTo>
                  <a:pt x="3130163" y="6141726"/>
                  <a:pt x="3155763" y="6137788"/>
                  <a:pt x="3181364" y="6138280"/>
                </a:cubicBezTo>
                <a:cubicBezTo>
                  <a:pt x="3196133" y="6138280"/>
                  <a:pt x="3210903" y="6147142"/>
                  <a:pt x="3226165" y="6149111"/>
                </a:cubicBezTo>
                <a:cubicBezTo>
                  <a:pt x="3242411" y="6151080"/>
                  <a:pt x="3259150" y="6150096"/>
                  <a:pt x="3275889" y="6150588"/>
                </a:cubicBezTo>
                <a:cubicBezTo>
                  <a:pt x="3276874" y="6150588"/>
                  <a:pt x="3278350" y="6148127"/>
                  <a:pt x="3278843" y="6148619"/>
                </a:cubicBezTo>
                <a:cubicBezTo>
                  <a:pt x="3318721" y="6167327"/>
                  <a:pt x="3363522" y="6118095"/>
                  <a:pt x="3401923" y="6158465"/>
                </a:cubicBezTo>
                <a:cubicBezTo>
                  <a:pt x="3406353" y="6163388"/>
                  <a:pt x="3417677" y="6162896"/>
                  <a:pt x="3426046" y="6162896"/>
                </a:cubicBezTo>
                <a:cubicBezTo>
                  <a:pt x="3448200" y="6162404"/>
                  <a:pt x="3471339" y="6142711"/>
                  <a:pt x="3493494" y="6165850"/>
                </a:cubicBezTo>
                <a:cubicBezTo>
                  <a:pt x="3494971" y="6167327"/>
                  <a:pt x="3504817" y="6157973"/>
                  <a:pt x="3511217" y="6156496"/>
                </a:cubicBezTo>
                <a:cubicBezTo>
                  <a:pt x="3525002" y="6153050"/>
                  <a:pt x="3539279" y="6149111"/>
                  <a:pt x="3553557" y="6149111"/>
                </a:cubicBezTo>
                <a:cubicBezTo>
                  <a:pt x="3587034" y="6149111"/>
                  <a:pt x="3620512" y="6155511"/>
                  <a:pt x="3653497" y="6152065"/>
                </a:cubicBezTo>
                <a:cubicBezTo>
                  <a:pt x="3689437" y="6148619"/>
                  <a:pt x="3724391" y="6131880"/>
                  <a:pt x="3760331" y="6131388"/>
                </a:cubicBezTo>
                <a:cubicBezTo>
                  <a:pt x="3782977" y="6130895"/>
                  <a:pt x="3805624" y="6149111"/>
                  <a:pt x="3828763" y="6158957"/>
                </a:cubicBezTo>
                <a:cubicBezTo>
                  <a:pt x="3829747" y="6153542"/>
                  <a:pt x="3830732" y="6146649"/>
                  <a:pt x="3833194" y="6129418"/>
                </a:cubicBezTo>
                <a:cubicBezTo>
                  <a:pt x="3839594" y="6149604"/>
                  <a:pt x="3843040" y="6161419"/>
                  <a:pt x="3846979" y="6174220"/>
                </a:cubicBezTo>
                <a:cubicBezTo>
                  <a:pt x="3872087" y="6172250"/>
                  <a:pt x="3897688" y="6169789"/>
                  <a:pt x="3925750" y="6167819"/>
                </a:cubicBezTo>
                <a:cubicBezTo>
                  <a:pt x="3912457" y="6148619"/>
                  <a:pt x="3870118" y="6155511"/>
                  <a:pt x="3879472" y="6117110"/>
                </a:cubicBezTo>
                <a:cubicBezTo>
                  <a:pt x="3903595" y="6123018"/>
                  <a:pt x="3926242" y="6128434"/>
                  <a:pt x="3938550" y="6131388"/>
                </a:cubicBezTo>
                <a:cubicBezTo>
                  <a:pt x="3948396" y="6153050"/>
                  <a:pt x="3955289" y="6167819"/>
                  <a:pt x="3962181" y="6182589"/>
                </a:cubicBezTo>
                <a:cubicBezTo>
                  <a:pt x="3966612" y="6181112"/>
                  <a:pt x="3971043" y="6179635"/>
                  <a:pt x="3975474" y="6178158"/>
                </a:cubicBezTo>
                <a:cubicBezTo>
                  <a:pt x="3970058" y="6162896"/>
                  <a:pt x="3960704" y="6147142"/>
                  <a:pt x="3961197" y="6132373"/>
                </a:cubicBezTo>
                <a:cubicBezTo>
                  <a:pt x="3961689" y="6122526"/>
                  <a:pt x="3976459" y="6104802"/>
                  <a:pt x="3985320" y="6104802"/>
                </a:cubicBezTo>
                <a:cubicBezTo>
                  <a:pt x="4026675" y="6104310"/>
                  <a:pt x="4065568" y="6105295"/>
                  <a:pt x="4097569" y="6070340"/>
                </a:cubicBezTo>
                <a:cubicBezTo>
                  <a:pt x="4111846" y="6054586"/>
                  <a:pt x="4148278" y="6073294"/>
                  <a:pt x="4164524" y="6096925"/>
                </a:cubicBezTo>
                <a:cubicBezTo>
                  <a:pt x="4170925" y="6105787"/>
                  <a:pt x="4183725" y="6110218"/>
                  <a:pt x="4194063" y="6116618"/>
                </a:cubicBezTo>
                <a:cubicBezTo>
                  <a:pt x="4195541" y="6113664"/>
                  <a:pt x="4197018" y="6110218"/>
                  <a:pt x="4198494" y="6107264"/>
                </a:cubicBezTo>
                <a:cubicBezTo>
                  <a:pt x="4194556" y="6092987"/>
                  <a:pt x="4191109" y="6078710"/>
                  <a:pt x="4187171" y="6064432"/>
                </a:cubicBezTo>
                <a:cubicBezTo>
                  <a:pt x="4224095" y="6050647"/>
                  <a:pt x="4262496" y="6035878"/>
                  <a:pt x="4306805" y="6019139"/>
                </a:cubicBezTo>
                <a:cubicBezTo>
                  <a:pt x="4314682" y="6025047"/>
                  <a:pt x="4330928" y="6037847"/>
                  <a:pt x="4348159" y="6051632"/>
                </a:cubicBezTo>
                <a:cubicBezTo>
                  <a:pt x="4356529" y="6040309"/>
                  <a:pt x="4365391" y="6028001"/>
                  <a:pt x="4373760" y="6016678"/>
                </a:cubicBezTo>
                <a:cubicBezTo>
                  <a:pt x="4388529" y="6027509"/>
                  <a:pt x="4399360" y="6036371"/>
                  <a:pt x="4410684" y="6044740"/>
                </a:cubicBezTo>
                <a:cubicBezTo>
                  <a:pt x="4412653" y="6042278"/>
                  <a:pt x="4415115" y="6039324"/>
                  <a:pt x="4417084" y="6036863"/>
                </a:cubicBezTo>
                <a:cubicBezTo>
                  <a:pt x="4411176" y="6028001"/>
                  <a:pt x="4405268" y="6018647"/>
                  <a:pt x="4399360" y="6009785"/>
                </a:cubicBezTo>
                <a:cubicBezTo>
                  <a:pt x="4410684" y="6004862"/>
                  <a:pt x="4422499" y="6000431"/>
                  <a:pt x="4433823" y="5994523"/>
                </a:cubicBezTo>
                <a:cubicBezTo>
                  <a:pt x="4440223" y="5991569"/>
                  <a:pt x="4445638" y="5984677"/>
                  <a:pt x="4452531" y="5983200"/>
                </a:cubicBezTo>
                <a:cubicBezTo>
                  <a:pt x="4467793" y="5979754"/>
                  <a:pt x="4483547" y="5978769"/>
                  <a:pt x="4498809" y="5976307"/>
                </a:cubicBezTo>
                <a:cubicBezTo>
                  <a:pt x="4507178" y="5975323"/>
                  <a:pt x="4520963" y="5975815"/>
                  <a:pt x="4522933" y="5971384"/>
                </a:cubicBezTo>
                <a:cubicBezTo>
                  <a:pt x="4542625" y="5928553"/>
                  <a:pt x="4592349" y="5948738"/>
                  <a:pt x="4621396" y="5925106"/>
                </a:cubicBezTo>
                <a:cubicBezTo>
                  <a:pt x="4622381" y="5924614"/>
                  <a:pt x="4637150" y="5940861"/>
                  <a:pt x="4650935" y="5955138"/>
                </a:cubicBezTo>
                <a:cubicBezTo>
                  <a:pt x="4655859" y="5943814"/>
                  <a:pt x="4664720" y="5931506"/>
                  <a:pt x="4665705" y="5918214"/>
                </a:cubicBezTo>
                <a:cubicBezTo>
                  <a:pt x="4667674" y="5897044"/>
                  <a:pt x="4676044" y="5892121"/>
                  <a:pt x="4695244" y="5896552"/>
                </a:cubicBezTo>
                <a:cubicBezTo>
                  <a:pt x="4707060" y="5899506"/>
                  <a:pt x="4719860" y="5900983"/>
                  <a:pt x="4730199" y="5902952"/>
                </a:cubicBezTo>
                <a:cubicBezTo>
                  <a:pt x="4737091" y="5891136"/>
                  <a:pt x="4742999" y="5881782"/>
                  <a:pt x="4748414" y="5872428"/>
                </a:cubicBezTo>
                <a:cubicBezTo>
                  <a:pt x="4755307" y="5877844"/>
                  <a:pt x="4761707" y="5883259"/>
                  <a:pt x="4764661" y="5885228"/>
                </a:cubicBezTo>
                <a:cubicBezTo>
                  <a:pt x="4777954" y="5873905"/>
                  <a:pt x="4790754" y="5863074"/>
                  <a:pt x="4811431" y="5845843"/>
                </a:cubicBezTo>
                <a:cubicBezTo>
                  <a:pt x="4805031" y="5864059"/>
                  <a:pt x="4801585" y="5872920"/>
                  <a:pt x="4798139" y="5882767"/>
                </a:cubicBezTo>
                <a:cubicBezTo>
                  <a:pt x="4824231" y="5873413"/>
                  <a:pt x="4824231" y="5873413"/>
                  <a:pt x="4812908" y="5811873"/>
                </a:cubicBezTo>
                <a:cubicBezTo>
                  <a:pt x="4819801" y="5815319"/>
                  <a:pt x="4825216" y="5816796"/>
                  <a:pt x="4829155" y="5820242"/>
                </a:cubicBezTo>
                <a:cubicBezTo>
                  <a:pt x="4833093" y="5824181"/>
                  <a:pt x="4835555" y="5829597"/>
                  <a:pt x="4842940" y="5840427"/>
                </a:cubicBezTo>
                <a:cubicBezTo>
                  <a:pt x="4856725" y="5765595"/>
                  <a:pt x="4907433" y="5792180"/>
                  <a:pt x="4954204" y="5795627"/>
                </a:cubicBezTo>
                <a:cubicBezTo>
                  <a:pt x="4947804" y="5784303"/>
                  <a:pt x="4944357" y="5778888"/>
                  <a:pt x="4941403" y="5773472"/>
                </a:cubicBezTo>
                <a:cubicBezTo>
                  <a:pt x="4982758" y="5761656"/>
                  <a:pt x="5032975" y="5770026"/>
                  <a:pt x="5054637" y="5731625"/>
                </a:cubicBezTo>
                <a:cubicBezTo>
                  <a:pt x="5080729" y="5723255"/>
                  <a:pt x="5099930" y="5717840"/>
                  <a:pt x="5122576" y="5710455"/>
                </a:cubicBezTo>
                <a:cubicBezTo>
                  <a:pt x="5105838" y="5692732"/>
                  <a:pt x="5092545" y="5678947"/>
                  <a:pt x="5070883" y="5656300"/>
                </a:cubicBezTo>
                <a:cubicBezTo>
                  <a:pt x="5095007" y="5656300"/>
                  <a:pt x="5107807" y="5654823"/>
                  <a:pt x="5120115" y="5656792"/>
                </a:cubicBezTo>
                <a:cubicBezTo>
                  <a:pt x="5162455" y="5662700"/>
                  <a:pt x="5174763" y="5653838"/>
                  <a:pt x="5179193" y="5611991"/>
                </a:cubicBezTo>
                <a:cubicBezTo>
                  <a:pt x="5184609" y="5559806"/>
                  <a:pt x="5211194" y="5546513"/>
                  <a:pt x="5259441" y="5564729"/>
                </a:cubicBezTo>
                <a:cubicBezTo>
                  <a:pt x="5272241" y="5569652"/>
                  <a:pt x="5292919" y="5555375"/>
                  <a:pt x="5313596" y="5548482"/>
                </a:cubicBezTo>
                <a:cubicBezTo>
                  <a:pt x="5284057" y="5518451"/>
                  <a:pt x="5284057" y="5518451"/>
                  <a:pt x="5311627" y="5490881"/>
                </a:cubicBezTo>
                <a:cubicBezTo>
                  <a:pt x="5325904" y="5496296"/>
                  <a:pt x="5338704" y="5501712"/>
                  <a:pt x="5351012" y="5506635"/>
                </a:cubicBezTo>
                <a:cubicBezTo>
                  <a:pt x="5355936" y="5493343"/>
                  <a:pt x="5357413" y="5475127"/>
                  <a:pt x="5367259" y="5467742"/>
                </a:cubicBezTo>
                <a:cubicBezTo>
                  <a:pt x="5388921" y="5450511"/>
                  <a:pt x="5370705" y="5407679"/>
                  <a:pt x="5412060" y="5403248"/>
                </a:cubicBezTo>
                <a:cubicBezTo>
                  <a:pt x="5419445" y="5402264"/>
                  <a:pt x="5425352" y="5386510"/>
                  <a:pt x="5425352" y="5386017"/>
                </a:cubicBezTo>
                <a:cubicBezTo>
                  <a:pt x="5461784" y="5379125"/>
                  <a:pt x="5490831" y="5373709"/>
                  <a:pt x="5520370" y="5368294"/>
                </a:cubicBezTo>
                <a:cubicBezTo>
                  <a:pt x="5520370" y="5364355"/>
                  <a:pt x="5520862" y="5360417"/>
                  <a:pt x="5520862" y="5356478"/>
                </a:cubicBezTo>
                <a:cubicBezTo>
                  <a:pt x="5513478" y="5352540"/>
                  <a:pt x="5506585" y="5348601"/>
                  <a:pt x="5499200" y="5344170"/>
                </a:cubicBezTo>
                <a:cubicBezTo>
                  <a:pt x="5508554" y="5309215"/>
                  <a:pt x="5515939" y="5271307"/>
                  <a:pt x="5568125" y="5288046"/>
                </a:cubicBezTo>
                <a:cubicBezTo>
                  <a:pt x="5568125" y="5288046"/>
                  <a:pt x="5575017" y="5274261"/>
                  <a:pt x="5575017" y="5266876"/>
                </a:cubicBezTo>
                <a:cubicBezTo>
                  <a:pt x="5574525" y="5249645"/>
                  <a:pt x="5572064" y="5231922"/>
                  <a:pt x="5570094" y="5207798"/>
                </a:cubicBezTo>
                <a:cubicBezTo>
                  <a:pt x="5584864" y="5217152"/>
                  <a:pt x="5594710" y="5223552"/>
                  <a:pt x="5604064" y="5229952"/>
                </a:cubicBezTo>
                <a:cubicBezTo>
                  <a:pt x="5647881" y="5220598"/>
                  <a:pt x="5621788" y="5186136"/>
                  <a:pt x="5627203" y="5154135"/>
                </a:cubicBezTo>
                <a:cubicBezTo>
                  <a:pt x="5669050" y="5197459"/>
                  <a:pt x="5687266" y="5155120"/>
                  <a:pt x="5711882" y="5137889"/>
                </a:cubicBezTo>
                <a:cubicBezTo>
                  <a:pt x="5715328" y="5135427"/>
                  <a:pt x="5707944" y="5117211"/>
                  <a:pt x="5703513" y="5096042"/>
                </a:cubicBezTo>
                <a:cubicBezTo>
                  <a:pt x="5722221" y="5066995"/>
                  <a:pt x="5740436" y="5017270"/>
                  <a:pt x="5810838" y="5035486"/>
                </a:cubicBezTo>
                <a:cubicBezTo>
                  <a:pt x="5802961" y="5002993"/>
                  <a:pt x="5796561" y="4978377"/>
                  <a:pt x="5789668" y="4950315"/>
                </a:cubicBezTo>
                <a:cubicBezTo>
                  <a:pt x="5840377" y="4894683"/>
                  <a:pt x="5840377" y="4894683"/>
                  <a:pt x="5928010" y="4911914"/>
                </a:cubicBezTo>
                <a:cubicBezTo>
                  <a:pt x="5905856" y="4898129"/>
                  <a:pt x="5884194" y="4884344"/>
                  <a:pt x="5855639" y="4866621"/>
                </a:cubicBezTo>
                <a:cubicBezTo>
                  <a:pt x="5871886" y="4860221"/>
                  <a:pt x="5883702" y="4849882"/>
                  <a:pt x="5893055" y="4852344"/>
                </a:cubicBezTo>
                <a:cubicBezTo>
                  <a:pt x="5924564" y="4860713"/>
                  <a:pt x="5928995" y="4845451"/>
                  <a:pt x="5922594" y="4820343"/>
                </a:cubicBezTo>
                <a:cubicBezTo>
                  <a:pt x="5949672" y="4818866"/>
                  <a:pt x="5946718" y="4818866"/>
                  <a:pt x="5943764" y="4790804"/>
                </a:cubicBezTo>
                <a:cubicBezTo>
                  <a:pt x="5942780" y="4781942"/>
                  <a:pt x="5960995" y="4771111"/>
                  <a:pt x="5970842" y="4760280"/>
                </a:cubicBezTo>
                <a:cubicBezTo>
                  <a:pt x="5953118" y="4740587"/>
                  <a:pt x="5958534" y="4729264"/>
                  <a:pt x="5985611" y="4720402"/>
                </a:cubicBezTo>
                <a:cubicBezTo>
                  <a:pt x="6017120" y="4709571"/>
                  <a:pt x="6040259" y="4688402"/>
                  <a:pt x="6037797" y="4650985"/>
                </a:cubicBezTo>
                <a:cubicBezTo>
                  <a:pt x="6036813" y="4637693"/>
                  <a:pt x="6033859" y="4624892"/>
                  <a:pt x="6031397" y="4609631"/>
                </a:cubicBezTo>
                <a:cubicBezTo>
                  <a:pt x="6046659" y="4604707"/>
                  <a:pt x="6062413" y="4598799"/>
                  <a:pt x="6079152" y="4594369"/>
                </a:cubicBezTo>
                <a:cubicBezTo>
                  <a:pt x="6092937" y="4590923"/>
                  <a:pt x="6107214" y="4588953"/>
                  <a:pt x="6124938" y="4585015"/>
                </a:cubicBezTo>
                <a:cubicBezTo>
                  <a:pt x="6111645" y="4566799"/>
                  <a:pt x="6082106" y="4545629"/>
                  <a:pt x="6131830" y="4541198"/>
                </a:cubicBezTo>
                <a:cubicBezTo>
                  <a:pt x="6125430" y="4523967"/>
                  <a:pt x="6119522" y="4507228"/>
                  <a:pt x="6113614" y="4490982"/>
                </a:cubicBezTo>
                <a:cubicBezTo>
                  <a:pt x="6116076" y="4489505"/>
                  <a:pt x="6119030" y="4488028"/>
                  <a:pt x="6121491" y="4486551"/>
                </a:cubicBezTo>
                <a:cubicBezTo>
                  <a:pt x="6130353" y="4497874"/>
                  <a:pt x="6139707" y="4509197"/>
                  <a:pt x="6148569" y="4520521"/>
                </a:cubicBezTo>
                <a:cubicBezTo>
                  <a:pt x="6151030" y="4520028"/>
                  <a:pt x="6153492" y="4519536"/>
                  <a:pt x="6155954" y="4519044"/>
                </a:cubicBezTo>
                <a:cubicBezTo>
                  <a:pt x="6149061" y="4495905"/>
                  <a:pt x="6134784" y="4471781"/>
                  <a:pt x="6136753" y="4449135"/>
                </a:cubicBezTo>
                <a:cubicBezTo>
                  <a:pt x="6139215" y="4423042"/>
                  <a:pt x="6155461" y="4397934"/>
                  <a:pt x="6166292" y="4372825"/>
                </a:cubicBezTo>
                <a:cubicBezTo>
                  <a:pt x="6168754" y="4367410"/>
                  <a:pt x="6175154" y="4363963"/>
                  <a:pt x="6179585" y="4360025"/>
                </a:cubicBezTo>
                <a:cubicBezTo>
                  <a:pt x="6173185" y="4349686"/>
                  <a:pt x="6167277" y="4340332"/>
                  <a:pt x="6161369" y="4330486"/>
                </a:cubicBezTo>
                <a:cubicBezTo>
                  <a:pt x="6173185" y="4330978"/>
                  <a:pt x="6185000" y="4331963"/>
                  <a:pt x="6209124" y="4332947"/>
                </a:cubicBezTo>
                <a:cubicBezTo>
                  <a:pt x="6193862" y="4319655"/>
                  <a:pt x="6181554" y="4313255"/>
                  <a:pt x="6178108" y="4303901"/>
                </a:cubicBezTo>
                <a:cubicBezTo>
                  <a:pt x="6174662" y="4293562"/>
                  <a:pt x="6180077" y="4280269"/>
                  <a:pt x="6181554" y="4268454"/>
                </a:cubicBezTo>
                <a:cubicBezTo>
                  <a:pt x="6185000" y="4268454"/>
                  <a:pt x="6188939" y="4267961"/>
                  <a:pt x="6192385" y="4267961"/>
                </a:cubicBezTo>
                <a:cubicBezTo>
                  <a:pt x="6195831" y="4277315"/>
                  <a:pt x="6198786" y="4286670"/>
                  <a:pt x="6205185" y="4305378"/>
                </a:cubicBezTo>
                <a:cubicBezTo>
                  <a:pt x="6213555" y="4282731"/>
                  <a:pt x="6221432" y="4266977"/>
                  <a:pt x="6224878" y="4250730"/>
                </a:cubicBezTo>
                <a:cubicBezTo>
                  <a:pt x="6229801" y="4228084"/>
                  <a:pt x="6221924" y="4205437"/>
                  <a:pt x="6251464" y="4187713"/>
                </a:cubicBezTo>
                <a:cubicBezTo>
                  <a:pt x="6267710" y="4178359"/>
                  <a:pt x="6270172" y="4142420"/>
                  <a:pt x="6276079" y="4118296"/>
                </a:cubicBezTo>
                <a:cubicBezTo>
                  <a:pt x="6278049" y="4110419"/>
                  <a:pt x="6273126" y="4100573"/>
                  <a:pt x="6278049" y="4088757"/>
                </a:cubicBezTo>
                <a:cubicBezTo>
                  <a:pt x="6282480" y="4095157"/>
                  <a:pt x="6287403" y="4101557"/>
                  <a:pt x="6294788" y="4111896"/>
                </a:cubicBezTo>
                <a:cubicBezTo>
                  <a:pt x="6304141" y="4100573"/>
                  <a:pt x="6312511" y="4089742"/>
                  <a:pt x="6322358" y="4077434"/>
                </a:cubicBezTo>
                <a:cubicBezTo>
                  <a:pt x="6298234" y="4067095"/>
                  <a:pt x="6257864" y="4072511"/>
                  <a:pt x="6297742" y="4032141"/>
                </a:cubicBezTo>
                <a:cubicBezTo>
                  <a:pt x="6317434" y="4012448"/>
                  <a:pt x="6327773" y="3978970"/>
                  <a:pt x="6333188" y="3949431"/>
                </a:cubicBezTo>
                <a:cubicBezTo>
                  <a:pt x="6338604" y="3919400"/>
                  <a:pt x="6333681" y="3886907"/>
                  <a:pt x="6332696" y="3855398"/>
                </a:cubicBezTo>
                <a:cubicBezTo>
                  <a:pt x="6332204" y="3837182"/>
                  <a:pt x="6330235" y="3818474"/>
                  <a:pt x="6328757" y="3795335"/>
                </a:cubicBezTo>
                <a:cubicBezTo>
                  <a:pt x="6327281" y="3795828"/>
                  <a:pt x="6334666" y="3793858"/>
                  <a:pt x="6342050" y="3792381"/>
                </a:cubicBezTo>
                <a:cubicBezTo>
                  <a:pt x="6349927" y="3755457"/>
                  <a:pt x="6357312" y="3717057"/>
                  <a:pt x="6366174" y="3679148"/>
                </a:cubicBezTo>
                <a:cubicBezTo>
                  <a:pt x="6372082" y="3653547"/>
                  <a:pt x="6381436" y="3628931"/>
                  <a:pt x="6386359" y="3603331"/>
                </a:cubicBezTo>
                <a:cubicBezTo>
                  <a:pt x="6387836" y="3594469"/>
                  <a:pt x="6380451" y="3584131"/>
                  <a:pt x="6376020" y="3572807"/>
                </a:cubicBezTo>
                <a:cubicBezTo>
                  <a:pt x="6378974" y="3550653"/>
                  <a:pt x="6382420" y="3526037"/>
                  <a:pt x="6387343" y="3490098"/>
                </a:cubicBezTo>
                <a:cubicBezTo>
                  <a:pt x="6422791" y="3468436"/>
                  <a:pt x="6399651" y="3427081"/>
                  <a:pt x="6391774" y="3387695"/>
                </a:cubicBezTo>
                <a:cubicBezTo>
                  <a:pt x="6390297" y="3380310"/>
                  <a:pt x="6388328" y="3368495"/>
                  <a:pt x="6391774" y="3366033"/>
                </a:cubicBezTo>
                <a:cubicBezTo>
                  <a:pt x="6424759" y="3339448"/>
                  <a:pt x="6407036" y="3310401"/>
                  <a:pt x="6400144" y="3279878"/>
                </a:cubicBezTo>
                <a:cubicBezTo>
                  <a:pt x="6394728" y="3255262"/>
                  <a:pt x="6389805" y="3228184"/>
                  <a:pt x="6395220" y="3204553"/>
                </a:cubicBezTo>
                <a:cubicBezTo>
                  <a:pt x="6404575" y="3164675"/>
                  <a:pt x="6399651" y="3130213"/>
                  <a:pt x="6389313" y="3091319"/>
                </a:cubicBezTo>
                <a:cubicBezTo>
                  <a:pt x="6378482" y="3051442"/>
                  <a:pt x="6376513" y="3006641"/>
                  <a:pt x="6382420" y="2965286"/>
                </a:cubicBezTo>
                <a:cubicBezTo>
                  <a:pt x="6388821" y="2920485"/>
                  <a:pt x="6363220" y="2880607"/>
                  <a:pt x="6372082" y="2835314"/>
                </a:cubicBezTo>
                <a:cubicBezTo>
                  <a:pt x="6376513" y="2813652"/>
                  <a:pt x="6361251" y="2788051"/>
                  <a:pt x="6358789" y="2764420"/>
                </a:cubicBezTo>
                <a:cubicBezTo>
                  <a:pt x="6358296" y="2748666"/>
                  <a:pt x="6356820" y="2733404"/>
                  <a:pt x="6356820" y="2717650"/>
                </a:cubicBezTo>
                <a:cubicBezTo>
                  <a:pt x="6356820" y="2710757"/>
                  <a:pt x="6356820" y="2703372"/>
                  <a:pt x="6359774" y="2697464"/>
                </a:cubicBezTo>
                <a:cubicBezTo>
                  <a:pt x="6367651" y="2678756"/>
                  <a:pt x="6374051" y="2663495"/>
                  <a:pt x="6346481" y="2652663"/>
                </a:cubicBezTo>
                <a:cubicBezTo>
                  <a:pt x="6337127" y="2649217"/>
                  <a:pt x="6328757" y="2627555"/>
                  <a:pt x="6330235" y="2615247"/>
                </a:cubicBezTo>
                <a:cubicBezTo>
                  <a:pt x="6336635" y="2555677"/>
                  <a:pt x="6307588" y="2505953"/>
                  <a:pt x="6289372" y="2453274"/>
                </a:cubicBezTo>
                <a:cubicBezTo>
                  <a:pt x="6275587" y="2413397"/>
                  <a:pt x="6267710" y="2372042"/>
                  <a:pt x="6256387" y="2331672"/>
                </a:cubicBezTo>
                <a:cubicBezTo>
                  <a:pt x="6251956" y="2316410"/>
                  <a:pt x="6245556" y="2302132"/>
                  <a:pt x="6235710" y="2288348"/>
                </a:cubicBezTo>
                <a:cubicBezTo>
                  <a:pt x="6232755" y="2276532"/>
                  <a:pt x="6228817" y="2264224"/>
                  <a:pt x="6226355" y="2252408"/>
                </a:cubicBezTo>
                <a:cubicBezTo>
                  <a:pt x="6217493" y="2214007"/>
                  <a:pt x="6200754" y="2178561"/>
                  <a:pt x="6194847" y="2138683"/>
                </a:cubicBezTo>
                <a:cubicBezTo>
                  <a:pt x="6190416" y="2111605"/>
                  <a:pt x="6190908" y="2071727"/>
                  <a:pt x="6148077" y="2060896"/>
                </a:cubicBezTo>
                <a:cubicBezTo>
                  <a:pt x="6139707" y="2058927"/>
                  <a:pt x="6133799" y="2039234"/>
                  <a:pt x="6130845" y="2026434"/>
                </a:cubicBezTo>
                <a:cubicBezTo>
                  <a:pt x="6122476" y="1989510"/>
                  <a:pt x="6116076" y="1952094"/>
                  <a:pt x="6108691" y="1915170"/>
                </a:cubicBezTo>
                <a:cubicBezTo>
                  <a:pt x="6112137" y="1912216"/>
                  <a:pt x="6115091" y="1909262"/>
                  <a:pt x="6118537" y="1906801"/>
                </a:cubicBezTo>
                <a:cubicBezTo>
                  <a:pt x="6097368" y="1896954"/>
                  <a:pt x="6072752" y="1891539"/>
                  <a:pt x="6056505" y="1876277"/>
                </a:cubicBezTo>
                <a:cubicBezTo>
                  <a:pt x="6040751" y="1861999"/>
                  <a:pt x="6031397" y="1839353"/>
                  <a:pt x="6024013" y="1819168"/>
                </a:cubicBezTo>
                <a:cubicBezTo>
                  <a:pt x="6018597" y="1804398"/>
                  <a:pt x="6021058" y="1786182"/>
                  <a:pt x="6020074" y="1766982"/>
                </a:cubicBezTo>
                <a:cubicBezTo>
                  <a:pt x="5989550" y="1769936"/>
                  <a:pt x="5975273" y="1762551"/>
                  <a:pt x="5972319" y="1729073"/>
                </a:cubicBezTo>
                <a:cubicBezTo>
                  <a:pt x="5970842" y="1714304"/>
                  <a:pt x="5941303" y="1701996"/>
                  <a:pt x="5919641" y="1684765"/>
                </a:cubicBezTo>
                <a:cubicBezTo>
                  <a:pt x="5926533" y="1705935"/>
                  <a:pt x="5930964" y="1719719"/>
                  <a:pt x="5938349" y="1742858"/>
                </a:cubicBezTo>
                <a:cubicBezTo>
                  <a:pt x="5913733" y="1734489"/>
                  <a:pt x="5896010" y="1728089"/>
                  <a:pt x="5878286" y="1722181"/>
                </a:cubicBezTo>
                <a:cubicBezTo>
                  <a:pt x="5886655" y="1706427"/>
                  <a:pt x="5894532" y="1690673"/>
                  <a:pt x="5905363" y="1670488"/>
                </a:cubicBezTo>
                <a:cubicBezTo>
                  <a:pt x="5905856" y="1671472"/>
                  <a:pt x="5903887" y="1663103"/>
                  <a:pt x="5901917" y="1663103"/>
                </a:cubicBezTo>
                <a:cubicBezTo>
                  <a:pt x="5862040" y="1662118"/>
                  <a:pt x="5837424" y="1631594"/>
                  <a:pt x="5806407" y="1613871"/>
                </a:cubicBezTo>
                <a:cubicBezTo>
                  <a:pt x="5784745" y="1601563"/>
                  <a:pt x="5763576" y="1590732"/>
                  <a:pt x="5771945" y="1558239"/>
                </a:cubicBezTo>
                <a:cubicBezTo>
                  <a:pt x="5750776" y="1550362"/>
                  <a:pt x="5710897" y="1557254"/>
                  <a:pt x="5726160" y="1516884"/>
                </a:cubicBezTo>
                <a:cubicBezTo>
                  <a:pt x="5701051" y="1499653"/>
                  <a:pt x="5677420" y="1483406"/>
                  <a:pt x="5648373" y="1463714"/>
                </a:cubicBezTo>
                <a:cubicBezTo>
                  <a:pt x="5649850" y="1462729"/>
                  <a:pt x="5642958" y="1466668"/>
                  <a:pt x="5636065" y="1470114"/>
                </a:cubicBezTo>
                <a:cubicBezTo>
                  <a:pt x="5614895" y="1428267"/>
                  <a:pt x="5614895" y="1428267"/>
                  <a:pt x="5681851" y="1413989"/>
                </a:cubicBezTo>
                <a:cubicBezTo>
                  <a:pt x="5608988" y="1337188"/>
                  <a:pt x="5539079" y="1263340"/>
                  <a:pt x="5466707" y="1186538"/>
                </a:cubicBezTo>
                <a:cubicBezTo>
                  <a:pt x="5437660" y="1228878"/>
                  <a:pt x="5399752" y="1214108"/>
                  <a:pt x="5356921" y="1211154"/>
                </a:cubicBezTo>
                <a:cubicBezTo>
                  <a:pt x="5329350" y="1209185"/>
                  <a:pt x="5298827" y="1212631"/>
                  <a:pt x="5269288" y="1206723"/>
                </a:cubicBezTo>
                <a:cubicBezTo>
                  <a:pt x="5263380" y="1205246"/>
                  <a:pt x="5253534" y="1207216"/>
                  <a:pt x="5251072" y="1203769"/>
                </a:cubicBezTo>
                <a:cubicBezTo>
                  <a:pt x="5224487" y="1164384"/>
                  <a:pt x="5179686" y="1182600"/>
                  <a:pt x="5144731" y="1169307"/>
                </a:cubicBezTo>
                <a:cubicBezTo>
                  <a:pt x="5104361" y="1153553"/>
                  <a:pt x="5063991" y="1138783"/>
                  <a:pt x="5020667" y="1122044"/>
                </a:cubicBezTo>
                <a:cubicBezTo>
                  <a:pt x="5031005" y="1112690"/>
                  <a:pt x="5037898" y="1106290"/>
                  <a:pt x="5044790" y="1099890"/>
                </a:cubicBezTo>
                <a:cubicBezTo>
                  <a:pt x="5013774" y="1059028"/>
                  <a:pt x="4960604" y="1027027"/>
                  <a:pt x="4997035" y="959579"/>
                </a:cubicBezTo>
                <a:cubicBezTo>
                  <a:pt x="4942388" y="913794"/>
                  <a:pt x="4965527" y="848315"/>
                  <a:pt x="4963065" y="784806"/>
                </a:cubicBezTo>
                <a:cubicBezTo>
                  <a:pt x="4849340" y="710958"/>
                  <a:pt x="4736107" y="629726"/>
                  <a:pt x="4603673" y="578525"/>
                </a:cubicBezTo>
                <a:cubicBezTo>
                  <a:pt x="4476162" y="528800"/>
                  <a:pt x="4353083" y="466768"/>
                  <a:pt x="4214741" y="448552"/>
                </a:cubicBezTo>
                <a:cubicBezTo>
                  <a:pt x="4215233" y="443629"/>
                  <a:pt x="4215726" y="439198"/>
                  <a:pt x="4216218" y="434275"/>
                </a:cubicBezTo>
                <a:cubicBezTo>
                  <a:pt x="4267911" y="437229"/>
                  <a:pt x="4320097" y="440183"/>
                  <a:pt x="4371791" y="442152"/>
                </a:cubicBezTo>
                <a:cubicBezTo>
                  <a:pt x="4392468" y="443137"/>
                  <a:pt x="4413638" y="445106"/>
                  <a:pt x="4433823" y="441168"/>
                </a:cubicBezTo>
                <a:cubicBezTo>
                  <a:pt x="4476162" y="433290"/>
                  <a:pt x="4506194" y="448552"/>
                  <a:pt x="4531302" y="481045"/>
                </a:cubicBezTo>
                <a:cubicBezTo>
                  <a:pt x="4536717" y="487938"/>
                  <a:pt x="4547549" y="490892"/>
                  <a:pt x="4556410" y="494830"/>
                </a:cubicBezTo>
                <a:cubicBezTo>
                  <a:pt x="4572164" y="502707"/>
                  <a:pt x="4588411" y="510585"/>
                  <a:pt x="4604657" y="517477"/>
                </a:cubicBezTo>
                <a:cubicBezTo>
                  <a:pt x="4644535" y="534708"/>
                  <a:pt x="4684413" y="551939"/>
                  <a:pt x="4724291" y="568678"/>
                </a:cubicBezTo>
                <a:cubicBezTo>
                  <a:pt x="4732168" y="572124"/>
                  <a:pt x="4745460" y="573109"/>
                  <a:pt x="4747922" y="579017"/>
                </a:cubicBezTo>
                <a:cubicBezTo>
                  <a:pt x="4770076" y="628249"/>
                  <a:pt x="4820293" y="618895"/>
                  <a:pt x="4858202" y="634649"/>
                </a:cubicBezTo>
                <a:cubicBezTo>
                  <a:pt x="4865586" y="637603"/>
                  <a:pt x="4871986" y="644988"/>
                  <a:pt x="4878879" y="648926"/>
                </a:cubicBezTo>
                <a:cubicBezTo>
                  <a:pt x="4894633" y="657788"/>
                  <a:pt x="4910880" y="666157"/>
                  <a:pt x="4926634" y="675019"/>
                </a:cubicBezTo>
                <a:cubicBezTo>
                  <a:pt x="4931065" y="672557"/>
                  <a:pt x="4935003" y="669603"/>
                  <a:pt x="4939434" y="667142"/>
                </a:cubicBezTo>
                <a:cubicBezTo>
                  <a:pt x="4931557" y="633172"/>
                  <a:pt x="4923680" y="599694"/>
                  <a:pt x="4914818" y="562770"/>
                </a:cubicBezTo>
                <a:cubicBezTo>
                  <a:pt x="4884294" y="596248"/>
                  <a:pt x="4862632" y="576063"/>
                  <a:pt x="4837524" y="551939"/>
                </a:cubicBezTo>
                <a:cubicBezTo>
                  <a:pt x="4818816" y="534708"/>
                  <a:pt x="4792231" y="525846"/>
                  <a:pt x="4770076" y="512061"/>
                </a:cubicBezTo>
                <a:cubicBezTo>
                  <a:pt x="4753338" y="501723"/>
                  <a:pt x="4738076" y="489907"/>
                  <a:pt x="4721829" y="479568"/>
                </a:cubicBezTo>
                <a:cubicBezTo>
                  <a:pt x="4717891" y="477107"/>
                  <a:pt x="4711491" y="475138"/>
                  <a:pt x="4708044" y="476615"/>
                </a:cubicBezTo>
                <a:cubicBezTo>
                  <a:pt x="4669643" y="491384"/>
                  <a:pt x="4647489" y="461353"/>
                  <a:pt x="4619427" y="446091"/>
                </a:cubicBezTo>
                <a:cubicBezTo>
                  <a:pt x="4604165" y="437721"/>
                  <a:pt x="4585457" y="426890"/>
                  <a:pt x="4569210" y="428860"/>
                </a:cubicBezTo>
                <a:cubicBezTo>
                  <a:pt x="4532779" y="433290"/>
                  <a:pt x="4511117" y="421475"/>
                  <a:pt x="4497824" y="385536"/>
                </a:cubicBezTo>
                <a:cubicBezTo>
                  <a:pt x="4548041" y="362889"/>
                  <a:pt x="4583980" y="406213"/>
                  <a:pt x="4627304" y="412121"/>
                </a:cubicBezTo>
                <a:cubicBezTo>
                  <a:pt x="4671613" y="418521"/>
                  <a:pt x="4714444" y="433290"/>
                  <a:pt x="4757276" y="446583"/>
                </a:cubicBezTo>
                <a:cubicBezTo>
                  <a:pt x="4799615" y="459876"/>
                  <a:pt x="4840478" y="475630"/>
                  <a:pt x="4882325" y="490399"/>
                </a:cubicBezTo>
                <a:cubicBezTo>
                  <a:pt x="4883802" y="487446"/>
                  <a:pt x="4885279" y="484492"/>
                  <a:pt x="4886756" y="481538"/>
                </a:cubicBezTo>
                <a:cubicBezTo>
                  <a:pt x="4872479" y="470707"/>
                  <a:pt x="4857709" y="459383"/>
                  <a:pt x="4836047" y="442645"/>
                </a:cubicBezTo>
                <a:cubicBezTo>
                  <a:pt x="4857709" y="439198"/>
                  <a:pt x="4868540" y="437229"/>
                  <a:pt x="4885771" y="434767"/>
                </a:cubicBezTo>
                <a:cubicBezTo>
                  <a:pt x="4863125" y="418521"/>
                  <a:pt x="4843924" y="405228"/>
                  <a:pt x="4826201" y="390951"/>
                </a:cubicBezTo>
                <a:cubicBezTo>
                  <a:pt x="4820293" y="386028"/>
                  <a:pt x="4816847" y="377166"/>
                  <a:pt x="4815862" y="369781"/>
                </a:cubicBezTo>
                <a:cubicBezTo>
                  <a:pt x="4815370" y="367320"/>
                  <a:pt x="4827185" y="359935"/>
                  <a:pt x="4832601" y="360920"/>
                </a:cubicBezTo>
                <a:cubicBezTo>
                  <a:pt x="4854755" y="363874"/>
                  <a:pt x="4883310" y="340242"/>
                  <a:pt x="4898079" y="376674"/>
                </a:cubicBezTo>
                <a:cubicBezTo>
                  <a:pt x="4899556" y="379628"/>
                  <a:pt x="4910387" y="382089"/>
                  <a:pt x="4914818" y="380120"/>
                </a:cubicBezTo>
                <a:cubicBezTo>
                  <a:pt x="4961096" y="362397"/>
                  <a:pt x="4988666" y="398828"/>
                  <a:pt x="5018697" y="419013"/>
                </a:cubicBezTo>
                <a:cubicBezTo>
                  <a:pt x="5053160" y="442152"/>
                  <a:pt x="5066453" y="444122"/>
                  <a:pt x="5085160" y="406705"/>
                </a:cubicBezTo>
                <a:cubicBezTo>
                  <a:pt x="5101899" y="413105"/>
                  <a:pt x="5119130" y="419013"/>
                  <a:pt x="5138331" y="426398"/>
                </a:cubicBezTo>
                <a:cubicBezTo>
                  <a:pt x="5138823" y="419013"/>
                  <a:pt x="5140300" y="413598"/>
                  <a:pt x="5138823" y="412613"/>
                </a:cubicBezTo>
                <a:cubicBezTo>
                  <a:pt x="5110268" y="390459"/>
                  <a:pt x="5084176" y="363381"/>
                  <a:pt x="5052175" y="348612"/>
                </a:cubicBezTo>
                <a:cubicBezTo>
                  <a:pt x="5001466" y="324488"/>
                  <a:pt x="4947311" y="307257"/>
                  <a:pt x="4894141" y="289533"/>
                </a:cubicBezTo>
                <a:cubicBezTo>
                  <a:pt x="4862632" y="278702"/>
                  <a:pt x="4829155" y="272302"/>
                  <a:pt x="4796662" y="264425"/>
                </a:cubicBezTo>
                <a:cubicBezTo>
                  <a:pt x="4753830" y="254086"/>
                  <a:pt x="4710506" y="244240"/>
                  <a:pt x="4667674" y="233901"/>
                </a:cubicBezTo>
                <a:cubicBezTo>
                  <a:pt x="4660782" y="232424"/>
                  <a:pt x="4650443" y="230947"/>
                  <a:pt x="4647981" y="226024"/>
                </a:cubicBezTo>
                <a:cubicBezTo>
                  <a:pt x="4630258" y="195501"/>
                  <a:pt x="4599734" y="199439"/>
                  <a:pt x="4572164" y="193039"/>
                </a:cubicBezTo>
                <a:cubicBezTo>
                  <a:pt x="4534256" y="183685"/>
                  <a:pt x="4497824" y="168423"/>
                  <a:pt x="4460900" y="155623"/>
                </a:cubicBezTo>
                <a:cubicBezTo>
                  <a:pt x="4461885" y="150207"/>
                  <a:pt x="4463362" y="144792"/>
                  <a:pt x="4464347" y="139376"/>
                </a:cubicBezTo>
                <a:cubicBezTo>
                  <a:pt x="4540656" y="139376"/>
                  <a:pt x="4617458" y="132976"/>
                  <a:pt x="4692783" y="140853"/>
                </a:cubicBezTo>
                <a:cubicBezTo>
                  <a:pt x="4777461" y="149715"/>
                  <a:pt x="4861648" y="167931"/>
                  <a:pt x="4943865" y="190577"/>
                </a:cubicBezTo>
                <a:cubicBezTo>
                  <a:pt x="4971927" y="198454"/>
                  <a:pt x="4997035" y="200916"/>
                  <a:pt x="5025098" y="203378"/>
                </a:cubicBezTo>
                <a:cubicBezTo>
                  <a:pt x="5054145" y="205839"/>
                  <a:pt x="5080729" y="227501"/>
                  <a:pt x="5109284" y="239809"/>
                </a:cubicBezTo>
                <a:cubicBezTo>
                  <a:pt x="5123561" y="245717"/>
                  <a:pt x="5141285" y="255071"/>
                  <a:pt x="5153593" y="251625"/>
                </a:cubicBezTo>
                <a:cubicBezTo>
                  <a:pt x="5167378" y="247194"/>
                  <a:pt x="5188547" y="227009"/>
                  <a:pt x="5186578" y="218147"/>
                </a:cubicBezTo>
                <a:cubicBezTo>
                  <a:pt x="5178701" y="184670"/>
                  <a:pt x="5182640" y="138884"/>
                  <a:pt x="5126023" y="138392"/>
                </a:cubicBezTo>
                <a:cubicBezTo>
                  <a:pt x="5126023" y="120176"/>
                  <a:pt x="5126515" y="105406"/>
                  <a:pt x="5126023" y="90144"/>
                </a:cubicBezTo>
                <a:cubicBezTo>
                  <a:pt x="5125038" y="52728"/>
                  <a:pt x="5142269" y="38451"/>
                  <a:pt x="5178701" y="40912"/>
                </a:cubicBezTo>
                <a:cubicBezTo>
                  <a:pt x="5203809" y="42389"/>
                  <a:pt x="5229410" y="35005"/>
                  <a:pt x="5254026" y="37466"/>
                </a:cubicBezTo>
                <a:cubicBezTo>
                  <a:pt x="5275195" y="39435"/>
                  <a:pt x="5295873" y="49774"/>
                  <a:pt x="5316550" y="57159"/>
                </a:cubicBezTo>
                <a:cubicBezTo>
                  <a:pt x="5336243" y="64051"/>
                  <a:pt x="5355443" y="72421"/>
                  <a:pt x="5379567" y="81775"/>
                </a:cubicBezTo>
                <a:cubicBezTo>
                  <a:pt x="5382521" y="62574"/>
                  <a:pt x="5384490" y="41897"/>
                  <a:pt x="5390398" y="21712"/>
                </a:cubicBezTo>
                <a:cubicBezTo>
                  <a:pt x="5393352" y="12850"/>
                  <a:pt x="5406152" y="-935"/>
                  <a:pt x="5412060" y="50"/>
                </a:cubicBezTo>
                <a:cubicBezTo>
                  <a:pt x="5457846" y="9404"/>
                  <a:pt x="5504123" y="19250"/>
                  <a:pt x="5547448" y="35497"/>
                </a:cubicBezTo>
                <a:cubicBezTo>
                  <a:pt x="5561725" y="40912"/>
                  <a:pt x="5568618" y="66021"/>
                  <a:pt x="5572556" y="85713"/>
                </a:cubicBezTo>
                <a:cubicBezTo>
                  <a:pt x="5584864" y="91129"/>
                  <a:pt x="5597664" y="97037"/>
                  <a:pt x="5613419" y="103929"/>
                </a:cubicBezTo>
                <a:cubicBezTo>
                  <a:pt x="5618342" y="92606"/>
                  <a:pt x="5623757" y="80790"/>
                  <a:pt x="5629665" y="67990"/>
                </a:cubicBezTo>
                <a:cubicBezTo>
                  <a:pt x="5646896" y="106391"/>
                  <a:pt x="5704005" y="121160"/>
                  <a:pt x="5677912" y="179746"/>
                </a:cubicBezTo>
                <a:cubicBezTo>
                  <a:pt x="5681358" y="179746"/>
                  <a:pt x="5684805" y="179254"/>
                  <a:pt x="5688251" y="179254"/>
                </a:cubicBezTo>
                <a:cubicBezTo>
                  <a:pt x="5701051" y="168423"/>
                  <a:pt x="5713359" y="157100"/>
                  <a:pt x="5734037" y="139376"/>
                </a:cubicBezTo>
                <a:cubicBezTo>
                  <a:pt x="5740929" y="159561"/>
                  <a:pt x="5746837" y="176300"/>
                  <a:pt x="5755206" y="199439"/>
                </a:cubicBezTo>
                <a:cubicBezTo>
                  <a:pt x="5724190" y="197962"/>
                  <a:pt x="5703020" y="196977"/>
                  <a:pt x="5681358" y="195993"/>
                </a:cubicBezTo>
                <a:cubicBezTo>
                  <a:pt x="5680374" y="200424"/>
                  <a:pt x="5679389" y="204855"/>
                  <a:pt x="5678404" y="209285"/>
                </a:cubicBezTo>
                <a:cubicBezTo>
                  <a:pt x="5690712" y="215686"/>
                  <a:pt x="5703020" y="222086"/>
                  <a:pt x="5718282" y="229963"/>
                </a:cubicBezTo>
                <a:cubicBezTo>
                  <a:pt x="5716805" y="235871"/>
                  <a:pt x="5714836" y="244732"/>
                  <a:pt x="5712375" y="254086"/>
                </a:cubicBezTo>
                <a:cubicBezTo>
                  <a:pt x="5783269" y="287072"/>
                  <a:pt x="5853670" y="320057"/>
                  <a:pt x="5921610" y="352058"/>
                </a:cubicBezTo>
                <a:cubicBezTo>
                  <a:pt x="5935395" y="341227"/>
                  <a:pt x="5942780" y="335319"/>
                  <a:pt x="5952133" y="328427"/>
                </a:cubicBezTo>
                <a:cubicBezTo>
                  <a:pt x="5972319" y="376674"/>
                  <a:pt x="5991519" y="421967"/>
                  <a:pt x="6010720" y="468245"/>
                </a:cubicBezTo>
                <a:cubicBezTo>
                  <a:pt x="6022043" y="465784"/>
                  <a:pt x="6046167" y="441168"/>
                  <a:pt x="6038289" y="485476"/>
                </a:cubicBezTo>
                <a:cubicBezTo>
                  <a:pt x="6049613" y="488430"/>
                  <a:pt x="6061429" y="491384"/>
                  <a:pt x="6074721" y="494830"/>
                </a:cubicBezTo>
                <a:cubicBezTo>
                  <a:pt x="6067336" y="515508"/>
                  <a:pt x="6063398" y="534216"/>
                  <a:pt x="6095891" y="524862"/>
                </a:cubicBezTo>
                <a:cubicBezTo>
                  <a:pt x="6082598" y="568678"/>
                  <a:pt x="6082598" y="568678"/>
                  <a:pt x="6007274" y="523877"/>
                </a:cubicBezTo>
                <a:cubicBezTo>
                  <a:pt x="6004812" y="533724"/>
                  <a:pt x="6002843" y="544062"/>
                  <a:pt x="5999889" y="553416"/>
                </a:cubicBezTo>
                <a:cubicBezTo>
                  <a:pt x="5996442" y="562770"/>
                  <a:pt x="5991519" y="571140"/>
                  <a:pt x="5984627" y="585417"/>
                </a:cubicBezTo>
                <a:cubicBezTo>
                  <a:pt x="6007766" y="601664"/>
                  <a:pt x="6030904" y="616925"/>
                  <a:pt x="6053552" y="634157"/>
                </a:cubicBezTo>
                <a:cubicBezTo>
                  <a:pt x="6057982" y="637110"/>
                  <a:pt x="6056998" y="647449"/>
                  <a:pt x="6060936" y="650895"/>
                </a:cubicBezTo>
                <a:cubicBezTo>
                  <a:pt x="6072752" y="659757"/>
                  <a:pt x="6085552" y="667142"/>
                  <a:pt x="6098845" y="672557"/>
                </a:cubicBezTo>
                <a:cubicBezTo>
                  <a:pt x="6100322" y="673050"/>
                  <a:pt x="6110168" y="657296"/>
                  <a:pt x="6113614" y="647941"/>
                </a:cubicBezTo>
                <a:cubicBezTo>
                  <a:pt x="6122476" y="620864"/>
                  <a:pt x="6129861" y="593294"/>
                  <a:pt x="6138230" y="566217"/>
                </a:cubicBezTo>
                <a:cubicBezTo>
                  <a:pt x="6166785" y="576555"/>
                  <a:pt x="6185985" y="594279"/>
                  <a:pt x="6201247" y="622833"/>
                </a:cubicBezTo>
                <a:cubicBezTo>
                  <a:pt x="6213555" y="644988"/>
                  <a:pt x="6243094" y="657788"/>
                  <a:pt x="6264756" y="675019"/>
                </a:cubicBezTo>
                <a:cubicBezTo>
                  <a:pt x="6264756" y="693235"/>
                  <a:pt x="6264756" y="714897"/>
                  <a:pt x="6264756" y="741974"/>
                </a:cubicBezTo>
                <a:cubicBezTo>
                  <a:pt x="6258356" y="744436"/>
                  <a:pt x="6244571" y="748867"/>
                  <a:pt x="6237678" y="751328"/>
                </a:cubicBezTo>
                <a:cubicBezTo>
                  <a:pt x="6216017" y="711451"/>
                  <a:pt x="6195339" y="673050"/>
                  <a:pt x="6174170" y="634649"/>
                </a:cubicBezTo>
                <a:cubicBezTo>
                  <a:pt x="6118045" y="672557"/>
                  <a:pt x="6130353" y="725728"/>
                  <a:pt x="6163338" y="768560"/>
                </a:cubicBezTo>
                <a:cubicBezTo>
                  <a:pt x="6194355" y="808437"/>
                  <a:pt x="6246540" y="825669"/>
                  <a:pt x="6263771" y="882778"/>
                </a:cubicBezTo>
                <a:cubicBezTo>
                  <a:pt x="6277557" y="928563"/>
                  <a:pt x="6316449" y="967456"/>
                  <a:pt x="6345496" y="1008319"/>
                </a:cubicBezTo>
                <a:cubicBezTo>
                  <a:pt x="6381928" y="1060012"/>
                  <a:pt x="6428206" y="1106783"/>
                  <a:pt x="6454299" y="1163399"/>
                </a:cubicBezTo>
                <a:cubicBezTo>
                  <a:pt x="6473499" y="1203769"/>
                  <a:pt x="6521254" y="1206723"/>
                  <a:pt x="6534055" y="1246109"/>
                </a:cubicBezTo>
                <a:cubicBezTo>
                  <a:pt x="6536024" y="1252017"/>
                  <a:pt x="6546855" y="1257432"/>
                  <a:pt x="6545870" y="1261371"/>
                </a:cubicBezTo>
                <a:cubicBezTo>
                  <a:pt x="6536024" y="1300756"/>
                  <a:pt x="6570978" y="1313064"/>
                  <a:pt x="6587717" y="1337188"/>
                </a:cubicBezTo>
                <a:cubicBezTo>
                  <a:pt x="6608887" y="1367711"/>
                  <a:pt x="6630549" y="1399712"/>
                  <a:pt x="6643349" y="1434667"/>
                </a:cubicBezTo>
                <a:cubicBezTo>
                  <a:pt x="6653688" y="1463221"/>
                  <a:pt x="6677811" y="1503592"/>
                  <a:pt x="6702427" y="1526238"/>
                </a:cubicBezTo>
                <a:cubicBezTo>
                  <a:pt x="6716705" y="1539531"/>
                  <a:pt x="6739843" y="1552823"/>
                  <a:pt x="6726551" y="1586301"/>
                </a:cubicBezTo>
                <a:cubicBezTo>
                  <a:pt x="6718182" y="1607471"/>
                  <a:pt x="6715720" y="1637994"/>
                  <a:pt x="6743290" y="1661133"/>
                </a:cubicBezTo>
                <a:cubicBezTo>
                  <a:pt x="6765444" y="1679349"/>
                  <a:pt x="6779722" y="1707411"/>
                  <a:pt x="6799415" y="1733504"/>
                </a:cubicBezTo>
                <a:cubicBezTo>
                  <a:pt x="6788091" y="1736458"/>
                  <a:pt x="6778245" y="1738920"/>
                  <a:pt x="6761998" y="1742858"/>
                </a:cubicBezTo>
                <a:cubicBezTo>
                  <a:pt x="6773814" y="1751228"/>
                  <a:pt x="6780706" y="1760090"/>
                  <a:pt x="6788583" y="1761074"/>
                </a:cubicBezTo>
                <a:cubicBezTo>
                  <a:pt x="6825507" y="1765505"/>
                  <a:pt x="6819107" y="1790121"/>
                  <a:pt x="6820092" y="1816214"/>
                </a:cubicBezTo>
                <a:cubicBezTo>
                  <a:pt x="6820584" y="1836399"/>
                  <a:pt x="6829938" y="1857076"/>
                  <a:pt x="6839784" y="1875784"/>
                </a:cubicBezTo>
                <a:cubicBezTo>
                  <a:pt x="6842246" y="1880708"/>
                  <a:pt x="6859969" y="1877754"/>
                  <a:pt x="6876216" y="1878738"/>
                </a:cubicBezTo>
                <a:cubicBezTo>
                  <a:pt x="6872277" y="1894985"/>
                  <a:pt x="6863908" y="1913693"/>
                  <a:pt x="6864893" y="1931416"/>
                </a:cubicBezTo>
                <a:cubicBezTo>
                  <a:pt x="6865878" y="1947663"/>
                  <a:pt x="6877201" y="1963417"/>
                  <a:pt x="6887539" y="1988525"/>
                </a:cubicBezTo>
                <a:cubicBezTo>
                  <a:pt x="6852585" y="2039234"/>
                  <a:pt x="6918063" y="2088466"/>
                  <a:pt x="6916586" y="2147052"/>
                </a:cubicBezTo>
                <a:cubicBezTo>
                  <a:pt x="6916094" y="2161822"/>
                  <a:pt x="6917571" y="2177576"/>
                  <a:pt x="6921509" y="2191361"/>
                </a:cubicBezTo>
                <a:cubicBezTo>
                  <a:pt x="6933325" y="2232223"/>
                  <a:pt x="6945633" y="2273086"/>
                  <a:pt x="6961387" y="2312471"/>
                </a:cubicBezTo>
                <a:cubicBezTo>
                  <a:pt x="6965326" y="2321825"/>
                  <a:pt x="6983049" y="2325764"/>
                  <a:pt x="6995357" y="2332656"/>
                </a:cubicBezTo>
                <a:cubicBezTo>
                  <a:pt x="7001265" y="2360719"/>
                  <a:pt x="6922986" y="2400104"/>
                  <a:pt x="7008650" y="2418812"/>
                </a:cubicBezTo>
                <a:cubicBezTo>
                  <a:pt x="7002250" y="2437028"/>
                  <a:pt x="6995849" y="2455244"/>
                  <a:pt x="6990926" y="2470013"/>
                </a:cubicBezTo>
                <a:cubicBezTo>
                  <a:pt x="6999788" y="2491183"/>
                  <a:pt x="7008650" y="2511368"/>
                  <a:pt x="7016035" y="2529092"/>
                </a:cubicBezTo>
                <a:cubicBezTo>
                  <a:pt x="7030312" y="2529092"/>
                  <a:pt x="7051974" y="2522691"/>
                  <a:pt x="7065267" y="2530568"/>
                </a:cubicBezTo>
                <a:cubicBezTo>
                  <a:pt x="7088898" y="2543861"/>
                  <a:pt x="7087421" y="2591616"/>
                  <a:pt x="7061328" y="2601955"/>
                </a:cubicBezTo>
                <a:cubicBezTo>
                  <a:pt x="7013080" y="2620663"/>
                  <a:pt x="7041635" y="2636909"/>
                  <a:pt x="7058866" y="2654633"/>
                </a:cubicBezTo>
                <a:cubicBezTo>
                  <a:pt x="7018989" y="2691064"/>
                  <a:pt x="7028835" y="2748666"/>
                  <a:pt x="7079543" y="2772297"/>
                </a:cubicBezTo>
                <a:cubicBezTo>
                  <a:pt x="7074620" y="2781651"/>
                  <a:pt x="7069697" y="2791497"/>
                  <a:pt x="7062312" y="2805774"/>
                </a:cubicBezTo>
                <a:cubicBezTo>
                  <a:pt x="7080528" y="2800851"/>
                  <a:pt x="7094806" y="2797405"/>
                  <a:pt x="7109083" y="2793467"/>
                </a:cubicBezTo>
                <a:cubicBezTo>
                  <a:pt x="7111544" y="2796913"/>
                  <a:pt x="7113513" y="2800359"/>
                  <a:pt x="7115975" y="2804298"/>
                </a:cubicBezTo>
                <a:cubicBezTo>
                  <a:pt x="7100221" y="2822513"/>
                  <a:pt x="7084959" y="2840729"/>
                  <a:pt x="7067728" y="2860422"/>
                </a:cubicBezTo>
                <a:cubicBezTo>
                  <a:pt x="7093821" y="2872238"/>
                  <a:pt x="7037696" y="2921962"/>
                  <a:pt x="7100713" y="2922947"/>
                </a:cubicBezTo>
                <a:cubicBezTo>
                  <a:pt x="7082005" y="2954455"/>
                  <a:pt x="7065759" y="2982025"/>
                  <a:pt x="7053943" y="3002210"/>
                </a:cubicBezTo>
                <a:cubicBezTo>
                  <a:pt x="7064774" y="3015010"/>
                  <a:pt x="7072159" y="3024856"/>
                  <a:pt x="7081021" y="3034210"/>
                </a:cubicBezTo>
                <a:cubicBezTo>
                  <a:pt x="7092836" y="3046518"/>
                  <a:pt x="7104159" y="3059811"/>
                  <a:pt x="7117944" y="3069165"/>
                </a:cubicBezTo>
                <a:cubicBezTo>
                  <a:pt x="7143053" y="3086889"/>
                  <a:pt x="7134683" y="3105597"/>
                  <a:pt x="7134191" y="3124797"/>
                </a:cubicBezTo>
                <a:cubicBezTo>
                  <a:pt x="7129760" y="3125289"/>
                  <a:pt x="7124837" y="3125782"/>
                  <a:pt x="7120406" y="3126766"/>
                </a:cubicBezTo>
                <a:cubicBezTo>
                  <a:pt x="7118437" y="3115935"/>
                  <a:pt x="7116467" y="3104612"/>
                  <a:pt x="7114991" y="3093781"/>
                </a:cubicBezTo>
                <a:cubicBezTo>
                  <a:pt x="7101698" y="3115935"/>
                  <a:pt x="7068220" y="3129720"/>
                  <a:pt x="7088405" y="3163690"/>
                </a:cubicBezTo>
                <a:cubicBezTo>
                  <a:pt x="7090867" y="3168121"/>
                  <a:pt x="7085944" y="3176983"/>
                  <a:pt x="7086928" y="3182891"/>
                </a:cubicBezTo>
                <a:cubicBezTo>
                  <a:pt x="7089883" y="3200614"/>
                  <a:pt x="7093821" y="3218338"/>
                  <a:pt x="7097760" y="3236553"/>
                </a:cubicBezTo>
                <a:cubicBezTo>
                  <a:pt x="7113021" y="3230153"/>
                  <a:pt x="7127791" y="3223753"/>
                  <a:pt x="7148468" y="3214892"/>
                </a:cubicBezTo>
                <a:cubicBezTo>
                  <a:pt x="7137637" y="3251815"/>
                  <a:pt x="7125329" y="3293170"/>
                  <a:pt x="7112529" y="3336002"/>
                </a:cubicBezTo>
                <a:cubicBezTo>
                  <a:pt x="7093329" y="3333048"/>
                  <a:pt x="7080036" y="3331079"/>
                  <a:pt x="7066251" y="3329110"/>
                </a:cubicBezTo>
                <a:cubicBezTo>
                  <a:pt x="7043604" y="3347818"/>
                  <a:pt x="7046066" y="3372926"/>
                  <a:pt x="7065267" y="3387203"/>
                </a:cubicBezTo>
                <a:cubicBezTo>
                  <a:pt x="7071174" y="3391634"/>
                  <a:pt x="7099236" y="3367510"/>
                  <a:pt x="7117944" y="3355695"/>
                </a:cubicBezTo>
                <a:cubicBezTo>
                  <a:pt x="7116960" y="3362587"/>
                  <a:pt x="7114991" y="3373910"/>
                  <a:pt x="7113021" y="3386711"/>
                </a:cubicBezTo>
                <a:cubicBezTo>
                  <a:pt x="7120898" y="3383265"/>
                  <a:pt x="7127791" y="3379818"/>
                  <a:pt x="7142560" y="3372926"/>
                </a:cubicBezTo>
                <a:cubicBezTo>
                  <a:pt x="7133698" y="3391142"/>
                  <a:pt x="7127791" y="3402465"/>
                  <a:pt x="7122375" y="3413788"/>
                </a:cubicBezTo>
                <a:cubicBezTo>
                  <a:pt x="7124837" y="3412804"/>
                  <a:pt x="7127299" y="3411819"/>
                  <a:pt x="7129760" y="3410834"/>
                </a:cubicBezTo>
                <a:cubicBezTo>
                  <a:pt x="7133206" y="3422158"/>
                  <a:pt x="7136653" y="3433481"/>
                  <a:pt x="7139114" y="3443327"/>
                </a:cubicBezTo>
                <a:cubicBezTo>
                  <a:pt x="7124345" y="3447266"/>
                  <a:pt x="7110068" y="3447266"/>
                  <a:pt x="7106621" y="3453174"/>
                </a:cubicBezTo>
                <a:cubicBezTo>
                  <a:pt x="7088405" y="3484190"/>
                  <a:pt x="7073636" y="3517668"/>
                  <a:pt x="7056405" y="3549176"/>
                </a:cubicBezTo>
                <a:cubicBezTo>
                  <a:pt x="7045574" y="3568869"/>
                  <a:pt x="7031789" y="3586592"/>
                  <a:pt x="7021942" y="3601854"/>
                </a:cubicBezTo>
                <a:cubicBezTo>
                  <a:pt x="7031297" y="3610716"/>
                  <a:pt x="7053943" y="3622531"/>
                  <a:pt x="7054435" y="3635332"/>
                </a:cubicBezTo>
                <a:cubicBezTo>
                  <a:pt x="7055420" y="3660932"/>
                  <a:pt x="7030804" y="3662902"/>
                  <a:pt x="7009634" y="3661425"/>
                </a:cubicBezTo>
                <a:cubicBezTo>
                  <a:pt x="6997819" y="3654040"/>
                  <a:pt x="6986496" y="3647147"/>
                  <a:pt x="6966803" y="3634347"/>
                </a:cubicBezTo>
                <a:cubicBezTo>
                  <a:pt x="6957941" y="3665855"/>
                  <a:pt x="6949572" y="3694902"/>
                  <a:pt x="6941694" y="3723949"/>
                </a:cubicBezTo>
                <a:cubicBezTo>
                  <a:pt x="6945141" y="3725918"/>
                  <a:pt x="6948095" y="3727888"/>
                  <a:pt x="6951541" y="3730349"/>
                </a:cubicBezTo>
                <a:cubicBezTo>
                  <a:pt x="6957449" y="3723457"/>
                  <a:pt x="6967787" y="3717549"/>
                  <a:pt x="6968772" y="3709672"/>
                </a:cubicBezTo>
                <a:cubicBezTo>
                  <a:pt x="6972710" y="3684563"/>
                  <a:pt x="6989449" y="3672255"/>
                  <a:pt x="7009634" y="3661425"/>
                </a:cubicBezTo>
                <a:cubicBezTo>
                  <a:pt x="7017019" y="3678163"/>
                  <a:pt x="7019973" y="3699333"/>
                  <a:pt x="7032281" y="3711149"/>
                </a:cubicBezTo>
                <a:cubicBezTo>
                  <a:pt x="7060343" y="3737242"/>
                  <a:pt x="7053943" y="3757919"/>
                  <a:pt x="7031297" y="3782043"/>
                </a:cubicBezTo>
                <a:cubicBezTo>
                  <a:pt x="7024404" y="3789428"/>
                  <a:pt x="7017511" y="3806166"/>
                  <a:pt x="7021450" y="3813059"/>
                </a:cubicBezTo>
                <a:cubicBezTo>
                  <a:pt x="7041635" y="3851952"/>
                  <a:pt x="7005696" y="3854413"/>
                  <a:pt x="6988957" y="3875583"/>
                </a:cubicBezTo>
                <a:cubicBezTo>
                  <a:pt x="6991911" y="3901184"/>
                  <a:pt x="7008157" y="3930723"/>
                  <a:pt x="6981572" y="3966170"/>
                </a:cubicBezTo>
                <a:cubicBezTo>
                  <a:pt x="6963356" y="3989801"/>
                  <a:pt x="6966803" y="4029679"/>
                  <a:pt x="6958925" y="4062172"/>
                </a:cubicBezTo>
                <a:cubicBezTo>
                  <a:pt x="6955479" y="4075957"/>
                  <a:pt x="6947110" y="4088265"/>
                  <a:pt x="6938740" y="4105988"/>
                </a:cubicBezTo>
                <a:cubicBezTo>
                  <a:pt x="6959910" y="4130604"/>
                  <a:pt x="6930371" y="4149805"/>
                  <a:pt x="6914124" y="4168513"/>
                </a:cubicBezTo>
                <a:cubicBezTo>
                  <a:pt x="6896401" y="4188698"/>
                  <a:pt x="6890493" y="4200514"/>
                  <a:pt x="6914124" y="4220207"/>
                </a:cubicBezTo>
                <a:cubicBezTo>
                  <a:pt x="6936279" y="4238422"/>
                  <a:pt x="6922494" y="4251223"/>
                  <a:pt x="6902309" y="4261561"/>
                </a:cubicBezTo>
                <a:cubicBezTo>
                  <a:pt x="6883601" y="4271408"/>
                  <a:pt x="6866862" y="4284208"/>
                  <a:pt x="6849139" y="4295531"/>
                </a:cubicBezTo>
                <a:cubicBezTo>
                  <a:pt x="6850615" y="4299470"/>
                  <a:pt x="6852092" y="4303901"/>
                  <a:pt x="6853570" y="4307839"/>
                </a:cubicBezTo>
                <a:cubicBezTo>
                  <a:pt x="6874739" y="4310301"/>
                  <a:pt x="6896401" y="4312270"/>
                  <a:pt x="6919540" y="4315224"/>
                </a:cubicBezTo>
                <a:cubicBezTo>
                  <a:pt x="6918555" y="4318670"/>
                  <a:pt x="6918063" y="4325070"/>
                  <a:pt x="6915602" y="4326547"/>
                </a:cubicBezTo>
                <a:cubicBezTo>
                  <a:pt x="6883601" y="4343778"/>
                  <a:pt x="6853570" y="4361010"/>
                  <a:pt x="6852092" y="4405318"/>
                </a:cubicBezTo>
                <a:cubicBezTo>
                  <a:pt x="6851600" y="4415657"/>
                  <a:pt x="6828954" y="4424519"/>
                  <a:pt x="6814184" y="4435842"/>
                </a:cubicBezTo>
                <a:cubicBezTo>
                  <a:pt x="6818122" y="4443227"/>
                  <a:pt x="6823045" y="4451104"/>
                  <a:pt x="6830430" y="4464397"/>
                </a:cubicBezTo>
                <a:cubicBezTo>
                  <a:pt x="6802368" y="4457012"/>
                  <a:pt x="6779229" y="4428457"/>
                  <a:pt x="6747721" y="4466858"/>
                </a:cubicBezTo>
                <a:cubicBezTo>
                  <a:pt x="6770368" y="4469812"/>
                  <a:pt x="6787107" y="4472274"/>
                  <a:pt x="6810737" y="4475720"/>
                </a:cubicBezTo>
                <a:cubicBezTo>
                  <a:pt x="6800399" y="4483105"/>
                  <a:pt x="6795476" y="4485566"/>
                  <a:pt x="6791537" y="4489505"/>
                </a:cubicBezTo>
                <a:cubicBezTo>
                  <a:pt x="6786122" y="4494920"/>
                  <a:pt x="6781198" y="4500828"/>
                  <a:pt x="6775783" y="4506736"/>
                </a:cubicBezTo>
                <a:cubicBezTo>
                  <a:pt x="6781198" y="4510675"/>
                  <a:pt x="6786614" y="4516582"/>
                  <a:pt x="6792522" y="4519044"/>
                </a:cubicBezTo>
                <a:cubicBezTo>
                  <a:pt x="6848154" y="4538244"/>
                  <a:pt x="6849139" y="4549568"/>
                  <a:pt x="6810737" y="4594861"/>
                </a:cubicBezTo>
                <a:cubicBezTo>
                  <a:pt x="6800399" y="4607169"/>
                  <a:pt x="6757567" y="4618985"/>
                  <a:pt x="6793014" y="4650493"/>
                </a:cubicBezTo>
                <a:cubicBezTo>
                  <a:pt x="6794491" y="4651970"/>
                  <a:pt x="6778245" y="4673140"/>
                  <a:pt x="6769383" y="4686925"/>
                </a:cubicBezTo>
                <a:cubicBezTo>
                  <a:pt x="6754613" y="4678555"/>
                  <a:pt x="6741813" y="4671170"/>
                  <a:pt x="6722120" y="4659847"/>
                </a:cubicBezTo>
                <a:cubicBezTo>
                  <a:pt x="6725074" y="4678063"/>
                  <a:pt x="6726551" y="4686925"/>
                  <a:pt x="6728028" y="4696279"/>
                </a:cubicBezTo>
                <a:cubicBezTo>
                  <a:pt x="6680273" y="4705141"/>
                  <a:pt x="6675842" y="4731726"/>
                  <a:pt x="6717197" y="4781450"/>
                </a:cubicBezTo>
                <a:cubicBezTo>
                  <a:pt x="6700951" y="4804096"/>
                  <a:pt x="6683720" y="4827236"/>
                  <a:pt x="6667473" y="4850867"/>
                </a:cubicBezTo>
                <a:cubicBezTo>
                  <a:pt x="6663534" y="4856282"/>
                  <a:pt x="6662057" y="4864159"/>
                  <a:pt x="6662057" y="4871052"/>
                </a:cubicBezTo>
                <a:cubicBezTo>
                  <a:pt x="6662550" y="4894191"/>
                  <a:pt x="6662550" y="4913883"/>
                  <a:pt x="6630057" y="4896160"/>
                </a:cubicBezTo>
                <a:cubicBezTo>
                  <a:pt x="6626610" y="4894191"/>
                  <a:pt x="6612333" y="4900591"/>
                  <a:pt x="6612333" y="4904037"/>
                </a:cubicBezTo>
                <a:cubicBezTo>
                  <a:pt x="6609379" y="4939976"/>
                  <a:pt x="6568517" y="4940961"/>
                  <a:pt x="6552762" y="4972470"/>
                </a:cubicBezTo>
                <a:cubicBezTo>
                  <a:pt x="6565070" y="4974931"/>
                  <a:pt x="6576394" y="4976900"/>
                  <a:pt x="6590671" y="4979362"/>
                </a:cubicBezTo>
                <a:cubicBezTo>
                  <a:pt x="6594609" y="4988716"/>
                  <a:pt x="6581317" y="5065518"/>
                  <a:pt x="6568025" y="5068964"/>
                </a:cubicBezTo>
                <a:cubicBezTo>
                  <a:pt x="6552270" y="5072902"/>
                  <a:pt x="6534547" y="5067979"/>
                  <a:pt x="6511408" y="5066995"/>
                </a:cubicBezTo>
                <a:cubicBezTo>
                  <a:pt x="6507961" y="5085703"/>
                  <a:pt x="6503530" y="5110318"/>
                  <a:pt x="6499100" y="5134442"/>
                </a:cubicBezTo>
                <a:cubicBezTo>
                  <a:pt x="6535531" y="5151181"/>
                  <a:pt x="6563102" y="5190074"/>
                  <a:pt x="6618733" y="5157089"/>
                </a:cubicBezTo>
                <a:cubicBezTo>
                  <a:pt x="6602979" y="5182197"/>
                  <a:pt x="6596087" y="5194013"/>
                  <a:pt x="6588702" y="5204844"/>
                </a:cubicBezTo>
                <a:cubicBezTo>
                  <a:pt x="6573440" y="5227491"/>
                  <a:pt x="6551778" y="5229460"/>
                  <a:pt x="6537008" y="5209767"/>
                </a:cubicBezTo>
                <a:cubicBezTo>
                  <a:pt x="6508946" y="5173828"/>
                  <a:pt x="6497131" y="5172351"/>
                  <a:pt x="6462176" y="5199429"/>
                </a:cubicBezTo>
                <a:cubicBezTo>
                  <a:pt x="6457745" y="5202875"/>
                  <a:pt x="6450360" y="5202875"/>
                  <a:pt x="6444945" y="5204352"/>
                </a:cubicBezTo>
                <a:cubicBezTo>
                  <a:pt x="6452822" y="5216167"/>
                  <a:pt x="6460699" y="5228475"/>
                  <a:pt x="6473499" y="5248168"/>
                </a:cubicBezTo>
                <a:cubicBezTo>
                  <a:pt x="6443468" y="5254568"/>
                  <a:pt x="6417375" y="5257522"/>
                  <a:pt x="6392759" y="5265892"/>
                </a:cubicBezTo>
                <a:cubicBezTo>
                  <a:pt x="6378974" y="5270815"/>
                  <a:pt x="6361251" y="5282138"/>
                  <a:pt x="6357804" y="5294446"/>
                </a:cubicBezTo>
                <a:cubicBezTo>
                  <a:pt x="6351897" y="5316108"/>
                  <a:pt x="6342050" y="5345155"/>
                  <a:pt x="6376020" y="5353524"/>
                </a:cubicBezTo>
                <a:cubicBezTo>
                  <a:pt x="6347958" y="5389956"/>
                  <a:pt x="6321865" y="5425895"/>
                  <a:pt x="6293311" y="5459373"/>
                </a:cubicBezTo>
                <a:cubicBezTo>
                  <a:pt x="6287403" y="5466265"/>
                  <a:pt x="6271156" y="5464788"/>
                  <a:pt x="6253433" y="5468235"/>
                </a:cubicBezTo>
                <a:cubicBezTo>
                  <a:pt x="6240633" y="5512051"/>
                  <a:pt x="6226355" y="5562267"/>
                  <a:pt x="6212078" y="5611991"/>
                </a:cubicBezTo>
                <a:cubicBezTo>
                  <a:pt x="6208632" y="5611499"/>
                  <a:pt x="6205185" y="5611007"/>
                  <a:pt x="6201739" y="5610022"/>
                </a:cubicBezTo>
                <a:cubicBezTo>
                  <a:pt x="6207647" y="5578021"/>
                  <a:pt x="6213062" y="5546021"/>
                  <a:pt x="6219463" y="5512543"/>
                </a:cubicBezTo>
                <a:cubicBezTo>
                  <a:pt x="6170231" y="5523374"/>
                  <a:pt x="6170231" y="5523374"/>
                  <a:pt x="6155461" y="5479558"/>
                </a:cubicBezTo>
                <a:cubicBezTo>
                  <a:pt x="6136753" y="5496789"/>
                  <a:pt x="6121491" y="5511558"/>
                  <a:pt x="6105737" y="5525836"/>
                </a:cubicBezTo>
                <a:cubicBezTo>
                  <a:pt x="6106722" y="5529774"/>
                  <a:pt x="6107214" y="5533713"/>
                  <a:pt x="6108199" y="5537651"/>
                </a:cubicBezTo>
                <a:cubicBezTo>
                  <a:pt x="6135769" y="5539129"/>
                  <a:pt x="6163831" y="5540605"/>
                  <a:pt x="6194847" y="5542575"/>
                </a:cubicBezTo>
                <a:cubicBezTo>
                  <a:pt x="6191401" y="5559314"/>
                  <a:pt x="6188939" y="5570637"/>
                  <a:pt x="6185000" y="5590329"/>
                </a:cubicBezTo>
                <a:cubicBezTo>
                  <a:pt x="6182047" y="5575560"/>
                  <a:pt x="6180570" y="5568668"/>
                  <a:pt x="6177124" y="5552421"/>
                </a:cubicBezTo>
                <a:cubicBezTo>
                  <a:pt x="6124938" y="5636115"/>
                  <a:pt x="6076690" y="5714394"/>
                  <a:pt x="6031889" y="5786765"/>
                </a:cubicBezTo>
                <a:cubicBezTo>
                  <a:pt x="6042720" y="5804981"/>
                  <a:pt x="6049613" y="5817289"/>
                  <a:pt x="6056505" y="5829597"/>
                </a:cubicBezTo>
                <a:cubicBezTo>
                  <a:pt x="5987089" y="5862582"/>
                  <a:pt x="5940811" y="5859136"/>
                  <a:pt x="5903887" y="5820242"/>
                </a:cubicBezTo>
                <a:cubicBezTo>
                  <a:pt x="5878286" y="5839935"/>
                  <a:pt x="5878286" y="5839935"/>
                  <a:pt x="5905363" y="5872920"/>
                </a:cubicBezTo>
                <a:cubicBezTo>
                  <a:pt x="5898471" y="5883259"/>
                  <a:pt x="5891579" y="5894090"/>
                  <a:pt x="5881732" y="5908860"/>
                </a:cubicBezTo>
                <a:cubicBezTo>
                  <a:pt x="5873362" y="5897044"/>
                  <a:pt x="5867455" y="5889167"/>
                  <a:pt x="5861547" y="5881290"/>
                </a:cubicBezTo>
                <a:cubicBezTo>
                  <a:pt x="5858101" y="5882275"/>
                  <a:pt x="5855147" y="5882767"/>
                  <a:pt x="5853670" y="5884244"/>
                </a:cubicBezTo>
                <a:cubicBezTo>
                  <a:pt x="5826592" y="5918706"/>
                  <a:pt x="5797546" y="5951691"/>
                  <a:pt x="5753237" y="5964984"/>
                </a:cubicBezTo>
                <a:cubicBezTo>
                  <a:pt x="5748314" y="5966461"/>
                  <a:pt x="5744375" y="5975323"/>
                  <a:pt x="5741914" y="5981230"/>
                </a:cubicBezTo>
                <a:cubicBezTo>
                  <a:pt x="5738960" y="5987631"/>
                  <a:pt x="5739452" y="6000431"/>
                  <a:pt x="5736990" y="6001415"/>
                </a:cubicBezTo>
                <a:cubicBezTo>
                  <a:pt x="5699082" y="6009293"/>
                  <a:pt x="5709913" y="6043262"/>
                  <a:pt x="5699082" y="6069848"/>
                </a:cubicBezTo>
                <a:cubicBezTo>
                  <a:pt x="5709421" y="6069356"/>
                  <a:pt x="5718775" y="6068863"/>
                  <a:pt x="5730098" y="6068371"/>
                </a:cubicBezTo>
                <a:cubicBezTo>
                  <a:pt x="5727144" y="6075263"/>
                  <a:pt x="5724190" y="6082648"/>
                  <a:pt x="5718775" y="6095449"/>
                </a:cubicBezTo>
                <a:cubicBezTo>
                  <a:pt x="5698589" y="6078218"/>
                  <a:pt x="5680866" y="6063448"/>
                  <a:pt x="5657727" y="6043755"/>
                </a:cubicBezTo>
                <a:cubicBezTo>
                  <a:pt x="5656742" y="6044247"/>
                  <a:pt x="5646896" y="6047693"/>
                  <a:pt x="5635081" y="6051632"/>
                </a:cubicBezTo>
                <a:cubicBezTo>
                  <a:pt x="5635081" y="6042770"/>
                  <a:pt x="5635081" y="6035386"/>
                  <a:pt x="5635081" y="6027509"/>
                </a:cubicBezTo>
                <a:cubicBezTo>
                  <a:pt x="5632126" y="6025539"/>
                  <a:pt x="5629173" y="6023078"/>
                  <a:pt x="5626219" y="6021108"/>
                </a:cubicBezTo>
                <a:cubicBezTo>
                  <a:pt x="5612926" y="6035386"/>
                  <a:pt x="5599141" y="6049171"/>
                  <a:pt x="5586341" y="6062463"/>
                </a:cubicBezTo>
                <a:cubicBezTo>
                  <a:pt x="5596187" y="6088556"/>
                  <a:pt x="5605542" y="6112680"/>
                  <a:pt x="5616372" y="6140742"/>
                </a:cubicBezTo>
                <a:cubicBezTo>
                  <a:pt x="5600618" y="6139757"/>
                  <a:pt x="5585849" y="6140250"/>
                  <a:pt x="5572064" y="6137296"/>
                </a:cubicBezTo>
                <a:cubicBezTo>
                  <a:pt x="5551879" y="6132865"/>
                  <a:pt x="5532678" y="6124003"/>
                  <a:pt x="5526278" y="6156004"/>
                </a:cubicBezTo>
                <a:cubicBezTo>
                  <a:pt x="5525786" y="6158957"/>
                  <a:pt x="5505601" y="6157973"/>
                  <a:pt x="5494277" y="6158957"/>
                </a:cubicBezTo>
                <a:cubicBezTo>
                  <a:pt x="5493293" y="6129418"/>
                  <a:pt x="5547940" y="6135819"/>
                  <a:pt x="5534155" y="6090033"/>
                </a:cubicBezTo>
                <a:cubicBezTo>
                  <a:pt x="5517416" y="6129911"/>
                  <a:pt x="5451938" y="6123018"/>
                  <a:pt x="5472616" y="6179635"/>
                </a:cubicBezTo>
                <a:cubicBezTo>
                  <a:pt x="5460800" y="6185051"/>
                  <a:pt x="5450953" y="6189482"/>
                  <a:pt x="5447015" y="6190958"/>
                </a:cubicBezTo>
                <a:cubicBezTo>
                  <a:pt x="5433722" y="6182589"/>
                  <a:pt x="5423876" y="6172743"/>
                  <a:pt x="5413537" y="6171758"/>
                </a:cubicBezTo>
                <a:cubicBezTo>
                  <a:pt x="5405167" y="6171265"/>
                  <a:pt x="5396306" y="6182097"/>
                  <a:pt x="5387444" y="6187020"/>
                </a:cubicBezTo>
                <a:cubicBezTo>
                  <a:pt x="5375628" y="6192928"/>
                  <a:pt x="5363320" y="6198343"/>
                  <a:pt x="5349536" y="6199820"/>
                </a:cubicBezTo>
                <a:cubicBezTo>
                  <a:pt x="5319997" y="6211636"/>
                  <a:pt x="5373167" y="6266775"/>
                  <a:pt x="5311135" y="6265791"/>
                </a:cubicBezTo>
                <a:cubicBezTo>
                  <a:pt x="5319012" y="6277607"/>
                  <a:pt x="5325904" y="6289422"/>
                  <a:pt x="5333289" y="6300745"/>
                </a:cubicBezTo>
                <a:cubicBezTo>
                  <a:pt x="5329843" y="6303699"/>
                  <a:pt x="5326889" y="6306653"/>
                  <a:pt x="5323443" y="6309607"/>
                </a:cubicBezTo>
                <a:cubicBezTo>
                  <a:pt x="5300796" y="6291391"/>
                  <a:pt x="5278642" y="6273176"/>
                  <a:pt x="5254026" y="6253483"/>
                </a:cubicBezTo>
                <a:cubicBezTo>
                  <a:pt x="5238271" y="6274160"/>
                  <a:pt x="5231379" y="6312069"/>
                  <a:pt x="5198886" y="6288437"/>
                </a:cubicBezTo>
                <a:cubicBezTo>
                  <a:pt x="5180178" y="6309607"/>
                  <a:pt x="5163439" y="6327823"/>
                  <a:pt x="5147192" y="6346039"/>
                </a:cubicBezTo>
                <a:cubicBezTo>
                  <a:pt x="5149162" y="6348500"/>
                  <a:pt x="5151623" y="6350962"/>
                  <a:pt x="5153593" y="6353423"/>
                </a:cubicBezTo>
                <a:cubicBezTo>
                  <a:pt x="5170332" y="6344562"/>
                  <a:pt x="5186578" y="6334716"/>
                  <a:pt x="5204302" y="6327823"/>
                </a:cubicBezTo>
                <a:cubicBezTo>
                  <a:pt x="5206763" y="6326839"/>
                  <a:pt x="5214640" y="6339147"/>
                  <a:pt x="5219564" y="6344562"/>
                </a:cubicBezTo>
                <a:cubicBezTo>
                  <a:pt x="5205286" y="6355393"/>
                  <a:pt x="5192978" y="6364747"/>
                  <a:pt x="5176239" y="6377547"/>
                </a:cubicBezTo>
                <a:cubicBezTo>
                  <a:pt x="5206271" y="6390347"/>
                  <a:pt x="5242702" y="6369670"/>
                  <a:pt x="5249595" y="6408071"/>
                </a:cubicBezTo>
                <a:cubicBezTo>
                  <a:pt x="5227441" y="6412994"/>
                  <a:pt x="5207748" y="6417918"/>
                  <a:pt x="5188055" y="6422348"/>
                </a:cubicBezTo>
                <a:cubicBezTo>
                  <a:pt x="5171808" y="6426287"/>
                  <a:pt x="5155070" y="6430225"/>
                  <a:pt x="5138823" y="6434164"/>
                </a:cubicBezTo>
                <a:cubicBezTo>
                  <a:pt x="5137346" y="6430225"/>
                  <a:pt x="5136362" y="6426779"/>
                  <a:pt x="5134884" y="6422841"/>
                </a:cubicBezTo>
                <a:cubicBezTo>
                  <a:pt x="5147685" y="6414471"/>
                  <a:pt x="5159993" y="6406102"/>
                  <a:pt x="5169347" y="6399701"/>
                </a:cubicBezTo>
                <a:cubicBezTo>
                  <a:pt x="5153593" y="6377547"/>
                  <a:pt x="5139315" y="6356870"/>
                  <a:pt x="5122576" y="6332254"/>
                </a:cubicBezTo>
                <a:cubicBezTo>
                  <a:pt x="5138331" y="6323392"/>
                  <a:pt x="5155070" y="6314531"/>
                  <a:pt x="5171808" y="6305176"/>
                </a:cubicBezTo>
                <a:cubicBezTo>
                  <a:pt x="5170332" y="6303699"/>
                  <a:pt x="5169347" y="6301730"/>
                  <a:pt x="5167870" y="6300253"/>
                </a:cubicBezTo>
                <a:cubicBezTo>
                  <a:pt x="5133900" y="6303699"/>
                  <a:pt x="5099930" y="6307146"/>
                  <a:pt x="5065960" y="6311084"/>
                </a:cubicBezTo>
                <a:cubicBezTo>
                  <a:pt x="5065468" y="6315023"/>
                  <a:pt x="5064483" y="6318961"/>
                  <a:pt x="5063991" y="6322900"/>
                </a:cubicBezTo>
                <a:cubicBezTo>
                  <a:pt x="5078268" y="6328807"/>
                  <a:pt x="5092545" y="6335208"/>
                  <a:pt x="5115192" y="6344562"/>
                </a:cubicBezTo>
                <a:cubicBezTo>
                  <a:pt x="5090084" y="6361793"/>
                  <a:pt x="5066453" y="6378039"/>
                  <a:pt x="5040852" y="6395763"/>
                </a:cubicBezTo>
                <a:cubicBezTo>
                  <a:pt x="5040852" y="6402163"/>
                  <a:pt x="5040852" y="6412009"/>
                  <a:pt x="5040852" y="6423825"/>
                </a:cubicBezTo>
                <a:cubicBezTo>
                  <a:pt x="5019682" y="6413979"/>
                  <a:pt x="4997528" y="6387393"/>
                  <a:pt x="4993589" y="6436133"/>
                </a:cubicBezTo>
                <a:cubicBezTo>
                  <a:pt x="4993097" y="6444010"/>
                  <a:pt x="4968481" y="6449918"/>
                  <a:pt x="4955188" y="6456810"/>
                </a:cubicBezTo>
                <a:cubicBezTo>
                  <a:pt x="4953219" y="6453364"/>
                  <a:pt x="4951250" y="6449425"/>
                  <a:pt x="4949280" y="6445979"/>
                </a:cubicBezTo>
                <a:cubicBezTo>
                  <a:pt x="4959619" y="6439087"/>
                  <a:pt x="4970450" y="6432194"/>
                  <a:pt x="4988174" y="6420379"/>
                </a:cubicBezTo>
                <a:cubicBezTo>
                  <a:pt x="4955188" y="6415456"/>
                  <a:pt x="4927618" y="6411517"/>
                  <a:pt x="4899556" y="6407086"/>
                </a:cubicBezTo>
                <a:cubicBezTo>
                  <a:pt x="4901033" y="6419886"/>
                  <a:pt x="4903495" y="6438595"/>
                  <a:pt x="4904480" y="6448933"/>
                </a:cubicBezTo>
                <a:cubicBezTo>
                  <a:pt x="4880848" y="6456810"/>
                  <a:pt x="4862140" y="6460749"/>
                  <a:pt x="4845401" y="6468626"/>
                </a:cubicBezTo>
                <a:cubicBezTo>
                  <a:pt x="4801093" y="6490780"/>
                  <a:pt x="4792231" y="6488811"/>
                  <a:pt x="4756291" y="6452380"/>
                </a:cubicBezTo>
                <a:cubicBezTo>
                  <a:pt x="4750876" y="6446964"/>
                  <a:pt x="4732168" y="6447457"/>
                  <a:pt x="4724783" y="6452872"/>
                </a:cubicBezTo>
                <a:cubicBezTo>
                  <a:pt x="4715429" y="6458780"/>
                  <a:pt x="4710506" y="6472565"/>
                  <a:pt x="4703613" y="6483396"/>
                </a:cubicBezTo>
                <a:cubicBezTo>
                  <a:pt x="4702136" y="6479950"/>
                  <a:pt x="4701152" y="6476011"/>
                  <a:pt x="4699675" y="6472565"/>
                </a:cubicBezTo>
                <a:cubicBezTo>
                  <a:pt x="4683921" y="6476996"/>
                  <a:pt x="4668659" y="6481919"/>
                  <a:pt x="4652905" y="6486349"/>
                </a:cubicBezTo>
                <a:cubicBezTo>
                  <a:pt x="4653397" y="6489304"/>
                  <a:pt x="4653889" y="6492258"/>
                  <a:pt x="4654381" y="6495211"/>
                </a:cubicBezTo>
                <a:cubicBezTo>
                  <a:pt x="4674074" y="6498657"/>
                  <a:pt x="4693767" y="6502104"/>
                  <a:pt x="4713460" y="6505058"/>
                </a:cubicBezTo>
                <a:cubicBezTo>
                  <a:pt x="4713952" y="6508996"/>
                  <a:pt x="4714444" y="6512935"/>
                  <a:pt x="4715429" y="6516873"/>
                </a:cubicBezTo>
                <a:cubicBezTo>
                  <a:pt x="4701644" y="6521797"/>
                  <a:pt x="4686382" y="6525735"/>
                  <a:pt x="4673582" y="6532627"/>
                </a:cubicBezTo>
                <a:cubicBezTo>
                  <a:pt x="4656351" y="6541982"/>
                  <a:pt x="4640597" y="6554782"/>
                  <a:pt x="4622873" y="6563644"/>
                </a:cubicBezTo>
                <a:cubicBezTo>
                  <a:pt x="4613519" y="6568567"/>
                  <a:pt x="4598257" y="6572505"/>
                  <a:pt x="4590380" y="6568075"/>
                </a:cubicBezTo>
                <a:cubicBezTo>
                  <a:pt x="4581026" y="6562659"/>
                  <a:pt x="4575118" y="6548874"/>
                  <a:pt x="4571672" y="6537551"/>
                </a:cubicBezTo>
                <a:cubicBezTo>
                  <a:pt x="4570195" y="6532135"/>
                  <a:pt x="4578565" y="6524258"/>
                  <a:pt x="4582503" y="6517366"/>
                </a:cubicBezTo>
                <a:cubicBezTo>
                  <a:pt x="4579057" y="6515888"/>
                  <a:pt x="4575118" y="6514412"/>
                  <a:pt x="4571672" y="6512935"/>
                </a:cubicBezTo>
                <a:cubicBezTo>
                  <a:pt x="4558872" y="6553305"/>
                  <a:pt x="4546071" y="6593675"/>
                  <a:pt x="4532779" y="6633553"/>
                </a:cubicBezTo>
                <a:cubicBezTo>
                  <a:pt x="4527856" y="6632076"/>
                  <a:pt x="4522933" y="6631091"/>
                  <a:pt x="4518009" y="6629615"/>
                </a:cubicBezTo>
                <a:cubicBezTo>
                  <a:pt x="4520471" y="6619275"/>
                  <a:pt x="4519978" y="6605983"/>
                  <a:pt x="4526379" y="6599090"/>
                </a:cubicBezTo>
                <a:cubicBezTo>
                  <a:pt x="4545087" y="6577921"/>
                  <a:pt x="4559364" y="6560690"/>
                  <a:pt x="4516040" y="6553797"/>
                </a:cubicBezTo>
                <a:cubicBezTo>
                  <a:pt x="4511609" y="6553305"/>
                  <a:pt x="4508655" y="6544443"/>
                  <a:pt x="4503732" y="6537058"/>
                </a:cubicBezTo>
                <a:cubicBezTo>
                  <a:pt x="4502747" y="6559705"/>
                  <a:pt x="4501270" y="6573490"/>
                  <a:pt x="4472716" y="6559705"/>
                </a:cubicBezTo>
                <a:cubicBezTo>
                  <a:pt x="4456470" y="6551828"/>
                  <a:pt x="4432346" y="6559705"/>
                  <a:pt x="4411668" y="6560690"/>
                </a:cubicBezTo>
                <a:cubicBezTo>
                  <a:pt x="4413145" y="6569059"/>
                  <a:pt x="4414622" y="6577428"/>
                  <a:pt x="4417576" y="6596137"/>
                </a:cubicBezTo>
                <a:cubicBezTo>
                  <a:pt x="4401822" y="6628137"/>
                  <a:pt x="4369329" y="6631583"/>
                  <a:pt x="4337821" y="6594167"/>
                </a:cubicBezTo>
                <a:cubicBezTo>
                  <a:pt x="4324036" y="6598598"/>
                  <a:pt x="4309758" y="6602537"/>
                  <a:pt x="4294004" y="6607460"/>
                </a:cubicBezTo>
                <a:cubicBezTo>
                  <a:pt x="4301389" y="6618783"/>
                  <a:pt x="4307297" y="6627153"/>
                  <a:pt x="4317636" y="6642907"/>
                </a:cubicBezTo>
                <a:cubicBezTo>
                  <a:pt x="4290558" y="6627645"/>
                  <a:pt x="4271358" y="6609429"/>
                  <a:pt x="4251173" y="6607952"/>
                </a:cubicBezTo>
                <a:cubicBezTo>
                  <a:pt x="4228034" y="6606475"/>
                  <a:pt x="4204402" y="6620260"/>
                  <a:pt x="4178309" y="6628630"/>
                </a:cubicBezTo>
                <a:cubicBezTo>
                  <a:pt x="4181755" y="6638968"/>
                  <a:pt x="4184709" y="6646353"/>
                  <a:pt x="4189633" y="6660138"/>
                </a:cubicBezTo>
                <a:cubicBezTo>
                  <a:pt x="4170432" y="6660138"/>
                  <a:pt x="4152709" y="6663092"/>
                  <a:pt x="4136462" y="6659646"/>
                </a:cubicBezTo>
                <a:cubicBezTo>
                  <a:pt x="4112831" y="6654231"/>
                  <a:pt x="4090676" y="6644384"/>
                  <a:pt x="4069999" y="6665553"/>
                </a:cubicBezTo>
                <a:cubicBezTo>
                  <a:pt x="4068522" y="6667031"/>
                  <a:pt x="4065076" y="6666538"/>
                  <a:pt x="4062614" y="6666046"/>
                </a:cubicBezTo>
                <a:cubicBezTo>
                  <a:pt x="4022244" y="6655215"/>
                  <a:pt x="3981382" y="6644384"/>
                  <a:pt x="3938550" y="6632568"/>
                </a:cubicBezTo>
                <a:cubicBezTo>
                  <a:pt x="3941996" y="6650292"/>
                  <a:pt x="3949381" y="6665553"/>
                  <a:pt x="3944458" y="6671954"/>
                </a:cubicBezTo>
                <a:cubicBezTo>
                  <a:pt x="3937565" y="6680815"/>
                  <a:pt x="3922304" y="6682292"/>
                  <a:pt x="3909996" y="6687216"/>
                </a:cubicBezTo>
                <a:cubicBezTo>
                  <a:pt x="3895226" y="6693123"/>
                  <a:pt x="3880949" y="6698539"/>
                  <a:pt x="3870610" y="6702477"/>
                </a:cubicBezTo>
                <a:cubicBezTo>
                  <a:pt x="3826301" y="6706416"/>
                  <a:pt x="3784454" y="6710354"/>
                  <a:pt x="3742607" y="6714293"/>
                </a:cubicBezTo>
                <a:cubicBezTo>
                  <a:pt x="3737684" y="6714785"/>
                  <a:pt x="3732268" y="6713801"/>
                  <a:pt x="3727838" y="6714785"/>
                </a:cubicBezTo>
                <a:cubicBezTo>
                  <a:pt x="3708637" y="6720201"/>
                  <a:pt x="3678606" y="6721186"/>
                  <a:pt x="3673190" y="6733002"/>
                </a:cubicBezTo>
                <a:cubicBezTo>
                  <a:pt x="3666790" y="6748263"/>
                  <a:pt x="3680083" y="6771894"/>
                  <a:pt x="3685006" y="6792080"/>
                </a:cubicBezTo>
                <a:cubicBezTo>
                  <a:pt x="3687960" y="6787649"/>
                  <a:pt x="3690421" y="6783218"/>
                  <a:pt x="3693375" y="6778787"/>
                </a:cubicBezTo>
                <a:cubicBezTo>
                  <a:pt x="3721437" y="6776325"/>
                  <a:pt x="3749992" y="6770910"/>
                  <a:pt x="3778054" y="6771894"/>
                </a:cubicBezTo>
                <a:cubicBezTo>
                  <a:pt x="3813009" y="6773371"/>
                  <a:pt x="3814486" y="6777802"/>
                  <a:pt x="3807593" y="6820634"/>
                </a:cubicBezTo>
                <a:cubicBezTo>
                  <a:pt x="3753438" y="6781248"/>
                  <a:pt x="3722915" y="6843773"/>
                  <a:pt x="3675652" y="6848204"/>
                </a:cubicBezTo>
                <a:cubicBezTo>
                  <a:pt x="3659897" y="6812265"/>
                  <a:pt x="3629374" y="6801926"/>
                  <a:pt x="3590973" y="6802911"/>
                </a:cubicBezTo>
                <a:cubicBezTo>
                  <a:pt x="3560942" y="6803895"/>
                  <a:pt x="3542726" y="6814726"/>
                  <a:pt x="3539772" y="6841312"/>
                </a:cubicBezTo>
                <a:cubicBezTo>
                  <a:pt x="3512202" y="6846727"/>
                  <a:pt x="3488078" y="6851650"/>
                  <a:pt x="3457062" y="6858050"/>
                </a:cubicBezTo>
                <a:cubicBezTo>
                  <a:pt x="3466909" y="6835403"/>
                  <a:pt x="3473309" y="6821126"/>
                  <a:pt x="3479217" y="6807834"/>
                </a:cubicBezTo>
                <a:cubicBezTo>
                  <a:pt x="3497432" y="6806357"/>
                  <a:pt x="3515156" y="6804880"/>
                  <a:pt x="3532387" y="6803403"/>
                </a:cubicBezTo>
                <a:cubicBezTo>
                  <a:pt x="3531895" y="6799465"/>
                  <a:pt x="3531402" y="6795034"/>
                  <a:pt x="3530910" y="6791095"/>
                </a:cubicBezTo>
                <a:cubicBezTo>
                  <a:pt x="3521556" y="6792572"/>
                  <a:pt x="3511710" y="6793556"/>
                  <a:pt x="3502355" y="6795034"/>
                </a:cubicBezTo>
                <a:cubicBezTo>
                  <a:pt x="3499894" y="6792080"/>
                  <a:pt x="3497925" y="6789125"/>
                  <a:pt x="3495463" y="6786172"/>
                </a:cubicBezTo>
                <a:cubicBezTo>
                  <a:pt x="3510233" y="6774356"/>
                  <a:pt x="3525002" y="6762541"/>
                  <a:pt x="3540264" y="6750725"/>
                </a:cubicBezTo>
                <a:cubicBezTo>
                  <a:pt x="3543218" y="6754171"/>
                  <a:pt x="3546172" y="6757617"/>
                  <a:pt x="3549126" y="6761063"/>
                </a:cubicBezTo>
                <a:cubicBezTo>
                  <a:pt x="3544203" y="6765002"/>
                  <a:pt x="3539772" y="6768448"/>
                  <a:pt x="3534849" y="6772387"/>
                </a:cubicBezTo>
                <a:cubicBezTo>
                  <a:pt x="3536326" y="6775833"/>
                  <a:pt x="3537802" y="6778787"/>
                  <a:pt x="3539279" y="6782233"/>
                </a:cubicBezTo>
                <a:cubicBezTo>
                  <a:pt x="3560449" y="6769925"/>
                  <a:pt x="3581619" y="6757617"/>
                  <a:pt x="3602789" y="6745309"/>
                </a:cubicBezTo>
                <a:cubicBezTo>
                  <a:pt x="3565373" y="6747278"/>
                  <a:pt x="3529925" y="6709370"/>
                  <a:pt x="3491525" y="6741863"/>
                </a:cubicBezTo>
                <a:cubicBezTo>
                  <a:pt x="3484140" y="6748263"/>
                  <a:pt x="3463955" y="6747771"/>
                  <a:pt x="3454601" y="6741863"/>
                </a:cubicBezTo>
                <a:cubicBezTo>
                  <a:pt x="3423092" y="6721678"/>
                  <a:pt x="3398476" y="6739893"/>
                  <a:pt x="3369429" y="6747278"/>
                </a:cubicBezTo>
                <a:cubicBezTo>
                  <a:pt x="3347275" y="6753186"/>
                  <a:pt x="3320690" y="6742355"/>
                  <a:pt x="3296074" y="6739893"/>
                </a:cubicBezTo>
                <a:cubicBezTo>
                  <a:pt x="3292136" y="6739401"/>
                  <a:pt x="3287705" y="6744324"/>
                  <a:pt x="3283274" y="6746786"/>
                </a:cubicBezTo>
                <a:lnTo>
                  <a:pt x="3283274" y="6746786"/>
                </a:lnTo>
                <a:cubicBezTo>
                  <a:pt x="3243888" y="6740386"/>
                  <a:pt x="3204503" y="6733986"/>
                  <a:pt x="3165117" y="6728078"/>
                </a:cubicBezTo>
                <a:cubicBezTo>
                  <a:pt x="3164133" y="6732017"/>
                  <a:pt x="3163148" y="6735955"/>
                  <a:pt x="3162163" y="6739893"/>
                </a:cubicBezTo>
                <a:cubicBezTo>
                  <a:pt x="3167087" y="6744324"/>
                  <a:pt x="3172502" y="6748755"/>
                  <a:pt x="3177425" y="6752694"/>
                </a:cubicBezTo>
                <a:cubicBezTo>
                  <a:pt x="3146409" y="6781248"/>
                  <a:pt x="3129670" y="6755156"/>
                  <a:pt x="3106039" y="6727093"/>
                </a:cubicBezTo>
                <a:cubicBezTo>
                  <a:pt x="3104070" y="6747771"/>
                  <a:pt x="3102593" y="6760079"/>
                  <a:pt x="3101116" y="6772387"/>
                </a:cubicBezTo>
                <a:cubicBezTo>
                  <a:pt x="3124255" y="6790110"/>
                  <a:pt x="3170040" y="6757125"/>
                  <a:pt x="3171025" y="6800941"/>
                </a:cubicBezTo>
                <a:cubicBezTo>
                  <a:pt x="3151332" y="6817680"/>
                  <a:pt x="3133609" y="6832942"/>
                  <a:pt x="3115885" y="6848204"/>
                </a:cubicBezTo>
                <a:cubicBezTo>
                  <a:pt x="3069115" y="6865435"/>
                  <a:pt x="3056807" y="6815219"/>
                  <a:pt x="3026283" y="6790603"/>
                </a:cubicBezTo>
                <a:cubicBezTo>
                  <a:pt x="3029729" y="6790110"/>
                  <a:pt x="3034160" y="6787649"/>
                  <a:pt x="3036622" y="6789125"/>
                </a:cubicBezTo>
                <a:cubicBezTo>
                  <a:pt x="3079454" y="6813741"/>
                  <a:pt x="3093731" y="6804880"/>
                  <a:pt x="3095208" y="6756140"/>
                </a:cubicBezTo>
                <a:cubicBezTo>
                  <a:pt x="3096193" y="6726109"/>
                  <a:pt x="3090285" y="6712816"/>
                  <a:pt x="3055823" y="6725617"/>
                </a:cubicBezTo>
                <a:cubicBezTo>
                  <a:pt x="3042037" y="6731032"/>
                  <a:pt x="3021360" y="6723155"/>
                  <a:pt x="3005606" y="6717247"/>
                </a:cubicBezTo>
                <a:cubicBezTo>
                  <a:pt x="2999698" y="6715278"/>
                  <a:pt x="2998713" y="6701001"/>
                  <a:pt x="2993298" y="6687216"/>
                </a:cubicBezTo>
                <a:cubicBezTo>
                  <a:pt x="2963266" y="6684754"/>
                  <a:pt x="2960313" y="6687708"/>
                  <a:pt x="2960313" y="6731524"/>
                </a:cubicBezTo>
                <a:cubicBezTo>
                  <a:pt x="3004621" y="6747771"/>
                  <a:pt x="3023329" y="6796510"/>
                  <a:pt x="2998713" y="6844265"/>
                </a:cubicBezTo>
                <a:cubicBezTo>
                  <a:pt x="2978529" y="6831465"/>
                  <a:pt x="2958836" y="6819157"/>
                  <a:pt x="2937666" y="6805372"/>
                </a:cubicBezTo>
                <a:cubicBezTo>
                  <a:pt x="2936681" y="6812265"/>
                  <a:pt x="2935205" y="6820142"/>
                  <a:pt x="2933727" y="6830480"/>
                </a:cubicBezTo>
                <a:cubicBezTo>
                  <a:pt x="2921419" y="6828511"/>
                  <a:pt x="2908619" y="6826542"/>
                  <a:pt x="2892373" y="6823588"/>
                </a:cubicBezTo>
                <a:cubicBezTo>
                  <a:pt x="2899265" y="6817188"/>
                  <a:pt x="2904681" y="6811773"/>
                  <a:pt x="2913542" y="6803895"/>
                </a:cubicBezTo>
                <a:cubicBezTo>
                  <a:pt x="2905173" y="6802911"/>
                  <a:pt x="2900250" y="6803403"/>
                  <a:pt x="2895819" y="6801926"/>
                </a:cubicBezTo>
                <a:cubicBezTo>
                  <a:pt x="2885973" y="6798480"/>
                  <a:pt x="2876618" y="6794049"/>
                  <a:pt x="2867264" y="6789618"/>
                </a:cubicBezTo>
                <a:cubicBezTo>
                  <a:pt x="2872680" y="6780756"/>
                  <a:pt x="2869234" y="6761063"/>
                  <a:pt x="2891880" y="6774849"/>
                </a:cubicBezTo>
                <a:cubicBezTo>
                  <a:pt x="2896803" y="6777802"/>
                  <a:pt x="2916004" y="6756632"/>
                  <a:pt x="2933235" y="6743340"/>
                </a:cubicBezTo>
                <a:cubicBezTo>
                  <a:pt x="2911573" y="6745802"/>
                  <a:pt x="2894834" y="6749740"/>
                  <a:pt x="2878588" y="6749248"/>
                </a:cubicBezTo>
                <a:cubicBezTo>
                  <a:pt x="2852003" y="6747771"/>
                  <a:pt x="2854956" y="6733494"/>
                  <a:pt x="2868249" y="6717739"/>
                </a:cubicBezTo>
                <a:cubicBezTo>
                  <a:pt x="2847079" y="6697554"/>
                  <a:pt x="2805232" y="6715278"/>
                  <a:pt x="2792924" y="6677369"/>
                </a:cubicBezTo>
                <a:cubicBezTo>
                  <a:pt x="2792432" y="6675892"/>
                  <a:pt x="2775201" y="6678354"/>
                  <a:pt x="2767324" y="6682292"/>
                </a:cubicBezTo>
                <a:cubicBezTo>
                  <a:pt x="2765355" y="6683277"/>
                  <a:pt x="2767816" y="6696570"/>
                  <a:pt x="2770278" y="6703462"/>
                </a:cubicBezTo>
                <a:cubicBezTo>
                  <a:pt x="2772247" y="6708386"/>
                  <a:pt x="2777663" y="6712324"/>
                  <a:pt x="2782586" y="6716755"/>
                </a:cubicBezTo>
                <a:cubicBezTo>
                  <a:pt x="2751077" y="6733002"/>
                  <a:pt x="2718092" y="6713801"/>
                  <a:pt x="2710707" y="6675892"/>
                </a:cubicBezTo>
                <a:cubicBezTo>
                  <a:pt x="2696430" y="6675892"/>
                  <a:pt x="2682153" y="6675892"/>
                  <a:pt x="2667383" y="6675892"/>
                </a:cubicBezTo>
                <a:cubicBezTo>
                  <a:pt x="2666891" y="6677861"/>
                  <a:pt x="2665906" y="6679831"/>
                  <a:pt x="2665414" y="6682292"/>
                </a:cubicBezTo>
                <a:cubicBezTo>
                  <a:pt x="2675752" y="6685738"/>
                  <a:pt x="2686091" y="6689677"/>
                  <a:pt x="2696430" y="6693123"/>
                </a:cubicBezTo>
                <a:cubicBezTo>
                  <a:pt x="2693968" y="6695093"/>
                  <a:pt x="2691507" y="6696570"/>
                  <a:pt x="2689045" y="6698539"/>
                </a:cubicBezTo>
                <a:cubicBezTo>
                  <a:pt x="2699384" y="6714293"/>
                  <a:pt x="2709722" y="6730047"/>
                  <a:pt x="2721538" y="6747278"/>
                </a:cubicBezTo>
                <a:cubicBezTo>
                  <a:pt x="2714153" y="6755156"/>
                  <a:pt x="2704307" y="6765494"/>
                  <a:pt x="2691999" y="6778787"/>
                </a:cubicBezTo>
                <a:cubicBezTo>
                  <a:pt x="2684122" y="6771894"/>
                  <a:pt x="2672306" y="6761556"/>
                  <a:pt x="2660490" y="6751217"/>
                </a:cubicBezTo>
                <a:cubicBezTo>
                  <a:pt x="2631936" y="6790110"/>
                  <a:pt x="2591074" y="6777802"/>
                  <a:pt x="2530026" y="6712324"/>
                </a:cubicBezTo>
                <a:cubicBezTo>
                  <a:pt x="2548242" y="6708878"/>
                  <a:pt x="2565473" y="6705924"/>
                  <a:pt x="2591566" y="6701001"/>
                </a:cubicBezTo>
                <a:cubicBezTo>
                  <a:pt x="2565965" y="6684754"/>
                  <a:pt x="2547750" y="6673430"/>
                  <a:pt x="2529534" y="6662107"/>
                </a:cubicBezTo>
                <a:cubicBezTo>
                  <a:pt x="2530026" y="6658169"/>
                  <a:pt x="2530518" y="6654231"/>
                  <a:pt x="2531503" y="6649800"/>
                </a:cubicBezTo>
                <a:cubicBezTo>
                  <a:pt x="2510333" y="6655215"/>
                  <a:pt x="2489164" y="6660630"/>
                  <a:pt x="2467994" y="6666538"/>
                </a:cubicBezTo>
                <a:cubicBezTo>
                  <a:pt x="2471932" y="6680323"/>
                  <a:pt x="2475871" y="6694600"/>
                  <a:pt x="2480794" y="6710847"/>
                </a:cubicBezTo>
                <a:cubicBezTo>
                  <a:pt x="2455686" y="6736940"/>
                  <a:pt x="2446824" y="6736448"/>
                  <a:pt x="2359684" y="6692631"/>
                </a:cubicBezTo>
                <a:cubicBezTo>
                  <a:pt x="2363622" y="6667031"/>
                  <a:pt x="2367561" y="6640445"/>
                  <a:pt x="2371007" y="6614845"/>
                </a:cubicBezTo>
                <a:cubicBezTo>
                  <a:pt x="2360669" y="6614845"/>
                  <a:pt x="2344422" y="6611891"/>
                  <a:pt x="2329652" y="6615829"/>
                </a:cubicBezTo>
                <a:cubicBezTo>
                  <a:pt x="2321775" y="6617799"/>
                  <a:pt x="2305036" y="6611891"/>
                  <a:pt x="2305036" y="6636999"/>
                </a:cubicBezTo>
                <a:cubicBezTo>
                  <a:pt x="2305036" y="6667523"/>
                  <a:pt x="2275497" y="6676877"/>
                  <a:pt x="2249897" y="6659646"/>
                </a:cubicBezTo>
                <a:cubicBezTo>
                  <a:pt x="2219865" y="6639953"/>
                  <a:pt x="2191803" y="6616814"/>
                  <a:pt x="2159802" y="6599583"/>
                </a:cubicBezTo>
                <a:cubicBezTo>
                  <a:pt x="2147002" y="6592691"/>
                  <a:pt x="2127802" y="6598598"/>
                  <a:pt x="2104663" y="6598598"/>
                </a:cubicBezTo>
                <a:cubicBezTo>
                  <a:pt x="2095801" y="6594659"/>
                  <a:pt x="2079062" y="6586782"/>
                  <a:pt x="2054446" y="6574967"/>
                </a:cubicBezTo>
                <a:cubicBezTo>
                  <a:pt x="2069216" y="6567582"/>
                  <a:pt x="2081524" y="6561182"/>
                  <a:pt x="2094324" y="6554782"/>
                </a:cubicBezTo>
                <a:cubicBezTo>
                  <a:pt x="2067739" y="6499642"/>
                  <a:pt x="2055431" y="6492258"/>
                  <a:pt x="1992906" y="6497181"/>
                </a:cubicBezTo>
                <a:cubicBezTo>
                  <a:pt x="1994383" y="6491273"/>
                  <a:pt x="1995860" y="6484873"/>
                  <a:pt x="1997829" y="6476011"/>
                </a:cubicBezTo>
                <a:cubicBezTo>
                  <a:pt x="1951552" y="6503088"/>
                  <a:pt x="1935797" y="6459272"/>
                  <a:pt x="1909212" y="6441056"/>
                </a:cubicBezTo>
                <a:cubicBezTo>
                  <a:pt x="1900350" y="6435149"/>
                  <a:pt x="1890996" y="6430225"/>
                  <a:pt x="1882135" y="6424810"/>
                </a:cubicBezTo>
                <a:cubicBezTo>
                  <a:pt x="1879673" y="6427764"/>
                  <a:pt x="1877704" y="6430718"/>
                  <a:pt x="1875242" y="6433671"/>
                </a:cubicBezTo>
                <a:cubicBezTo>
                  <a:pt x="1884596" y="6455334"/>
                  <a:pt x="1894443" y="6476503"/>
                  <a:pt x="1906258" y="6503088"/>
                </a:cubicBezTo>
                <a:cubicBezTo>
                  <a:pt x="1890012" y="6523766"/>
                  <a:pt x="1870319" y="6517858"/>
                  <a:pt x="1850626" y="6494227"/>
                </a:cubicBezTo>
                <a:cubicBezTo>
                  <a:pt x="1832903" y="6473057"/>
                  <a:pt x="1815672" y="6449918"/>
                  <a:pt x="1780225" y="6462226"/>
                </a:cubicBezTo>
                <a:cubicBezTo>
                  <a:pt x="1774809" y="6450410"/>
                  <a:pt x="1770378" y="6439579"/>
                  <a:pt x="1765455" y="6427764"/>
                </a:cubicBezTo>
                <a:cubicBezTo>
                  <a:pt x="1778748" y="6418410"/>
                  <a:pt x="1791056" y="6409056"/>
                  <a:pt x="1803856" y="6399701"/>
                </a:cubicBezTo>
                <a:cubicBezTo>
                  <a:pt x="1765455" y="6380501"/>
                  <a:pt x="1730008" y="6363270"/>
                  <a:pt x="1694561" y="6345546"/>
                </a:cubicBezTo>
                <a:cubicBezTo>
                  <a:pt x="1692592" y="6348500"/>
                  <a:pt x="1690130" y="6351454"/>
                  <a:pt x="1688161" y="6354408"/>
                </a:cubicBezTo>
                <a:cubicBezTo>
                  <a:pt x="1702931" y="6366716"/>
                  <a:pt x="1717208" y="6379024"/>
                  <a:pt x="1735916" y="6394778"/>
                </a:cubicBezTo>
                <a:cubicBezTo>
                  <a:pt x="1725577" y="6403640"/>
                  <a:pt x="1711792" y="6414963"/>
                  <a:pt x="1692100" y="6431210"/>
                </a:cubicBezTo>
                <a:cubicBezTo>
                  <a:pt x="1685207" y="6405117"/>
                  <a:pt x="1683730" y="6383455"/>
                  <a:pt x="1674376" y="6365731"/>
                </a:cubicBezTo>
                <a:cubicBezTo>
                  <a:pt x="1659606" y="6336685"/>
                  <a:pt x="1640406" y="6310100"/>
                  <a:pt x="1624652" y="6284006"/>
                </a:cubicBezTo>
                <a:cubicBezTo>
                  <a:pt x="1644345" y="6290899"/>
                  <a:pt x="1669945" y="6300253"/>
                  <a:pt x="1695546" y="6309115"/>
                </a:cubicBezTo>
                <a:cubicBezTo>
                  <a:pt x="1696530" y="6306653"/>
                  <a:pt x="1697515" y="6304191"/>
                  <a:pt x="1698500" y="6301730"/>
                </a:cubicBezTo>
                <a:cubicBezTo>
                  <a:pt x="1686192" y="6285976"/>
                  <a:pt x="1673391" y="6270222"/>
                  <a:pt x="1657637" y="6250036"/>
                </a:cubicBezTo>
                <a:cubicBezTo>
                  <a:pt x="1659606" y="6249544"/>
                  <a:pt x="1652714" y="6252006"/>
                  <a:pt x="1648283" y="6253483"/>
                </a:cubicBezTo>
                <a:cubicBezTo>
                  <a:pt x="1624652" y="6197851"/>
                  <a:pt x="1556220" y="6239698"/>
                  <a:pt x="1526188" y="6197358"/>
                </a:cubicBezTo>
                <a:cubicBezTo>
                  <a:pt x="1532096" y="6235760"/>
                  <a:pt x="1581328" y="6228375"/>
                  <a:pt x="1591174" y="6267760"/>
                </a:cubicBezTo>
                <a:cubicBezTo>
                  <a:pt x="1573451" y="6258406"/>
                  <a:pt x="1558189" y="6250529"/>
                  <a:pt x="1535050" y="6238713"/>
                </a:cubicBezTo>
                <a:cubicBezTo>
                  <a:pt x="1549327" y="6269237"/>
                  <a:pt x="1559173" y="6290407"/>
                  <a:pt x="1571974" y="6316992"/>
                </a:cubicBezTo>
                <a:cubicBezTo>
                  <a:pt x="1559666" y="6317484"/>
                  <a:pt x="1541942" y="6322408"/>
                  <a:pt x="1539481" y="6317977"/>
                </a:cubicBezTo>
                <a:cubicBezTo>
                  <a:pt x="1529634" y="6300253"/>
                  <a:pt x="1521757" y="6280560"/>
                  <a:pt x="1517819" y="6260868"/>
                </a:cubicBezTo>
                <a:cubicBezTo>
                  <a:pt x="1513880" y="6240683"/>
                  <a:pt x="1514865" y="6219513"/>
                  <a:pt x="1513880" y="6208189"/>
                </a:cubicBezTo>
                <a:cubicBezTo>
                  <a:pt x="1491234" y="6203266"/>
                  <a:pt x="1476956" y="6201297"/>
                  <a:pt x="1463664" y="6197358"/>
                </a:cubicBezTo>
                <a:cubicBezTo>
                  <a:pt x="1448894" y="6193420"/>
                  <a:pt x="1434617" y="6188497"/>
                  <a:pt x="1420340" y="6183573"/>
                </a:cubicBezTo>
                <a:cubicBezTo>
                  <a:pt x="1417878" y="6187020"/>
                  <a:pt x="1415416" y="6190958"/>
                  <a:pt x="1412955" y="6194405"/>
                </a:cubicBezTo>
                <a:cubicBezTo>
                  <a:pt x="1427232" y="6210651"/>
                  <a:pt x="1441509" y="6226898"/>
                  <a:pt x="1456279" y="6243144"/>
                </a:cubicBezTo>
                <a:cubicBezTo>
                  <a:pt x="1454310" y="6246098"/>
                  <a:pt x="1451848" y="6249052"/>
                  <a:pt x="1449879" y="6251514"/>
                </a:cubicBezTo>
                <a:cubicBezTo>
                  <a:pt x="1437078" y="6246590"/>
                  <a:pt x="1421817" y="6244129"/>
                  <a:pt x="1410985" y="6235760"/>
                </a:cubicBezTo>
                <a:cubicBezTo>
                  <a:pt x="1379969" y="6212128"/>
                  <a:pt x="1346000" y="6202282"/>
                  <a:pt x="1307106" y="6199820"/>
                </a:cubicBezTo>
                <a:cubicBezTo>
                  <a:pt x="1296768" y="6199328"/>
                  <a:pt x="1285937" y="6182097"/>
                  <a:pt x="1277567" y="6170773"/>
                </a:cubicBezTo>
                <a:cubicBezTo>
                  <a:pt x="1262305" y="6150096"/>
                  <a:pt x="1268213" y="6111695"/>
                  <a:pt x="1224397" y="6115142"/>
                </a:cubicBezTo>
                <a:cubicBezTo>
                  <a:pt x="1214550" y="6116126"/>
                  <a:pt x="1202735" y="6096433"/>
                  <a:pt x="1193873" y="6084617"/>
                </a:cubicBezTo>
                <a:cubicBezTo>
                  <a:pt x="1184027" y="6070833"/>
                  <a:pt x="1174673" y="6057048"/>
                  <a:pt x="1163842" y="6044247"/>
                </a:cubicBezTo>
                <a:cubicBezTo>
                  <a:pt x="1153011" y="6030955"/>
                  <a:pt x="1169257" y="5990585"/>
                  <a:pt x="1126918" y="6011262"/>
                </a:cubicBezTo>
                <a:cubicBezTo>
                  <a:pt x="1126918" y="5981723"/>
                  <a:pt x="1126918" y="5957107"/>
                  <a:pt x="1126918" y="5927075"/>
                </a:cubicBezTo>
                <a:cubicBezTo>
                  <a:pt x="1122979" y="5915752"/>
                  <a:pt x="1117071" y="5897044"/>
                  <a:pt x="1108210" y="5869474"/>
                </a:cubicBezTo>
                <a:cubicBezTo>
                  <a:pt x="1097379" y="5897044"/>
                  <a:pt x="1091471" y="5913291"/>
                  <a:pt x="1084578" y="5929537"/>
                </a:cubicBezTo>
                <a:cubicBezTo>
                  <a:pt x="1078178" y="5944799"/>
                  <a:pt x="1070301" y="5960061"/>
                  <a:pt x="1054054" y="5973846"/>
                </a:cubicBezTo>
                <a:cubicBezTo>
                  <a:pt x="1056516" y="5942830"/>
                  <a:pt x="1050608" y="5908368"/>
                  <a:pt x="1062916" y="5881782"/>
                </a:cubicBezTo>
                <a:cubicBezTo>
                  <a:pt x="1078178" y="5848304"/>
                  <a:pt x="1040762" y="5827627"/>
                  <a:pt x="1060947" y="5798580"/>
                </a:cubicBezTo>
                <a:cubicBezTo>
                  <a:pt x="1055531" y="5797596"/>
                  <a:pt x="1050608" y="5796611"/>
                  <a:pt x="1045193" y="5795627"/>
                </a:cubicBezTo>
                <a:cubicBezTo>
                  <a:pt x="1040270" y="5806949"/>
                  <a:pt x="1035346" y="5818273"/>
                  <a:pt x="1028454" y="5834027"/>
                </a:cubicBezTo>
                <a:cubicBezTo>
                  <a:pt x="1030915" y="5834520"/>
                  <a:pt x="1023531" y="5832550"/>
                  <a:pt x="1021069" y="5832058"/>
                </a:cubicBezTo>
                <a:cubicBezTo>
                  <a:pt x="1012207" y="5848797"/>
                  <a:pt x="1003838" y="5864551"/>
                  <a:pt x="995468" y="5880797"/>
                </a:cubicBezTo>
                <a:cubicBezTo>
                  <a:pt x="989561" y="5878336"/>
                  <a:pt x="983653" y="5875382"/>
                  <a:pt x="977745" y="5872920"/>
                </a:cubicBezTo>
                <a:cubicBezTo>
                  <a:pt x="984145" y="5855689"/>
                  <a:pt x="990545" y="5838950"/>
                  <a:pt x="998915" y="5816796"/>
                </a:cubicBezTo>
                <a:cubicBezTo>
                  <a:pt x="954114" y="5814827"/>
                  <a:pt x="950668" y="5776426"/>
                  <a:pt x="941313" y="5742456"/>
                </a:cubicBezTo>
                <a:cubicBezTo>
                  <a:pt x="951160" y="5736056"/>
                  <a:pt x="961006" y="5729656"/>
                  <a:pt x="970853" y="5723748"/>
                </a:cubicBezTo>
                <a:cubicBezTo>
                  <a:pt x="957560" y="5709471"/>
                  <a:pt x="944760" y="5694701"/>
                  <a:pt x="926544" y="5675008"/>
                </a:cubicBezTo>
                <a:cubicBezTo>
                  <a:pt x="935898" y="5702086"/>
                  <a:pt x="940329" y="5720794"/>
                  <a:pt x="944760" y="5739994"/>
                </a:cubicBezTo>
                <a:close/>
                <a:moveTo>
                  <a:pt x="287514" y="2835806"/>
                </a:moveTo>
                <a:cubicBezTo>
                  <a:pt x="284068" y="2834821"/>
                  <a:pt x="280622" y="2833837"/>
                  <a:pt x="277175" y="2833345"/>
                </a:cubicBezTo>
                <a:cubicBezTo>
                  <a:pt x="277175" y="2821529"/>
                  <a:pt x="278652" y="2809713"/>
                  <a:pt x="276683" y="2797897"/>
                </a:cubicBezTo>
                <a:cubicBezTo>
                  <a:pt x="275206" y="2789036"/>
                  <a:pt x="269298" y="2772789"/>
                  <a:pt x="266837" y="2773282"/>
                </a:cubicBezTo>
                <a:cubicBezTo>
                  <a:pt x="245667" y="2776235"/>
                  <a:pt x="225482" y="2782143"/>
                  <a:pt x="204805" y="2787066"/>
                </a:cubicBezTo>
                <a:cubicBezTo>
                  <a:pt x="206282" y="2791497"/>
                  <a:pt x="208251" y="2796421"/>
                  <a:pt x="208743" y="2800851"/>
                </a:cubicBezTo>
                <a:cubicBezTo>
                  <a:pt x="210220" y="2809713"/>
                  <a:pt x="210712" y="2819067"/>
                  <a:pt x="211697" y="2827929"/>
                </a:cubicBezTo>
                <a:cubicBezTo>
                  <a:pt x="243205" y="2823006"/>
                  <a:pt x="265360" y="2848114"/>
                  <a:pt x="282099" y="2874207"/>
                </a:cubicBezTo>
                <a:cubicBezTo>
                  <a:pt x="301791" y="2904238"/>
                  <a:pt x="270283" y="2914577"/>
                  <a:pt x="272252" y="2936731"/>
                </a:cubicBezTo>
                <a:cubicBezTo>
                  <a:pt x="276191" y="2982517"/>
                  <a:pt x="276191" y="3029287"/>
                  <a:pt x="272745" y="3075073"/>
                </a:cubicBezTo>
                <a:cubicBezTo>
                  <a:pt x="269298" y="3120858"/>
                  <a:pt x="270775" y="3170090"/>
                  <a:pt x="230897" y="3210953"/>
                </a:cubicBezTo>
                <a:cubicBezTo>
                  <a:pt x="226467" y="3150890"/>
                  <a:pt x="192989" y="3222276"/>
                  <a:pt x="185604" y="3203076"/>
                </a:cubicBezTo>
                <a:cubicBezTo>
                  <a:pt x="184620" y="3218830"/>
                  <a:pt x="183143" y="3242461"/>
                  <a:pt x="181666" y="3266585"/>
                </a:cubicBezTo>
                <a:cubicBezTo>
                  <a:pt x="193974" y="3270523"/>
                  <a:pt x="209728" y="3275447"/>
                  <a:pt x="222528" y="3279385"/>
                </a:cubicBezTo>
                <a:cubicBezTo>
                  <a:pt x="226467" y="3263631"/>
                  <a:pt x="230405" y="3248369"/>
                  <a:pt x="233851" y="3233600"/>
                </a:cubicBezTo>
                <a:cubicBezTo>
                  <a:pt x="237790" y="3233600"/>
                  <a:pt x="241729" y="3233600"/>
                  <a:pt x="245667" y="3234092"/>
                </a:cubicBezTo>
                <a:cubicBezTo>
                  <a:pt x="254036" y="3270523"/>
                  <a:pt x="261914" y="3306955"/>
                  <a:pt x="270775" y="3347325"/>
                </a:cubicBezTo>
                <a:cubicBezTo>
                  <a:pt x="279637" y="3337479"/>
                  <a:pt x="286530" y="3329110"/>
                  <a:pt x="291945" y="3323202"/>
                </a:cubicBezTo>
                <a:cubicBezTo>
                  <a:pt x="283576" y="3310401"/>
                  <a:pt x="277175" y="3300555"/>
                  <a:pt x="272745" y="3293170"/>
                </a:cubicBezTo>
                <a:cubicBezTo>
                  <a:pt x="288006" y="3291693"/>
                  <a:pt x="300807" y="3292678"/>
                  <a:pt x="311145" y="3288247"/>
                </a:cubicBezTo>
                <a:cubicBezTo>
                  <a:pt x="315084" y="3286278"/>
                  <a:pt x="310653" y="3270523"/>
                  <a:pt x="314592" y="3263139"/>
                </a:cubicBezTo>
                <a:cubicBezTo>
                  <a:pt x="348069" y="3203568"/>
                  <a:pt x="348069" y="3193229"/>
                  <a:pt x="311638" y="3145967"/>
                </a:cubicBezTo>
                <a:cubicBezTo>
                  <a:pt x="331331" y="3131690"/>
                  <a:pt x="349054" y="3116428"/>
                  <a:pt x="321976" y="3097720"/>
                </a:cubicBezTo>
                <a:cubicBezTo>
                  <a:pt x="328869" y="3089842"/>
                  <a:pt x="341177" y="3082950"/>
                  <a:pt x="342162" y="3074581"/>
                </a:cubicBezTo>
                <a:cubicBezTo>
                  <a:pt x="346100" y="3039134"/>
                  <a:pt x="348562" y="3002702"/>
                  <a:pt x="303268" y="2985963"/>
                </a:cubicBezTo>
                <a:cubicBezTo>
                  <a:pt x="386963" y="2935255"/>
                  <a:pt x="390901" y="2915562"/>
                  <a:pt x="337238" y="2850576"/>
                </a:cubicBezTo>
                <a:cubicBezTo>
                  <a:pt x="386963" y="2804298"/>
                  <a:pt x="390409" y="2752604"/>
                  <a:pt x="335269" y="2721096"/>
                </a:cubicBezTo>
                <a:cubicBezTo>
                  <a:pt x="318038" y="2760974"/>
                  <a:pt x="302776" y="2798390"/>
                  <a:pt x="287514" y="2835806"/>
                </a:cubicBezTo>
                <a:close/>
                <a:moveTo>
                  <a:pt x="275699" y="2511860"/>
                </a:moveTo>
                <a:cubicBezTo>
                  <a:pt x="338223" y="2490691"/>
                  <a:pt x="350531" y="2493645"/>
                  <a:pt x="371701" y="2527614"/>
                </a:cubicBezTo>
                <a:cubicBezTo>
                  <a:pt x="357916" y="2568969"/>
                  <a:pt x="345115" y="2606878"/>
                  <a:pt x="331823" y="2646756"/>
                </a:cubicBezTo>
                <a:cubicBezTo>
                  <a:pt x="324438" y="2646263"/>
                  <a:pt x="309176" y="2644294"/>
                  <a:pt x="284560" y="2642325"/>
                </a:cubicBezTo>
                <a:cubicBezTo>
                  <a:pt x="304253" y="2672848"/>
                  <a:pt x="319515" y="2695987"/>
                  <a:pt x="337731" y="2723557"/>
                </a:cubicBezTo>
                <a:cubicBezTo>
                  <a:pt x="363824" y="2694018"/>
                  <a:pt x="384993" y="2670387"/>
                  <a:pt x="406163" y="2646263"/>
                </a:cubicBezTo>
                <a:cubicBezTo>
                  <a:pt x="404194" y="2643309"/>
                  <a:pt x="402224" y="2640848"/>
                  <a:pt x="400747" y="2637894"/>
                </a:cubicBezTo>
                <a:cubicBezTo>
                  <a:pt x="386470" y="2638879"/>
                  <a:pt x="372193" y="2640355"/>
                  <a:pt x="351023" y="2641832"/>
                </a:cubicBezTo>
                <a:cubicBezTo>
                  <a:pt x="385486" y="2597524"/>
                  <a:pt x="416502" y="2557646"/>
                  <a:pt x="444072" y="2522199"/>
                </a:cubicBezTo>
                <a:cubicBezTo>
                  <a:pt x="398286" y="2463121"/>
                  <a:pt x="456872" y="2439982"/>
                  <a:pt x="481488" y="2406504"/>
                </a:cubicBezTo>
                <a:cubicBezTo>
                  <a:pt x="468687" y="2400104"/>
                  <a:pt x="458349" y="2395673"/>
                  <a:pt x="453918" y="2393211"/>
                </a:cubicBezTo>
                <a:cubicBezTo>
                  <a:pt x="467703" y="2376965"/>
                  <a:pt x="480503" y="2361703"/>
                  <a:pt x="493303" y="2346441"/>
                </a:cubicBezTo>
                <a:cubicBezTo>
                  <a:pt x="487396" y="2345949"/>
                  <a:pt x="481488" y="2345457"/>
                  <a:pt x="475580" y="2344964"/>
                </a:cubicBezTo>
                <a:cubicBezTo>
                  <a:pt x="469180" y="2335118"/>
                  <a:pt x="456872" y="2324779"/>
                  <a:pt x="457364" y="2315425"/>
                </a:cubicBezTo>
                <a:cubicBezTo>
                  <a:pt x="458349" y="2301640"/>
                  <a:pt x="467703" y="2288348"/>
                  <a:pt x="475580" y="2276040"/>
                </a:cubicBezTo>
                <a:cubicBezTo>
                  <a:pt x="488380" y="2256347"/>
                  <a:pt x="502657" y="2238131"/>
                  <a:pt x="515458" y="2219915"/>
                </a:cubicBezTo>
                <a:cubicBezTo>
                  <a:pt x="479026" y="2198253"/>
                  <a:pt x="466226" y="2218438"/>
                  <a:pt x="453426" y="2237146"/>
                </a:cubicBezTo>
                <a:cubicBezTo>
                  <a:pt x="441118" y="2254870"/>
                  <a:pt x="429794" y="2272593"/>
                  <a:pt x="417979" y="2290809"/>
                </a:cubicBezTo>
                <a:cubicBezTo>
                  <a:pt x="366777" y="2253885"/>
                  <a:pt x="366777" y="2253885"/>
                  <a:pt x="353977" y="2264716"/>
                </a:cubicBezTo>
                <a:cubicBezTo>
                  <a:pt x="349054" y="2313456"/>
                  <a:pt x="384993" y="2324779"/>
                  <a:pt x="410594" y="2336595"/>
                </a:cubicBezTo>
                <a:cubicBezTo>
                  <a:pt x="409609" y="2346441"/>
                  <a:pt x="409117" y="2353826"/>
                  <a:pt x="408625" y="2361211"/>
                </a:cubicBezTo>
                <a:cubicBezTo>
                  <a:pt x="407148" y="2374996"/>
                  <a:pt x="410594" y="2393211"/>
                  <a:pt x="402717" y="2402073"/>
                </a:cubicBezTo>
                <a:cubicBezTo>
                  <a:pt x="396317" y="2409458"/>
                  <a:pt x="388439" y="2423243"/>
                  <a:pt x="364808" y="2416350"/>
                </a:cubicBezTo>
                <a:cubicBezTo>
                  <a:pt x="335761" y="2407489"/>
                  <a:pt x="295391" y="2386811"/>
                  <a:pt x="269791" y="2435551"/>
                </a:cubicBezTo>
                <a:cubicBezTo>
                  <a:pt x="252560" y="2466075"/>
                  <a:pt x="264867" y="2486752"/>
                  <a:pt x="275699" y="2511860"/>
                </a:cubicBezTo>
                <a:close/>
                <a:moveTo>
                  <a:pt x="183635" y="2956424"/>
                </a:moveTo>
                <a:cubicBezTo>
                  <a:pt x="179696" y="2956424"/>
                  <a:pt x="175265" y="2956424"/>
                  <a:pt x="171327" y="2956424"/>
                </a:cubicBezTo>
                <a:cubicBezTo>
                  <a:pt x="161481" y="2995810"/>
                  <a:pt x="150157" y="3034703"/>
                  <a:pt x="142772" y="3074581"/>
                </a:cubicBezTo>
                <a:cubicBezTo>
                  <a:pt x="137849" y="3101658"/>
                  <a:pt x="157050" y="3115935"/>
                  <a:pt x="180189" y="3103135"/>
                </a:cubicBezTo>
                <a:cubicBezTo>
                  <a:pt x="209728" y="3086889"/>
                  <a:pt x="246159" y="3075073"/>
                  <a:pt x="246652" y="3029287"/>
                </a:cubicBezTo>
                <a:cubicBezTo>
                  <a:pt x="246652" y="3011071"/>
                  <a:pt x="256006" y="2992856"/>
                  <a:pt x="257975" y="2974148"/>
                </a:cubicBezTo>
                <a:cubicBezTo>
                  <a:pt x="259944" y="2951501"/>
                  <a:pt x="258467" y="2927870"/>
                  <a:pt x="258467" y="2904731"/>
                </a:cubicBezTo>
                <a:cubicBezTo>
                  <a:pt x="255021" y="2904731"/>
                  <a:pt x="251083" y="2904731"/>
                  <a:pt x="247636" y="2905223"/>
                </a:cubicBezTo>
                <a:cubicBezTo>
                  <a:pt x="252560" y="2933285"/>
                  <a:pt x="217113" y="2955932"/>
                  <a:pt x="239759" y="2987440"/>
                </a:cubicBezTo>
                <a:cubicBezTo>
                  <a:pt x="241236" y="2989902"/>
                  <a:pt x="228436" y="3008610"/>
                  <a:pt x="221543" y="3009595"/>
                </a:cubicBezTo>
                <a:cubicBezTo>
                  <a:pt x="213666" y="3010579"/>
                  <a:pt x="201851" y="3001225"/>
                  <a:pt x="196928" y="2992856"/>
                </a:cubicBezTo>
                <a:cubicBezTo>
                  <a:pt x="189543" y="2982517"/>
                  <a:pt x="187573" y="2968732"/>
                  <a:pt x="183635" y="2956424"/>
                </a:cubicBezTo>
                <a:close/>
                <a:moveTo>
                  <a:pt x="371208" y="3863768"/>
                </a:moveTo>
                <a:cubicBezTo>
                  <a:pt x="345608" y="3880999"/>
                  <a:pt x="325423" y="3894784"/>
                  <a:pt x="303761" y="3909553"/>
                </a:cubicBezTo>
                <a:cubicBezTo>
                  <a:pt x="306715" y="3936631"/>
                  <a:pt x="302776" y="3969616"/>
                  <a:pt x="315576" y="3993247"/>
                </a:cubicBezTo>
                <a:cubicBezTo>
                  <a:pt x="330346" y="4019833"/>
                  <a:pt x="359885" y="4038541"/>
                  <a:pt x="388932" y="4066110"/>
                </a:cubicBezTo>
                <a:cubicBezTo>
                  <a:pt x="383024" y="3999155"/>
                  <a:pt x="377608" y="3936138"/>
                  <a:pt x="371208" y="3863768"/>
                </a:cubicBezTo>
                <a:close/>
                <a:moveTo>
                  <a:pt x="5681851" y="1340634"/>
                </a:moveTo>
                <a:cubicBezTo>
                  <a:pt x="5674958" y="1319957"/>
                  <a:pt x="5664620" y="1300756"/>
                  <a:pt x="5662158" y="1280571"/>
                </a:cubicBezTo>
                <a:cubicBezTo>
                  <a:pt x="5656742" y="1237247"/>
                  <a:pt x="5635573" y="1215093"/>
                  <a:pt x="5592741" y="1216570"/>
                </a:cubicBezTo>
                <a:cubicBezTo>
                  <a:pt x="5583879" y="1217062"/>
                  <a:pt x="5575510" y="1227401"/>
                  <a:pt x="5566648" y="1233308"/>
                </a:cubicBezTo>
                <a:cubicBezTo>
                  <a:pt x="5573048" y="1240693"/>
                  <a:pt x="5577479" y="1251032"/>
                  <a:pt x="5585849" y="1255463"/>
                </a:cubicBezTo>
                <a:cubicBezTo>
                  <a:pt x="5607018" y="1266294"/>
                  <a:pt x="5625727" y="1274171"/>
                  <a:pt x="5634588" y="1301741"/>
                </a:cubicBezTo>
                <a:cubicBezTo>
                  <a:pt x="5638527" y="1316510"/>
                  <a:pt x="5643942" y="1352942"/>
                  <a:pt x="5681851" y="1340634"/>
                </a:cubicBezTo>
                <a:close/>
                <a:moveTo>
                  <a:pt x="308192" y="3346341"/>
                </a:moveTo>
                <a:cubicBezTo>
                  <a:pt x="304745" y="3344863"/>
                  <a:pt x="300807" y="3343387"/>
                  <a:pt x="297361" y="3341417"/>
                </a:cubicBezTo>
                <a:cubicBezTo>
                  <a:pt x="285053" y="3356187"/>
                  <a:pt x="259944" y="3373418"/>
                  <a:pt x="261914" y="3384741"/>
                </a:cubicBezTo>
                <a:cubicBezTo>
                  <a:pt x="273729" y="3439881"/>
                  <a:pt x="240744" y="3437912"/>
                  <a:pt x="196928" y="3432989"/>
                </a:cubicBezTo>
                <a:cubicBezTo>
                  <a:pt x="208251" y="3447266"/>
                  <a:pt x="215143" y="3456620"/>
                  <a:pt x="217605" y="3459574"/>
                </a:cubicBezTo>
                <a:cubicBezTo>
                  <a:pt x="235328" y="3454651"/>
                  <a:pt x="248621" y="3451205"/>
                  <a:pt x="258467" y="3448743"/>
                </a:cubicBezTo>
                <a:cubicBezTo>
                  <a:pt x="258467" y="3467943"/>
                  <a:pt x="258467" y="3480744"/>
                  <a:pt x="258467" y="3493544"/>
                </a:cubicBezTo>
                <a:cubicBezTo>
                  <a:pt x="261421" y="3494036"/>
                  <a:pt x="263883" y="3494036"/>
                  <a:pt x="266837" y="3494529"/>
                </a:cubicBezTo>
                <a:cubicBezTo>
                  <a:pt x="270775" y="3485174"/>
                  <a:pt x="274714" y="3476313"/>
                  <a:pt x="278160" y="3466959"/>
                </a:cubicBezTo>
                <a:cubicBezTo>
                  <a:pt x="285545" y="3470897"/>
                  <a:pt x="291453" y="3473851"/>
                  <a:pt x="305730" y="3481236"/>
                </a:cubicBezTo>
                <a:cubicBezTo>
                  <a:pt x="301791" y="3453666"/>
                  <a:pt x="295884" y="3433481"/>
                  <a:pt x="296376" y="3413788"/>
                </a:cubicBezTo>
                <a:cubicBezTo>
                  <a:pt x="297361" y="3391142"/>
                  <a:pt x="304253" y="3368495"/>
                  <a:pt x="308192" y="3346341"/>
                </a:cubicBezTo>
                <a:close/>
                <a:moveTo>
                  <a:pt x="296868" y="3638286"/>
                </a:moveTo>
                <a:cubicBezTo>
                  <a:pt x="289976" y="3649117"/>
                  <a:pt x="283083" y="3659947"/>
                  <a:pt x="276191" y="3670779"/>
                </a:cubicBezTo>
                <a:cubicBezTo>
                  <a:pt x="305238" y="3693425"/>
                  <a:pt x="316069" y="3719026"/>
                  <a:pt x="287022" y="3751026"/>
                </a:cubicBezTo>
                <a:cubicBezTo>
                  <a:pt x="294899" y="3752996"/>
                  <a:pt x="301791" y="3754473"/>
                  <a:pt x="307207" y="3755950"/>
                </a:cubicBezTo>
                <a:cubicBezTo>
                  <a:pt x="305730" y="3774658"/>
                  <a:pt x="304745" y="3792381"/>
                  <a:pt x="303761" y="3811089"/>
                </a:cubicBezTo>
                <a:cubicBezTo>
                  <a:pt x="335269" y="3805674"/>
                  <a:pt x="335269" y="3805674"/>
                  <a:pt x="342654" y="3728872"/>
                </a:cubicBezTo>
                <a:cubicBezTo>
                  <a:pt x="345608" y="3697364"/>
                  <a:pt x="321484" y="3650101"/>
                  <a:pt x="296868" y="3638286"/>
                </a:cubicBezTo>
                <a:close/>
                <a:moveTo>
                  <a:pt x="168373" y="2626078"/>
                </a:moveTo>
                <a:cubicBezTo>
                  <a:pt x="166404" y="2631001"/>
                  <a:pt x="163942" y="2635925"/>
                  <a:pt x="161973" y="2640848"/>
                </a:cubicBezTo>
                <a:cubicBezTo>
                  <a:pt x="240252" y="2611801"/>
                  <a:pt x="177235" y="2701895"/>
                  <a:pt x="224497" y="2696972"/>
                </a:cubicBezTo>
                <a:cubicBezTo>
                  <a:pt x="231882" y="2671864"/>
                  <a:pt x="234344" y="2640848"/>
                  <a:pt x="249606" y="2619678"/>
                </a:cubicBezTo>
                <a:cubicBezTo>
                  <a:pt x="267329" y="2596047"/>
                  <a:pt x="266837" y="2576846"/>
                  <a:pt x="262406" y="2549277"/>
                </a:cubicBezTo>
                <a:cubicBezTo>
                  <a:pt x="237790" y="2569954"/>
                  <a:pt x="216620" y="2588170"/>
                  <a:pt x="195451" y="2606385"/>
                </a:cubicBezTo>
                <a:cubicBezTo>
                  <a:pt x="196435" y="2607370"/>
                  <a:pt x="200866" y="2611309"/>
                  <a:pt x="205789" y="2615740"/>
                </a:cubicBezTo>
                <a:cubicBezTo>
                  <a:pt x="192497" y="2619678"/>
                  <a:pt x="180681" y="2622632"/>
                  <a:pt x="168373" y="2626078"/>
                </a:cubicBezTo>
                <a:close/>
                <a:moveTo>
                  <a:pt x="1281013" y="6122526"/>
                </a:moveTo>
                <a:cubicBezTo>
                  <a:pt x="1298737" y="6145173"/>
                  <a:pt x="1313506" y="6164373"/>
                  <a:pt x="1324338" y="6178158"/>
                </a:cubicBezTo>
                <a:cubicBezTo>
                  <a:pt x="1336153" y="6167327"/>
                  <a:pt x="1344522" y="6153542"/>
                  <a:pt x="1350923" y="6154527"/>
                </a:cubicBezTo>
                <a:cubicBezTo>
                  <a:pt x="1369138" y="6156989"/>
                  <a:pt x="1386370" y="6164866"/>
                  <a:pt x="1411478" y="6173235"/>
                </a:cubicBezTo>
                <a:cubicBezTo>
                  <a:pt x="1425263" y="6162896"/>
                  <a:pt x="1418863" y="6149604"/>
                  <a:pt x="1396216" y="6139757"/>
                </a:cubicBezTo>
                <a:cubicBezTo>
                  <a:pt x="1375539" y="6130895"/>
                  <a:pt x="1349938" y="6127449"/>
                  <a:pt x="1334676" y="6113172"/>
                </a:cubicBezTo>
                <a:cubicBezTo>
                  <a:pt x="1308091" y="6089048"/>
                  <a:pt x="1295783" y="6101356"/>
                  <a:pt x="1281013" y="6122526"/>
                </a:cubicBezTo>
                <a:close/>
                <a:moveTo>
                  <a:pt x="172804" y="4064141"/>
                </a:moveTo>
                <a:cubicBezTo>
                  <a:pt x="168865" y="4067095"/>
                  <a:pt x="164434" y="4070049"/>
                  <a:pt x="160496" y="4073495"/>
                </a:cubicBezTo>
                <a:cubicBezTo>
                  <a:pt x="162465" y="4086788"/>
                  <a:pt x="160988" y="4103527"/>
                  <a:pt x="168373" y="4112881"/>
                </a:cubicBezTo>
                <a:cubicBezTo>
                  <a:pt x="172804" y="4118789"/>
                  <a:pt x="191512" y="4113373"/>
                  <a:pt x="203820" y="4112881"/>
                </a:cubicBezTo>
                <a:cubicBezTo>
                  <a:pt x="214159" y="4112389"/>
                  <a:pt x="224497" y="4110912"/>
                  <a:pt x="234836" y="4109927"/>
                </a:cubicBezTo>
                <a:cubicBezTo>
                  <a:pt x="235328" y="4112389"/>
                  <a:pt x="235328" y="4115342"/>
                  <a:pt x="235821" y="4117804"/>
                </a:cubicBezTo>
                <a:cubicBezTo>
                  <a:pt x="227451" y="4124696"/>
                  <a:pt x="219082" y="4131589"/>
                  <a:pt x="209728" y="4138974"/>
                </a:cubicBezTo>
                <a:cubicBezTo>
                  <a:pt x="217113" y="4150297"/>
                  <a:pt x="221051" y="4163097"/>
                  <a:pt x="229913" y="4168020"/>
                </a:cubicBezTo>
                <a:cubicBezTo>
                  <a:pt x="236313" y="4171467"/>
                  <a:pt x="248621" y="4165067"/>
                  <a:pt x="258467" y="4163097"/>
                </a:cubicBezTo>
                <a:cubicBezTo>
                  <a:pt x="254036" y="4143897"/>
                  <a:pt x="255021" y="4118296"/>
                  <a:pt x="243205" y="4106481"/>
                </a:cubicBezTo>
                <a:cubicBezTo>
                  <a:pt x="224990" y="4087280"/>
                  <a:pt x="196928" y="4077434"/>
                  <a:pt x="172804" y="4064141"/>
                </a:cubicBezTo>
                <a:close/>
                <a:moveTo>
                  <a:pt x="6762983" y="4206421"/>
                </a:moveTo>
                <a:cubicBezTo>
                  <a:pt x="6811722" y="4197068"/>
                  <a:pt x="6831907" y="4166051"/>
                  <a:pt x="6836831" y="4121743"/>
                </a:cubicBezTo>
                <a:cubicBezTo>
                  <a:pt x="6781198" y="4102050"/>
                  <a:pt x="6769875" y="4133066"/>
                  <a:pt x="6762983" y="4206421"/>
                </a:cubicBezTo>
                <a:close/>
                <a:moveTo>
                  <a:pt x="4387545" y="6287453"/>
                </a:moveTo>
                <a:cubicBezTo>
                  <a:pt x="4415115" y="6308622"/>
                  <a:pt x="4489947" y="6315023"/>
                  <a:pt x="4516532" y="6293361"/>
                </a:cubicBezTo>
                <a:cubicBezTo>
                  <a:pt x="4523917" y="6286960"/>
                  <a:pt x="4522933" y="6270714"/>
                  <a:pt x="4526871" y="6253975"/>
                </a:cubicBezTo>
                <a:cubicBezTo>
                  <a:pt x="4474193" y="6266775"/>
                  <a:pt x="4429392" y="6277114"/>
                  <a:pt x="4387545" y="6287453"/>
                </a:cubicBezTo>
                <a:close/>
                <a:moveTo>
                  <a:pt x="4542625" y="6270222"/>
                </a:moveTo>
                <a:cubicBezTo>
                  <a:pt x="4595303" y="6286468"/>
                  <a:pt x="4626320" y="6250036"/>
                  <a:pt x="4662259" y="6219513"/>
                </a:cubicBezTo>
                <a:cubicBezTo>
                  <a:pt x="4624842" y="6192928"/>
                  <a:pt x="4591365" y="6270222"/>
                  <a:pt x="4561333" y="6226405"/>
                </a:cubicBezTo>
                <a:cubicBezTo>
                  <a:pt x="4555425" y="6240683"/>
                  <a:pt x="4549025" y="6255452"/>
                  <a:pt x="4542625" y="6270222"/>
                </a:cubicBezTo>
                <a:close/>
                <a:moveTo>
                  <a:pt x="6850615" y="3869675"/>
                </a:moveTo>
                <a:cubicBezTo>
                  <a:pt x="6825507" y="3883460"/>
                  <a:pt x="6801383" y="3894291"/>
                  <a:pt x="6780214" y="3908568"/>
                </a:cubicBezTo>
                <a:cubicBezTo>
                  <a:pt x="6766429" y="3917923"/>
                  <a:pt x="6756090" y="3933184"/>
                  <a:pt x="6743782" y="3945492"/>
                </a:cubicBezTo>
                <a:cubicBezTo>
                  <a:pt x="6746244" y="3947462"/>
                  <a:pt x="6748705" y="3949923"/>
                  <a:pt x="6751167" y="3951893"/>
                </a:cubicBezTo>
                <a:cubicBezTo>
                  <a:pt x="6860954" y="3892814"/>
                  <a:pt x="6860954" y="3892814"/>
                  <a:pt x="6850615" y="3869675"/>
                </a:cubicBezTo>
                <a:close/>
                <a:moveTo>
                  <a:pt x="578475" y="2019049"/>
                </a:moveTo>
                <a:cubicBezTo>
                  <a:pt x="576505" y="2016588"/>
                  <a:pt x="572567" y="2009695"/>
                  <a:pt x="568136" y="2009203"/>
                </a:cubicBezTo>
                <a:cubicBezTo>
                  <a:pt x="563705" y="2008218"/>
                  <a:pt x="554843" y="2012649"/>
                  <a:pt x="553366" y="2016588"/>
                </a:cubicBezTo>
                <a:cubicBezTo>
                  <a:pt x="541058" y="2043173"/>
                  <a:pt x="529735" y="2070743"/>
                  <a:pt x="519396" y="2098313"/>
                </a:cubicBezTo>
                <a:cubicBezTo>
                  <a:pt x="517427" y="2103728"/>
                  <a:pt x="522350" y="2112098"/>
                  <a:pt x="524319" y="2118990"/>
                </a:cubicBezTo>
                <a:cubicBezTo>
                  <a:pt x="531704" y="2116036"/>
                  <a:pt x="544012" y="2115051"/>
                  <a:pt x="545981" y="2110128"/>
                </a:cubicBezTo>
                <a:cubicBezTo>
                  <a:pt x="557305" y="2081081"/>
                  <a:pt x="567151" y="2051542"/>
                  <a:pt x="578475" y="2019049"/>
                </a:cubicBezTo>
                <a:close/>
                <a:moveTo>
                  <a:pt x="143265" y="3478282"/>
                </a:moveTo>
                <a:cubicBezTo>
                  <a:pt x="149173" y="3478282"/>
                  <a:pt x="155573" y="3478774"/>
                  <a:pt x="161481" y="3478774"/>
                </a:cubicBezTo>
                <a:cubicBezTo>
                  <a:pt x="161481" y="3434466"/>
                  <a:pt x="161481" y="3390157"/>
                  <a:pt x="161481" y="3345848"/>
                </a:cubicBezTo>
                <a:cubicBezTo>
                  <a:pt x="155080" y="3390157"/>
                  <a:pt x="126526" y="3432989"/>
                  <a:pt x="143265" y="3478282"/>
                </a:cubicBezTo>
                <a:close/>
                <a:moveTo>
                  <a:pt x="653307" y="4779973"/>
                </a:moveTo>
                <a:cubicBezTo>
                  <a:pt x="624752" y="4810004"/>
                  <a:pt x="656753" y="4830189"/>
                  <a:pt x="671523" y="4850867"/>
                </a:cubicBezTo>
                <a:cubicBezTo>
                  <a:pt x="678415" y="4860221"/>
                  <a:pt x="693677" y="4863667"/>
                  <a:pt x="705000" y="4870067"/>
                </a:cubicBezTo>
                <a:cubicBezTo>
                  <a:pt x="700077" y="4856282"/>
                  <a:pt x="697616" y="4841020"/>
                  <a:pt x="690231" y="4828712"/>
                </a:cubicBezTo>
                <a:cubicBezTo>
                  <a:pt x="680384" y="4812466"/>
                  <a:pt x="666600" y="4797696"/>
                  <a:pt x="653307" y="4779973"/>
                </a:cubicBezTo>
                <a:close/>
                <a:moveTo>
                  <a:pt x="4282681" y="6336685"/>
                </a:moveTo>
                <a:cubicBezTo>
                  <a:pt x="4285142" y="6340131"/>
                  <a:pt x="4287604" y="6343085"/>
                  <a:pt x="4290066" y="6346531"/>
                </a:cubicBezTo>
                <a:cubicBezTo>
                  <a:pt x="4302374" y="6337177"/>
                  <a:pt x="4314189" y="6327331"/>
                  <a:pt x="4325020" y="6318961"/>
                </a:cubicBezTo>
                <a:cubicBezTo>
                  <a:pt x="4339790" y="6318961"/>
                  <a:pt x="4355544" y="6318961"/>
                  <a:pt x="4371298" y="6318961"/>
                </a:cubicBezTo>
                <a:cubicBezTo>
                  <a:pt x="4372283" y="6314038"/>
                  <a:pt x="4372775" y="6309607"/>
                  <a:pt x="4373760" y="6304684"/>
                </a:cubicBezTo>
                <a:cubicBezTo>
                  <a:pt x="4362436" y="6300253"/>
                  <a:pt x="4351605" y="6294345"/>
                  <a:pt x="4339790" y="6291883"/>
                </a:cubicBezTo>
                <a:cubicBezTo>
                  <a:pt x="4301881" y="6283514"/>
                  <a:pt x="4302374" y="6322408"/>
                  <a:pt x="4282681" y="6336685"/>
                </a:cubicBezTo>
                <a:close/>
                <a:moveTo>
                  <a:pt x="438164" y="4399410"/>
                </a:moveTo>
                <a:cubicBezTo>
                  <a:pt x="441118" y="4397934"/>
                  <a:pt x="444072" y="4396949"/>
                  <a:pt x="447518" y="4395472"/>
                </a:cubicBezTo>
                <a:cubicBezTo>
                  <a:pt x="441610" y="4374302"/>
                  <a:pt x="486411" y="4353625"/>
                  <a:pt x="444564" y="4330486"/>
                </a:cubicBezTo>
                <a:cubicBezTo>
                  <a:pt x="432256" y="4345748"/>
                  <a:pt x="420933" y="4360025"/>
                  <a:pt x="408132" y="4376271"/>
                </a:cubicBezTo>
                <a:cubicBezTo>
                  <a:pt x="419456" y="4384641"/>
                  <a:pt x="428810" y="4392026"/>
                  <a:pt x="438164" y="4399410"/>
                </a:cubicBezTo>
                <a:close/>
                <a:moveTo>
                  <a:pt x="1788102" y="6310100"/>
                </a:moveTo>
                <a:cubicBezTo>
                  <a:pt x="1761516" y="6320438"/>
                  <a:pt x="1744285" y="6327331"/>
                  <a:pt x="1727054" y="6334223"/>
                </a:cubicBezTo>
                <a:cubicBezTo>
                  <a:pt x="1777763" y="6364255"/>
                  <a:pt x="1783671" y="6366224"/>
                  <a:pt x="1791056" y="6347024"/>
                </a:cubicBezTo>
                <a:cubicBezTo>
                  <a:pt x="1795486" y="6336685"/>
                  <a:pt x="1789579" y="6322408"/>
                  <a:pt x="1788102" y="6310100"/>
                </a:cubicBezTo>
                <a:close/>
                <a:moveTo>
                  <a:pt x="473118" y="4413195"/>
                </a:moveTo>
                <a:cubicBezTo>
                  <a:pt x="482965" y="4448150"/>
                  <a:pt x="488873" y="4472766"/>
                  <a:pt x="497242" y="4495905"/>
                </a:cubicBezTo>
                <a:cubicBezTo>
                  <a:pt x="498719" y="4500336"/>
                  <a:pt x="511027" y="4501320"/>
                  <a:pt x="518412" y="4503290"/>
                </a:cubicBezTo>
                <a:cubicBezTo>
                  <a:pt x="520873" y="4493936"/>
                  <a:pt x="527766" y="4483105"/>
                  <a:pt x="525304" y="4475228"/>
                </a:cubicBezTo>
                <a:cubicBezTo>
                  <a:pt x="521366" y="4461935"/>
                  <a:pt x="512504" y="4450119"/>
                  <a:pt x="503642" y="4438796"/>
                </a:cubicBezTo>
                <a:cubicBezTo>
                  <a:pt x="497242" y="4430426"/>
                  <a:pt x="486903" y="4424519"/>
                  <a:pt x="473118" y="4413195"/>
                </a:cubicBezTo>
                <a:close/>
                <a:moveTo>
                  <a:pt x="6225370" y="5299861"/>
                </a:moveTo>
                <a:cubicBezTo>
                  <a:pt x="6219463" y="5295431"/>
                  <a:pt x="6213555" y="5291492"/>
                  <a:pt x="6207647" y="5287061"/>
                </a:cubicBezTo>
                <a:cubicBezTo>
                  <a:pt x="6192385" y="5308723"/>
                  <a:pt x="6177616" y="5330878"/>
                  <a:pt x="6162354" y="5352540"/>
                </a:cubicBezTo>
                <a:cubicBezTo>
                  <a:pt x="6167769" y="5356478"/>
                  <a:pt x="6173185" y="5359924"/>
                  <a:pt x="6178600" y="5363863"/>
                </a:cubicBezTo>
                <a:cubicBezTo>
                  <a:pt x="6194355" y="5342693"/>
                  <a:pt x="6209616" y="5321031"/>
                  <a:pt x="6225370" y="5299861"/>
                </a:cubicBezTo>
                <a:close/>
                <a:moveTo>
                  <a:pt x="1196335" y="5561283"/>
                </a:moveTo>
                <a:cubicBezTo>
                  <a:pt x="1219966" y="5519436"/>
                  <a:pt x="1186981" y="5519928"/>
                  <a:pt x="1162857" y="5511066"/>
                </a:cubicBezTo>
                <a:cubicBezTo>
                  <a:pt x="1159903" y="5524359"/>
                  <a:pt x="1157441" y="5534698"/>
                  <a:pt x="1154980" y="5545036"/>
                </a:cubicBezTo>
                <a:cubicBezTo>
                  <a:pt x="1168765" y="5550452"/>
                  <a:pt x="1182550" y="5555375"/>
                  <a:pt x="1196335" y="5561283"/>
                </a:cubicBezTo>
                <a:close/>
                <a:moveTo>
                  <a:pt x="546966" y="5090626"/>
                </a:moveTo>
                <a:cubicBezTo>
                  <a:pt x="518412" y="5089149"/>
                  <a:pt x="497734" y="5088164"/>
                  <a:pt x="470657" y="5086688"/>
                </a:cubicBezTo>
                <a:cubicBezTo>
                  <a:pt x="502165" y="5131488"/>
                  <a:pt x="507088" y="5131981"/>
                  <a:pt x="546966" y="5090626"/>
                </a:cubicBezTo>
                <a:close/>
                <a:moveTo>
                  <a:pt x="1228828" y="5949722"/>
                </a:moveTo>
                <a:cubicBezTo>
                  <a:pt x="1205196" y="5931506"/>
                  <a:pt x="1187473" y="5917721"/>
                  <a:pt x="1169749" y="5903937"/>
                </a:cubicBezTo>
                <a:cubicBezTo>
                  <a:pt x="1155964" y="5939876"/>
                  <a:pt x="1174673" y="5957600"/>
                  <a:pt x="1228828" y="5949722"/>
                </a:cubicBezTo>
                <a:close/>
                <a:moveTo>
                  <a:pt x="165911" y="3537852"/>
                </a:moveTo>
                <a:cubicBezTo>
                  <a:pt x="158527" y="3537360"/>
                  <a:pt x="151142" y="3536868"/>
                  <a:pt x="143757" y="3536376"/>
                </a:cubicBezTo>
                <a:cubicBezTo>
                  <a:pt x="140803" y="3552130"/>
                  <a:pt x="137357" y="3567884"/>
                  <a:pt x="134403" y="3583638"/>
                </a:cubicBezTo>
                <a:cubicBezTo>
                  <a:pt x="144249" y="3581669"/>
                  <a:pt x="160496" y="3582654"/>
                  <a:pt x="162465" y="3577730"/>
                </a:cubicBezTo>
                <a:cubicBezTo>
                  <a:pt x="166896" y="3565915"/>
                  <a:pt x="164927" y="3551145"/>
                  <a:pt x="165911" y="3537852"/>
                </a:cubicBezTo>
                <a:close/>
                <a:moveTo>
                  <a:pt x="1929397" y="5690762"/>
                </a:moveTo>
                <a:cubicBezTo>
                  <a:pt x="1916597" y="5720302"/>
                  <a:pt x="1909212" y="5737040"/>
                  <a:pt x="1901827" y="5753779"/>
                </a:cubicBezTo>
                <a:cubicBezTo>
                  <a:pt x="1920043" y="5753287"/>
                  <a:pt x="1936782" y="5746887"/>
                  <a:pt x="1946628" y="5734579"/>
                </a:cubicBezTo>
                <a:cubicBezTo>
                  <a:pt x="1950567" y="5729656"/>
                  <a:pt x="1938751" y="5712425"/>
                  <a:pt x="1929397" y="5690762"/>
                </a:cubicBezTo>
                <a:close/>
                <a:moveTo>
                  <a:pt x="265852" y="3602346"/>
                </a:moveTo>
                <a:cubicBezTo>
                  <a:pt x="266837" y="3607270"/>
                  <a:pt x="267329" y="3612193"/>
                  <a:pt x="268314" y="3617608"/>
                </a:cubicBezTo>
                <a:cubicBezTo>
                  <a:pt x="288499" y="3612193"/>
                  <a:pt x="308684" y="3607270"/>
                  <a:pt x="336746" y="3599885"/>
                </a:cubicBezTo>
                <a:cubicBezTo>
                  <a:pt x="302284" y="3567392"/>
                  <a:pt x="285053" y="3589546"/>
                  <a:pt x="265852" y="3602346"/>
                </a:cubicBezTo>
                <a:close/>
                <a:moveTo>
                  <a:pt x="6757567" y="4237930"/>
                </a:moveTo>
                <a:cubicBezTo>
                  <a:pt x="6754121" y="4235468"/>
                  <a:pt x="6750675" y="4233007"/>
                  <a:pt x="6747721" y="4230545"/>
                </a:cubicBezTo>
                <a:cubicBezTo>
                  <a:pt x="6728520" y="4248268"/>
                  <a:pt x="6709320" y="4265500"/>
                  <a:pt x="6690119" y="4283223"/>
                </a:cubicBezTo>
                <a:cubicBezTo>
                  <a:pt x="6695043" y="4287654"/>
                  <a:pt x="6699966" y="4292577"/>
                  <a:pt x="6704889" y="4297008"/>
                </a:cubicBezTo>
                <a:cubicBezTo>
                  <a:pt x="6722120" y="4277315"/>
                  <a:pt x="6739843" y="4257623"/>
                  <a:pt x="6757567" y="4237930"/>
                </a:cubicBezTo>
                <a:close/>
                <a:moveTo>
                  <a:pt x="424379" y="4315716"/>
                </a:moveTo>
                <a:cubicBezTo>
                  <a:pt x="426348" y="4293070"/>
                  <a:pt x="427333" y="4274854"/>
                  <a:pt x="429302" y="4251223"/>
                </a:cubicBezTo>
                <a:cubicBezTo>
                  <a:pt x="386963" y="4271408"/>
                  <a:pt x="386963" y="4281254"/>
                  <a:pt x="424379" y="4315716"/>
                </a:cubicBezTo>
                <a:close/>
                <a:moveTo>
                  <a:pt x="5297842" y="6125480"/>
                </a:moveTo>
                <a:cubicBezTo>
                  <a:pt x="5296857" y="6130403"/>
                  <a:pt x="5295873" y="6134834"/>
                  <a:pt x="5294888" y="6139757"/>
                </a:cubicBezTo>
                <a:cubicBezTo>
                  <a:pt x="5313104" y="6141234"/>
                  <a:pt x="5331320" y="6144188"/>
                  <a:pt x="5349043" y="6143696"/>
                </a:cubicBezTo>
                <a:cubicBezTo>
                  <a:pt x="5353474" y="6143696"/>
                  <a:pt x="5357905" y="6134834"/>
                  <a:pt x="5362336" y="6129911"/>
                </a:cubicBezTo>
                <a:cubicBezTo>
                  <a:pt x="5356428" y="6125480"/>
                  <a:pt x="5350028" y="6117110"/>
                  <a:pt x="5344120" y="6117603"/>
                </a:cubicBezTo>
                <a:cubicBezTo>
                  <a:pt x="5328858" y="6118587"/>
                  <a:pt x="5313104" y="6122526"/>
                  <a:pt x="5297842" y="6125480"/>
                </a:cubicBezTo>
                <a:close/>
                <a:moveTo>
                  <a:pt x="5744375" y="5065518"/>
                </a:moveTo>
                <a:cubicBezTo>
                  <a:pt x="5739452" y="5074380"/>
                  <a:pt x="5735021" y="5081764"/>
                  <a:pt x="5731083" y="5089641"/>
                </a:cubicBezTo>
                <a:cubicBezTo>
                  <a:pt x="5759637" y="5117211"/>
                  <a:pt x="5759637" y="5117211"/>
                  <a:pt x="5780315" y="5085210"/>
                </a:cubicBezTo>
                <a:cubicBezTo>
                  <a:pt x="5769483" y="5079303"/>
                  <a:pt x="5758653" y="5073395"/>
                  <a:pt x="5744375" y="5065518"/>
                </a:cubicBezTo>
                <a:close/>
                <a:moveTo>
                  <a:pt x="2644736" y="6734478"/>
                </a:moveTo>
                <a:cubicBezTo>
                  <a:pt x="2641290" y="6715770"/>
                  <a:pt x="2638336" y="6701985"/>
                  <a:pt x="2635875" y="6687708"/>
                </a:cubicBezTo>
                <a:cubicBezTo>
                  <a:pt x="2631936" y="6686231"/>
                  <a:pt x="2628490" y="6684754"/>
                  <a:pt x="2624551" y="6682785"/>
                </a:cubicBezTo>
                <a:cubicBezTo>
                  <a:pt x="2617166" y="6694600"/>
                  <a:pt x="2610274" y="6706416"/>
                  <a:pt x="2600920" y="6721186"/>
                </a:cubicBezTo>
                <a:cubicBezTo>
                  <a:pt x="2619136" y="6726601"/>
                  <a:pt x="2628982" y="6729555"/>
                  <a:pt x="2644736" y="6734478"/>
                </a:cubicBezTo>
                <a:close/>
              </a:path>
            </a:pathLst>
          </a:custGeom>
          <a:solidFill>
            <a:srgbClr val="BBC23F"/>
          </a:solidFill>
          <a:ln w="4920" cap="flat">
            <a:noFill/>
            <a:prstDash val="solid"/>
            <a:miter/>
          </a:ln>
        </p:spPr>
        <p:txBody>
          <a:bodyPr rtlCol="0" anchor="ctr"/>
          <a:lstStyle/>
          <a:p>
            <a:endParaRPr lang="zh-CN" altLang="en-US"/>
          </a:p>
        </p:txBody>
      </p:sp>
      <p:sp>
        <p:nvSpPr>
          <p:cNvPr id="37" name="图形 2">
            <a:extLst>
              <a:ext uri="{FF2B5EF4-FFF2-40B4-BE49-F238E27FC236}">
                <a16:creationId xmlns:a16="http://schemas.microsoft.com/office/drawing/2014/main" id="{3573B9F1-97F0-96DE-4859-4759B3E20E55}"/>
              </a:ext>
            </a:extLst>
          </p:cNvPr>
          <p:cNvSpPr/>
          <p:nvPr/>
        </p:nvSpPr>
        <p:spPr>
          <a:xfrm>
            <a:off x="8677455" y="5510776"/>
            <a:ext cx="826227" cy="793201"/>
          </a:xfrm>
          <a:custGeom>
            <a:avLst/>
            <a:gdLst>
              <a:gd name="connsiteX0" fmla="*/ 944760 w 7143544"/>
              <a:gd name="connsiteY0" fmla="*/ 5739994 h 6857999"/>
              <a:gd name="connsiteX1" fmla="*/ 904882 w 7143544"/>
              <a:gd name="connsiteY1" fmla="*/ 5734087 h 6857999"/>
              <a:gd name="connsiteX2" fmla="*/ 899959 w 7143544"/>
              <a:gd name="connsiteY2" fmla="*/ 5745902 h 6857999"/>
              <a:gd name="connsiteX3" fmla="*/ 933436 w 7143544"/>
              <a:gd name="connsiteY3" fmla="*/ 5769533 h 6857999"/>
              <a:gd name="connsiteX4" fmla="*/ 913744 w 7143544"/>
              <a:gd name="connsiteY4" fmla="*/ 5818765 h 6857999"/>
              <a:gd name="connsiteX5" fmla="*/ 865496 w 7143544"/>
              <a:gd name="connsiteY5" fmla="*/ 5791196 h 6857999"/>
              <a:gd name="connsiteX6" fmla="*/ 856635 w 7143544"/>
              <a:gd name="connsiteY6" fmla="*/ 5711932 h 6857999"/>
              <a:gd name="connsiteX7" fmla="*/ 846296 w 7143544"/>
              <a:gd name="connsiteY7" fmla="*/ 5651869 h 6857999"/>
              <a:gd name="connsiteX8" fmla="*/ 782295 w 7143544"/>
              <a:gd name="connsiteY8" fmla="*/ 5587868 h 6857999"/>
              <a:gd name="connsiteX9" fmla="*/ 652322 w 7143544"/>
              <a:gd name="connsiteY9" fmla="*/ 5547006 h 6857999"/>
              <a:gd name="connsiteX10" fmla="*/ 642968 w 7143544"/>
              <a:gd name="connsiteY10" fmla="*/ 5541590 h 6857999"/>
              <a:gd name="connsiteX11" fmla="*/ 649368 w 7143544"/>
              <a:gd name="connsiteY11" fmla="*/ 5513035 h 6857999"/>
              <a:gd name="connsiteX12" fmla="*/ 706477 w 7143544"/>
              <a:gd name="connsiteY12" fmla="*/ 5489404 h 6857999"/>
              <a:gd name="connsiteX13" fmla="*/ 731586 w 7143544"/>
              <a:gd name="connsiteY13" fmla="*/ 5528297 h 6857999"/>
              <a:gd name="connsiteX14" fmla="*/ 742909 w 7143544"/>
              <a:gd name="connsiteY14" fmla="*/ 5488420 h 6857999"/>
              <a:gd name="connsiteX15" fmla="*/ 796572 w 7143544"/>
              <a:gd name="connsiteY15" fmla="*/ 5488420 h 6857999"/>
              <a:gd name="connsiteX16" fmla="*/ 802480 w 7143544"/>
              <a:gd name="connsiteY16" fmla="*/ 5477096 h 6857999"/>
              <a:gd name="connsiteX17" fmla="*/ 762602 w 7143544"/>
              <a:gd name="connsiteY17" fmla="*/ 5454942 h 6857999"/>
              <a:gd name="connsiteX18" fmla="*/ 755709 w 7143544"/>
              <a:gd name="connsiteY18" fmla="*/ 5425895 h 6857999"/>
              <a:gd name="connsiteX19" fmla="*/ 728632 w 7143544"/>
              <a:gd name="connsiteY19" fmla="*/ 5469219 h 6857999"/>
              <a:gd name="connsiteX20" fmla="*/ 674969 w 7143544"/>
              <a:gd name="connsiteY20" fmla="*/ 5453957 h 6857999"/>
              <a:gd name="connsiteX21" fmla="*/ 639030 w 7143544"/>
              <a:gd name="connsiteY21" fmla="*/ 5481035 h 6857999"/>
              <a:gd name="connsiteX22" fmla="*/ 591767 w 7143544"/>
              <a:gd name="connsiteY22" fmla="*/ 5417525 h 6857999"/>
              <a:gd name="connsiteX23" fmla="*/ 645430 w 7143544"/>
              <a:gd name="connsiteY23" fmla="*/ 5404233 h 6857999"/>
              <a:gd name="connsiteX24" fmla="*/ 645430 w 7143544"/>
              <a:gd name="connsiteY24" fmla="*/ 5396356 h 6857999"/>
              <a:gd name="connsiteX25" fmla="*/ 603583 w 7143544"/>
              <a:gd name="connsiteY25" fmla="*/ 5382079 h 6857999"/>
              <a:gd name="connsiteX26" fmla="*/ 597183 w 7143544"/>
              <a:gd name="connsiteY26" fmla="*/ 5335801 h 6857999"/>
              <a:gd name="connsiteX27" fmla="*/ 637061 w 7143544"/>
              <a:gd name="connsiteY27" fmla="*/ 5311677 h 6857999"/>
              <a:gd name="connsiteX28" fmla="*/ 614906 w 7143544"/>
              <a:gd name="connsiteY28" fmla="*/ 5277215 h 6857999"/>
              <a:gd name="connsiteX29" fmla="*/ 541058 w 7143544"/>
              <a:gd name="connsiteY29" fmla="*/ 5278692 h 6857999"/>
              <a:gd name="connsiteX30" fmla="*/ 497734 w 7143544"/>
              <a:gd name="connsiteY30" fmla="*/ 5316600 h 6857999"/>
              <a:gd name="connsiteX31" fmla="*/ 528258 w 7143544"/>
              <a:gd name="connsiteY31" fmla="*/ 5193520 h 6857999"/>
              <a:gd name="connsiteX32" fmla="*/ 544505 w 7143544"/>
              <a:gd name="connsiteY32" fmla="*/ 5210259 h 6857999"/>
              <a:gd name="connsiteX33" fmla="*/ 551397 w 7143544"/>
              <a:gd name="connsiteY33" fmla="*/ 5204844 h 6857999"/>
              <a:gd name="connsiteX34" fmla="*/ 506596 w 7143544"/>
              <a:gd name="connsiteY34" fmla="*/ 5150689 h 6857999"/>
              <a:gd name="connsiteX35" fmla="*/ 474103 w 7143544"/>
              <a:gd name="connsiteY35" fmla="*/ 5169397 h 6857999"/>
              <a:gd name="connsiteX36" fmla="*/ 480011 w 7143544"/>
              <a:gd name="connsiteY36" fmla="*/ 5203859 h 6857999"/>
              <a:gd name="connsiteX37" fmla="*/ 399271 w 7143544"/>
              <a:gd name="connsiteY37" fmla="*/ 5146750 h 6857999"/>
              <a:gd name="connsiteX38" fmla="*/ 432748 w 7143544"/>
              <a:gd name="connsiteY38" fmla="*/ 5130996 h 6857999"/>
              <a:gd name="connsiteX39" fmla="*/ 391886 w 7143544"/>
              <a:gd name="connsiteY39" fmla="*/ 5096042 h 6857999"/>
              <a:gd name="connsiteX40" fmla="*/ 425363 w 7143544"/>
              <a:gd name="connsiteY40" fmla="*/ 5083734 h 6857999"/>
              <a:gd name="connsiteX41" fmla="*/ 427333 w 7143544"/>
              <a:gd name="connsiteY41" fmla="*/ 5049764 h 6857999"/>
              <a:gd name="connsiteX42" fmla="*/ 413055 w 7143544"/>
              <a:gd name="connsiteY42" fmla="*/ 5006439 h 6857999"/>
              <a:gd name="connsiteX43" fmla="*/ 399271 w 7143544"/>
              <a:gd name="connsiteY43" fmla="*/ 5036963 h 6857999"/>
              <a:gd name="connsiteX44" fmla="*/ 371701 w 7143544"/>
              <a:gd name="connsiteY44" fmla="*/ 5060594 h 6857999"/>
              <a:gd name="connsiteX45" fmla="*/ 332315 w 7143544"/>
              <a:gd name="connsiteY45" fmla="*/ 5010870 h 6857999"/>
              <a:gd name="connsiteX46" fmla="*/ 349546 w 7143544"/>
              <a:gd name="connsiteY46" fmla="*/ 4993147 h 6857999"/>
              <a:gd name="connsiteX47" fmla="*/ 408625 w 7143544"/>
              <a:gd name="connsiteY47" fmla="*/ 4966562 h 6857999"/>
              <a:gd name="connsiteX48" fmla="*/ 357916 w 7143544"/>
              <a:gd name="connsiteY48" fmla="*/ 4901083 h 6857999"/>
              <a:gd name="connsiteX49" fmla="*/ 302776 w 7143544"/>
              <a:gd name="connsiteY49" fmla="*/ 4901083 h 6857999"/>
              <a:gd name="connsiteX50" fmla="*/ 368254 w 7143544"/>
              <a:gd name="connsiteY50" fmla="*/ 4838559 h 6857999"/>
              <a:gd name="connsiteX51" fmla="*/ 346592 w 7143544"/>
              <a:gd name="connsiteY51" fmla="*/ 4791296 h 6857999"/>
              <a:gd name="connsiteX52" fmla="*/ 330838 w 7143544"/>
              <a:gd name="connsiteY52" fmla="*/ 4786373 h 6857999"/>
              <a:gd name="connsiteX53" fmla="*/ 304745 w 7143544"/>
              <a:gd name="connsiteY53" fmla="*/ 4810004 h 6857999"/>
              <a:gd name="connsiteX54" fmla="*/ 261914 w 7143544"/>
              <a:gd name="connsiteY54" fmla="*/ 4879914 h 6857999"/>
              <a:gd name="connsiteX55" fmla="*/ 202343 w 7143544"/>
              <a:gd name="connsiteY55" fmla="*/ 4786865 h 6857999"/>
              <a:gd name="connsiteX56" fmla="*/ 227944 w 7143544"/>
              <a:gd name="connsiteY56" fmla="*/ 4758803 h 6857999"/>
              <a:gd name="connsiteX57" fmla="*/ 248621 w 7143544"/>
              <a:gd name="connsiteY57" fmla="*/ 4799665 h 6857999"/>
              <a:gd name="connsiteX58" fmla="*/ 255513 w 7143544"/>
              <a:gd name="connsiteY58" fmla="*/ 4797696 h 6857999"/>
              <a:gd name="connsiteX59" fmla="*/ 253544 w 7143544"/>
              <a:gd name="connsiteY59" fmla="*/ 4772096 h 6857999"/>
              <a:gd name="connsiteX60" fmla="*/ 293914 w 7143544"/>
              <a:gd name="connsiteY60" fmla="*/ 4719910 h 6857999"/>
              <a:gd name="connsiteX61" fmla="*/ 280129 w 7143544"/>
              <a:gd name="connsiteY61" fmla="*/ 4631785 h 6857999"/>
              <a:gd name="connsiteX62" fmla="*/ 240252 w 7143544"/>
              <a:gd name="connsiteY62" fmla="*/ 4581076 h 6857999"/>
              <a:gd name="connsiteX63" fmla="*/ 204312 w 7143544"/>
              <a:gd name="connsiteY63" fmla="*/ 4552522 h 6857999"/>
              <a:gd name="connsiteX64" fmla="*/ 229913 w 7143544"/>
              <a:gd name="connsiteY64" fmla="*/ 4510675 h 6857999"/>
              <a:gd name="connsiteX65" fmla="*/ 221051 w 7143544"/>
              <a:gd name="connsiteY65" fmla="*/ 4502305 h 6857999"/>
              <a:gd name="connsiteX66" fmla="*/ 195451 w 7143544"/>
              <a:gd name="connsiteY66" fmla="*/ 4521505 h 6857999"/>
              <a:gd name="connsiteX67" fmla="*/ 175265 w 7143544"/>
              <a:gd name="connsiteY67" fmla="*/ 4465873 h 6857999"/>
              <a:gd name="connsiteX68" fmla="*/ 231882 w 7143544"/>
              <a:gd name="connsiteY68" fmla="*/ 4456520 h 6857999"/>
              <a:gd name="connsiteX69" fmla="*/ 153111 w 7143544"/>
              <a:gd name="connsiteY69" fmla="*/ 4384641 h 6857999"/>
              <a:gd name="connsiteX70" fmla="*/ 189543 w 7143544"/>
              <a:gd name="connsiteY70" fmla="*/ 4318670 h 6857999"/>
              <a:gd name="connsiteX71" fmla="*/ 185604 w 7143544"/>
              <a:gd name="connsiteY71" fmla="*/ 4313255 h 6857999"/>
              <a:gd name="connsiteX72" fmla="*/ 147696 w 7143544"/>
              <a:gd name="connsiteY72" fmla="*/ 4336886 h 6857999"/>
              <a:gd name="connsiteX73" fmla="*/ 102402 w 7143544"/>
              <a:gd name="connsiteY73" fmla="*/ 4200021 h 6857999"/>
              <a:gd name="connsiteX74" fmla="*/ 117172 w 7143544"/>
              <a:gd name="connsiteY74" fmla="*/ 4193129 h 6857999"/>
              <a:gd name="connsiteX75" fmla="*/ 132926 w 7143544"/>
              <a:gd name="connsiteY75" fmla="*/ 4211837 h 6857999"/>
              <a:gd name="connsiteX76" fmla="*/ 160988 w 7143544"/>
              <a:gd name="connsiteY76" fmla="*/ 4230053 h 6857999"/>
              <a:gd name="connsiteX77" fmla="*/ 172804 w 7143544"/>
              <a:gd name="connsiteY77" fmla="*/ 4207899 h 6857999"/>
              <a:gd name="connsiteX78" fmla="*/ 143757 w 7143544"/>
              <a:gd name="connsiteY78" fmla="*/ 4188698 h 6857999"/>
              <a:gd name="connsiteX79" fmla="*/ 126526 w 7143544"/>
              <a:gd name="connsiteY79" fmla="*/ 4187221 h 6857999"/>
              <a:gd name="connsiteX80" fmla="*/ 132926 w 7143544"/>
              <a:gd name="connsiteY80" fmla="*/ 4100081 h 6857999"/>
              <a:gd name="connsiteX81" fmla="*/ 106833 w 7143544"/>
              <a:gd name="connsiteY81" fmla="*/ 4124696 h 6857999"/>
              <a:gd name="connsiteX82" fmla="*/ 79263 w 7143544"/>
              <a:gd name="connsiteY82" fmla="*/ 4101557 h 6857999"/>
              <a:gd name="connsiteX83" fmla="*/ 113726 w 7143544"/>
              <a:gd name="connsiteY83" fmla="*/ 4080388 h 6857999"/>
              <a:gd name="connsiteX84" fmla="*/ 171327 w 7143544"/>
              <a:gd name="connsiteY84" fmla="*/ 4048879 h 6857999"/>
              <a:gd name="connsiteX85" fmla="*/ 204312 w 7143544"/>
              <a:gd name="connsiteY85" fmla="*/ 4042972 h 6857999"/>
              <a:gd name="connsiteX86" fmla="*/ 216620 w 7143544"/>
              <a:gd name="connsiteY86" fmla="*/ 4052818 h 6857999"/>
              <a:gd name="connsiteX87" fmla="*/ 216620 w 7143544"/>
              <a:gd name="connsiteY87" fmla="*/ 3959278 h 6857999"/>
              <a:gd name="connsiteX88" fmla="*/ 230405 w 7143544"/>
              <a:gd name="connsiteY88" fmla="*/ 3953862 h 6857999"/>
              <a:gd name="connsiteX89" fmla="*/ 203328 w 7143544"/>
              <a:gd name="connsiteY89" fmla="*/ 3937615 h 6857999"/>
              <a:gd name="connsiteX90" fmla="*/ 160988 w 7143544"/>
              <a:gd name="connsiteY90" fmla="*/ 3959278 h 6857999"/>
              <a:gd name="connsiteX91" fmla="*/ 108802 w 7143544"/>
              <a:gd name="connsiteY91" fmla="*/ 4013433 h 6857999"/>
              <a:gd name="connsiteX92" fmla="*/ 54155 w 7143544"/>
              <a:gd name="connsiteY92" fmla="*/ 3902661 h 6857999"/>
              <a:gd name="connsiteX93" fmla="*/ 111264 w 7143544"/>
              <a:gd name="connsiteY93" fmla="*/ 3787458 h 6857999"/>
              <a:gd name="connsiteX94" fmla="*/ 30524 w 7143544"/>
              <a:gd name="connsiteY94" fmla="*/ 3778104 h 6857999"/>
              <a:gd name="connsiteX95" fmla="*/ 66463 w 7143544"/>
              <a:gd name="connsiteY95" fmla="*/ 3604316 h 6857999"/>
              <a:gd name="connsiteX96" fmla="*/ 49724 w 7143544"/>
              <a:gd name="connsiteY96" fmla="*/ 3544253 h 6857999"/>
              <a:gd name="connsiteX97" fmla="*/ 10339 w 7143544"/>
              <a:gd name="connsiteY97" fmla="*/ 3520129 h 6857999"/>
              <a:gd name="connsiteX98" fmla="*/ 23631 w 7143544"/>
              <a:gd name="connsiteY98" fmla="*/ 3516191 h 6857999"/>
              <a:gd name="connsiteX99" fmla="*/ 36432 w 7143544"/>
              <a:gd name="connsiteY99" fmla="*/ 3463512 h 6857999"/>
              <a:gd name="connsiteX100" fmla="*/ 0 w 7143544"/>
              <a:gd name="connsiteY100" fmla="*/ 3429542 h 6857999"/>
              <a:gd name="connsiteX101" fmla="*/ 5416 w 7143544"/>
              <a:gd name="connsiteY101" fmla="*/ 3421173 h 6857999"/>
              <a:gd name="connsiteX102" fmla="*/ 34955 w 7143544"/>
              <a:gd name="connsiteY102" fmla="*/ 3427573 h 6857999"/>
              <a:gd name="connsiteX103" fmla="*/ 42832 w 7143544"/>
              <a:gd name="connsiteY103" fmla="*/ 3400496 h 6857999"/>
              <a:gd name="connsiteX104" fmla="*/ 10831 w 7143544"/>
              <a:gd name="connsiteY104" fmla="*/ 3383757 h 6857999"/>
              <a:gd name="connsiteX105" fmla="*/ 12308 w 7143544"/>
              <a:gd name="connsiteY105" fmla="*/ 3371449 h 6857999"/>
              <a:gd name="connsiteX106" fmla="*/ 63509 w 7143544"/>
              <a:gd name="connsiteY106" fmla="*/ 3366033 h 6857999"/>
              <a:gd name="connsiteX107" fmla="*/ 63017 w 7143544"/>
              <a:gd name="connsiteY107" fmla="*/ 3364064 h 6857999"/>
              <a:gd name="connsiteX108" fmla="*/ 125541 w 7143544"/>
              <a:gd name="connsiteY108" fmla="*/ 3355695 h 6857999"/>
              <a:gd name="connsiteX109" fmla="*/ 130957 w 7143544"/>
              <a:gd name="connsiteY109" fmla="*/ 3364556 h 6857999"/>
              <a:gd name="connsiteX110" fmla="*/ 158034 w 7143544"/>
              <a:gd name="connsiteY110" fmla="*/ 3309417 h 6857999"/>
              <a:gd name="connsiteX111" fmla="*/ 54647 w 7143544"/>
              <a:gd name="connsiteY111" fmla="*/ 3340433 h 6857999"/>
              <a:gd name="connsiteX112" fmla="*/ 31508 w 7143544"/>
              <a:gd name="connsiteY112" fmla="*/ 3324679 h 6857999"/>
              <a:gd name="connsiteX113" fmla="*/ 17231 w 7143544"/>
              <a:gd name="connsiteY113" fmla="*/ 3275939 h 6857999"/>
              <a:gd name="connsiteX114" fmla="*/ 39878 w 7143544"/>
              <a:gd name="connsiteY114" fmla="*/ 3240492 h 6857999"/>
              <a:gd name="connsiteX115" fmla="*/ 45786 w 7143544"/>
              <a:gd name="connsiteY115" fmla="*/ 3231138 h 6857999"/>
              <a:gd name="connsiteX116" fmla="*/ 136865 w 7143544"/>
              <a:gd name="connsiteY116" fmla="*/ 3169106 h 6857999"/>
              <a:gd name="connsiteX117" fmla="*/ 126034 w 7143544"/>
              <a:gd name="connsiteY117" fmla="*/ 3234092 h 6857999"/>
              <a:gd name="connsiteX118" fmla="*/ 145726 w 7143544"/>
              <a:gd name="connsiteY118" fmla="*/ 3302524 h 6857999"/>
              <a:gd name="connsiteX119" fmla="*/ 156065 w 7143544"/>
              <a:gd name="connsiteY119" fmla="*/ 3118889 h 6857999"/>
              <a:gd name="connsiteX120" fmla="*/ 146711 w 7143544"/>
              <a:gd name="connsiteY120" fmla="*/ 3119382 h 6857999"/>
              <a:gd name="connsiteX121" fmla="*/ 151634 w 7143544"/>
              <a:gd name="connsiteY121" fmla="*/ 3159260 h 6857999"/>
              <a:gd name="connsiteX122" fmla="*/ 66955 w 7143544"/>
              <a:gd name="connsiteY122" fmla="*/ 3133659 h 6857999"/>
              <a:gd name="connsiteX123" fmla="*/ 65971 w 7143544"/>
              <a:gd name="connsiteY123" fmla="*/ 3109043 h 6857999"/>
              <a:gd name="connsiteX124" fmla="*/ 29047 w 7143544"/>
              <a:gd name="connsiteY124" fmla="*/ 3101166 h 6857999"/>
              <a:gd name="connsiteX125" fmla="*/ 31508 w 7143544"/>
              <a:gd name="connsiteY125" fmla="*/ 3045534 h 6857999"/>
              <a:gd name="connsiteX126" fmla="*/ 19200 w 7143544"/>
              <a:gd name="connsiteY126" fmla="*/ 3040611 h 6857999"/>
              <a:gd name="connsiteX127" fmla="*/ 57109 w 7143544"/>
              <a:gd name="connsiteY127" fmla="*/ 3014026 h 6857999"/>
              <a:gd name="connsiteX128" fmla="*/ 36924 w 7143544"/>
              <a:gd name="connsiteY128" fmla="*/ 2984979 h 6857999"/>
              <a:gd name="connsiteX129" fmla="*/ 64001 w 7143544"/>
              <a:gd name="connsiteY129" fmla="*/ 2949532 h 6857999"/>
              <a:gd name="connsiteX130" fmla="*/ 94033 w 7143544"/>
              <a:gd name="connsiteY130" fmla="*/ 2924916 h 6857999"/>
              <a:gd name="connsiteX131" fmla="*/ 71879 w 7143544"/>
              <a:gd name="connsiteY131" fmla="*/ 2852545 h 6857999"/>
              <a:gd name="connsiteX132" fmla="*/ 97971 w 7143544"/>
              <a:gd name="connsiteY132" fmla="*/ 2741773 h 6857999"/>
              <a:gd name="connsiteX133" fmla="*/ 141788 w 7143544"/>
              <a:gd name="connsiteY133" fmla="*/ 2692541 h 6857999"/>
              <a:gd name="connsiteX134" fmla="*/ 155573 w 7143544"/>
              <a:gd name="connsiteY134" fmla="*/ 2650694 h 6857999"/>
              <a:gd name="connsiteX135" fmla="*/ 76802 w 7143544"/>
              <a:gd name="connsiteY135" fmla="*/ 2637894 h 6857999"/>
              <a:gd name="connsiteX136" fmla="*/ 147203 w 7143544"/>
              <a:gd name="connsiteY136" fmla="*/ 2400596 h 6857999"/>
              <a:gd name="connsiteX137" fmla="*/ 203820 w 7143544"/>
              <a:gd name="connsiteY137" fmla="*/ 2356288 h 6857999"/>
              <a:gd name="connsiteX138" fmla="*/ 203820 w 7143544"/>
              <a:gd name="connsiteY138" fmla="*/ 2293271 h 6857999"/>
              <a:gd name="connsiteX139" fmla="*/ 217605 w 7143544"/>
              <a:gd name="connsiteY139" fmla="*/ 2230254 h 6857999"/>
              <a:gd name="connsiteX140" fmla="*/ 244682 w 7143544"/>
              <a:gd name="connsiteY140" fmla="*/ 2175607 h 6857999"/>
              <a:gd name="connsiteX141" fmla="*/ 266344 w 7143544"/>
              <a:gd name="connsiteY141" fmla="*/ 2149021 h 6857999"/>
              <a:gd name="connsiteX142" fmla="*/ 283576 w 7143544"/>
              <a:gd name="connsiteY142" fmla="*/ 2021511 h 6857999"/>
              <a:gd name="connsiteX143" fmla="*/ 309176 w 7143544"/>
              <a:gd name="connsiteY143" fmla="*/ 1983602 h 6857999"/>
              <a:gd name="connsiteX144" fmla="*/ 352500 w 7143544"/>
              <a:gd name="connsiteY144" fmla="*/ 1931416 h 6857999"/>
              <a:gd name="connsiteX145" fmla="*/ 381055 w 7143544"/>
              <a:gd name="connsiteY145" fmla="*/ 1902862 h 6857999"/>
              <a:gd name="connsiteX146" fmla="*/ 405671 w 7143544"/>
              <a:gd name="connsiteY146" fmla="*/ 1855107 h 6857999"/>
              <a:gd name="connsiteX147" fmla="*/ 430287 w 7143544"/>
              <a:gd name="connsiteY147" fmla="*/ 1818183 h 6857999"/>
              <a:gd name="connsiteX148" fmla="*/ 480995 w 7143544"/>
              <a:gd name="connsiteY148" fmla="*/ 1771905 h 6857999"/>
              <a:gd name="connsiteX149" fmla="*/ 524319 w 7143544"/>
              <a:gd name="connsiteY149" fmla="*/ 1732027 h 6857999"/>
              <a:gd name="connsiteX150" fmla="*/ 555828 w 7143544"/>
              <a:gd name="connsiteY150" fmla="*/ 1650795 h 6857999"/>
              <a:gd name="connsiteX151" fmla="*/ 536627 w 7143544"/>
              <a:gd name="connsiteY151" fmla="*/ 1586301 h 6857999"/>
              <a:gd name="connsiteX152" fmla="*/ 590290 w 7143544"/>
              <a:gd name="connsiteY152" fmla="*/ 1631594 h 6857999"/>
              <a:gd name="connsiteX153" fmla="*/ 597675 w 7143544"/>
              <a:gd name="connsiteY153" fmla="*/ 1626179 h 6857999"/>
              <a:gd name="connsiteX154" fmla="*/ 568628 w 7143544"/>
              <a:gd name="connsiteY154" fmla="*/ 1578916 h 6857999"/>
              <a:gd name="connsiteX155" fmla="*/ 610475 w 7143544"/>
              <a:gd name="connsiteY155" fmla="*/ 1597132 h 6857999"/>
              <a:gd name="connsiteX156" fmla="*/ 559274 w 7143544"/>
              <a:gd name="connsiteY156" fmla="*/ 1520330 h 6857999"/>
              <a:gd name="connsiteX157" fmla="*/ 674969 w 7143544"/>
              <a:gd name="connsiteY157" fmla="*/ 1356880 h 6857999"/>
              <a:gd name="connsiteX158" fmla="*/ 686785 w 7143544"/>
              <a:gd name="connsiteY158" fmla="*/ 1359834 h 6857999"/>
              <a:gd name="connsiteX159" fmla="*/ 688754 w 7143544"/>
              <a:gd name="connsiteY159" fmla="*/ 1396758 h 6857999"/>
              <a:gd name="connsiteX160" fmla="*/ 717308 w 7143544"/>
              <a:gd name="connsiteY160" fmla="*/ 1389866 h 6857999"/>
              <a:gd name="connsiteX161" fmla="*/ 759648 w 7143544"/>
              <a:gd name="connsiteY161" fmla="*/ 1442544 h 6857999"/>
              <a:gd name="connsiteX162" fmla="*/ 667092 w 7143544"/>
              <a:gd name="connsiteY162" fmla="*/ 1462729 h 6857999"/>
              <a:gd name="connsiteX163" fmla="*/ 665615 w 7143544"/>
              <a:gd name="connsiteY163" fmla="*/ 1475529 h 6857999"/>
              <a:gd name="connsiteX164" fmla="*/ 716816 w 7143544"/>
              <a:gd name="connsiteY164" fmla="*/ 1489314 h 6857999"/>
              <a:gd name="connsiteX165" fmla="*/ 623276 w 7143544"/>
              <a:gd name="connsiteY165" fmla="*/ 1626179 h 6857999"/>
              <a:gd name="connsiteX166" fmla="*/ 559766 w 7143544"/>
              <a:gd name="connsiteY166" fmla="*/ 1754182 h 6857999"/>
              <a:gd name="connsiteX167" fmla="*/ 484442 w 7143544"/>
              <a:gd name="connsiteY167" fmla="*/ 1894985 h 6857999"/>
              <a:gd name="connsiteX168" fmla="*/ 420933 w 7143544"/>
              <a:gd name="connsiteY168" fmla="*/ 2044650 h 6857999"/>
              <a:gd name="connsiteX169" fmla="*/ 491334 w 7143544"/>
              <a:gd name="connsiteY169" fmla="*/ 1983110 h 6857999"/>
              <a:gd name="connsiteX170" fmla="*/ 507088 w 7143544"/>
              <a:gd name="connsiteY170" fmla="*/ 1961940 h 6857999"/>
              <a:gd name="connsiteX171" fmla="*/ 540566 w 7143544"/>
              <a:gd name="connsiteY171" fmla="*/ 1863969 h 6857999"/>
              <a:gd name="connsiteX172" fmla="*/ 589306 w 7143544"/>
              <a:gd name="connsiteY172" fmla="*/ 1774859 h 6857999"/>
              <a:gd name="connsiteX173" fmla="*/ 635091 w 7143544"/>
              <a:gd name="connsiteY173" fmla="*/ 1690673 h 6857999"/>
              <a:gd name="connsiteX174" fmla="*/ 653799 w 7143544"/>
              <a:gd name="connsiteY174" fmla="*/ 1670488 h 6857999"/>
              <a:gd name="connsiteX175" fmla="*/ 699093 w 7143544"/>
              <a:gd name="connsiteY175" fmla="*/ 1641933 h 6857999"/>
              <a:gd name="connsiteX176" fmla="*/ 667584 w 7143544"/>
              <a:gd name="connsiteY176" fmla="*/ 1627656 h 6857999"/>
              <a:gd name="connsiteX177" fmla="*/ 770971 w 7143544"/>
              <a:gd name="connsiteY177" fmla="*/ 1484883 h 6857999"/>
              <a:gd name="connsiteX178" fmla="*/ 813311 w 7143544"/>
              <a:gd name="connsiteY178" fmla="*/ 1531654 h 6857999"/>
              <a:gd name="connsiteX179" fmla="*/ 778848 w 7143544"/>
              <a:gd name="connsiteY179" fmla="*/ 1582362 h 6857999"/>
              <a:gd name="connsiteX180" fmla="*/ 748324 w 7143544"/>
              <a:gd name="connsiteY180" fmla="*/ 1640948 h 6857999"/>
              <a:gd name="connsiteX181" fmla="*/ 711401 w 7143544"/>
              <a:gd name="connsiteY181" fmla="*/ 1693134 h 6857999"/>
              <a:gd name="connsiteX182" fmla="*/ 643461 w 7143544"/>
              <a:gd name="connsiteY182" fmla="*/ 1780275 h 6857999"/>
              <a:gd name="connsiteX183" fmla="*/ 623768 w 7143544"/>
              <a:gd name="connsiteY183" fmla="*/ 1818183 h 6857999"/>
              <a:gd name="connsiteX184" fmla="*/ 561243 w 7143544"/>
              <a:gd name="connsiteY184" fmla="*/ 1947663 h 6857999"/>
              <a:gd name="connsiteX185" fmla="*/ 567644 w 7143544"/>
              <a:gd name="connsiteY185" fmla="*/ 1999356 h 6857999"/>
              <a:gd name="connsiteX186" fmla="*/ 614414 w 7143544"/>
              <a:gd name="connsiteY186" fmla="*/ 1950617 h 6857999"/>
              <a:gd name="connsiteX187" fmla="*/ 620814 w 7143544"/>
              <a:gd name="connsiteY187" fmla="*/ 1930924 h 6857999"/>
              <a:gd name="connsiteX188" fmla="*/ 682846 w 7143544"/>
              <a:gd name="connsiteY188" fmla="*/ 1823599 h 6857999"/>
              <a:gd name="connsiteX189" fmla="*/ 757679 w 7143544"/>
              <a:gd name="connsiteY189" fmla="*/ 1733012 h 6857999"/>
              <a:gd name="connsiteX190" fmla="*/ 798049 w 7143544"/>
              <a:gd name="connsiteY190" fmla="*/ 1652272 h 6857999"/>
              <a:gd name="connsiteX191" fmla="*/ 801495 w 7143544"/>
              <a:gd name="connsiteY191" fmla="*/ 1631594 h 6857999"/>
              <a:gd name="connsiteX192" fmla="*/ 884697 w 7143544"/>
              <a:gd name="connsiteY192" fmla="*/ 1517869 h 6857999"/>
              <a:gd name="connsiteX193" fmla="*/ 941313 w 7143544"/>
              <a:gd name="connsiteY193" fmla="*/ 1450421 h 6857999"/>
              <a:gd name="connsiteX194" fmla="*/ 950668 w 7143544"/>
              <a:gd name="connsiteY194" fmla="*/ 1439098 h 6857999"/>
              <a:gd name="connsiteX195" fmla="*/ 999407 w 7143544"/>
              <a:gd name="connsiteY195" fmla="*/ 1419405 h 6857999"/>
              <a:gd name="connsiteX196" fmla="*/ 1018115 w 7143544"/>
              <a:gd name="connsiteY196" fmla="*/ 1354419 h 6857999"/>
              <a:gd name="connsiteX197" fmla="*/ 1076701 w 7143544"/>
              <a:gd name="connsiteY197" fmla="*/ 1348511 h 6857999"/>
              <a:gd name="connsiteX198" fmla="*/ 1096886 w 7143544"/>
              <a:gd name="connsiteY198" fmla="*/ 1283033 h 6857999"/>
              <a:gd name="connsiteX199" fmla="*/ 1180088 w 7143544"/>
              <a:gd name="connsiteY199" fmla="*/ 1208693 h 6857999"/>
              <a:gd name="connsiteX200" fmla="*/ 1182550 w 7143544"/>
              <a:gd name="connsiteY200" fmla="*/ 1197862 h 6857999"/>
              <a:gd name="connsiteX201" fmla="*/ 1218489 w 7143544"/>
              <a:gd name="connsiteY201" fmla="*/ 1132383 h 6857999"/>
              <a:gd name="connsiteX202" fmla="*/ 1286921 w 7143544"/>
              <a:gd name="connsiteY202" fmla="*/ 1097921 h 6857999"/>
              <a:gd name="connsiteX203" fmla="*/ 1324338 w 7143544"/>
              <a:gd name="connsiteY203" fmla="*/ 1078228 h 6857999"/>
              <a:gd name="connsiteX204" fmla="*/ 1345507 w 7143544"/>
              <a:gd name="connsiteY204" fmla="*/ 1025550 h 6857999"/>
              <a:gd name="connsiteX205" fmla="*/ 1528157 w 7143544"/>
              <a:gd name="connsiteY205" fmla="*/ 889670 h 6857999"/>
              <a:gd name="connsiteX206" fmla="*/ 1579359 w 7143544"/>
              <a:gd name="connsiteY206" fmla="*/ 806960 h 6857999"/>
              <a:gd name="connsiteX207" fmla="*/ 1653699 w 7143544"/>
              <a:gd name="connsiteY207" fmla="*/ 789237 h 6857999"/>
              <a:gd name="connsiteX208" fmla="*/ 1779240 w 7143544"/>
              <a:gd name="connsiteY208" fmla="*/ 723759 h 6857999"/>
              <a:gd name="connsiteX209" fmla="*/ 1821579 w 7143544"/>
              <a:gd name="connsiteY209" fmla="*/ 688804 h 6857999"/>
              <a:gd name="connsiteX210" fmla="*/ 1900350 w 7143544"/>
              <a:gd name="connsiteY210" fmla="*/ 641049 h 6857999"/>
              <a:gd name="connsiteX211" fmla="*/ 1951552 w 7143544"/>
              <a:gd name="connsiteY211" fmla="*/ 633172 h 6857999"/>
              <a:gd name="connsiteX212" fmla="*/ 1970752 w 7143544"/>
              <a:gd name="connsiteY212" fmla="*/ 625295 h 6857999"/>
              <a:gd name="connsiteX213" fmla="*/ 2022938 w 7143544"/>
              <a:gd name="connsiteY213" fmla="*/ 571632 h 6857999"/>
              <a:gd name="connsiteX214" fmla="*/ 2079062 w 7143544"/>
              <a:gd name="connsiteY214" fmla="*/ 572124 h 6857999"/>
              <a:gd name="connsiteX215" fmla="*/ 2176541 w 7143544"/>
              <a:gd name="connsiteY215" fmla="*/ 504184 h 6857999"/>
              <a:gd name="connsiteX216" fmla="*/ 2232666 w 7143544"/>
              <a:gd name="connsiteY216" fmla="*/ 468737 h 6857999"/>
              <a:gd name="connsiteX217" fmla="*/ 2296667 w 7143544"/>
              <a:gd name="connsiteY217" fmla="*/ 455445 h 6857999"/>
              <a:gd name="connsiteX218" fmla="*/ 2277467 w 7143544"/>
              <a:gd name="connsiteY218" fmla="*/ 522400 h 6857999"/>
              <a:gd name="connsiteX219" fmla="*/ 2210019 w 7143544"/>
              <a:gd name="connsiteY219" fmla="*/ 541108 h 6857999"/>
              <a:gd name="connsiteX220" fmla="*/ 2051000 w 7143544"/>
              <a:gd name="connsiteY220" fmla="*/ 615448 h 6857999"/>
              <a:gd name="connsiteX221" fmla="*/ 1690130 w 7143544"/>
              <a:gd name="connsiteY221" fmla="*/ 821238 h 6857999"/>
              <a:gd name="connsiteX222" fmla="*/ 1634006 w 7143544"/>
              <a:gd name="connsiteY222" fmla="*/ 852746 h 6857999"/>
              <a:gd name="connsiteX223" fmla="*/ 1574435 w 7143544"/>
              <a:gd name="connsiteY223" fmla="*/ 910840 h 6857999"/>
              <a:gd name="connsiteX224" fmla="*/ 1548835 w 7143544"/>
              <a:gd name="connsiteY224" fmla="*/ 939394 h 6857999"/>
              <a:gd name="connsiteX225" fmla="*/ 1425755 w 7143544"/>
              <a:gd name="connsiteY225" fmla="*/ 1040812 h 6857999"/>
              <a:gd name="connsiteX226" fmla="*/ 1345507 w 7143544"/>
              <a:gd name="connsiteY226" fmla="*/ 1119091 h 6857999"/>
              <a:gd name="connsiteX227" fmla="*/ 1258367 w 7143544"/>
              <a:gd name="connsiteY227" fmla="*/ 1214600 h 6857999"/>
              <a:gd name="connsiteX228" fmla="*/ 1159903 w 7143544"/>
              <a:gd name="connsiteY228" fmla="*/ 1324388 h 6857999"/>
              <a:gd name="connsiteX229" fmla="*/ 1132825 w 7143544"/>
              <a:gd name="connsiteY229" fmla="*/ 1345557 h 6857999"/>
              <a:gd name="connsiteX230" fmla="*/ 1118056 w 7143544"/>
              <a:gd name="connsiteY230" fmla="*/ 1359834 h 6857999"/>
              <a:gd name="connsiteX231" fmla="*/ 1006300 w 7143544"/>
              <a:gd name="connsiteY231" fmla="*/ 1522300 h 6857999"/>
              <a:gd name="connsiteX232" fmla="*/ 945252 w 7143544"/>
              <a:gd name="connsiteY232" fmla="*/ 1609440 h 6857999"/>
              <a:gd name="connsiteX233" fmla="*/ 921621 w 7143544"/>
              <a:gd name="connsiteY233" fmla="*/ 1638979 h 6857999"/>
              <a:gd name="connsiteX234" fmla="*/ 865989 w 7143544"/>
              <a:gd name="connsiteY234" fmla="*/ 1733504 h 6857999"/>
              <a:gd name="connsiteX235" fmla="*/ 800018 w 7143544"/>
              <a:gd name="connsiteY235" fmla="*/ 1856584 h 6857999"/>
              <a:gd name="connsiteX236" fmla="*/ 771463 w 7143544"/>
              <a:gd name="connsiteY236" fmla="*/ 1922062 h 6857999"/>
              <a:gd name="connsiteX237" fmla="*/ 738970 w 7143544"/>
              <a:gd name="connsiteY237" fmla="*/ 1977694 h 6857999"/>
              <a:gd name="connsiteX238" fmla="*/ 686292 w 7143544"/>
              <a:gd name="connsiteY238" fmla="*/ 2109144 h 6857999"/>
              <a:gd name="connsiteX239" fmla="*/ 676446 w 7143544"/>
              <a:gd name="connsiteY239" fmla="*/ 2128836 h 6857999"/>
              <a:gd name="connsiteX240" fmla="*/ 649368 w 7143544"/>
              <a:gd name="connsiteY240" fmla="*/ 2182499 h 6857999"/>
              <a:gd name="connsiteX241" fmla="*/ 615398 w 7143544"/>
              <a:gd name="connsiteY241" fmla="*/ 2267178 h 6857999"/>
              <a:gd name="connsiteX242" fmla="*/ 586352 w 7143544"/>
              <a:gd name="connsiteY242" fmla="*/ 2361703 h 6857999"/>
              <a:gd name="connsiteX243" fmla="*/ 560751 w 7143544"/>
              <a:gd name="connsiteY243" fmla="*/ 2400596 h 6857999"/>
              <a:gd name="connsiteX244" fmla="*/ 549920 w 7143544"/>
              <a:gd name="connsiteY244" fmla="*/ 2429151 h 6857999"/>
              <a:gd name="connsiteX245" fmla="*/ 540566 w 7143544"/>
              <a:gd name="connsiteY245" fmla="*/ 2487244 h 6857999"/>
              <a:gd name="connsiteX246" fmla="*/ 523827 w 7143544"/>
              <a:gd name="connsiteY246" fmla="*/ 2582754 h 6857999"/>
              <a:gd name="connsiteX247" fmla="*/ 516935 w 7143544"/>
              <a:gd name="connsiteY247" fmla="*/ 2607370 h 6857999"/>
              <a:gd name="connsiteX248" fmla="*/ 488873 w 7143544"/>
              <a:gd name="connsiteY248" fmla="*/ 2737342 h 6857999"/>
              <a:gd name="connsiteX249" fmla="*/ 458349 w 7143544"/>
              <a:gd name="connsiteY249" fmla="*/ 2885530 h 6857999"/>
              <a:gd name="connsiteX250" fmla="*/ 427333 w 7143544"/>
              <a:gd name="connsiteY250" fmla="*/ 3065227 h 6857999"/>
              <a:gd name="connsiteX251" fmla="*/ 438164 w 7143544"/>
              <a:gd name="connsiteY251" fmla="*/ 3203076 h 6857999"/>
              <a:gd name="connsiteX252" fmla="*/ 427825 w 7143544"/>
              <a:gd name="connsiteY252" fmla="*/ 3344863 h 6857999"/>
              <a:gd name="connsiteX253" fmla="*/ 432748 w 7143544"/>
              <a:gd name="connsiteY253" fmla="*/ 3393111 h 6857999"/>
              <a:gd name="connsiteX254" fmla="*/ 425363 w 7143544"/>
              <a:gd name="connsiteY254" fmla="*/ 3520621 h 6857999"/>
              <a:gd name="connsiteX255" fmla="*/ 429302 w 7143544"/>
              <a:gd name="connsiteY255" fmla="*/ 3548191 h 6857999"/>
              <a:gd name="connsiteX256" fmla="*/ 456872 w 7143544"/>
              <a:gd name="connsiteY256" fmla="*/ 3639763 h 6857999"/>
              <a:gd name="connsiteX257" fmla="*/ 476565 w 7143544"/>
              <a:gd name="connsiteY257" fmla="*/ 3718534 h 6857999"/>
              <a:gd name="connsiteX258" fmla="*/ 532689 w 7143544"/>
              <a:gd name="connsiteY258" fmla="*/ 3941554 h 6857999"/>
              <a:gd name="connsiteX259" fmla="*/ 550412 w 7143544"/>
              <a:gd name="connsiteY259" fmla="*/ 3905122 h 6857999"/>
              <a:gd name="connsiteX260" fmla="*/ 550905 w 7143544"/>
              <a:gd name="connsiteY260" fmla="*/ 3951893 h 6857999"/>
              <a:gd name="connsiteX261" fmla="*/ 548935 w 7143544"/>
              <a:gd name="connsiteY261" fmla="*/ 3990786 h 6857999"/>
              <a:gd name="connsiteX262" fmla="*/ 571582 w 7143544"/>
              <a:gd name="connsiteY262" fmla="*/ 4070049 h 6857999"/>
              <a:gd name="connsiteX263" fmla="*/ 621306 w 7143544"/>
              <a:gd name="connsiteY263" fmla="*/ 4121743 h 6857999"/>
              <a:gd name="connsiteX264" fmla="*/ 601614 w 7143544"/>
              <a:gd name="connsiteY264" fmla="*/ 4152266 h 6857999"/>
              <a:gd name="connsiteX265" fmla="*/ 629676 w 7143544"/>
              <a:gd name="connsiteY265" fmla="*/ 4147343 h 6857999"/>
              <a:gd name="connsiteX266" fmla="*/ 623276 w 7143544"/>
              <a:gd name="connsiteY266" fmla="*/ 4189683 h 6857999"/>
              <a:gd name="connsiteX267" fmla="*/ 704508 w 7143544"/>
              <a:gd name="connsiteY267" fmla="*/ 4241376 h 6857999"/>
              <a:gd name="connsiteX268" fmla="*/ 703524 w 7143544"/>
              <a:gd name="connsiteY268" fmla="*/ 4316209 h 6857999"/>
              <a:gd name="connsiteX269" fmla="*/ 692200 w 7143544"/>
              <a:gd name="connsiteY269" fmla="*/ 4265500 h 6857999"/>
              <a:gd name="connsiteX270" fmla="*/ 660692 w 7143544"/>
              <a:gd name="connsiteY270" fmla="*/ 4234976 h 6857999"/>
              <a:gd name="connsiteX271" fmla="*/ 642968 w 7143544"/>
              <a:gd name="connsiteY271" fmla="*/ 4293070 h 6857999"/>
              <a:gd name="connsiteX272" fmla="*/ 720755 w 7143544"/>
              <a:gd name="connsiteY272" fmla="*/ 4351655 h 6857999"/>
              <a:gd name="connsiteX273" fmla="*/ 731093 w 7143544"/>
              <a:gd name="connsiteY273" fmla="*/ 4348702 h 6857999"/>
              <a:gd name="connsiteX274" fmla="*/ 748324 w 7143544"/>
              <a:gd name="connsiteY274" fmla="*/ 4382672 h 6857999"/>
              <a:gd name="connsiteX275" fmla="*/ 801987 w 7143544"/>
              <a:gd name="connsiteY275" fmla="*/ 4431411 h 6857999"/>
              <a:gd name="connsiteX276" fmla="*/ 850234 w 7143544"/>
              <a:gd name="connsiteY276" fmla="*/ 4507721 h 6857999"/>
              <a:gd name="connsiteX277" fmla="*/ 873373 w 7143544"/>
              <a:gd name="connsiteY277" fmla="*/ 4540214 h 6857999"/>
              <a:gd name="connsiteX278" fmla="*/ 855650 w 7143544"/>
              <a:gd name="connsiteY278" fmla="*/ 4550552 h 6857999"/>
              <a:gd name="connsiteX279" fmla="*/ 835465 w 7143544"/>
              <a:gd name="connsiteY279" fmla="*/ 4518059 h 6857999"/>
              <a:gd name="connsiteX280" fmla="*/ 819218 w 7143544"/>
              <a:gd name="connsiteY280" fmla="*/ 4539229 h 6857999"/>
              <a:gd name="connsiteX281" fmla="*/ 848758 w 7143544"/>
              <a:gd name="connsiteY281" fmla="*/ 4559414 h 6857999"/>
              <a:gd name="connsiteX282" fmla="*/ 905866 w 7143544"/>
              <a:gd name="connsiteY282" fmla="*/ 4604707 h 6857999"/>
              <a:gd name="connsiteX283" fmla="*/ 860081 w 7143544"/>
              <a:gd name="connsiteY283" fmla="*/ 4631785 h 6857999"/>
              <a:gd name="connsiteX284" fmla="*/ 911774 w 7143544"/>
              <a:gd name="connsiteY284" fmla="*/ 4664278 h 6857999"/>
              <a:gd name="connsiteX285" fmla="*/ 920144 w 7143544"/>
              <a:gd name="connsiteY285" fmla="*/ 4683478 h 6857999"/>
              <a:gd name="connsiteX286" fmla="*/ 932944 w 7143544"/>
              <a:gd name="connsiteY286" fmla="*/ 4738618 h 6857999"/>
              <a:gd name="connsiteX287" fmla="*/ 966422 w 7143544"/>
              <a:gd name="connsiteY287" fmla="*/ 4641631 h 6857999"/>
              <a:gd name="connsiteX288" fmla="*/ 1010238 w 7143544"/>
              <a:gd name="connsiteY288" fmla="*/ 4655909 h 6857999"/>
              <a:gd name="connsiteX289" fmla="*/ 1021561 w 7143544"/>
              <a:gd name="connsiteY289" fmla="*/ 4709079 h 6857999"/>
              <a:gd name="connsiteX290" fmla="*/ 1027469 w 7143544"/>
              <a:gd name="connsiteY290" fmla="*/ 4760772 h 6857999"/>
              <a:gd name="connsiteX291" fmla="*/ 967899 w 7143544"/>
              <a:gd name="connsiteY291" fmla="*/ 4692340 h 6857999"/>
              <a:gd name="connsiteX292" fmla="*/ 940821 w 7143544"/>
              <a:gd name="connsiteY292" fmla="*/ 4785881 h 6857999"/>
              <a:gd name="connsiteX293" fmla="*/ 967406 w 7143544"/>
              <a:gd name="connsiteY293" fmla="*/ 4789819 h 6857999"/>
              <a:gd name="connsiteX294" fmla="*/ 966914 w 7143544"/>
              <a:gd name="connsiteY294" fmla="*/ 4799173 h 6857999"/>
              <a:gd name="connsiteX295" fmla="*/ 887158 w 7143544"/>
              <a:gd name="connsiteY295" fmla="*/ 4789819 h 6857999"/>
              <a:gd name="connsiteX296" fmla="*/ 944760 w 7143544"/>
              <a:gd name="connsiteY296" fmla="*/ 4845451 h 6857999"/>
              <a:gd name="connsiteX297" fmla="*/ 989068 w 7143544"/>
              <a:gd name="connsiteY297" fmla="*/ 4819851 h 6857999"/>
              <a:gd name="connsiteX298" fmla="*/ 1053070 w 7143544"/>
              <a:gd name="connsiteY298" fmla="*/ 4940469 h 6857999"/>
              <a:gd name="connsiteX299" fmla="*/ 1064885 w 7143544"/>
              <a:gd name="connsiteY299" fmla="*/ 4935053 h 6857999"/>
              <a:gd name="connsiteX300" fmla="*/ 1059470 w 7143544"/>
              <a:gd name="connsiteY300" fmla="*/ 4887791 h 6857999"/>
              <a:gd name="connsiteX301" fmla="*/ 1071778 w 7143544"/>
              <a:gd name="connsiteY301" fmla="*/ 4885329 h 6857999"/>
              <a:gd name="connsiteX302" fmla="*/ 1083101 w 7143544"/>
              <a:gd name="connsiteY302" fmla="*/ 4958192 h 6857999"/>
              <a:gd name="connsiteX303" fmla="*/ 1101317 w 7143544"/>
              <a:gd name="connsiteY303" fmla="*/ 4988716 h 6857999"/>
              <a:gd name="connsiteX304" fmla="*/ 1142180 w 7143544"/>
              <a:gd name="connsiteY304" fmla="*/ 5022686 h 6857999"/>
              <a:gd name="connsiteX305" fmla="*/ 1174180 w 7143544"/>
              <a:gd name="connsiteY305" fmla="*/ 5072410 h 6857999"/>
              <a:gd name="connsiteX306" fmla="*/ 1184027 w 7143544"/>
              <a:gd name="connsiteY306" fmla="*/ 5119180 h 6857999"/>
              <a:gd name="connsiteX307" fmla="*/ 1290367 w 7143544"/>
              <a:gd name="connsiteY307" fmla="*/ 5197459 h 6857999"/>
              <a:gd name="connsiteX308" fmla="*/ 1306122 w 7143544"/>
              <a:gd name="connsiteY308" fmla="*/ 5243245 h 6857999"/>
              <a:gd name="connsiteX309" fmla="*/ 1438063 w 7143544"/>
              <a:gd name="connsiteY309" fmla="*/ 5346139 h 6857999"/>
              <a:gd name="connsiteX310" fmla="*/ 1499603 w 7143544"/>
              <a:gd name="connsiteY310" fmla="*/ 5389956 h 6857999"/>
              <a:gd name="connsiteX311" fmla="*/ 1475972 w 7143544"/>
              <a:gd name="connsiteY311" fmla="*/ 5391433 h 6857999"/>
              <a:gd name="connsiteX312" fmla="*/ 1473510 w 7143544"/>
              <a:gd name="connsiteY312" fmla="*/ 5400294 h 6857999"/>
              <a:gd name="connsiteX313" fmla="*/ 1545389 w 7143544"/>
              <a:gd name="connsiteY313" fmla="*/ 5424910 h 6857999"/>
              <a:gd name="connsiteX314" fmla="*/ 1570989 w 7143544"/>
              <a:gd name="connsiteY314" fmla="*/ 5371740 h 6857999"/>
              <a:gd name="connsiteX315" fmla="*/ 1592159 w 7143544"/>
              <a:gd name="connsiteY315" fmla="*/ 5437218 h 6857999"/>
              <a:gd name="connsiteX316" fmla="*/ 1614806 w 7143544"/>
              <a:gd name="connsiteY316" fmla="*/ 5465281 h 6857999"/>
              <a:gd name="connsiteX317" fmla="*/ 1703423 w 7143544"/>
              <a:gd name="connsiteY317" fmla="*/ 5490881 h 6857999"/>
              <a:gd name="connsiteX318" fmla="*/ 1659606 w 7143544"/>
              <a:gd name="connsiteY318" fmla="*/ 5516974 h 6857999"/>
              <a:gd name="connsiteX319" fmla="*/ 1707361 w 7143544"/>
              <a:gd name="connsiteY319" fmla="*/ 5547990 h 6857999"/>
              <a:gd name="connsiteX320" fmla="*/ 1771363 w 7143544"/>
              <a:gd name="connsiteY320" fmla="*/ 5558329 h 6857999"/>
              <a:gd name="connsiteX321" fmla="*/ 1796963 w 7143544"/>
              <a:gd name="connsiteY321" fmla="*/ 5613469 h 6857999"/>
              <a:gd name="connsiteX322" fmla="*/ 1838811 w 7143544"/>
              <a:gd name="connsiteY322" fmla="*/ 5659254 h 6857999"/>
              <a:gd name="connsiteX323" fmla="*/ 1852103 w 7143544"/>
              <a:gd name="connsiteY323" fmla="*/ 5610022 h 6857999"/>
              <a:gd name="connsiteX324" fmla="*/ 1795979 w 7143544"/>
              <a:gd name="connsiteY324" fmla="*/ 5613961 h 6857999"/>
              <a:gd name="connsiteX325" fmla="*/ 1856042 w 7143544"/>
              <a:gd name="connsiteY325" fmla="*/ 5602637 h 6857999"/>
              <a:gd name="connsiteX326" fmla="*/ 1922505 w 7143544"/>
              <a:gd name="connsiteY326" fmla="*/ 5650885 h 6857999"/>
              <a:gd name="connsiteX327" fmla="*/ 1954013 w 7143544"/>
              <a:gd name="connsiteY327" fmla="*/ 5651377 h 6857999"/>
              <a:gd name="connsiteX328" fmla="*/ 1995860 w 7143544"/>
              <a:gd name="connsiteY328" fmla="*/ 5751318 h 6857999"/>
              <a:gd name="connsiteX329" fmla="*/ 2038200 w 7143544"/>
              <a:gd name="connsiteY329" fmla="*/ 5762641 h 6857999"/>
              <a:gd name="connsiteX330" fmla="*/ 2034261 w 7143544"/>
              <a:gd name="connsiteY330" fmla="*/ 5735071 h 6857999"/>
              <a:gd name="connsiteX331" fmla="*/ 2147002 w 7143544"/>
              <a:gd name="connsiteY331" fmla="*/ 5787750 h 6857999"/>
              <a:gd name="connsiteX332" fmla="*/ 2120909 w 7143544"/>
              <a:gd name="connsiteY332" fmla="*/ 5899506 h 6857999"/>
              <a:gd name="connsiteX333" fmla="*/ 2288790 w 7143544"/>
              <a:gd name="connsiteY333" fmla="*/ 5929045 h 6857999"/>
              <a:gd name="connsiteX334" fmla="*/ 2231681 w 7143544"/>
              <a:gd name="connsiteY334" fmla="*/ 5951691 h 6857999"/>
              <a:gd name="connsiteX335" fmla="*/ 2307006 w 7143544"/>
              <a:gd name="connsiteY335" fmla="*/ 5994523 h 6857999"/>
              <a:gd name="connsiteX336" fmla="*/ 2309467 w 7143544"/>
              <a:gd name="connsiteY336" fmla="*/ 5953661 h 6857999"/>
              <a:gd name="connsiteX337" fmla="*/ 2341960 w 7143544"/>
              <a:gd name="connsiteY337" fmla="*/ 5963015 h 6857999"/>
              <a:gd name="connsiteX338" fmla="*/ 2403500 w 7143544"/>
              <a:gd name="connsiteY338" fmla="*/ 5960061 h 6857999"/>
              <a:gd name="connsiteX339" fmla="*/ 2442886 w 7143544"/>
              <a:gd name="connsiteY339" fmla="*/ 5972861 h 6857999"/>
              <a:gd name="connsiteX340" fmla="*/ 2458640 w 7143544"/>
              <a:gd name="connsiteY340" fmla="*/ 5982708 h 6857999"/>
              <a:gd name="connsiteX341" fmla="*/ 2526087 w 7143544"/>
              <a:gd name="connsiteY341" fmla="*/ 6033416 h 6857999"/>
              <a:gd name="connsiteX342" fmla="*/ 2562027 w 7143544"/>
              <a:gd name="connsiteY342" fmla="*/ 6031447 h 6857999"/>
              <a:gd name="connsiteX343" fmla="*/ 2552673 w 7143544"/>
              <a:gd name="connsiteY343" fmla="*/ 6060986 h 6857999"/>
              <a:gd name="connsiteX344" fmla="*/ 2640305 w 7143544"/>
              <a:gd name="connsiteY344" fmla="*/ 6033416 h 6857999"/>
              <a:gd name="connsiteX345" fmla="*/ 2643259 w 7143544"/>
              <a:gd name="connsiteY345" fmla="*/ 5966953 h 6857999"/>
              <a:gd name="connsiteX346" fmla="*/ 2700861 w 7143544"/>
              <a:gd name="connsiteY346" fmla="*/ 6035878 h 6857999"/>
              <a:gd name="connsiteX347" fmla="*/ 2751569 w 7143544"/>
              <a:gd name="connsiteY347" fmla="*/ 6074771 h 6857999"/>
              <a:gd name="connsiteX348" fmla="*/ 2760924 w 7143544"/>
              <a:gd name="connsiteY348" fmla="*/ 6080186 h 6857999"/>
              <a:gd name="connsiteX349" fmla="*/ 2854956 w 7143544"/>
              <a:gd name="connsiteY349" fmla="*/ 6097910 h 6857999"/>
              <a:gd name="connsiteX350" fmla="*/ 2981482 w 7143544"/>
              <a:gd name="connsiteY350" fmla="*/ 6111203 h 6857999"/>
              <a:gd name="connsiteX351" fmla="*/ 2942589 w 7143544"/>
              <a:gd name="connsiteY351" fmla="*/ 6193913 h 6857999"/>
              <a:gd name="connsiteX352" fmla="*/ 2980005 w 7143544"/>
              <a:gd name="connsiteY352" fmla="*/ 6210159 h 6857999"/>
              <a:gd name="connsiteX353" fmla="*/ 2991821 w 7143544"/>
              <a:gd name="connsiteY353" fmla="*/ 6188497 h 6857999"/>
              <a:gd name="connsiteX354" fmla="*/ 3012498 w 7143544"/>
              <a:gd name="connsiteY354" fmla="*/ 6148127 h 6857999"/>
              <a:gd name="connsiteX355" fmla="*/ 3037114 w 7143544"/>
              <a:gd name="connsiteY355" fmla="*/ 6198836 h 6857999"/>
              <a:gd name="connsiteX356" fmla="*/ 3095700 w 7143544"/>
              <a:gd name="connsiteY356" fmla="*/ 6177174 h 6857999"/>
              <a:gd name="connsiteX357" fmla="*/ 3099147 w 7143544"/>
              <a:gd name="connsiteY357" fmla="*/ 6144681 h 6857999"/>
              <a:gd name="connsiteX358" fmla="*/ 3181364 w 7143544"/>
              <a:gd name="connsiteY358" fmla="*/ 6138280 h 6857999"/>
              <a:gd name="connsiteX359" fmla="*/ 3226165 w 7143544"/>
              <a:gd name="connsiteY359" fmla="*/ 6149111 h 6857999"/>
              <a:gd name="connsiteX360" fmla="*/ 3275889 w 7143544"/>
              <a:gd name="connsiteY360" fmla="*/ 6150588 h 6857999"/>
              <a:gd name="connsiteX361" fmla="*/ 3278843 w 7143544"/>
              <a:gd name="connsiteY361" fmla="*/ 6148619 h 6857999"/>
              <a:gd name="connsiteX362" fmla="*/ 3401923 w 7143544"/>
              <a:gd name="connsiteY362" fmla="*/ 6158465 h 6857999"/>
              <a:gd name="connsiteX363" fmla="*/ 3426046 w 7143544"/>
              <a:gd name="connsiteY363" fmla="*/ 6162896 h 6857999"/>
              <a:gd name="connsiteX364" fmla="*/ 3493494 w 7143544"/>
              <a:gd name="connsiteY364" fmla="*/ 6165850 h 6857999"/>
              <a:gd name="connsiteX365" fmla="*/ 3511217 w 7143544"/>
              <a:gd name="connsiteY365" fmla="*/ 6156496 h 6857999"/>
              <a:gd name="connsiteX366" fmla="*/ 3553557 w 7143544"/>
              <a:gd name="connsiteY366" fmla="*/ 6149111 h 6857999"/>
              <a:gd name="connsiteX367" fmla="*/ 3653497 w 7143544"/>
              <a:gd name="connsiteY367" fmla="*/ 6152065 h 6857999"/>
              <a:gd name="connsiteX368" fmla="*/ 3760331 w 7143544"/>
              <a:gd name="connsiteY368" fmla="*/ 6131388 h 6857999"/>
              <a:gd name="connsiteX369" fmla="*/ 3828763 w 7143544"/>
              <a:gd name="connsiteY369" fmla="*/ 6158957 h 6857999"/>
              <a:gd name="connsiteX370" fmla="*/ 3833194 w 7143544"/>
              <a:gd name="connsiteY370" fmla="*/ 6129418 h 6857999"/>
              <a:gd name="connsiteX371" fmla="*/ 3846979 w 7143544"/>
              <a:gd name="connsiteY371" fmla="*/ 6174220 h 6857999"/>
              <a:gd name="connsiteX372" fmla="*/ 3925750 w 7143544"/>
              <a:gd name="connsiteY372" fmla="*/ 6167819 h 6857999"/>
              <a:gd name="connsiteX373" fmla="*/ 3879472 w 7143544"/>
              <a:gd name="connsiteY373" fmla="*/ 6117110 h 6857999"/>
              <a:gd name="connsiteX374" fmla="*/ 3938550 w 7143544"/>
              <a:gd name="connsiteY374" fmla="*/ 6131388 h 6857999"/>
              <a:gd name="connsiteX375" fmla="*/ 3962181 w 7143544"/>
              <a:gd name="connsiteY375" fmla="*/ 6182589 h 6857999"/>
              <a:gd name="connsiteX376" fmla="*/ 3975474 w 7143544"/>
              <a:gd name="connsiteY376" fmla="*/ 6178158 h 6857999"/>
              <a:gd name="connsiteX377" fmla="*/ 3961197 w 7143544"/>
              <a:gd name="connsiteY377" fmla="*/ 6132373 h 6857999"/>
              <a:gd name="connsiteX378" fmla="*/ 3985320 w 7143544"/>
              <a:gd name="connsiteY378" fmla="*/ 6104802 h 6857999"/>
              <a:gd name="connsiteX379" fmla="*/ 4097569 w 7143544"/>
              <a:gd name="connsiteY379" fmla="*/ 6070340 h 6857999"/>
              <a:gd name="connsiteX380" fmla="*/ 4164524 w 7143544"/>
              <a:gd name="connsiteY380" fmla="*/ 6096925 h 6857999"/>
              <a:gd name="connsiteX381" fmla="*/ 4194063 w 7143544"/>
              <a:gd name="connsiteY381" fmla="*/ 6116618 h 6857999"/>
              <a:gd name="connsiteX382" fmla="*/ 4198494 w 7143544"/>
              <a:gd name="connsiteY382" fmla="*/ 6107264 h 6857999"/>
              <a:gd name="connsiteX383" fmla="*/ 4187171 w 7143544"/>
              <a:gd name="connsiteY383" fmla="*/ 6064432 h 6857999"/>
              <a:gd name="connsiteX384" fmla="*/ 4306805 w 7143544"/>
              <a:gd name="connsiteY384" fmla="*/ 6019139 h 6857999"/>
              <a:gd name="connsiteX385" fmla="*/ 4348159 w 7143544"/>
              <a:gd name="connsiteY385" fmla="*/ 6051632 h 6857999"/>
              <a:gd name="connsiteX386" fmla="*/ 4373760 w 7143544"/>
              <a:gd name="connsiteY386" fmla="*/ 6016678 h 6857999"/>
              <a:gd name="connsiteX387" fmla="*/ 4410684 w 7143544"/>
              <a:gd name="connsiteY387" fmla="*/ 6044740 h 6857999"/>
              <a:gd name="connsiteX388" fmla="*/ 4417084 w 7143544"/>
              <a:gd name="connsiteY388" fmla="*/ 6036863 h 6857999"/>
              <a:gd name="connsiteX389" fmla="*/ 4399360 w 7143544"/>
              <a:gd name="connsiteY389" fmla="*/ 6009785 h 6857999"/>
              <a:gd name="connsiteX390" fmla="*/ 4433823 w 7143544"/>
              <a:gd name="connsiteY390" fmla="*/ 5994523 h 6857999"/>
              <a:gd name="connsiteX391" fmla="*/ 4452531 w 7143544"/>
              <a:gd name="connsiteY391" fmla="*/ 5983200 h 6857999"/>
              <a:gd name="connsiteX392" fmla="*/ 4498809 w 7143544"/>
              <a:gd name="connsiteY392" fmla="*/ 5976307 h 6857999"/>
              <a:gd name="connsiteX393" fmla="*/ 4522933 w 7143544"/>
              <a:gd name="connsiteY393" fmla="*/ 5971384 h 6857999"/>
              <a:gd name="connsiteX394" fmla="*/ 4621396 w 7143544"/>
              <a:gd name="connsiteY394" fmla="*/ 5925106 h 6857999"/>
              <a:gd name="connsiteX395" fmla="*/ 4650935 w 7143544"/>
              <a:gd name="connsiteY395" fmla="*/ 5955138 h 6857999"/>
              <a:gd name="connsiteX396" fmla="*/ 4665705 w 7143544"/>
              <a:gd name="connsiteY396" fmla="*/ 5918214 h 6857999"/>
              <a:gd name="connsiteX397" fmla="*/ 4695244 w 7143544"/>
              <a:gd name="connsiteY397" fmla="*/ 5896552 h 6857999"/>
              <a:gd name="connsiteX398" fmla="*/ 4730199 w 7143544"/>
              <a:gd name="connsiteY398" fmla="*/ 5902952 h 6857999"/>
              <a:gd name="connsiteX399" fmla="*/ 4748414 w 7143544"/>
              <a:gd name="connsiteY399" fmla="*/ 5872428 h 6857999"/>
              <a:gd name="connsiteX400" fmla="*/ 4764661 w 7143544"/>
              <a:gd name="connsiteY400" fmla="*/ 5885228 h 6857999"/>
              <a:gd name="connsiteX401" fmla="*/ 4811431 w 7143544"/>
              <a:gd name="connsiteY401" fmla="*/ 5845843 h 6857999"/>
              <a:gd name="connsiteX402" fmla="*/ 4798139 w 7143544"/>
              <a:gd name="connsiteY402" fmla="*/ 5882767 h 6857999"/>
              <a:gd name="connsiteX403" fmla="*/ 4812908 w 7143544"/>
              <a:gd name="connsiteY403" fmla="*/ 5811873 h 6857999"/>
              <a:gd name="connsiteX404" fmla="*/ 4829155 w 7143544"/>
              <a:gd name="connsiteY404" fmla="*/ 5820242 h 6857999"/>
              <a:gd name="connsiteX405" fmla="*/ 4842940 w 7143544"/>
              <a:gd name="connsiteY405" fmla="*/ 5840427 h 6857999"/>
              <a:gd name="connsiteX406" fmla="*/ 4954204 w 7143544"/>
              <a:gd name="connsiteY406" fmla="*/ 5795627 h 6857999"/>
              <a:gd name="connsiteX407" fmla="*/ 4941403 w 7143544"/>
              <a:gd name="connsiteY407" fmla="*/ 5773472 h 6857999"/>
              <a:gd name="connsiteX408" fmla="*/ 5054637 w 7143544"/>
              <a:gd name="connsiteY408" fmla="*/ 5731625 h 6857999"/>
              <a:gd name="connsiteX409" fmla="*/ 5122576 w 7143544"/>
              <a:gd name="connsiteY409" fmla="*/ 5710455 h 6857999"/>
              <a:gd name="connsiteX410" fmla="*/ 5070883 w 7143544"/>
              <a:gd name="connsiteY410" fmla="*/ 5656300 h 6857999"/>
              <a:gd name="connsiteX411" fmla="*/ 5120115 w 7143544"/>
              <a:gd name="connsiteY411" fmla="*/ 5656792 h 6857999"/>
              <a:gd name="connsiteX412" fmla="*/ 5179193 w 7143544"/>
              <a:gd name="connsiteY412" fmla="*/ 5611991 h 6857999"/>
              <a:gd name="connsiteX413" fmla="*/ 5259441 w 7143544"/>
              <a:gd name="connsiteY413" fmla="*/ 5564729 h 6857999"/>
              <a:gd name="connsiteX414" fmla="*/ 5313596 w 7143544"/>
              <a:gd name="connsiteY414" fmla="*/ 5548482 h 6857999"/>
              <a:gd name="connsiteX415" fmla="*/ 5311627 w 7143544"/>
              <a:gd name="connsiteY415" fmla="*/ 5490881 h 6857999"/>
              <a:gd name="connsiteX416" fmla="*/ 5351012 w 7143544"/>
              <a:gd name="connsiteY416" fmla="*/ 5506635 h 6857999"/>
              <a:gd name="connsiteX417" fmla="*/ 5367259 w 7143544"/>
              <a:gd name="connsiteY417" fmla="*/ 5467742 h 6857999"/>
              <a:gd name="connsiteX418" fmla="*/ 5412060 w 7143544"/>
              <a:gd name="connsiteY418" fmla="*/ 5403248 h 6857999"/>
              <a:gd name="connsiteX419" fmla="*/ 5425352 w 7143544"/>
              <a:gd name="connsiteY419" fmla="*/ 5386017 h 6857999"/>
              <a:gd name="connsiteX420" fmla="*/ 5520370 w 7143544"/>
              <a:gd name="connsiteY420" fmla="*/ 5368294 h 6857999"/>
              <a:gd name="connsiteX421" fmla="*/ 5520862 w 7143544"/>
              <a:gd name="connsiteY421" fmla="*/ 5356478 h 6857999"/>
              <a:gd name="connsiteX422" fmla="*/ 5499200 w 7143544"/>
              <a:gd name="connsiteY422" fmla="*/ 5344170 h 6857999"/>
              <a:gd name="connsiteX423" fmla="*/ 5568125 w 7143544"/>
              <a:gd name="connsiteY423" fmla="*/ 5288046 h 6857999"/>
              <a:gd name="connsiteX424" fmla="*/ 5575017 w 7143544"/>
              <a:gd name="connsiteY424" fmla="*/ 5266876 h 6857999"/>
              <a:gd name="connsiteX425" fmla="*/ 5570094 w 7143544"/>
              <a:gd name="connsiteY425" fmla="*/ 5207798 h 6857999"/>
              <a:gd name="connsiteX426" fmla="*/ 5604064 w 7143544"/>
              <a:gd name="connsiteY426" fmla="*/ 5229952 h 6857999"/>
              <a:gd name="connsiteX427" fmla="*/ 5627203 w 7143544"/>
              <a:gd name="connsiteY427" fmla="*/ 5154135 h 6857999"/>
              <a:gd name="connsiteX428" fmla="*/ 5711882 w 7143544"/>
              <a:gd name="connsiteY428" fmla="*/ 5137889 h 6857999"/>
              <a:gd name="connsiteX429" fmla="*/ 5703513 w 7143544"/>
              <a:gd name="connsiteY429" fmla="*/ 5096042 h 6857999"/>
              <a:gd name="connsiteX430" fmla="*/ 5810838 w 7143544"/>
              <a:gd name="connsiteY430" fmla="*/ 5035486 h 6857999"/>
              <a:gd name="connsiteX431" fmla="*/ 5789668 w 7143544"/>
              <a:gd name="connsiteY431" fmla="*/ 4950315 h 6857999"/>
              <a:gd name="connsiteX432" fmla="*/ 5928010 w 7143544"/>
              <a:gd name="connsiteY432" fmla="*/ 4911914 h 6857999"/>
              <a:gd name="connsiteX433" fmla="*/ 5855639 w 7143544"/>
              <a:gd name="connsiteY433" fmla="*/ 4866621 h 6857999"/>
              <a:gd name="connsiteX434" fmla="*/ 5893055 w 7143544"/>
              <a:gd name="connsiteY434" fmla="*/ 4852344 h 6857999"/>
              <a:gd name="connsiteX435" fmla="*/ 5922594 w 7143544"/>
              <a:gd name="connsiteY435" fmla="*/ 4820343 h 6857999"/>
              <a:gd name="connsiteX436" fmla="*/ 5943764 w 7143544"/>
              <a:gd name="connsiteY436" fmla="*/ 4790804 h 6857999"/>
              <a:gd name="connsiteX437" fmla="*/ 5970842 w 7143544"/>
              <a:gd name="connsiteY437" fmla="*/ 4760280 h 6857999"/>
              <a:gd name="connsiteX438" fmla="*/ 5985611 w 7143544"/>
              <a:gd name="connsiteY438" fmla="*/ 4720402 h 6857999"/>
              <a:gd name="connsiteX439" fmla="*/ 6037797 w 7143544"/>
              <a:gd name="connsiteY439" fmla="*/ 4650985 h 6857999"/>
              <a:gd name="connsiteX440" fmla="*/ 6031397 w 7143544"/>
              <a:gd name="connsiteY440" fmla="*/ 4609631 h 6857999"/>
              <a:gd name="connsiteX441" fmla="*/ 6079152 w 7143544"/>
              <a:gd name="connsiteY441" fmla="*/ 4594369 h 6857999"/>
              <a:gd name="connsiteX442" fmla="*/ 6124938 w 7143544"/>
              <a:gd name="connsiteY442" fmla="*/ 4585015 h 6857999"/>
              <a:gd name="connsiteX443" fmla="*/ 6131830 w 7143544"/>
              <a:gd name="connsiteY443" fmla="*/ 4541198 h 6857999"/>
              <a:gd name="connsiteX444" fmla="*/ 6113614 w 7143544"/>
              <a:gd name="connsiteY444" fmla="*/ 4490982 h 6857999"/>
              <a:gd name="connsiteX445" fmla="*/ 6121491 w 7143544"/>
              <a:gd name="connsiteY445" fmla="*/ 4486551 h 6857999"/>
              <a:gd name="connsiteX446" fmla="*/ 6148569 w 7143544"/>
              <a:gd name="connsiteY446" fmla="*/ 4520521 h 6857999"/>
              <a:gd name="connsiteX447" fmla="*/ 6155954 w 7143544"/>
              <a:gd name="connsiteY447" fmla="*/ 4519044 h 6857999"/>
              <a:gd name="connsiteX448" fmla="*/ 6136753 w 7143544"/>
              <a:gd name="connsiteY448" fmla="*/ 4449135 h 6857999"/>
              <a:gd name="connsiteX449" fmla="*/ 6166292 w 7143544"/>
              <a:gd name="connsiteY449" fmla="*/ 4372825 h 6857999"/>
              <a:gd name="connsiteX450" fmla="*/ 6179585 w 7143544"/>
              <a:gd name="connsiteY450" fmla="*/ 4360025 h 6857999"/>
              <a:gd name="connsiteX451" fmla="*/ 6161369 w 7143544"/>
              <a:gd name="connsiteY451" fmla="*/ 4330486 h 6857999"/>
              <a:gd name="connsiteX452" fmla="*/ 6209124 w 7143544"/>
              <a:gd name="connsiteY452" fmla="*/ 4332947 h 6857999"/>
              <a:gd name="connsiteX453" fmla="*/ 6178108 w 7143544"/>
              <a:gd name="connsiteY453" fmla="*/ 4303901 h 6857999"/>
              <a:gd name="connsiteX454" fmla="*/ 6181554 w 7143544"/>
              <a:gd name="connsiteY454" fmla="*/ 4268454 h 6857999"/>
              <a:gd name="connsiteX455" fmla="*/ 6192385 w 7143544"/>
              <a:gd name="connsiteY455" fmla="*/ 4267961 h 6857999"/>
              <a:gd name="connsiteX456" fmla="*/ 6205185 w 7143544"/>
              <a:gd name="connsiteY456" fmla="*/ 4305378 h 6857999"/>
              <a:gd name="connsiteX457" fmla="*/ 6224878 w 7143544"/>
              <a:gd name="connsiteY457" fmla="*/ 4250730 h 6857999"/>
              <a:gd name="connsiteX458" fmla="*/ 6251464 w 7143544"/>
              <a:gd name="connsiteY458" fmla="*/ 4187713 h 6857999"/>
              <a:gd name="connsiteX459" fmla="*/ 6276079 w 7143544"/>
              <a:gd name="connsiteY459" fmla="*/ 4118296 h 6857999"/>
              <a:gd name="connsiteX460" fmla="*/ 6278049 w 7143544"/>
              <a:gd name="connsiteY460" fmla="*/ 4088757 h 6857999"/>
              <a:gd name="connsiteX461" fmla="*/ 6294788 w 7143544"/>
              <a:gd name="connsiteY461" fmla="*/ 4111896 h 6857999"/>
              <a:gd name="connsiteX462" fmla="*/ 6322358 w 7143544"/>
              <a:gd name="connsiteY462" fmla="*/ 4077434 h 6857999"/>
              <a:gd name="connsiteX463" fmla="*/ 6297742 w 7143544"/>
              <a:gd name="connsiteY463" fmla="*/ 4032141 h 6857999"/>
              <a:gd name="connsiteX464" fmla="*/ 6333188 w 7143544"/>
              <a:gd name="connsiteY464" fmla="*/ 3949431 h 6857999"/>
              <a:gd name="connsiteX465" fmla="*/ 6332696 w 7143544"/>
              <a:gd name="connsiteY465" fmla="*/ 3855398 h 6857999"/>
              <a:gd name="connsiteX466" fmla="*/ 6328757 w 7143544"/>
              <a:gd name="connsiteY466" fmla="*/ 3795335 h 6857999"/>
              <a:gd name="connsiteX467" fmla="*/ 6342050 w 7143544"/>
              <a:gd name="connsiteY467" fmla="*/ 3792381 h 6857999"/>
              <a:gd name="connsiteX468" fmla="*/ 6366174 w 7143544"/>
              <a:gd name="connsiteY468" fmla="*/ 3679148 h 6857999"/>
              <a:gd name="connsiteX469" fmla="*/ 6386359 w 7143544"/>
              <a:gd name="connsiteY469" fmla="*/ 3603331 h 6857999"/>
              <a:gd name="connsiteX470" fmla="*/ 6376020 w 7143544"/>
              <a:gd name="connsiteY470" fmla="*/ 3572807 h 6857999"/>
              <a:gd name="connsiteX471" fmla="*/ 6387343 w 7143544"/>
              <a:gd name="connsiteY471" fmla="*/ 3490098 h 6857999"/>
              <a:gd name="connsiteX472" fmla="*/ 6391774 w 7143544"/>
              <a:gd name="connsiteY472" fmla="*/ 3387695 h 6857999"/>
              <a:gd name="connsiteX473" fmla="*/ 6391774 w 7143544"/>
              <a:gd name="connsiteY473" fmla="*/ 3366033 h 6857999"/>
              <a:gd name="connsiteX474" fmla="*/ 6400144 w 7143544"/>
              <a:gd name="connsiteY474" fmla="*/ 3279878 h 6857999"/>
              <a:gd name="connsiteX475" fmla="*/ 6395220 w 7143544"/>
              <a:gd name="connsiteY475" fmla="*/ 3204553 h 6857999"/>
              <a:gd name="connsiteX476" fmla="*/ 6389313 w 7143544"/>
              <a:gd name="connsiteY476" fmla="*/ 3091319 h 6857999"/>
              <a:gd name="connsiteX477" fmla="*/ 6382420 w 7143544"/>
              <a:gd name="connsiteY477" fmla="*/ 2965286 h 6857999"/>
              <a:gd name="connsiteX478" fmla="*/ 6372082 w 7143544"/>
              <a:gd name="connsiteY478" fmla="*/ 2835314 h 6857999"/>
              <a:gd name="connsiteX479" fmla="*/ 6358789 w 7143544"/>
              <a:gd name="connsiteY479" fmla="*/ 2764420 h 6857999"/>
              <a:gd name="connsiteX480" fmla="*/ 6356820 w 7143544"/>
              <a:gd name="connsiteY480" fmla="*/ 2717650 h 6857999"/>
              <a:gd name="connsiteX481" fmla="*/ 6359774 w 7143544"/>
              <a:gd name="connsiteY481" fmla="*/ 2697464 h 6857999"/>
              <a:gd name="connsiteX482" fmla="*/ 6346481 w 7143544"/>
              <a:gd name="connsiteY482" fmla="*/ 2652663 h 6857999"/>
              <a:gd name="connsiteX483" fmla="*/ 6330235 w 7143544"/>
              <a:gd name="connsiteY483" fmla="*/ 2615247 h 6857999"/>
              <a:gd name="connsiteX484" fmla="*/ 6289372 w 7143544"/>
              <a:gd name="connsiteY484" fmla="*/ 2453274 h 6857999"/>
              <a:gd name="connsiteX485" fmla="*/ 6256387 w 7143544"/>
              <a:gd name="connsiteY485" fmla="*/ 2331672 h 6857999"/>
              <a:gd name="connsiteX486" fmla="*/ 6235710 w 7143544"/>
              <a:gd name="connsiteY486" fmla="*/ 2288348 h 6857999"/>
              <a:gd name="connsiteX487" fmla="*/ 6226355 w 7143544"/>
              <a:gd name="connsiteY487" fmla="*/ 2252408 h 6857999"/>
              <a:gd name="connsiteX488" fmla="*/ 6194847 w 7143544"/>
              <a:gd name="connsiteY488" fmla="*/ 2138683 h 6857999"/>
              <a:gd name="connsiteX489" fmla="*/ 6148077 w 7143544"/>
              <a:gd name="connsiteY489" fmla="*/ 2060896 h 6857999"/>
              <a:gd name="connsiteX490" fmla="*/ 6130845 w 7143544"/>
              <a:gd name="connsiteY490" fmla="*/ 2026434 h 6857999"/>
              <a:gd name="connsiteX491" fmla="*/ 6108691 w 7143544"/>
              <a:gd name="connsiteY491" fmla="*/ 1915170 h 6857999"/>
              <a:gd name="connsiteX492" fmla="*/ 6118537 w 7143544"/>
              <a:gd name="connsiteY492" fmla="*/ 1906801 h 6857999"/>
              <a:gd name="connsiteX493" fmla="*/ 6056505 w 7143544"/>
              <a:gd name="connsiteY493" fmla="*/ 1876277 h 6857999"/>
              <a:gd name="connsiteX494" fmla="*/ 6024013 w 7143544"/>
              <a:gd name="connsiteY494" fmla="*/ 1819168 h 6857999"/>
              <a:gd name="connsiteX495" fmla="*/ 6020074 w 7143544"/>
              <a:gd name="connsiteY495" fmla="*/ 1766982 h 6857999"/>
              <a:gd name="connsiteX496" fmla="*/ 5972319 w 7143544"/>
              <a:gd name="connsiteY496" fmla="*/ 1729073 h 6857999"/>
              <a:gd name="connsiteX497" fmla="*/ 5919641 w 7143544"/>
              <a:gd name="connsiteY497" fmla="*/ 1684765 h 6857999"/>
              <a:gd name="connsiteX498" fmla="*/ 5938349 w 7143544"/>
              <a:gd name="connsiteY498" fmla="*/ 1742858 h 6857999"/>
              <a:gd name="connsiteX499" fmla="*/ 5878286 w 7143544"/>
              <a:gd name="connsiteY499" fmla="*/ 1722181 h 6857999"/>
              <a:gd name="connsiteX500" fmla="*/ 5905363 w 7143544"/>
              <a:gd name="connsiteY500" fmla="*/ 1670488 h 6857999"/>
              <a:gd name="connsiteX501" fmla="*/ 5901917 w 7143544"/>
              <a:gd name="connsiteY501" fmla="*/ 1663103 h 6857999"/>
              <a:gd name="connsiteX502" fmla="*/ 5806407 w 7143544"/>
              <a:gd name="connsiteY502" fmla="*/ 1613871 h 6857999"/>
              <a:gd name="connsiteX503" fmla="*/ 5771945 w 7143544"/>
              <a:gd name="connsiteY503" fmla="*/ 1558239 h 6857999"/>
              <a:gd name="connsiteX504" fmla="*/ 5726160 w 7143544"/>
              <a:gd name="connsiteY504" fmla="*/ 1516884 h 6857999"/>
              <a:gd name="connsiteX505" fmla="*/ 5648373 w 7143544"/>
              <a:gd name="connsiteY505" fmla="*/ 1463714 h 6857999"/>
              <a:gd name="connsiteX506" fmla="*/ 5636065 w 7143544"/>
              <a:gd name="connsiteY506" fmla="*/ 1470114 h 6857999"/>
              <a:gd name="connsiteX507" fmla="*/ 5681851 w 7143544"/>
              <a:gd name="connsiteY507" fmla="*/ 1413989 h 6857999"/>
              <a:gd name="connsiteX508" fmla="*/ 5466707 w 7143544"/>
              <a:gd name="connsiteY508" fmla="*/ 1186538 h 6857999"/>
              <a:gd name="connsiteX509" fmla="*/ 5356921 w 7143544"/>
              <a:gd name="connsiteY509" fmla="*/ 1211154 h 6857999"/>
              <a:gd name="connsiteX510" fmla="*/ 5269288 w 7143544"/>
              <a:gd name="connsiteY510" fmla="*/ 1206723 h 6857999"/>
              <a:gd name="connsiteX511" fmla="*/ 5251072 w 7143544"/>
              <a:gd name="connsiteY511" fmla="*/ 1203769 h 6857999"/>
              <a:gd name="connsiteX512" fmla="*/ 5144731 w 7143544"/>
              <a:gd name="connsiteY512" fmla="*/ 1169307 h 6857999"/>
              <a:gd name="connsiteX513" fmla="*/ 5020667 w 7143544"/>
              <a:gd name="connsiteY513" fmla="*/ 1122044 h 6857999"/>
              <a:gd name="connsiteX514" fmla="*/ 5044790 w 7143544"/>
              <a:gd name="connsiteY514" fmla="*/ 1099890 h 6857999"/>
              <a:gd name="connsiteX515" fmla="*/ 4997035 w 7143544"/>
              <a:gd name="connsiteY515" fmla="*/ 959579 h 6857999"/>
              <a:gd name="connsiteX516" fmla="*/ 4963065 w 7143544"/>
              <a:gd name="connsiteY516" fmla="*/ 784806 h 6857999"/>
              <a:gd name="connsiteX517" fmla="*/ 4603673 w 7143544"/>
              <a:gd name="connsiteY517" fmla="*/ 578525 h 6857999"/>
              <a:gd name="connsiteX518" fmla="*/ 4214741 w 7143544"/>
              <a:gd name="connsiteY518" fmla="*/ 448552 h 6857999"/>
              <a:gd name="connsiteX519" fmla="*/ 4216218 w 7143544"/>
              <a:gd name="connsiteY519" fmla="*/ 434275 h 6857999"/>
              <a:gd name="connsiteX520" fmla="*/ 4371791 w 7143544"/>
              <a:gd name="connsiteY520" fmla="*/ 442152 h 6857999"/>
              <a:gd name="connsiteX521" fmla="*/ 4433823 w 7143544"/>
              <a:gd name="connsiteY521" fmla="*/ 441168 h 6857999"/>
              <a:gd name="connsiteX522" fmla="*/ 4531302 w 7143544"/>
              <a:gd name="connsiteY522" fmla="*/ 481045 h 6857999"/>
              <a:gd name="connsiteX523" fmla="*/ 4556410 w 7143544"/>
              <a:gd name="connsiteY523" fmla="*/ 494830 h 6857999"/>
              <a:gd name="connsiteX524" fmla="*/ 4604657 w 7143544"/>
              <a:gd name="connsiteY524" fmla="*/ 517477 h 6857999"/>
              <a:gd name="connsiteX525" fmla="*/ 4724291 w 7143544"/>
              <a:gd name="connsiteY525" fmla="*/ 568678 h 6857999"/>
              <a:gd name="connsiteX526" fmla="*/ 4747922 w 7143544"/>
              <a:gd name="connsiteY526" fmla="*/ 579017 h 6857999"/>
              <a:gd name="connsiteX527" fmla="*/ 4858202 w 7143544"/>
              <a:gd name="connsiteY527" fmla="*/ 634649 h 6857999"/>
              <a:gd name="connsiteX528" fmla="*/ 4878879 w 7143544"/>
              <a:gd name="connsiteY528" fmla="*/ 648926 h 6857999"/>
              <a:gd name="connsiteX529" fmla="*/ 4926634 w 7143544"/>
              <a:gd name="connsiteY529" fmla="*/ 675019 h 6857999"/>
              <a:gd name="connsiteX530" fmla="*/ 4939434 w 7143544"/>
              <a:gd name="connsiteY530" fmla="*/ 667142 h 6857999"/>
              <a:gd name="connsiteX531" fmla="*/ 4914818 w 7143544"/>
              <a:gd name="connsiteY531" fmla="*/ 562770 h 6857999"/>
              <a:gd name="connsiteX532" fmla="*/ 4837524 w 7143544"/>
              <a:gd name="connsiteY532" fmla="*/ 551939 h 6857999"/>
              <a:gd name="connsiteX533" fmla="*/ 4770076 w 7143544"/>
              <a:gd name="connsiteY533" fmla="*/ 512061 h 6857999"/>
              <a:gd name="connsiteX534" fmla="*/ 4721829 w 7143544"/>
              <a:gd name="connsiteY534" fmla="*/ 479568 h 6857999"/>
              <a:gd name="connsiteX535" fmla="*/ 4708044 w 7143544"/>
              <a:gd name="connsiteY535" fmla="*/ 476615 h 6857999"/>
              <a:gd name="connsiteX536" fmla="*/ 4619427 w 7143544"/>
              <a:gd name="connsiteY536" fmla="*/ 446091 h 6857999"/>
              <a:gd name="connsiteX537" fmla="*/ 4569210 w 7143544"/>
              <a:gd name="connsiteY537" fmla="*/ 428860 h 6857999"/>
              <a:gd name="connsiteX538" fmla="*/ 4497824 w 7143544"/>
              <a:gd name="connsiteY538" fmla="*/ 385536 h 6857999"/>
              <a:gd name="connsiteX539" fmla="*/ 4627304 w 7143544"/>
              <a:gd name="connsiteY539" fmla="*/ 412121 h 6857999"/>
              <a:gd name="connsiteX540" fmla="*/ 4757276 w 7143544"/>
              <a:gd name="connsiteY540" fmla="*/ 446583 h 6857999"/>
              <a:gd name="connsiteX541" fmla="*/ 4882325 w 7143544"/>
              <a:gd name="connsiteY541" fmla="*/ 490399 h 6857999"/>
              <a:gd name="connsiteX542" fmla="*/ 4886756 w 7143544"/>
              <a:gd name="connsiteY542" fmla="*/ 481538 h 6857999"/>
              <a:gd name="connsiteX543" fmla="*/ 4836047 w 7143544"/>
              <a:gd name="connsiteY543" fmla="*/ 442645 h 6857999"/>
              <a:gd name="connsiteX544" fmla="*/ 4885771 w 7143544"/>
              <a:gd name="connsiteY544" fmla="*/ 434767 h 6857999"/>
              <a:gd name="connsiteX545" fmla="*/ 4826201 w 7143544"/>
              <a:gd name="connsiteY545" fmla="*/ 390951 h 6857999"/>
              <a:gd name="connsiteX546" fmla="*/ 4815862 w 7143544"/>
              <a:gd name="connsiteY546" fmla="*/ 369781 h 6857999"/>
              <a:gd name="connsiteX547" fmla="*/ 4832601 w 7143544"/>
              <a:gd name="connsiteY547" fmla="*/ 360920 h 6857999"/>
              <a:gd name="connsiteX548" fmla="*/ 4898079 w 7143544"/>
              <a:gd name="connsiteY548" fmla="*/ 376674 h 6857999"/>
              <a:gd name="connsiteX549" fmla="*/ 4914818 w 7143544"/>
              <a:gd name="connsiteY549" fmla="*/ 380120 h 6857999"/>
              <a:gd name="connsiteX550" fmla="*/ 5018697 w 7143544"/>
              <a:gd name="connsiteY550" fmla="*/ 419013 h 6857999"/>
              <a:gd name="connsiteX551" fmla="*/ 5085160 w 7143544"/>
              <a:gd name="connsiteY551" fmla="*/ 406705 h 6857999"/>
              <a:gd name="connsiteX552" fmla="*/ 5138331 w 7143544"/>
              <a:gd name="connsiteY552" fmla="*/ 426398 h 6857999"/>
              <a:gd name="connsiteX553" fmla="*/ 5138823 w 7143544"/>
              <a:gd name="connsiteY553" fmla="*/ 412613 h 6857999"/>
              <a:gd name="connsiteX554" fmla="*/ 5052175 w 7143544"/>
              <a:gd name="connsiteY554" fmla="*/ 348612 h 6857999"/>
              <a:gd name="connsiteX555" fmla="*/ 4894141 w 7143544"/>
              <a:gd name="connsiteY555" fmla="*/ 289533 h 6857999"/>
              <a:gd name="connsiteX556" fmla="*/ 4796662 w 7143544"/>
              <a:gd name="connsiteY556" fmla="*/ 264425 h 6857999"/>
              <a:gd name="connsiteX557" fmla="*/ 4667674 w 7143544"/>
              <a:gd name="connsiteY557" fmla="*/ 233901 h 6857999"/>
              <a:gd name="connsiteX558" fmla="*/ 4647981 w 7143544"/>
              <a:gd name="connsiteY558" fmla="*/ 226024 h 6857999"/>
              <a:gd name="connsiteX559" fmla="*/ 4572164 w 7143544"/>
              <a:gd name="connsiteY559" fmla="*/ 193039 h 6857999"/>
              <a:gd name="connsiteX560" fmla="*/ 4460900 w 7143544"/>
              <a:gd name="connsiteY560" fmla="*/ 155623 h 6857999"/>
              <a:gd name="connsiteX561" fmla="*/ 4464347 w 7143544"/>
              <a:gd name="connsiteY561" fmla="*/ 139376 h 6857999"/>
              <a:gd name="connsiteX562" fmla="*/ 4692783 w 7143544"/>
              <a:gd name="connsiteY562" fmla="*/ 140853 h 6857999"/>
              <a:gd name="connsiteX563" fmla="*/ 4943865 w 7143544"/>
              <a:gd name="connsiteY563" fmla="*/ 190577 h 6857999"/>
              <a:gd name="connsiteX564" fmla="*/ 5025098 w 7143544"/>
              <a:gd name="connsiteY564" fmla="*/ 203378 h 6857999"/>
              <a:gd name="connsiteX565" fmla="*/ 5109284 w 7143544"/>
              <a:gd name="connsiteY565" fmla="*/ 239809 h 6857999"/>
              <a:gd name="connsiteX566" fmla="*/ 5153593 w 7143544"/>
              <a:gd name="connsiteY566" fmla="*/ 251625 h 6857999"/>
              <a:gd name="connsiteX567" fmla="*/ 5186578 w 7143544"/>
              <a:gd name="connsiteY567" fmla="*/ 218147 h 6857999"/>
              <a:gd name="connsiteX568" fmla="*/ 5126023 w 7143544"/>
              <a:gd name="connsiteY568" fmla="*/ 138392 h 6857999"/>
              <a:gd name="connsiteX569" fmla="*/ 5126023 w 7143544"/>
              <a:gd name="connsiteY569" fmla="*/ 90144 h 6857999"/>
              <a:gd name="connsiteX570" fmla="*/ 5178701 w 7143544"/>
              <a:gd name="connsiteY570" fmla="*/ 40912 h 6857999"/>
              <a:gd name="connsiteX571" fmla="*/ 5254026 w 7143544"/>
              <a:gd name="connsiteY571" fmla="*/ 37466 h 6857999"/>
              <a:gd name="connsiteX572" fmla="*/ 5316550 w 7143544"/>
              <a:gd name="connsiteY572" fmla="*/ 57159 h 6857999"/>
              <a:gd name="connsiteX573" fmla="*/ 5379567 w 7143544"/>
              <a:gd name="connsiteY573" fmla="*/ 81775 h 6857999"/>
              <a:gd name="connsiteX574" fmla="*/ 5390398 w 7143544"/>
              <a:gd name="connsiteY574" fmla="*/ 21712 h 6857999"/>
              <a:gd name="connsiteX575" fmla="*/ 5412060 w 7143544"/>
              <a:gd name="connsiteY575" fmla="*/ 50 h 6857999"/>
              <a:gd name="connsiteX576" fmla="*/ 5547448 w 7143544"/>
              <a:gd name="connsiteY576" fmla="*/ 35497 h 6857999"/>
              <a:gd name="connsiteX577" fmla="*/ 5572556 w 7143544"/>
              <a:gd name="connsiteY577" fmla="*/ 85713 h 6857999"/>
              <a:gd name="connsiteX578" fmla="*/ 5613419 w 7143544"/>
              <a:gd name="connsiteY578" fmla="*/ 103929 h 6857999"/>
              <a:gd name="connsiteX579" fmla="*/ 5629665 w 7143544"/>
              <a:gd name="connsiteY579" fmla="*/ 67990 h 6857999"/>
              <a:gd name="connsiteX580" fmla="*/ 5677912 w 7143544"/>
              <a:gd name="connsiteY580" fmla="*/ 179746 h 6857999"/>
              <a:gd name="connsiteX581" fmla="*/ 5688251 w 7143544"/>
              <a:gd name="connsiteY581" fmla="*/ 179254 h 6857999"/>
              <a:gd name="connsiteX582" fmla="*/ 5734037 w 7143544"/>
              <a:gd name="connsiteY582" fmla="*/ 139376 h 6857999"/>
              <a:gd name="connsiteX583" fmla="*/ 5755206 w 7143544"/>
              <a:gd name="connsiteY583" fmla="*/ 199439 h 6857999"/>
              <a:gd name="connsiteX584" fmla="*/ 5681358 w 7143544"/>
              <a:gd name="connsiteY584" fmla="*/ 195993 h 6857999"/>
              <a:gd name="connsiteX585" fmla="*/ 5678404 w 7143544"/>
              <a:gd name="connsiteY585" fmla="*/ 209285 h 6857999"/>
              <a:gd name="connsiteX586" fmla="*/ 5718282 w 7143544"/>
              <a:gd name="connsiteY586" fmla="*/ 229963 h 6857999"/>
              <a:gd name="connsiteX587" fmla="*/ 5712375 w 7143544"/>
              <a:gd name="connsiteY587" fmla="*/ 254086 h 6857999"/>
              <a:gd name="connsiteX588" fmla="*/ 5921610 w 7143544"/>
              <a:gd name="connsiteY588" fmla="*/ 352058 h 6857999"/>
              <a:gd name="connsiteX589" fmla="*/ 5952133 w 7143544"/>
              <a:gd name="connsiteY589" fmla="*/ 328427 h 6857999"/>
              <a:gd name="connsiteX590" fmla="*/ 6010720 w 7143544"/>
              <a:gd name="connsiteY590" fmla="*/ 468245 h 6857999"/>
              <a:gd name="connsiteX591" fmla="*/ 6038289 w 7143544"/>
              <a:gd name="connsiteY591" fmla="*/ 485476 h 6857999"/>
              <a:gd name="connsiteX592" fmla="*/ 6074721 w 7143544"/>
              <a:gd name="connsiteY592" fmla="*/ 494830 h 6857999"/>
              <a:gd name="connsiteX593" fmla="*/ 6095891 w 7143544"/>
              <a:gd name="connsiteY593" fmla="*/ 524862 h 6857999"/>
              <a:gd name="connsiteX594" fmla="*/ 6007274 w 7143544"/>
              <a:gd name="connsiteY594" fmla="*/ 523877 h 6857999"/>
              <a:gd name="connsiteX595" fmla="*/ 5999889 w 7143544"/>
              <a:gd name="connsiteY595" fmla="*/ 553416 h 6857999"/>
              <a:gd name="connsiteX596" fmla="*/ 5984627 w 7143544"/>
              <a:gd name="connsiteY596" fmla="*/ 585417 h 6857999"/>
              <a:gd name="connsiteX597" fmla="*/ 6053552 w 7143544"/>
              <a:gd name="connsiteY597" fmla="*/ 634157 h 6857999"/>
              <a:gd name="connsiteX598" fmla="*/ 6060936 w 7143544"/>
              <a:gd name="connsiteY598" fmla="*/ 650895 h 6857999"/>
              <a:gd name="connsiteX599" fmla="*/ 6098845 w 7143544"/>
              <a:gd name="connsiteY599" fmla="*/ 672557 h 6857999"/>
              <a:gd name="connsiteX600" fmla="*/ 6113614 w 7143544"/>
              <a:gd name="connsiteY600" fmla="*/ 647941 h 6857999"/>
              <a:gd name="connsiteX601" fmla="*/ 6138230 w 7143544"/>
              <a:gd name="connsiteY601" fmla="*/ 566217 h 6857999"/>
              <a:gd name="connsiteX602" fmla="*/ 6201247 w 7143544"/>
              <a:gd name="connsiteY602" fmla="*/ 622833 h 6857999"/>
              <a:gd name="connsiteX603" fmla="*/ 6264756 w 7143544"/>
              <a:gd name="connsiteY603" fmla="*/ 675019 h 6857999"/>
              <a:gd name="connsiteX604" fmla="*/ 6264756 w 7143544"/>
              <a:gd name="connsiteY604" fmla="*/ 741974 h 6857999"/>
              <a:gd name="connsiteX605" fmla="*/ 6237678 w 7143544"/>
              <a:gd name="connsiteY605" fmla="*/ 751328 h 6857999"/>
              <a:gd name="connsiteX606" fmla="*/ 6174170 w 7143544"/>
              <a:gd name="connsiteY606" fmla="*/ 634649 h 6857999"/>
              <a:gd name="connsiteX607" fmla="*/ 6163338 w 7143544"/>
              <a:gd name="connsiteY607" fmla="*/ 768560 h 6857999"/>
              <a:gd name="connsiteX608" fmla="*/ 6263771 w 7143544"/>
              <a:gd name="connsiteY608" fmla="*/ 882778 h 6857999"/>
              <a:gd name="connsiteX609" fmla="*/ 6345496 w 7143544"/>
              <a:gd name="connsiteY609" fmla="*/ 1008319 h 6857999"/>
              <a:gd name="connsiteX610" fmla="*/ 6454299 w 7143544"/>
              <a:gd name="connsiteY610" fmla="*/ 1163399 h 6857999"/>
              <a:gd name="connsiteX611" fmla="*/ 6534055 w 7143544"/>
              <a:gd name="connsiteY611" fmla="*/ 1246109 h 6857999"/>
              <a:gd name="connsiteX612" fmla="*/ 6545870 w 7143544"/>
              <a:gd name="connsiteY612" fmla="*/ 1261371 h 6857999"/>
              <a:gd name="connsiteX613" fmla="*/ 6587717 w 7143544"/>
              <a:gd name="connsiteY613" fmla="*/ 1337188 h 6857999"/>
              <a:gd name="connsiteX614" fmla="*/ 6643349 w 7143544"/>
              <a:gd name="connsiteY614" fmla="*/ 1434667 h 6857999"/>
              <a:gd name="connsiteX615" fmla="*/ 6702427 w 7143544"/>
              <a:gd name="connsiteY615" fmla="*/ 1526238 h 6857999"/>
              <a:gd name="connsiteX616" fmla="*/ 6726551 w 7143544"/>
              <a:gd name="connsiteY616" fmla="*/ 1586301 h 6857999"/>
              <a:gd name="connsiteX617" fmla="*/ 6743290 w 7143544"/>
              <a:gd name="connsiteY617" fmla="*/ 1661133 h 6857999"/>
              <a:gd name="connsiteX618" fmla="*/ 6799415 w 7143544"/>
              <a:gd name="connsiteY618" fmla="*/ 1733504 h 6857999"/>
              <a:gd name="connsiteX619" fmla="*/ 6761998 w 7143544"/>
              <a:gd name="connsiteY619" fmla="*/ 1742858 h 6857999"/>
              <a:gd name="connsiteX620" fmla="*/ 6788583 w 7143544"/>
              <a:gd name="connsiteY620" fmla="*/ 1761074 h 6857999"/>
              <a:gd name="connsiteX621" fmla="*/ 6820092 w 7143544"/>
              <a:gd name="connsiteY621" fmla="*/ 1816214 h 6857999"/>
              <a:gd name="connsiteX622" fmla="*/ 6839784 w 7143544"/>
              <a:gd name="connsiteY622" fmla="*/ 1875784 h 6857999"/>
              <a:gd name="connsiteX623" fmla="*/ 6876216 w 7143544"/>
              <a:gd name="connsiteY623" fmla="*/ 1878738 h 6857999"/>
              <a:gd name="connsiteX624" fmla="*/ 6864893 w 7143544"/>
              <a:gd name="connsiteY624" fmla="*/ 1931416 h 6857999"/>
              <a:gd name="connsiteX625" fmla="*/ 6887539 w 7143544"/>
              <a:gd name="connsiteY625" fmla="*/ 1988525 h 6857999"/>
              <a:gd name="connsiteX626" fmla="*/ 6916586 w 7143544"/>
              <a:gd name="connsiteY626" fmla="*/ 2147052 h 6857999"/>
              <a:gd name="connsiteX627" fmla="*/ 6921509 w 7143544"/>
              <a:gd name="connsiteY627" fmla="*/ 2191361 h 6857999"/>
              <a:gd name="connsiteX628" fmla="*/ 6961387 w 7143544"/>
              <a:gd name="connsiteY628" fmla="*/ 2312471 h 6857999"/>
              <a:gd name="connsiteX629" fmla="*/ 6995357 w 7143544"/>
              <a:gd name="connsiteY629" fmla="*/ 2332656 h 6857999"/>
              <a:gd name="connsiteX630" fmla="*/ 7008650 w 7143544"/>
              <a:gd name="connsiteY630" fmla="*/ 2418812 h 6857999"/>
              <a:gd name="connsiteX631" fmla="*/ 6990926 w 7143544"/>
              <a:gd name="connsiteY631" fmla="*/ 2470013 h 6857999"/>
              <a:gd name="connsiteX632" fmla="*/ 7016035 w 7143544"/>
              <a:gd name="connsiteY632" fmla="*/ 2529092 h 6857999"/>
              <a:gd name="connsiteX633" fmla="*/ 7065267 w 7143544"/>
              <a:gd name="connsiteY633" fmla="*/ 2530568 h 6857999"/>
              <a:gd name="connsiteX634" fmla="*/ 7061328 w 7143544"/>
              <a:gd name="connsiteY634" fmla="*/ 2601955 h 6857999"/>
              <a:gd name="connsiteX635" fmla="*/ 7058866 w 7143544"/>
              <a:gd name="connsiteY635" fmla="*/ 2654633 h 6857999"/>
              <a:gd name="connsiteX636" fmla="*/ 7079543 w 7143544"/>
              <a:gd name="connsiteY636" fmla="*/ 2772297 h 6857999"/>
              <a:gd name="connsiteX637" fmla="*/ 7062312 w 7143544"/>
              <a:gd name="connsiteY637" fmla="*/ 2805774 h 6857999"/>
              <a:gd name="connsiteX638" fmla="*/ 7109083 w 7143544"/>
              <a:gd name="connsiteY638" fmla="*/ 2793467 h 6857999"/>
              <a:gd name="connsiteX639" fmla="*/ 7115975 w 7143544"/>
              <a:gd name="connsiteY639" fmla="*/ 2804298 h 6857999"/>
              <a:gd name="connsiteX640" fmla="*/ 7067728 w 7143544"/>
              <a:gd name="connsiteY640" fmla="*/ 2860422 h 6857999"/>
              <a:gd name="connsiteX641" fmla="*/ 7100713 w 7143544"/>
              <a:gd name="connsiteY641" fmla="*/ 2922947 h 6857999"/>
              <a:gd name="connsiteX642" fmla="*/ 7053943 w 7143544"/>
              <a:gd name="connsiteY642" fmla="*/ 3002210 h 6857999"/>
              <a:gd name="connsiteX643" fmla="*/ 7081021 w 7143544"/>
              <a:gd name="connsiteY643" fmla="*/ 3034210 h 6857999"/>
              <a:gd name="connsiteX644" fmla="*/ 7117944 w 7143544"/>
              <a:gd name="connsiteY644" fmla="*/ 3069165 h 6857999"/>
              <a:gd name="connsiteX645" fmla="*/ 7134191 w 7143544"/>
              <a:gd name="connsiteY645" fmla="*/ 3124797 h 6857999"/>
              <a:gd name="connsiteX646" fmla="*/ 7120406 w 7143544"/>
              <a:gd name="connsiteY646" fmla="*/ 3126766 h 6857999"/>
              <a:gd name="connsiteX647" fmla="*/ 7114991 w 7143544"/>
              <a:gd name="connsiteY647" fmla="*/ 3093781 h 6857999"/>
              <a:gd name="connsiteX648" fmla="*/ 7088405 w 7143544"/>
              <a:gd name="connsiteY648" fmla="*/ 3163690 h 6857999"/>
              <a:gd name="connsiteX649" fmla="*/ 7086928 w 7143544"/>
              <a:gd name="connsiteY649" fmla="*/ 3182891 h 6857999"/>
              <a:gd name="connsiteX650" fmla="*/ 7097760 w 7143544"/>
              <a:gd name="connsiteY650" fmla="*/ 3236553 h 6857999"/>
              <a:gd name="connsiteX651" fmla="*/ 7148468 w 7143544"/>
              <a:gd name="connsiteY651" fmla="*/ 3214892 h 6857999"/>
              <a:gd name="connsiteX652" fmla="*/ 7112529 w 7143544"/>
              <a:gd name="connsiteY652" fmla="*/ 3336002 h 6857999"/>
              <a:gd name="connsiteX653" fmla="*/ 7066251 w 7143544"/>
              <a:gd name="connsiteY653" fmla="*/ 3329110 h 6857999"/>
              <a:gd name="connsiteX654" fmla="*/ 7065267 w 7143544"/>
              <a:gd name="connsiteY654" fmla="*/ 3387203 h 6857999"/>
              <a:gd name="connsiteX655" fmla="*/ 7117944 w 7143544"/>
              <a:gd name="connsiteY655" fmla="*/ 3355695 h 6857999"/>
              <a:gd name="connsiteX656" fmla="*/ 7113021 w 7143544"/>
              <a:gd name="connsiteY656" fmla="*/ 3386711 h 6857999"/>
              <a:gd name="connsiteX657" fmla="*/ 7142560 w 7143544"/>
              <a:gd name="connsiteY657" fmla="*/ 3372926 h 6857999"/>
              <a:gd name="connsiteX658" fmla="*/ 7122375 w 7143544"/>
              <a:gd name="connsiteY658" fmla="*/ 3413788 h 6857999"/>
              <a:gd name="connsiteX659" fmla="*/ 7129760 w 7143544"/>
              <a:gd name="connsiteY659" fmla="*/ 3410834 h 6857999"/>
              <a:gd name="connsiteX660" fmla="*/ 7139114 w 7143544"/>
              <a:gd name="connsiteY660" fmla="*/ 3443327 h 6857999"/>
              <a:gd name="connsiteX661" fmla="*/ 7106621 w 7143544"/>
              <a:gd name="connsiteY661" fmla="*/ 3453174 h 6857999"/>
              <a:gd name="connsiteX662" fmla="*/ 7056405 w 7143544"/>
              <a:gd name="connsiteY662" fmla="*/ 3549176 h 6857999"/>
              <a:gd name="connsiteX663" fmla="*/ 7021942 w 7143544"/>
              <a:gd name="connsiteY663" fmla="*/ 3601854 h 6857999"/>
              <a:gd name="connsiteX664" fmla="*/ 7054435 w 7143544"/>
              <a:gd name="connsiteY664" fmla="*/ 3635332 h 6857999"/>
              <a:gd name="connsiteX665" fmla="*/ 7009634 w 7143544"/>
              <a:gd name="connsiteY665" fmla="*/ 3661425 h 6857999"/>
              <a:gd name="connsiteX666" fmla="*/ 6966803 w 7143544"/>
              <a:gd name="connsiteY666" fmla="*/ 3634347 h 6857999"/>
              <a:gd name="connsiteX667" fmla="*/ 6941694 w 7143544"/>
              <a:gd name="connsiteY667" fmla="*/ 3723949 h 6857999"/>
              <a:gd name="connsiteX668" fmla="*/ 6951541 w 7143544"/>
              <a:gd name="connsiteY668" fmla="*/ 3730349 h 6857999"/>
              <a:gd name="connsiteX669" fmla="*/ 6968772 w 7143544"/>
              <a:gd name="connsiteY669" fmla="*/ 3709672 h 6857999"/>
              <a:gd name="connsiteX670" fmla="*/ 7009634 w 7143544"/>
              <a:gd name="connsiteY670" fmla="*/ 3661425 h 6857999"/>
              <a:gd name="connsiteX671" fmla="*/ 7032281 w 7143544"/>
              <a:gd name="connsiteY671" fmla="*/ 3711149 h 6857999"/>
              <a:gd name="connsiteX672" fmla="*/ 7031297 w 7143544"/>
              <a:gd name="connsiteY672" fmla="*/ 3782043 h 6857999"/>
              <a:gd name="connsiteX673" fmla="*/ 7021450 w 7143544"/>
              <a:gd name="connsiteY673" fmla="*/ 3813059 h 6857999"/>
              <a:gd name="connsiteX674" fmla="*/ 6988957 w 7143544"/>
              <a:gd name="connsiteY674" fmla="*/ 3875583 h 6857999"/>
              <a:gd name="connsiteX675" fmla="*/ 6981572 w 7143544"/>
              <a:gd name="connsiteY675" fmla="*/ 3966170 h 6857999"/>
              <a:gd name="connsiteX676" fmla="*/ 6958925 w 7143544"/>
              <a:gd name="connsiteY676" fmla="*/ 4062172 h 6857999"/>
              <a:gd name="connsiteX677" fmla="*/ 6938740 w 7143544"/>
              <a:gd name="connsiteY677" fmla="*/ 4105988 h 6857999"/>
              <a:gd name="connsiteX678" fmla="*/ 6914124 w 7143544"/>
              <a:gd name="connsiteY678" fmla="*/ 4168513 h 6857999"/>
              <a:gd name="connsiteX679" fmla="*/ 6914124 w 7143544"/>
              <a:gd name="connsiteY679" fmla="*/ 4220207 h 6857999"/>
              <a:gd name="connsiteX680" fmla="*/ 6902309 w 7143544"/>
              <a:gd name="connsiteY680" fmla="*/ 4261561 h 6857999"/>
              <a:gd name="connsiteX681" fmla="*/ 6849139 w 7143544"/>
              <a:gd name="connsiteY681" fmla="*/ 4295531 h 6857999"/>
              <a:gd name="connsiteX682" fmla="*/ 6853570 w 7143544"/>
              <a:gd name="connsiteY682" fmla="*/ 4307839 h 6857999"/>
              <a:gd name="connsiteX683" fmla="*/ 6919540 w 7143544"/>
              <a:gd name="connsiteY683" fmla="*/ 4315224 h 6857999"/>
              <a:gd name="connsiteX684" fmla="*/ 6915602 w 7143544"/>
              <a:gd name="connsiteY684" fmla="*/ 4326547 h 6857999"/>
              <a:gd name="connsiteX685" fmla="*/ 6852092 w 7143544"/>
              <a:gd name="connsiteY685" fmla="*/ 4405318 h 6857999"/>
              <a:gd name="connsiteX686" fmla="*/ 6814184 w 7143544"/>
              <a:gd name="connsiteY686" fmla="*/ 4435842 h 6857999"/>
              <a:gd name="connsiteX687" fmla="*/ 6830430 w 7143544"/>
              <a:gd name="connsiteY687" fmla="*/ 4464397 h 6857999"/>
              <a:gd name="connsiteX688" fmla="*/ 6747721 w 7143544"/>
              <a:gd name="connsiteY688" fmla="*/ 4466858 h 6857999"/>
              <a:gd name="connsiteX689" fmla="*/ 6810737 w 7143544"/>
              <a:gd name="connsiteY689" fmla="*/ 4475720 h 6857999"/>
              <a:gd name="connsiteX690" fmla="*/ 6791537 w 7143544"/>
              <a:gd name="connsiteY690" fmla="*/ 4489505 h 6857999"/>
              <a:gd name="connsiteX691" fmla="*/ 6775783 w 7143544"/>
              <a:gd name="connsiteY691" fmla="*/ 4506736 h 6857999"/>
              <a:gd name="connsiteX692" fmla="*/ 6792522 w 7143544"/>
              <a:gd name="connsiteY692" fmla="*/ 4519044 h 6857999"/>
              <a:gd name="connsiteX693" fmla="*/ 6810737 w 7143544"/>
              <a:gd name="connsiteY693" fmla="*/ 4594861 h 6857999"/>
              <a:gd name="connsiteX694" fmla="*/ 6793014 w 7143544"/>
              <a:gd name="connsiteY694" fmla="*/ 4650493 h 6857999"/>
              <a:gd name="connsiteX695" fmla="*/ 6769383 w 7143544"/>
              <a:gd name="connsiteY695" fmla="*/ 4686925 h 6857999"/>
              <a:gd name="connsiteX696" fmla="*/ 6722120 w 7143544"/>
              <a:gd name="connsiteY696" fmla="*/ 4659847 h 6857999"/>
              <a:gd name="connsiteX697" fmla="*/ 6728028 w 7143544"/>
              <a:gd name="connsiteY697" fmla="*/ 4696279 h 6857999"/>
              <a:gd name="connsiteX698" fmla="*/ 6717197 w 7143544"/>
              <a:gd name="connsiteY698" fmla="*/ 4781450 h 6857999"/>
              <a:gd name="connsiteX699" fmla="*/ 6667473 w 7143544"/>
              <a:gd name="connsiteY699" fmla="*/ 4850867 h 6857999"/>
              <a:gd name="connsiteX700" fmla="*/ 6662057 w 7143544"/>
              <a:gd name="connsiteY700" fmla="*/ 4871052 h 6857999"/>
              <a:gd name="connsiteX701" fmla="*/ 6630057 w 7143544"/>
              <a:gd name="connsiteY701" fmla="*/ 4896160 h 6857999"/>
              <a:gd name="connsiteX702" fmla="*/ 6612333 w 7143544"/>
              <a:gd name="connsiteY702" fmla="*/ 4904037 h 6857999"/>
              <a:gd name="connsiteX703" fmla="*/ 6552762 w 7143544"/>
              <a:gd name="connsiteY703" fmla="*/ 4972470 h 6857999"/>
              <a:gd name="connsiteX704" fmla="*/ 6590671 w 7143544"/>
              <a:gd name="connsiteY704" fmla="*/ 4979362 h 6857999"/>
              <a:gd name="connsiteX705" fmla="*/ 6568025 w 7143544"/>
              <a:gd name="connsiteY705" fmla="*/ 5068964 h 6857999"/>
              <a:gd name="connsiteX706" fmla="*/ 6511408 w 7143544"/>
              <a:gd name="connsiteY706" fmla="*/ 5066995 h 6857999"/>
              <a:gd name="connsiteX707" fmla="*/ 6499100 w 7143544"/>
              <a:gd name="connsiteY707" fmla="*/ 5134442 h 6857999"/>
              <a:gd name="connsiteX708" fmla="*/ 6618733 w 7143544"/>
              <a:gd name="connsiteY708" fmla="*/ 5157089 h 6857999"/>
              <a:gd name="connsiteX709" fmla="*/ 6588702 w 7143544"/>
              <a:gd name="connsiteY709" fmla="*/ 5204844 h 6857999"/>
              <a:gd name="connsiteX710" fmla="*/ 6537008 w 7143544"/>
              <a:gd name="connsiteY710" fmla="*/ 5209767 h 6857999"/>
              <a:gd name="connsiteX711" fmla="*/ 6462176 w 7143544"/>
              <a:gd name="connsiteY711" fmla="*/ 5199429 h 6857999"/>
              <a:gd name="connsiteX712" fmla="*/ 6444945 w 7143544"/>
              <a:gd name="connsiteY712" fmla="*/ 5204352 h 6857999"/>
              <a:gd name="connsiteX713" fmla="*/ 6473499 w 7143544"/>
              <a:gd name="connsiteY713" fmla="*/ 5248168 h 6857999"/>
              <a:gd name="connsiteX714" fmla="*/ 6392759 w 7143544"/>
              <a:gd name="connsiteY714" fmla="*/ 5265892 h 6857999"/>
              <a:gd name="connsiteX715" fmla="*/ 6357804 w 7143544"/>
              <a:gd name="connsiteY715" fmla="*/ 5294446 h 6857999"/>
              <a:gd name="connsiteX716" fmla="*/ 6376020 w 7143544"/>
              <a:gd name="connsiteY716" fmla="*/ 5353524 h 6857999"/>
              <a:gd name="connsiteX717" fmla="*/ 6293311 w 7143544"/>
              <a:gd name="connsiteY717" fmla="*/ 5459373 h 6857999"/>
              <a:gd name="connsiteX718" fmla="*/ 6253433 w 7143544"/>
              <a:gd name="connsiteY718" fmla="*/ 5468235 h 6857999"/>
              <a:gd name="connsiteX719" fmla="*/ 6212078 w 7143544"/>
              <a:gd name="connsiteY719" fmla="*/ 5611991 h 6857999"/>
              <a:gd name="connsiteX720" fmla="*/ 6201739 w 7143544"/>
              <a:gd name="connsiteY720" fmla="*/ 5610022 h 6857999"/>
              <a:gd name="connsiteX721" fmla="*/ 6219463 w 7143544"/>
              <a:gd name="connsiteY721" fmla="*/ 5512543 h 6857999"/>
              <a:gd name="connsiteX722" fmla="*/ 6155461 w 7143544"/>
              <a:gd name="connsiteY722" fmla="*/ 5479558 h 6857999"/>
              <a:gd name="connsiteX723" fmla="*/ 6105737 w 7143544"/>
              <a:gd name="connsiteY723" fmla="*/ 5525836 h 6857999"/>
              <a:gd name="connsiteX724" fmla="*/ 6108199 w 7143544"/>
              <a:gd name="connsiteY724" fmla="*/ 5537651 h 6857999"/>
              <a:gd name="connsiteX725" fmla="*/ 6194847 w 7143544"/>
              <a:gd name="connsiteY725" fmla="*/ 5542575 h 6857999"/>
              <a:gd name="connsiteX726" fmla="*/ 6185000 w 7143544"/>
              <a:gd name="connsiteY726" fmla="*/ 5590329 h 6857999"/>
              <a:gd name="connsiteX727" fmla="*/ 6177124 w 7143544"/>
              <a:gd name="connsiteY727" fmla="*/ 5552421 h 6857999"/>
              <a:gd name="connsiteX728" fmla="*/ 6031889 w 7143544"/>
              <a:gd name="connsiteY728" fmla="*/ 5786765 h 6857999"/>
              <a:gd name="connsiteX729" fmla="*/ 6056505 w 7143544"/>
              <a:gd name="connsiteY729" fmla="*/ 5829597 h 6857999"/>
              <a:gd name="connsiteX730" fmla="*/ 5903887 w 7143544"/>
              <a:gd name="connsiteY730" fmla="*/ 5820242 h 6857999"/>
              <a:gd name="connsiteX731" fmla="*/ 5905363 w 7143544"/>
              <a:gd name="connsiteY731" fmla="*/ 5872920 h 6857999"/>
              <a:gd name="connsiteX732" fmla="*/ 5881732 w 7143544"/>
              <a:gd name="connsiteY732" fmla="*/ 5908860 h 6857999"/>
              <a:gd name="connsiteX733" fmla="*/ 5861547 w 7143544"/>
              <a:gd name="connsiteY733" fmla="*/ 5881290 h 6857999"/>
              <a:gd name="connsiteX734" fmla="*/ 5853670 w 7143544"/>
              <a:gd name="connsiteY734" fmla="*/ 5884244 h 6857999"/>
              <a:gd name="connsiteX735" fmla="*/ 5753237 w 7143544"/>
              <a:gd name="connsiteY735" fmla="*/ 5964984 h 6857999"/>
              <a:gd name="connsiteX736" fmla="*/ 5741914 w 7143544"/>
              <a:gd name="connsiteY736" fmla="*/ 5981230 h 6857999"/>
              <a:gd name="connsiteX737" fmla="*/ 5736990 w 7143544"/>
              <a:gd name="connsiteY737" fmla="*/ 6001415 h 6857999"/>
              <a:gd name="connsiteX738" fmla="*/ 5699082 w 7143544"/>
              <a:gd name="connsiteY738" fmla="*/ 6069848 h 6857999"/>
              <a:gd name="connsiteX739" fmla="*/ 5730098 w 7143544"/>
              <a:gd name="connsiteY739" fmla="*/ 6068371 h 6857999"/>
              <a:gd name="connsiteX740" fmla="*/ 5718775 w 7143544"/>
              <a:gd name="connsiteY740" fmla="*/ 6095449 h 6857999"/>
              <a:gd name="connsiteX741" fmla="*/ 5657727 w 7143544"/>
              <a:gd name="connsiteY741" fmla="*/ 6043755 h 6857999"/>
              <a:gd name="connsiteX742" fmla="*/ 5635081 w 7143544"/>
              <a:gd name="connsiteY742" fmla="*/ 6051632 h 6857999"/>
              <a:gd name="connsiteX743" fmla="*/ 5635081 w 7143544"/>
              <a:gd name="connsiteY743" fmla="*/ 6027509 h 6857999"/>
              <a:gd name="connsiteX744" fmla="*/ 5626219 w 7143544"/>
              <a:gd name="connsiteY744" fmla="*/ 6021108 h 6857999"/>
              <a:gd name="connsiteX745" fmla="*/ 5586341 w 7143544"/>
              <a:gd name="connsiteY745" fmla="*/ 6062463 h 6857999"/>
              <a:gd name="connsiteX746" fmla="*/ 5616372 w 7143544"/>
              <a:gd name="connsiteY746" fmla="*/ 6140742 h 6857999"/>
              <a:gd name="connsiteX747" fmla="*/ 5572064 w 7143544"/>
              <a:gd name="connsiteY747" fmla="*/ 6137296 h 6857999"/>
              <a:gd name="connsiteX748" fmla="*/ 5526278 w 7143544"/>
              <a:gd name="connsiteY748" fmla="*/ 6156004 h 6857999"/>
              <a:gd name="connsiteX749" fmla="*/ 5494277 w 7143544"/>
              <a:gd name="connsiteY749" fmla="*/ 6158957 h 6857999"/>
              <a:gd name="connsiteX750" fmla="*/ 5534155 w 7143544"/>
              <a:gd name="connsiteY750" fmla="*/ 6090033 h 6857999"/>
              <a:gd name="connsiteX751" fmla="*/ 5472616 w 7143544"/>
              <a:gd name="connsiteY751" fmla="*/ 6179635 h 6857999"/>
              <a:gd name="connsiteX752" fmla="*/ 5447015 w 7143544"/>
              <a:gd name="connsiteY752" fmla="*/ 6190958 h 6857999"/>
              <a:gd name="connsiteX753" fmla="*/ 5413537 w 7143544"/>
              <a:gd name="connsiteY753" fmla="*/ 6171758 h 6857999"/>
              <a:gd name="connsiteX754" fmla="*/ 5387444 w 7143544"/>
              <a:gd name="connsiteY754" fmla="*/ 6187020 h 6857999"/>
              <a:gd name="connsiteX755" fmla="*/ 5349536 w 7143544"/>
              <a:gd name="connsiteY755" fmla="*/ 6199820 h 6857999"/>
              <a:gd name="connsiteX756" fmla="*/ 5311135 w 7143544"/>
              <a:gd name="connsiteY756" fmla="*/ 6265791 h 6857999"/>
              <a:gd name="connsiteX757" fmla="*/ 5333289 w 7143544"/>
              <a:gd name="connsiteY757" fmla="*/ 6300745 h 6857999"/>
              <a:gd name="connsiteX758" fmla="*/ 5323443 w 7143544"/>
              <a:gd name="connsiteY758" fmla="*/ 6309607 h 6857999"/>
              <a:gd name="connsiteX759" fmla="*/ 5254026 w 7143544"/>
              <a:gd name="connsiteY759" fmla="*/ 6253483 h 6857999"/>
              <a:gd name="connsiteX760" fmla="*/ 5198886 w 7143544"/>
              <a:gd name="connsiteY760" fmla="*/ 6288437 h 6857999"/>
              <a:gd name="connsiteX761" fmla="*/ 5147192 w 7143544"/>
              <a:gd name="connsiteY761" fmla="*/ 6346039 h 6857999"/>
              <a:gd name="connsiteX762" fmla="*/ 5153593 w 7143544"/>
              <a:gd name="connsiteY762" fmla="*/ 6353423 h 6857999"/>
              <a:gd name="connsiteX763" fmla="*/ 5204302 w 7143544"/>
              <a:gd name="connsiteY763" fmla="*/ 6327823 h 6857999"/>
              <a:gd name="connsiteX764" fmla="*/ 5219564 w 7143544"/>
              <a:gd name="connsiteY764" fmla="*/ 6344562 h 6857999"/>
              <a:gd name="connsiteX765" fmla="*/ 5176239 w 7143544"/>
              <a:gd name="connsiteY765" fmla="*/ 6377547 h 6857999"/>
              <a:gd name="connsiteX766" fmla="*/ 5249595 w 7143544"/>
              <a:gd name="connsiteY766" fmla="*/ 6408071 h 6857999"/>
              <a:gd name="connsiteX767" fmla="*/ 5188055 w 7143544"/>
              <a:gd name="connsiteY767" fmla="*/ 6422348 h 6857999"/>
              <a:gd name="connsiteX768" fmla="*/ 5138823 w 7143544"/>
              <a:gd name="connsiteY768" fmla="*/ 6434164 h 6857999"/>
              <a:gd name="connsiteX769" fmla="*/ 5134884 w 7143544"/>
              <a:gd name="connsiteY769" fmla="*/ 6422841 h 6857999"/>
              <a:gd name="connsiteX770" fmla="*/ 5169347 w 7143544"/>
              <a:gd name="connsiteY770" fmla="*/ 6399701 h 6857999"/>
              <a:gd name="connsiteX771" fmla="*/ 5122576 w 7143544"/>
              <a:gd name="connsiteY771" fmla="*/ 6332254 h 6857999"/>
              <a:gd name="connsiteX772" fmla="*/ 5171808 w 7143544"/>
              <a:gd name="connsiteY772" fmla="*/ 6305176 h 6857999"/>
              <a:gd name="connsiteX773" fmla="*/ 5167870 w 7143544"/>
              <a:gd name="connsiteY773" fmla="*/ 6300253 h 6857999"/>
              <a:gd name="connsiteX774" fmla="*/ 5065960 w 7143544"/>
              <a:gd name="connsiteY774" fmla="*/ 6311084 h 6857999"/>
              <a:gd name="connsiteX775" fmla="*/ 5063991 w 7143544"/>
              <a:gd name="connsiteY775" fmla="*/ 6322900 h 6857999"/>
              <a:gd name="connsiteX776" fmla="*/ 5115192 w 7143544"/>
              <a:gd name="connsiteY776" fmla="*/ 6344562 h 6857999"/>
              <a:gd name="connsiteX777" fmla="*/ 5040852 w 7143544"/>
              <a:gd name="connsiteY777" fmla="*/ 6395763 h 6857999"/>
              <a:gd name="connsiteX778" fmla="*/ 5040852 w 7143544"/>
              <a:gd name="connsiteY778" fmla="*/ 6423825 h 6857999"/>
              <a:gd name="connsiteX779" fmla="*/ 4993589 w 7143544"/>
              <a:gd name="connsiteY779" fmla="*/ 6436133 h 6857999"/>
              <a:gd name="connsiteX780" fmla="*/ 4955188 w 7143544"/>
              <a:gd name="connsiteY780" fmla="*/ 6456810 h 6857999"/>
              <a:gd name="connsiteX781" fmla="*/ 4949280 w 7143544"/>
              <a:gd name="connsiteY781" fmla="*/ 6445979 h 6857999"/>
              <a:gd name="connsiteX782" fmla="*/ 4988174 w 7143544"/>
              <a:gd name="connsiteY782" fmla="*/ 6420379 h 6857999"/>
              <a:gd name="connsiteX783" fmla="*/ 4899556 w 7143544"/>
              <a:gd name="connsiteY783" fmla="*/ 6407086 h 6857999"/>
              <a:gd name="connsiteX784" fmla="*/ 4904480 w 7143544"/>
              <a:gd name="connsiteY784" fmla="*/ 6448933 h 6857999"/>
              <a:gd name="connsiteX785" fmla="*/ 4845401 w 7143544"/>
              <a:gd name="connsiteY785" fmla="*/ 6468626 h 6857999"/>
              <a:gd name="connsiteX786" fmla="*/ 4756291 w 7143544"/>
              <a:gd name="connsiteY786" fmla="*/ 6452380 h 6857999"/>
              <a:gd name="connsiteX787" fmla="*/ 4724783 w 7143544"/>
              <a:gd name="connsiteY787" fmla="*/ 6452872 h 6857999"/>
              <a:gd name="connsiteX788" fmla="*/ 4703613 w 7143544"/>
              <a:gd name="connsiteY788" fmla="*/ 6483396 h 6857999"/>
              <a:gd name="connsiteX789" fmla="*/ 4699675 w 7143544"/>
              <a:gd name="connsiteY789" fmla="*/ 6472565 h 6857999"/>
              <a:gd name="connsiteX790" fmla="*/ 4652905 w 7143544"/>
              <a:gd name="connsiteY790" fmla="*/ 6486349 h 6857999"/>
              <a:gd name="connsiteX791" fmla="*/ 4654381 w 7143544"/>
              <a:gd name="connsiteY791" fmla="*/ 6495211 h 6857999"/>
              <a:gd name="connsiteX792" fmla="*/ 4713460 w 7143544"/>
              <a:gd name="connsiteY792" fmla="*/ 6505058 h 6857999"/>
              <a:gd name="connsiteX793" fmla="*/ 4715429 w 7143544"/>
              <a:gd name="connsiteY793" fmla="*/ 6516873 h 6857999"/>
              <a:gd name="connsiteX794" fmla="*/ 4673582 w 7143544"/>
              <a:gd name="connsiteY794" fmla="*/ 6532627 h 6857999"/>
              <a:gd name="connsiteX795" fmla="*/ 4622873 w 7143544"/>
              <a:gd name="connsiteY795" fmla="*/ 6563644 h 6857999"/>
              <a:gd name="connsiteX796" fmla="*/ 4590380 w 7143544"/>
              <a:gd name="connsiteY796" fmla="*/ 6568075 h 6857999"/>
              <a:gd name="connsiteX797" fmla="*/ 4571672 w 7143544"/>
              <a:gd name="connsiteY797" fmla="*/ 6537551 h 6857999"/>
              <a:gd name="connsiteX798" fmla="*/ 4582503 w 7143544"/>
              <a:gd name="connsiteY798" fmla="*/ 6517366 h 6857999"/>
              <a:gd name="connsiteX799" fmla="*/ 4571672 w 7143544"/>
              <a:gd name="connsiteY799" fmla="*/ 6512935 h 6857999"/>
              <a:gd name="connsiteX800" fmla="*/ 4532779 w 7143544"/>
              <a:gd name="connsiteY800" fmla="*/ 6633553 h 6857999"/>
              <a:gd name="connsiteX801" fmla="*/ 4518009 w 7143544"/>
              <a:gd name="connsiteY801" fmla="*/ 6629615 h 6857999"/>
              <a:gd name="connsiteX802" fmla="*/ 4526379 w 7143544"/>
              <a:gd name="connsiteY802" fmla="*/ 6599090 h 6857999"/>
              <a:gd name="connsiteX803" fmla="*/ 4516040 w 7143544"/>
              <a:gd name="connsiteY803" fmla="*/ 6553797 h 6857999"/>
              <a:gd name="connsiteX804" fmla="*/ 4503732 w 7143544"/>
              <a:gd name="connsiteY804" fmla="*/ 6537058 h 6857999"/>
              <a:gd name="connsiteX805" fmla="*/ 4472716 w 7143544"/>
              <a:gd name="connsiteY805" fmla="*/ 6559705 h 6857999"/>
              <a:gd name="connsiteX806" fmla="*/ 4411668 w 7143544"/>
              <a:gd name="connsiteY806" fmla="*/ 6560690 h 6857999"/>
              <a:gd name="connsiteX807" fmla="*/ 4417576 w 7143544"/>
              <a:gd name="connsiteY807" fmla="*/ 6596137 h 6857999"/>
              <a:gd name="connsiteX808" fmla="*/ 4337821 w 7143544"/>
              <a:gd name="connsiteY808" fmla="*/ 6594167 h 6857999"/>
              <a:gd name="connsiteX809" fmla="*/ 4294004 w 7143544"/>
              <a:gd name="connsiteY809" fmla="*/ 6607460 h 6857999"/>
              <a:gd name="connsiteX810" fmla="*/ 4317636 w 7143544"/>
              <a:gd name="connsiteY810" fmla="*/ 6642907 h 6857999"/>
              <a:gd name="connsiteX811" fmla="*/ 4251173 w 7143544"/>
              <a:gd name="connsiteY811" fmla="*/ 6607952 h 6857999"/>
              <a:gd name="connsiteX812" fmla="*/ 4178309 w 7143544"/>
              <a:gd name="connsiteY812" fmla="*/ 6628630 h 6857999"/>
              <a:gd name="connsiteX813" fmla="*/ 4189633 w 7143544"/>
              <a:gd name="connsiteY813" fmla="*/ 6660138 h 6857999"/>
              <a:gd name="connsiteX814" fmla="*/ 4136462 w 7143544"/>
              <a:gd name="connsiteY814" fmla="*/ 6659646 h 6857999"/>
              <a:gd name="connsiteX815" fmla="*/ 4069999 w 7143544"/>
              <a:gd name="connsiteY815" fmla="*/ 6665553 h 6857999"/>
              <a:gd name="connsiteX816" fmla="*/ 4062614 w 7143544"/>
              <a:gd name="connsiteY816" fmla="*/ 6666046 h 6857999"/>
              <a:gd name="connsiteX817" fmla="*/ 3938550 w 7143544"/>
              <a:gd name="connsiteY817" fmla="*/ 6632568 h 6857999"/>
              <a:gd name="connsiteX818" fmla="*/ 3944458 w 7143544"/>
              <a:gd name="connsiteY818" fmla="*/ 6671954 h 6857999"/>
              <a:gd name="connsiteX819" fmla="*/ 3909996 w 7143544"/>
              <a:gd name="connsiteY819" fmla="*/ 6687216 h 6857999"/>
              <a:gd name="connsiteX820" fmla="*/ 3870610 w 7143544"/>
              <a:gd name="connsiteY820" fmla="*/ 6702477 h 6857999"/>
              <a:gd name="connsiteX821" fmla="*/ 3742607 w 7143544"/>
              <a:gd name="connsiteY821" fmla="*/ 6714293 h 6857999"/>
              <a:gd name="connsiteX822" fmla="*/ 3727838 w 7143544"/>
              <a:gd name="connsiteY822" fmla="*/ 6714785 h 6857999"/>
              <a:gd name="connsiteX823" fmla="*/ 3673190 w 7143544"/>
              <a:gd name="connsiteY823" fmla="*/ 6733002 h 6857999"/>
              <a:gd name="connsiteX824" fmla="*/ 3685006 w 7143544"/>
              <a:gd name="connsiteY824" fmla="*/ 6792080 h 6857999"/>
              <a:gd name="connsiteX825" fmla="*/ 3693375 w 7143544"/>
              <a:gd name="connsiteY825" fmla="*/ 6778787 h 6857999"/>
              <a:gd name="connsiteX826" fmla="*/ 3778054 w 7143544"/>
              <a:gd name="connsiteY826" fmla="*/ 6771894 h 6857999"/>
              <a:gd name="connsiteX827" fmla="*/ 3807593 w 7143544"/>
              <a:gd name="connsiteY827" fmla="*/ 6820634 h 6857999"/>
              <a:gd name="connsiteX828" fmla="*/ 3675652 w 7143544"/>
              <a:gd name="connsiteY828" fmla="*/ 6848204 h 6857999"/>
              <a:gd name="connsiteX829" fmla="*/ 3590973 w 7143544"/>
              <a:gd name="connsiteY829" fmla="*/ 6802911 h 6857999"/>
              <a:gd name="connsiteX830" fmla="*/ 3539772 w 7143544"/>
              <a:gd name="connsiteY830" fmla="*/ 6841312 h 6857999"/>
              <a:gd name="connsiteX831" fmla="*/ 3457062 w 7143544"/>
              <a:gd name="connsiteY831" fmla="*/ 6858050 h 6857999"/>
              <a:gd name="connsiteX832" fmla="*/ 3479217 w 7143544"/>
              <a:gd name="connsiteY832" fmla="*/ 6807834 h 6857999"/>
              <a:gd name="connsiteX833" fmla="*/ 3532387 w 7143544"/>
              <a:gd name="connsiteY833" fmla="*/ 6803403 h 6857999"/>
              <a:gd name="connsiteX834" fmla="*/ 3530910 w 7143544"/>
              <a:gd name="connsiteY834" fmla="*/ 6791095 h 6857999"/>
              <a:gd name="connsiteX835" fmla="*/ 3502355 w 7143544"/>
              <a:gd name="connsiteY835" fmla="*/ 6795034 h 6857999"/>
              <a:gd name="connsiteX836" fmla="*/ 3495463 w 7143544"/>
              <a:gd name="connsiteY836" fmla="*/ 6786172 h 6857999"/>
              <a:gd name="connsiteX837" fmla="*/ 3540264 w 7143544"/>
              <a:gd name="connsiteY837" fmla="*/ 6750725 h 6857999"/>
              <a:gd name="connsiteX838" fmla="*/ 3549126 w 7143544"/>
              <a:gd name="connsiteY838" fmla="*/ 6761063 h 6857999"/>
              <a:gd name="connsiteX839" fmla="*/ 3534849 w 7143544"/>
              <a:gd name="connsiteY839" fmla="*/ 6772387 h 6857999"/>
              <a:gd name="connsiteX840" fmla="*/ 3539279 w 7143544"/>
              <a:gd name="connsiteY840" fmla="*/ 6782233 h 6857999"/>
              <a:gd name="connsiteX841" fmla="*/ 3602789 w 7143544"/>
              <a:gd name="connsiteY841" fmla="*/ 6745309 h 6857999"/>
              <a:gd name="connsiteX842" fmla="*/ 3491525 w 7143544"/>
              <a:gd name="connsiteY842" fmla="*/ 6741863 h 6857999"/>
              <a:gd name="connsiteX843" fmla="*/ 3454601 w 7143544"/>
              <a:gd name="connsiteY843" fmla="*/ 6741863 h 6857999"/>
              <a:gd name="connsiteX844" fmla="*/ 3369429 w 7143544"/>
              <a:gd name="connsiteY844" fmla="*/ 6747278 h 6857999"/>
              <a:gd name="connsiteX845" fmla="*/ 3296074 w 7143544"/>
              <a:gd name="connsiteY845" fmla="*/ 6739893 h 6857999"/>
              <a:gd name="connsiteX846" fmla="*/ 3283274 w 7143544"/>
              <a:gd name="connsiteY846" fmla="*/ 6746786 h 6857999"/>
              <a:gd name="connsiteX847" fmla="*/ 3283274 w 7143544"/>
              <a:gd name="connsiteY847" fmla="*/ 6746786 h 6857999"/>
              <a:gd name="connsiteX848" fmla="*/ 3165117 w 7143544"/>
              <a:gd name="connsiteY848" fmla="*/ 6728078 h 6857999"/>
              <a:gd name="connsiteX849" fmla="*/ 3162163 w 7143544"/>
              <a:gd name="connsiteY849" fmla="*/ 6739893 h 6857999"/>
              <a:gd name="connsiteX850" fmla="*/ 3177425 w 7143544"/>
              <a:gd name="connsiteY850" fmla="*/ 6752694 h 6857999"/>
              <a:gd name="connsiteX851" fmla="*/ 3106039 w 7143544"/>
              <a:gd name="connsiteY851" fmla="*/ 6727093 h 6857999"/>
              <a:gd name="connsiteX852" fmla="*/ 3101116 w 7143544"/>
              <a:gd name="connsiteY852" fmla="*/ 6772387 h 6857999"/>
              <a:gd name="connsiteX853" fmla="*/ 3171025 w 7143544"/>
              <a:gd name="connsiteY853" fmla="*/ 6800941 h 6857999"/>
              <a:gd name="connsiteX854" fmla="*/ 3115885 w 7143544"/>
              <a:gd name="connsiteY854" fmla="*/ 6848204 h 6857999"/>
              <a:gd name="connsiteX855" fmla="*/ 3026283 w 7143544"/>
              <a:gd name="connsiteY855" fmla="*/ 6790603 h 6857999"/>
              <a:gd name="connsiteX856" fmla="*/ 3036622 w 7143544"/>
              <a:gd name="connsiteY856" fmla="*/ 6789125 h 6857999"/>
              <a:gd name="connsiteX857" fmla="*/ 3095208 w 7143544"/>
              <a:gd name="connsiteY857" fmla="*/ 6756140 h 6857999"/>
              <a:gd name="connsiteX858" fmla="*/ 3055823 w 7143544"/>
              <a:gd name="connsiteY858" fmla="*/ 6725617 h 6857999"/>
              <a:gd name="connsiteX859" fmla="*/ 3005606 w 7143544"/>
              <a:gd name="connsiteY859" fmla="*/ 6717247 h 6857999"/>
              <a:gd name="connsiteX860" fmla="*/ 2993298 w 7143544"/>
              <a:gd name="connsiteY860" fmla="*/ 6687216 h 6857999"/>
              <a:gd name="connsiteX861" fmla="*/ 2960313 w 7143544"/>
              <a:gd name="connsiteY861" fmla="*/ 6731524 h 6857999"/>
              <a:gd name="connsiteX862" fmla="*/ 2998713 w 7143544"/>
              <a:gd name="connsiteY862" fmla="*/ 6844265 h 6857999"/>
              <a:gd name="connsiteX863" fmla="*/ 2937666 w 7143544"/>
              <a:gd name="connsiteY863" fmla="*/ 6805372 h 6857999"/>
              <a:gd name="connsiteX864" fmla="*/ 2933727 w 7143544"/>
              <a:gd name="connsiteY864" fmla="*/ 6830480 h 6857999"/>
              <a:gd name="connsiteX865" fmla="*/ 2892373 w 7143544"/>
              <a:gd name="connsiteY865" fmla="*/ 6823588 h 6857999"/>
              <a:gd name="connsiteX866" fmla="*/ 2913542 w 7143544"/>
              <a:gd name="connsiteY866" fmla="*/ 6803895 h 6857999"/>
              <a:gd name="connsiteX867" fmla="*/ 2895819 w 7143544"/>
              <a:gd name="connsiteY867" fmla="*/ 6801926 h 6857999"/>
              <a:gd name="connsiteX868" fmla="*/ 2867264 w 7143544"/>
              <a:gd name="connsiteY868" fmla="*/ 6789618 h 6857999"/>
              <a:gd name="connsiteX869" fmla="*/ 2891880 w 7143544"/>
              <a:gd name="connsiteY869" fmla="*/ 6774849 h 6857999"/>
              <a:gd name="connsiteX870" fmla="*/ 2933235 w 7143544"/>
              <a:gd name="connsiteY870" fmla="*/ 6743340 h 6857999"/>
              <a:gd name="connsiteX871" fmla="*/ 2878588 w 7143544"/>
              <a:gd name="connsiteY871" fmla="*/ 6749248 h 6857999"/>
              <a:gd name="connsiteX872" fmla="*/ 2868249 w 7143544"/>
              <a:gd name="connsiteY872" fmla="*/ 6717739 h 6857999"/>
              <a:gd name="connsiteX873" fmla="*/ 2792924 w 7143544"/>
              <a:gd name="connsiteY873" fmla="*/ 6677369 h 6857999"/>
              <a:gd name="connsiteX874" fmla="*/ 2767324 w 7143544"/>
              <a:gd name="connsiteY874" fmla="*/ 6682292 h 6857999"/>
              <a:gd name="connsiteX875" fmla="*/ 2770278 w 7143544"/>
              <a:gd name="connsiteY875" fmla="*/ 6703462 h 6857999"/>
              <a:gd name="connsiteX876" fmla="*/ 2782586 w 7143544"/>
              <a:gd name="connsiteY876" fmla="*/ 6716755 h 6857999"/>
              <a:gd name="connsiteX877" fmla="*/ 2710707 w 7143544"/>
              <a:gd name="connsiteY877" fmla="*/ 6675892 h 6857999"/>
              <a:gd name="connsiteX878" fmla="*/ 2667383 w 7143544"/>
              <a:gd name="connsiteY878" fmla="*/ 6675892 h 6857999"/>
              <a:gd name="connsiteX879" fmla="*/ 2665414 w 7143544"/>
              <a:gd name="connsiteY879" fmla="*/ 6682292 h 6857999"/>
              <a:gd name="connsiteX880" fmla="*/ 2696430 w 7143544"/>
              <a:gd name="connsiteY880" fmla="*/ 6693123 h 6857999"/>
              <a:gd name="connsiteX881" fmla="*/ 2689045 w 7143544"/>
              <a:gd name="connsiteY881" fmla="*/ 6698539 h 6857999"/>
              <a:gd name="connsiteX882" fmla="*/ 2721538 w 7143544"/>
              <a:gd name="connsiteY882" fmla="*/ 6747278 h 6857999"/>
              <a:gd name="connsiteX883" fmla="*/ 2691999 w 7143544"/>
              <a:gd name="connsiteY883" fmla="*/ 6778787 h 6857999"/>
              <a:gd name="connsiteX884" fmla="*/ 2660490 w 7143544"/>
              <a:gd name="connsiteY884" fmla="*/ 6751217 h 6857999"/>
              <a:gd name="connsiteX885" fmla="*/ 2530026 w 7143544"/>
              <a:gd name="connsiteY885" fmla="*/ 6712324 h 6857999"/>
              <a:gd name="connsiteX886" fmla="*/ 2591566 w 7143544"/>
              <a:gd name="connsiteY886" fmla="*/ 6701001 h 6857999"/>
              <a:gd name="connsiteX887" fmla="*/ 2529534 w 7143544"/>
              <a:gd name="connsiteY887" fmla="*/ 6662107 h 6857999"/>
              <a:gd name="connsiteX888" fmla="*/ 2531503 w 7143544"/>
              <a:gd name="connsiteY888" fmla="*/ 6649800 h 6857999"/>
              <a:gd name="connsiteX889" fmla="*/ 2467994 w 7143544"/>
              <a:gd name="connsiteY889" fmla="*/ 6666538 h 6857999"/>
              <a:gd name="connsiteX890" fmla="*/ 2480794 w 7143544"/>
              <a:gd name="connsiteY890" fmla="*/ 6710847 h 6857999"/>
              <a:gd name="connsiteX891" fmla="*/ 2359684 w 7143544"/>
              <a:gd name="connsiteY891" fmla="*/ 6692631 h 6857999"/>
              <a:gd name="connsiteX892" fmla="*/ 2371007 w 7143544"/>
              <a:gd name="connsiteY892" fmla="*/ 6614845 h 6857999"/>
              <a:gd name="connsiteX893" fmla="*/ 2329652 w 7143544"/>
              <a:gd name="connsiteY893" fmla="*/ 6615829 h 6857999"/>
              <a:gd name="connsiteX894" fmla="*/ 2305036 w 7143544"/>
              <a:gd name="connsiteY894" fmla="*/ 6636999 h 6857999"/>
              <a:gd name="connsiteX895" fmla="*/ 2249897 w 7143544"/>
              <a:gd name="connsiteY895" fmla="*/ 6659646 h 6857999"/>
              <a:gd name="connsiteX896" fmla="*/ 2159802 w 7143544"/>
              <a:gd name="connsiteY896" fmla="*/ 6599583 h 6857999"/>
              <a:gd name="connsiteX897" fmla="*/ 2104663 w 7143544"/>
              <a:gd name="connsiteY897" fmla="*/ 6598598 h 6857999"/>
              <a:gd name="connsiteX898" fmla="*/ 2054446 w 7143544"/>
              <a:gd name="connsiteY898" fmla="*/ 6574967 h 6857999"/>
              <a:gd name="connsiteX899" fmla="*/ 2094324 w 7143544"/>
              <a:gd name="connsiteY899" fmla="*/ 6554782 h 6857999"/>
              <a:gd name="connsiteX900" fmla="*/ 1992906 w 7143544"/>
              <a:gd name="connsiteY900" fmla="*/ 6497181 h 6857999"/>
              <a:gd name="connsiteX901" fmla="*/ 1997829 w 7143544"/>
              <a:gd name="connsiteY901" fmla="*/ 6476011 h 6857999"/>
              <a:gd name="connsiteX902" fmla="*/ 1909212 w 7143544"/>
              <a:gd name="connsiteY902" fmla="*/ 6441056 h 6857999"/>
              <a:gd name="connsiteX903" fmla="*/ 1882135 w 7143544"/>
              <a:gd name="connsiteY903" fmla="*/ 6424810 h 6857999"/>
              <a:gd name="connsiteX904" fmla="*/ 1875242 w 7143544"/>
              <a:gd name="connsiteY904" fmla="*/ 6433671 h 6857999"/>
              <a:gd name="connsiteX905" fmla="*/ 1906258 w 7143544"/>
              <a:gd name="connsiteY905" fmla="*/ 6503088 h 6857999"/>
              <a:gd name="connsiteX906" fmla="*/ 1850626 w 7143544"/>
              <a:gd name="connsiteY906" fmla="*/ 6494227 h 6857999"/>
              <a:gd name="connsiteX907" fmla="*/ 1780225 w 7143544"/>
              <a:gd name="connsiteY907" fmla="*/ 6462226 h 6857999"/>
              <a:gd name="connsiteX908" fmla="*/ 1765455 w 7143544"/>
              <a:gd name="connsiteY908" fmla="*/ 6427764 h 6857999"/>
              <a:gd name="connsiteX909" fmla="*/ 1803856 w 7143544"/>
              <a:gd name="connsiteY909" fmla="*/ 6399701 h 6857999"/>
              <a:gd name="connsiteX910" fmla="*/ 1694561 w 7143544"/>
              <a:gd name="connsiteY910" fmla="*/ 6345546 h 6857999"/>
              <a:gd name="connsiteX911" fmla="*/ 1688161 w 7143544"/>
              <a:gd name="connsiteY911" fmla="*/ 6354408 h 6857999"/>
              <a:gd name="connsiteX912" fmla="*/ 1735916 w 7143544"/>
              <a:gd name="connsiteY912" fmla="*/ 6394778 h 6857999"/>
              <a:gd name="connsiteX913" fmla="*/ 1692100 w 7143544"/>
              <a:gd name="connsiteY913" fmla="*/ 6431210 h 6857999"/>
              <a:gd name="connsiteX914" fmla="*/ 1674376 w 7143544"/>
              <a:gd name="connsiteY914" fmla="*/ 6365731 h 6857999"/>
              <a:gd name="connsiteX915" fmla="*/ 1624652 w 7143544"/>
              <a:gd name="connsiteY915" fmla="*/ 6284006 h 6857999"/>
              <a:gd name="connsiteX916" fmla="*/ 1695546 w 7143544"/>
              <a:gd name="connsiteY916" fmla="*/ 6309115 h 6857999"/>
              <a:gd name="connsiteX917" fmla="*/ 1698500 w 7143544"/>
              <a:gd name="connsiteY917" fmla="*/ 6301730 h 6857999"/>
              <a:gd name="connsiteX918" fmla="*/ 1657637 w 7143544"/>
              <a:gd name="connsiteY918" fmla="*/ 6250036 h 6857999"/>
              <a:gd name="connsiteX919" fmla="*/ 1648283 w 7143544"/>
              <a:gd name="connsiteY919" fmla="*/ 6253483 h 6857999"/>
              <a:gd name="connsiteX920" fmla="*/ 1526188 w 7143544"/>
              <a:gd name="connsiteY920" fmla="*/ 6197358 h 6857999"/>
              <a:gd name="connsiteX921" fmla="*/ 1591174 w 7143544"/>
              <a:gd name="connsiteY921" fmla="*/ 6267760 h 6857999"/>
              <a:gd name="connsiteX922" fmla="*/ 1535050 w 7143544"/>
              <a:gd name="connsiteY922" fmla="*/ 6238713 h 6857999"/>
              <a:gd name="connsiteX923" fmla="*/ 1571974 w 7143544"/>
              <a:gd name="connsiteY923" fmla="*/ 6316992 h 6857999"/>
              <a:gd name="connsiteX924" fmla="*/ 1539481 w 7143544"/>
              <a:gd name="connsiteY924" fmla="*/ 6317977 h 6857999"/>
              <a:gd name="connsiteX925" fmla="*/ 1517819 w 7143544"/>
              <a:gd name="connsiteY925" fmla="*/ 6260868 h 6857999"/>
              <a:gd name="connsiteX926" fmla="*/ 1513880 w 7143544"/>
              <a:gd name="connsiteY926" fmla="*/ 6208189 h 6857999"/>
              <a:gd name="connsiteX927" fmla="*/ 1463664 w 7143544"/>
              <a:gd name="connsiteY927" fmla="*/ 6197358 h 6857999"/>
              <a:gd name="connsiteX928" fmla="*/ 1420340 w 7143544"/>
              <a:gd name="connsiteY928" fmla="*/ 6183573 h 6857999"/>
              <a:gd name="connsiteX929" fmla="*/ 1412955 w 7143544"/>
              <a:gd name="connsiteY929" fmla="*/ 6194405 h 6857999"/>
              <a:gd name="connsiteX930" fmla="*/ 1456279 w 7143544"/>
              <a:gd name="connsiteY930" fmla="*/ 6243144 h 6857999"/>
              <a:gd name="connsiteX931" fmla="*/ 1449879 w 7143544"/>
              <a:gd name="connsiteY931" fmla="*/ 6251514 h 6857999"/>
              <a:gd name="connsiteX932" fmla="*/ 1410985 w 7143544"/>
              <a:gd name="connsiteY932" fmla="*/ 6235760 h 6857999"/>
              <a:gd name="connsiteX933" fmla="*/ 1307106 w 7143544"/>
              <a:gd name="connsiteY933" fmla="*/ 6199820 h 6857999"/>
              <a:gd name="connsiteX934" fmla="*/ 1277567 w 7143544"/>
              <a:gd name="connsiteY934" fmla="*/ 6170773 h 6857999"/>
              <a:gd name="connsiteX935" fmla="*/ 1224397 w 7143544"/>
              <a:gd name="connsiteY935" fmla="*/ 6115142 h 6857999"/>
              <a:gd name="connsiteX936" fmla="*/ 1193873 w 7143544"/>
              <a:gd name="connsiteY936" fmla="*/ 6084617 h 6857999"/>
              <a:gd name="connsiteX937" fmla="*/ 1163842 w 7143544"/>
              <a:gd name="connsiteY937" fmla="*/ 6044247 h 6857999"/>
              <a:gd name="connsiteX938" fmla="*/ 1126918 w 7143544"/>
              <a:gd name="connsiteY938" fmla="*/ 6011262 h 6857999"/>
              <a:gd name="connsiteX939" fmla="*/ 1126918 w 7143544"/>
              <a:gd name="connsiteY939" fmla="*/ 5927075 h 6857999"/>
              <a:gd name="connsiteX940" fmla="*/ 1108210 w 7143544"/>
              <a:gd name="connsiteY940" fmla="*/ 5869474 h 6857999"/>
              <a:gd name="connsiteX941" fmla="*/ 1084578 w 7143544"/>
              <a:gd name="connsiteY941" fmla="*/ 5929537 h 6857999"/>
              <a:gd name="connsiteX942" fmla="*/ 1054054 w 7143544"/>
              <a:gd name="connsiteY942" fmla="*/ 5973846 h 6857999"/>
              <a:gd name="connsiteX943" fmla="*/ 1062916 w 7143544"/>
              <a:gd name="connsiteY943" fmla="*/ 5881782 h 6857999"/>
              <a:gd name="connsiteX944" fmla="*/ 1060947 w 7143544"/>
              <a:gd name="connsiteY944" fmla="*/ 5798580 h 6857999"/>
              <a:gd name="connsiteX945" fmla="*/ 1045193 w 7143544"/>
              <a:gd name="connsiteY945" fmla="*/ 5795627 h 6857999"/>
              <a:gd name="connsiteX946" fmla="*/ 1028454 w 7143544"/>
              <a:gd name="connsiteY946" fmla="*/ 5834027 h 6857999"/>
              <a:gd name="connsiteX947" fmla="*/ 1021069 w 7143544"/>
              <a:gd name="connsiteY947" fmla="*/ 5832058 h 6857999"/>
              <a:gd name="connsiteX948" fmla="*/ 995468 w 7143544"/>
              <a:gd name="connsiteY948" fmla="*/ 5880797 h 6857999"/>
              <a:gd name="connsiteX949" fmla="*/ 977745 w 7143544"/>
              <a:gd name="connsiteY949" fmla="*/ 5872920 h 6857999"/>
              <a:gd name="connsiteX950" fmla="*/ 998915 w 7143544"/>
              <a:gd name="connsiteY950" fmla="*/ 5816796 h 6857999"/>
              <a:gd name="connsiteX951" fmla="*/ 941313 w 7143544"/>
              <a:gd name="connsiteY951" fmla="*/ 5742456 h 6857999"/>
              <a:gd name="connsiteX952" fmla="*/ 970853 w 7143544"/>
              <a:gd name="connsiteY952" fmla="*/ 5723748 h 6857999"/>
              <a:gd name="connsiteX953" fmla="*/ 926544 w 7143544"/>
              <a:gd name="connsiteY953" fmla="*/ 5675008 h 6857999"/>
              <a:gd name="connsiteX954" fmla="*/ 944760 w 7143544"/>
              <a:gd name="connsiteY954" fmla="*/ 5739994 h 6857999"/>
              <a:gd name="connsiteX955" fmla="*/ 287514 w 7143544"/>
              <a:gd name="connsiteY955" fmla="*/ 2835806 h 6857999"/>
              <a:gd name="connsiteX956" fmla="*/ 277175 w 7143544"/>
              <a:gd name="connsiteY956" fmla="*/ 2833345 h 6857999"/>
              <a:gd name="connsiteX957" fmla="*/ 276683 w 7143544"/>
              <a:gd name="connsiteY957" fmla="*/ 2797897 h 6857999"/>
              <a:gd name="connsiteX958" fmla="*/ 266837 w 7143544"/>
              <a:gd name="connsiteY958" fmla="*/ 2773282 h 6857999"/>
              <a:gd name="connsiteX959" fmla="*/ 204805 w 7143544"/>
              <a:gd name="connsiteY959" fmla="*/ 2787066 h 6857999"/>
              <a:gd name="connsiteX960" fmla="*/ 208743 w 7143544"/>
              <a:gd name="connsiteY960" fmla="*/ 2800851 h 6857999"/>
              <a:gd name="connsiteX961" fmla="*/ 211697 w 7143544"/>
              <a:gd name="connsiteY961" fmla="*/ 2827929 h 6857999"/>
              <a:gd name="connsiteX962" fmla="*/ 282099 w 7143544"/>
              <a:gd name="connsiteY962" fmla="*/ 2874207 h 6857999"/>
              <a:gd name="connsiteX963" fmla="*/ 272252 w 7143544"/>
              <a:gd name="connsiteY963" fmla="*/ 2936731 h 6857999"/>
              <a:gd name="connsiteX964" fmla="*/ 272745 w 7143544"/>
              <a:gd name="connsiteY964" fmla="*/ 3075073 h 6857999"/>
              <a:gd name="connsiteX965" fmla="*/ 230897 w 7143544"/>
              <a:gd name="connsiteY965" fmla="*/ 3210953 h 6857999"/>
              <a:gd name="connsiteX966" fmla="*/ 185604 w 7143544"/>
              <a:gd name="connsiteY966" fmla="*/ 3203076 h 6857999"/>
              <a:gd name="connsiteX967" fmla="*/ 181666 w 7143544"/>
              <a:gd name="connsiteY967" fmla="*/ 3266585 h 6857999"/>
              <a:gd name="connsiteX968" fmla="*/ 222528 w 7143544"/>
              <a:gd name="connsiteY968" fmla="*/ 3279385 h 6857999"/>
              <a:gd name="connsiteX969" fmla="*/ 233851 w 7143544"/>
              <a:gd name="connsiteY969" fmla="*/ 3233600 h 6857999"/>
              <a:gd name="connsiteX970" fmla="*/ 245667 w 7143544"/>
              <a:gd name="connsiteY970" fmla="*/ 3234092 h 6857999"/>
              <a:gd name="connsiteX971" fmla="*/ 270775 w 7143544"/>
              <a:gd name="connsiteY971" fmla="*/ 3347325 h 6857999"/>
              <a:gd name="connsiteX972" fmla="*/ 291945 w 7143544"/>
              <a:gd name="connsiteY972" fmla="*/ 3323202 h 6857999"/>
              <a:gd name="connsiteX973" fmla="*/ 272745 w 7143544"/>
              <a:gd name="connsiteY973" fmla="*/ 3293170 h 6857999"/>
              <a:gd name="connsiteX974" fmla="*/ 311145 w 7143544"/>
              <a:gd name="connsiteY974" fmla="*/ 3288247 h 6857999"/>
              <a:gd name="connsiteX975" fmla="*/ 314592 w 7143544"/>
              <a:gd name="connsiteY975" fmla="*/ 3263139 h 6857999"/>
              <a:gd name="connsiteX976" fmla="*/ 311638 w 7143544"/>
              <a:gd name="connsiteY976" fmla="*/ 3145967 h 6857999"/>
              <a:gd name="connsiteX977" fmla="*/ 321976 w 7143544"/>
              <a:gd name="connsiteY977" fmla="*/ 3097720 h 6857999"/>
              <a:gd name="connsiteX978" fmla="*/ 342162 w 7143544"/>
              <a:gd name="connsiteY978" fmla="*/ 3074581 h 6857999"/>
              <a:gd name="connsiteX979" fmla="*/ 303268 w 7143544"/>
              <a:gd name="connsiteY979" fmla="*/ 2985963 h 6857999"/>
              <a:gd name="connsiteX980" fmla="*/ 337238 w 7143544"/>
              <a:gd name="connsiteY980" fmla="*/ 2850576 h 6857999"/>
              <a:gd name="connsiteX981" fmla="*/ 335269 w 7143544"/>
              <a:gd name="connsiteY981" fmla="*/ 2721096 h 6857999"/>
              <a:gd name="connsiteX982" fmla="*/ 287514 w 7143544"/>
              <a:gd name="connsiteY982" fmla="*/ 2835806 h 6857999"/>
              <a:gd name="connsiteX983" fmla="*/ 275699 w 7143544"/>
              <a:gd name="connsiteY983" fmla="*/ 2511860 h 6857999"/>
              <a:gd name="connsiteX984" fmla="*/ 371701 w 7143544"/>
              <a:gd name="connsiteY984" fmla="*/ 2527614 h 6857999"/>
              <a:gd name="connsiteX985" fmla="*/ 331823 w 7143544"/>
              <a:gd name="connsiteY985" fmla="*/ 2646756 h 6857999"/>
              <a:gd name="connsiteX986" fmla="*/ 284560 w 7143544"/>
              <a:gd name="connsiteY986" fmla="*/ 2642325 h 6857999"/>
              <a:gd name="connsiteX987" fmla="*/ 337731 w 7143544"/>
              <a:gd name="connsiteY987" fmla="*/ 2723557 h 6857999"/>
              <a:gd name="connsiteX988" fmla="*/ 406163 w 7143544"/>
              <a:gd name="connsiteY988" fmla="*/ 2646263 h 6857999"/>
              <a:gd name="connsiteX989" fmla="*/ 400747 w 7143544"/>
              <a:gd name="connsiteY989" fmla="*/ 2637894 h 6857999"/>
              <a:gd name="connsiteX990" fmla="*/ 351023 w 7143544"/>
              <a:gd name="connsiteY990" fmla="*/ 2641832 h 6857999"/>
              <a:gd name="connsiteX991" fmla="*/ 444072 w 7143544"/>
              <a:gd name="connsiteY991" fmla="*/ 2522199 h 6857999"/>
              <a:gd name="connsiteX992" fmla="*/ 481488 w 7143544"/>
              <a:gd name="connsiteY992" fmla="*/ 2406504 h 6857999"/>
              <a:gd name="connsiteX993" fmla="*/ 453918 w 7143544"/>
              <a:gd name="connsiteY993" fmla="*/ 2393211 h 6857999"/>
              <a:gd name="connsiteX994" fmla="*/ 493303 w 7143544"/>
              <a:gd name="connsiteY994" fmla="*/ 2346441 h 6857999"/>
              <a:gd name="connsiteX995" fmla="*/ 475580 w 7143544"/>
              <a:gd name="connsiteY995" fmla="*/ 2344964 h 6857999"/>
              <a:gd name="connsiteX996" fmla="*/ 457364 w 7143544"/>
              <a:gd name="connsiteY996" fmla="*/ 2315425 h 6857999"/>
              <a:gd name="connsiteX997" fmla="*/ 475580 w 7143544"/>
              <a:gd name="connsiteY997" fmla="*/ 2276040 h 6857999"/>
              <a:gd name="connsiteX998" fmla="*/ 515458 w 7143544"/>
              <a:gd name="connsiteY998" fmla="*/ 2219915 h 6857999"/>
              <a:gd name="connsiteX999" fmla="*/ 453426 w 7143544"/>
              <a:gd name="connsiteY999" fmla="*/ 2237146 h 6857999"/>
              <a:gd name="connsiteX1000" fmla="*/ 417979 w 7143544"/>
              <a:gd name="connsiteY1000" fmla="*/ 2290809 h 6857999"/>
              <a:gd name="connsiteX1001" fmla="*/ 353977 w 7143544"/>
              <a:gd name="connsiteY1001" fmla="*/ 2264716 h 6857999"/>
              <a:gd name="connsiteX1002" fmla="*/ 410594 w 7143544"/>
              <a:gd name="connsiteY1002" fmla="*/ 2336595 h 6857999"/>
              <a:gd name="connsiteX1003" fmla="*/ 408625 w 7143544"/>
              <a:gd name="connsiteY1003" fmla="*/ 2361211 h 6857999"/>
              <a:gd name="connsiteX1004" fmla="*/ 402717 w 7143544"/>
              <a:gd name="connsiteY1004" fmla="*/ 2402073 h 6857999"/>
              <a:gd name="connsiteX1005" fmla="*/ 364808 w 7143544"/>
              <a:gd name="connsiteY1005" fmla="*/ 2416350 h 6857999"/>
              <a:gd name="connsiteX1006" fmla="*/ 269791 w 7143544"/>
              <a:gd name="connsiteY1006" fmla="*/ 2435551 h 6857999"/>
              <a:gd name="connsiteX1007" fmla="*/ 275699 w 7143544"/>
              <a:gd name="connsiteY1007" fmla="*/ 2511860 h 6857999"/>
              <a:gd name="connsiteX1008" fmla="*/ 183635 w 7143544"/>
              <a:gd name="connsiteY1008" fmla="*/ 2956424 h 6857999"/>
              <a:gd name="connsiteX1009" fmla="*/ 171327 w 7143544"/>
              <a:gd name="connsiteY1009" fmla="*/ 2956424 h 6857999"/>
              <a:gd name="connsiteX1010" fmla="*/ 142772 w 7143544"/>
              <a:gd name="connsiteY1010" fmla="*/ 3074581 h 6857999"/>
              <a:gd name="connsiteX1011" fmla="*/ 180189 w 7143544"/>
              <a:gd name="connsiteY1011" fmla="*/ 3103135 h 6857999"/>
              <a:gd name="connsiteX1012" fmla="*/ 246652 w 7143544"/>
              <a:gd name="connsiteY1012" fmla="*/ 3029287 h 6857999"/>
              <a:gd name="connsiteX1013" fmla="*/ 257975 w 7143544"/>
              <a:gd name="connsiteY1013" fmla="*/ 2974148 h 6857999"/>
              <a:gd name="connsiteX1014" fmla="*/ 258467 w 7143544"/>
              <a:gd name="connsiteY1014" fmla="*/ 2904731 h 6857999"/>
              <a:gd name="connsiteX1015" fmla="*/ 247636 w 7143544"/>
              <a:gd name="connsiteY1015" fmla="*/ 2905223 h 6857999"/>
              <a:gd name="connsiteX1016" fmla="*/ 239759 w 7143544"/>
              <a:gd name="connsiteY1016" fmla="*/ 2987440 h 6857999"/>
              <a:gd name="connsiteX1017" fmla="*/ 221543 w 7143544"/>
              <a:gd name="connsiteY1017" fmla="*/ 3009595 h 6857999"/>
              <a:gd name="connsiteX1018" fmla="*/ 196928 w 7143544"/>
              <a:gd name="connsiteY1018" fmla="*/ 2992856 h 6857999"/>
              <a:gd name="connsiteX1019" fmla="*/ 183635 w 7143544"/>
              <a:gd name="connsiteY1019" fmla="*/ 2956424 h 6857999"/>
              <a:gd name="connsiteX1020" fmla="*/ 371208 w 7143544"/>
              <a:gd name="connsiteY1020" fmla="*/ 3863768 h 6857999"/>
              <a:gd name="connsiteX1021" fmla="*/ 303761 w 7143544"/>
              <a:gd name="connsiteY1021" fmla="*/ 3909553 h 6857999"/>
              <a:gd name="connsiteX1022" fmla="*/ 315576 w 7143544"/>
              <a:gd name="connsiteY1022" fmla="*/ 3993247 h 6857999"/>
              <a:gd name="connsiteX1023" fmla="*/ 388932 w 7143544"/>
              <a:gd name="connsiteY1023" fmla="*/ 4066110 h 6857999"/>
              <a:gd name="connsiteX1024" fmla="*/ 371208 w 7143544"/>
              <a:gd name="connsiteY1024" fmla="*/ 3863768 h 6857999"/>
              <a:gd name="connsiteX1025" fmla="*/ 5681851 w 7143544"/>
              <a:gd name="connsiteY1025" fmla="*/ 1340634 h 6857999"/>
              <a:gd name="connsiteX1026" fmla="*/ 5662158 w 7143544"/>
              <a:gd name="connsiteY1026" fmla="*/ 1280571 h 6857999"/>
              <a:gd name="connsiteX1027" fmla="*/ 5592741 w 7143544"/>
              <a:gd name="connsiteY1027" fmla="*/ 1216570 h 6857999"/>
              <a:gd name="connsiteX1028" fmla="*/ 5566648 w 7143544"/>
              <a:gd name="connsiteY1028" fmla="*/ 1233308 h 6857999"/>
              <a:gd name="connsiteX1029" fmla="*/ 5585849 w 7143544"/>
              <a:gd name="connsiteY1029" fmla="*/ 1255463 h 6857999"/>
              <a:gd name="connsiteX1030" fmla="*/ 5634588 w 7143544"/>
              <a:gd name="connsiteY1030" fmla="*/ 1301741 h 6857999"/>
              <a:gd name="connsiteX1031" fmla="*/ 5681851 w 7143544"/>
              <a:gd name="connsiteY1031" fmla="*/ 1340634 h 6857999"/>
              <a:gd name="connsiteX1032" fmla="*/ 308192 w 7143544"/>
              <a:gd name="connsiteY1032" fmla="*/ 3346341 h 6857999"/>
              <a:gd name="connsiteX1033" fmla="*/ 297361 w 7143544"/>
              <a:gd name="connsiteY1033" fmla="*/ 3341417 h 6857999"/>
              <a:gd name="connsiteX1034" fmla="*/ 261914 w 7143544"/>
              <a:gd name="connsiteY1034" fmla="*/ 3384741 h 6857999"/>
              <a:gd name="connsiteX1035" fmla="*/ 196928 w 7143544"/>
              <a:gd name="connsiteY1035" fmla="*/ 3432989 h 6857999"/>
              <a:gd name="connsiteX1036" fmla="*/ 217605 w 7143544"/>
              <a:gd name="connsiteY1036" fmla="*/ 3459574 h 6857999"/>
              <a:gd name="connsiteX1037" fmla="*/ 258467 w 7143544"/>
              <a:gd name="connsiteY1037" fmla="*/ 3448743 h 6857999"/>
              <a:gd name="connsiteX1038" fmla="*/ 258467 w 7143544"/>
              <a:gd name="connsiteY1038" fmla="*/ 3493544 h 6857999"/>
              <a:gd name="connsiteX1039" fmla="*/ 266837 w 7143544"/>
              <a:gd name="connsiteY1039" fmla="*/ 3494529 h 6857999"/>
              <a:gd name="connsiteX1040" fmla="*/ 278160 w 7143544"/>
              <a:gd name="connsiteY1040" fmla="*/ 3466959 h 6857999"/>
              <a:gd name="connsiteX1041" fmla="*/ 305730 w 7143544"/>
              <a:gd name="connsiteY1041" fmla="*/ 3481236 h 6857999"/>
              <a:gd name="connsiteX1042" fmla="*/ 296376 w 7143544"/>
              <a:gd name="connsiteY1042" fmla="*/ 3413788 h 6857999"/>
              <a:gd name="connsiteX1043" fmla="*/ 308192 w 7143544"/>
              <a:gd name="connsiteY1043" fmla="*/ 3346341 h 6857999"/>
              <a:gd name="connsiteX1044" fmla="*/ 296868 w 7143544"/>
              <a:gd name="connsiteY1044" fmla="*/ 3638286 h 6857999"/>
              <a:gd name="connsiteX1045" fmla="*/ 276191 w 7143544"/>
              <a:gd name="connsiteY1045" fmla="*/ 3670779 h 6857999"/>
              <a:gd name="connsiteX1046" fmla="*/ 287022 w 7143544"/>
              <a:gd name="connsiteY1046" fmla="*/ 3751026 h 6857999"/>
              <a:gd name="connsiteX1047" fmla="*/ 307207 w 7143544"/>
              <a:gd name="connsiteY1047" fmla="*/ 3755950 h 6857999"/>
              <a:gd name="connsiteX1048" fmla="*/ 303761 w 7143544"/>
              <a:gd name="connsiteY1048" fmla="*/ 3811089 h 6857999"/>
              <a:gd name="connsiteX1049" fmla="*/ 342654 w 7143544"/>
              <a:gd name="connsiteY1049" fmla="*/ 3728872 h 6857999"/>
              <a:gd name="connsiteX1050" fmla="*/ 296868 w 7143544"/>
              <a:gd name="connsiteY1050" fmla="*/ 3638286 h 6857999"/>
              <a:gd name="connsiteX1051" fmla="*/ 168373 w 7143544"/>
              <a:gd name="connsiteY1051" fmla="*/ 2626078 h 6857999"/>
              <a:gd name="connsiteX1052" fmla="*/ 161973 w 7143544"/>
              <a:gd name="connsiteY1052" fmla="*/ 2640848 h 6857999"/>
              <a:gd name="connsiteX1053" fmla="*/ 224497 w 7143544"/>
              <a:gd name="connsiteY1053" fmla="*/ 2696972 h 6857999"/>
              <a:gd name="connsiteX1054" fmla="*/ 249606 w 7143544"/>
              <a:gd name="connsiteY1054" fmla="*/ 2619678 h 6857999"/>
              <a:gd name="connsiteX1055" fmla="*/ 262406 w 7143544"/>
              <a:gd name="connsiteY1055" fmla="*/ 2549277 h 6857999"/>
              <a:gd name="connsiteX1056" fmla="*/ 195451 w 7143544"/>
              <a:gd name="connsiteY1056" fmla="*/ 2606385 h 6857999"/>
              <a:gd name="connsiteX1057" fmla="*/ 205789 w 7143544"/>
              <a:gd name="connsiteY1057" fmla="*/ 2615740 h 6857999"/>
              <a:gd name="connsiteX1058" fmla="*/ 168373 w 7143544"/>
              <a:gd name="connsiteY1058" fmla="*/ 2626078 h 6857999"/>
              <a:gd name="connsiteX1059" fmla="*/ 1281013 w 7143544"/>
              <a:gd name="connsiteY1059" fmla="*/ 6122526 h 6857999"/>
              <a:gd name="connsiteX1060" fmla="*/ 1324338 w 7143544"/>
              <a:gd name="connsiteY1060" fmla="*/ 6178158 h 6857999"/>
              <a:gd name="connsiteX1061" fmla="*/ 1350923 w 7143544"/>
              <a:gd name="connsiteY1061" fmla="*/ 6154527 h 6857999"/>
              <a:gd name="connsiteX1062" fmla="*/ 1411478 w 7143544"/>
              <a:gd name="connsiteY1062" fmla="*/ 6173235 h 6857999"/>
              <a:gd name="connsiteX1063" fmla="*/ 1396216 w 7143544"/>
              <a:gd name="connsiteY1063" fmla="*/ 6139757 h 6857999"/>
              <a:gd name="connsiteX1064" fmla="*/ 1334676 w 7143544"/>
              <a:gd name="connsiteY1064" fmla="*/ 6113172 h 6857999"/>
              <a:gd name="connsiteX1065" fmla="*/ 1281013 w 7143544"/>
              <a:gd name="connsiteY1065" fmla="*/ 6122526 h 6857999"/>
              <a:gd name="connsiteX1066" fmla="*/ 172804 w 7143544"/>
              <a:gd name="connsiteY1066" fmla="*/ 4064141 h 6857999"/>
              <a:gd name="connsiteX1067" fmla="*/ 160496 w 7143544"/>
              <a:gd name="connsiteY1067" fmla="*/ 4073495 h 6857999"/>
              <a:gd name="connsiteX1068" fmla="*/ 168373 w 7143544"/>
              <a:gd name="connsiteY1068" fmla="*/ 4112881 h 6857999"/>
              <a:gd name="connsiteX1069" fmla="*/ 203820 w 7143544"/>
              <a:gd name="connsiteY1069" fmla="*/ 4112881 h 6857999"/>
              <a:gd name="connsiteX1070" fmla="*/ 234836 w 7143544"/>
              <a:gd name="connsiteY1070" fmla="*/ 4109927 h 6857999"/>
              <a:gd name="connsiteX1071" fmla="*/ 235821 w 7143544"/>
              <a:gd name="connsiteY1071" fmla="*/ 4117804 h 6857999"/>
              <a:gd name="connsiteX1072" fmla="*/ 209728 w 7143544"/>
              <a:gd name="connsiteY1072" fmla="*/ 4138974 h 6857999"/>
              <a:gd name="connsiteX1073" fmla="*/ 229913 w 7143544"/>
              <a:gd name="connsiteY1073" fmla="*/ 4168020 h 6857999"/>
              <a:gd name="connsiteX1074" fmla="*/ 258467 w 7143544"/>
              <a:gd name="connsiteY1074" fmla="*/ 4163097 h 6857999"/>
              <a:gd name="connsiteX1075" fmla="*/ 243205 w 7143544"/>
              <a:gd name="connsiteY1075" fmla="*/ 4106481 h 6857999"/>
              <a:gd name="connsiteX1076" fmla="*/ 172804 w 7143544"/>
              <a:gd name="connsiteY1076" fmla="*/ 4064141 h 6857999"/>
              <a:gd name="connsiteX1077" fmla="*/ 6762983 w 7143544"/>
              <a:gd name="connsiteY1077" fmla="*/ 4206421 h 6857999"/>
              <a:gd name="connsiteX1078" fmla="*/ 6836831 w 7143544"/>
              <a:gd name="connsiteY1078" fmla="*/ 4121743 h 6857999"/>
              <a:gd name="connsiteX1079" fmla="*/ 6762983 w 7143544"/>
              <a:gd name="connsiteY1079" fmla="*/ 4206421 h 6857999"/>
              <a:gd name="connsiteX1080" fmla="*/ 4387545 w 7143544"/>
              <a:gd name="connsiteY1080" fmla="*/ 6287453 h 6857999"/>
              <a:gd name="connsiteX1081" fmla="*/ 4516532 w 7143544"/>
              <a:gd name="connsiteY1081" fmla="*/ 6293361 h 6857999"/>
              <a:gd name="connsiteX1082" fmla="*/ 4526871 w 7143544"/>
              <a:gd name="connsiteY1082" fmla="*/ 6253975 h 6857999"/>
              <a:gd name="connsiteX1083" fmla="*/ 4387545 w 7143544"/>
              <a:gd name="connsiteY1083" fmla="*/ 6287453 h 6857999"/>
              <a:gd name="connsiteX1084" fmla="*/ 4542625 w 7143544"/>
              <a:gd name="connsiteY1084" fmla="*/ 6270222 h 6857999"/>
              <a:gd name="connsiteX1085" fmla="*/ 4662259 w 7143544"/>
              <a:gd name="connsiteY1085" fmla="*/ 6219513 h 6857999"/>
              <a:gd name="connsiteX1086" fmla="*/ 4561333 w 7143544"/>
              <a:gd name="connsiteY1086" fmla="*/ 6226405 h 6857999"/>
              <a:gd name="connsiteX1087" fmla="*/ 4542625 w 7143544"/>
              <a:gd name="connsiteY1087" fmla="*/ 6270222 h 6857999"/>
              <a:gd name="connsiteX1088" fmla="*/ 6850615 w 7143544"/>
              <a:gd name="connsiteY1088" fmla="*/ 3869675 h 6857999"/>
              <a:gd name="connsiteX1089" fmla="*/ 6780214 w 7143544"/>
              <a:gd name="connsiteY1089" fmla="*/ 3908568 h 6857999"/>
              <a:gd name="connsiteX1090" fmla="*/ 6743782 w 7143544"/>
              <a:gd name="connsiteY1090" fmla="*/ 3945492 h 6857999"/>
              <a:gd name="connsiteX1091" fmla="*/ 6751167 w 7143544"/>
              <a:gd name="connsiteY1091" fmla="*/ 3951893 h 6857999"/>
              <a:gd name="connsiteX1092" fmla="*/ 6850615 w 7143544"/>
              <a:gd name="connsiteY1092" fmla="*/ 3869675 h 6857999"/>
              <a:gd name="connsiteX1093" fmla="*/ 578475 w 7143544"/>
              <a:gd name="connsiteY1093" fmla="*/ 2019049 h 6857999"/>
              <a:gd name="connsiteX1094" fmla="*/ 568136 w 7143544"/>
              <a:gd name="connsiteY1094" fmla="*/ 2009203 h 6857999"/>
              <a:gd name="connsiteX1095" fmla="*/ 553366 w 7143544"/>
              <a:gd name="connsiteY1095" fmla="*/ 2016588 h 6857999"/>
              <a:gd name="connsiteX1096" fmla="*/ 519396 w 7143544"/>
              <a:gd name="connsiteY1096" fmla="*/ 2098313 h 6857999"/>
              <a:gd name="connsiteX1097" fmla="*/ 524319 w 7143544"/>
              <a:gd name="connsiteY1097" fmla="*/ 2118990 h 6857999"/>
              <a:gd name="connsiteX1098" fmla="*/ 545981 w 7143544"/>
              <a:gd name="connsiteY1098" fmla="*/ 2110128 h 6857999"/>
              <a:gd name="connsiteX1099" fmla="*/ 578475 w 7143544"/>
              <a:gd name="connsiteY1099" fmla="*/ 2019049 h 6857999"/>
              <a:gd name="connsiteX1100" fmla="*/ 143265 w 7143544"/>
              <a:gd name="connsiteY1100" fmla="*/ 3478282 h 6857999"/>
              <a:gd name="connsiteX1101" fmla="*/ 161481 w 7143544"/>
              <a:gd name="connsiteY1101" fmla="*/ 3478774 h 6857999"/>
              <a:gd name="connsiteX1102" fmla="*/ 161481 w 7143544"/>
              <a:gd name="connsiteY1102" fmla="*/ 3345848 h 6857999"/>
              <a:gd name="connsiteX1103" fmla="*/ 143265 w 7143544"/>
              <a:gd name="connsiteY1103" fmla="*/ 3478282 h 6857999"/>
              <a:gd name="connsiteX1104" fmla="*/ 653307 w 7143544"/>
              <a:gd name="connsiteY1104" fmla="*/ 4779973 h 6857999"/>
              <a:gd name="connsiteX1105" fmla="*/ 671523 w 7143544"/>
              <a:gd name="connsiteY1105" fmla="*/ 4850867 h 6857999"/>
              <a:gd name="connsiteX1106" fmla="*/ 705000 w 7143544"/>
              <a:gd name="connsiteY1106" fmla="*/ 4870067 h 6857999"/>
              <a:gd name="connsiteX1107" fmla="*/ 690231 w 7143544"/>
              <a:gd name="connsiteY1107" fmla="*/ 4828712 h 6857999"/>
              <a:gd name="connsiteX1108" fmla="*/ 653307 w 7143544"/>
              <a:gd name="connsiteY1108" fmla="*/ 4779973 h 6857999"/>
              <a:gd name="connsiteX1109" fmla="*/ 4282681 w 7143544"/>
              <a:gd name="connsiteY1109" fmla="*/ 6336685 h 6857999"/>
              <a:gd name="connsiteX1110" fmla="*/ 4290066 w 7143544"/>
              <a:gd name="connsiteY1110" fmla="*/ 6346531 h 6857999"/>
              <a:gd name="connsiteX1111" fmla="*/ 4325020 w 7143544"/>
              <a:gd name="connsiteY1111" fmla="*/ 6318961 h 6857999"/>
              <a:gd name="connsiteX1112" fmla="*/ 4371298 w 7143544"/>
              <a:gd name="connsiteY1112" fmla="*/ 6318961 h 6857999"/>
              <a:gd name="connsiteX1113" fmla="*/ 4373760 w 7143544"/>
              <a:gd name="connsiteY1113" fmla="*/ 6304684 h 6857999"/>
              <a:gd name="connsiteX1114" fmla="*/ 4339790 w 7143544"/>
              <a:gd name="connsiteY1114" fmla="*/ 6291883 h 6857999"/>
              <a:gd name="connsiteX1115" fmla="*/ 4282681 w 7143544"/>
              <a:gd name="connsiteY1115" fmla="*/ 6336685 h 6857999"/>
              <a:gd name="connsiteX1116" fmla="*/ 438164 w 7143544"/>
              <a:gd name="connsiteY1116" fmla="*/ 4399410 h 6857999"/>
              <a:gd name="connsiteX1117" fmla="*/ 447518 w 7143544"/>
              <a:gd name="connsiteY1117" fmla="*/ 4395472 h 6857999"/>
              <a:gd name="connsiteX1118" fmla="*/ 444564 w 7143544"/>
              <a:gd name="connsiteY1118" fmla="*/ 4330486 h 6857999"/>
              <a:gd name="connsiteX1119" fmla="*/ 408132 w 7143544"/>
              <a:gd name="connsiteY1119" fmla="*/ 4376271 h 6857999"/>
              <a:gd name="connsiteX1120" fmla="*/ 438164 w 7143544"/>
              <a:gd name="connsiteY1120" fmla="*/ 4399410 h 6857999"/>
              <a:gd name="connsiteX1121" fmla="*/ 1788102 w 7143544"/>
              <a:gd name="connsiteY1121" fmla="*/ 6310100 h 6857999"/>
              <a:gd name="connsiteX1122" fmla="*/ 1727054 w 7143544"/>
              <a:gd name="connsiteY1122" fmla="*/ 6334223 h 6857999"/>
              <a:gd name="connsiteX1123" fmla="*/ 1791056 w 7143544"/>
              <a:gd name="connsiteY1123" fmla="*/ 6347024 h 6857999"/>
              <a:gd name="connsiteX1124" fmla="*/ 1788102 w 7143544"/>
              <a:gd name="connsiteY1124" fmla="*/ 6310100 h 6857999"/>
              <a:gd name="connsiteX1125" fmla="*/ 473118 w 7143544"/>
              <a:gd name="connsiteY1125" fmla="*/ 4413195 h 6857999"/>
              <a:gd name="connsiteX1126" fmla="*/ 497242 w 7143544"/>
              <a:gd name="connsiteY1126" fmla="*/ 4495905 h 6857999"/>
              <a:gd name="connsiteX1127" fmla="*/ 518412 w 7143544"/>
              <a:gd name="connsiteY1127" fmla="*/ 4503290 h 6857999"/>
              <a:gd name="connsiteX1128" fmla="*/ 525304 w 7143544"/>
              <a:gd name="connsiteY1128" fmla="*/ 4475228 h 6857999"/>
              <a:gd name="connsiteX1129" fmla="*/ 503642 w 7143544"/>
              <a:gd name="connsiteY1129" fmla="*/ 4438796 h 6857999"/>
              <a:gd name="connsiteX1130" fmla="*/ 473118 w 7143544"/>
              <a:gd name="connsiteY1130" fmla="*/ 4413195 h 6857999"/>
              <a:gd name="connsiteX1131" fmla="*/ 6225370 w 7143544"/>
              <a:gd name="connsiteY1131" fmla="*/ 5299861 h 6857999"/>
              <a:gd name="connsiteX1132" fmla="*/ 6207647 w 7143544"/>
              <a:gd name="connsiteY1132" fmla="*/ 5287061 h 6857999"/>
              <a:gd name="connsiteX1133" fmla="*/ 6162354 w 7143544"/>
              <a:gd name="connsiteY1133" fmla="*/ 5352540 h 6857999"/>
              <a:gd name="connsiteX1134" fmla="*/ 6178600 w 7143544"/>
              <a:gd name="connsiteY1134" fmla="*/ 5363863 h 6857999"/>
              <a:gd name="connsiteX1135" fmla="*/ 6225370 w 7143544"/>
              <a:gd name="connsiteY1135" fmla="*/ 5299861 h 6857999"/>
              <a:gd name="connsiteX1136" fmla="*/ 1196335 w 7143544"/>
              <a:gd name="connsiteY1136" fmla="*/ 5561283 h 6857999"/>
              <a:gd name="connsiteX1137" fmla="*/ 1162857 w 7143544"/>
              <a:gd name="connsiteY1137" fmla="*/ 5511066 h 6857999"/>
              <a:gd name="connsiteX1138" fmla="*/ 1154980 w 7143544"/>
              <a:gd name="connsiteY1138" fmla="*/ 5545036 h 6857999"/>
              <a:gd name="connsiteX1139" fmla="*/ 1196335 w 7143544"/>
              <a:gd name="connsiteY1139" fmla="*/ 5561283 h 6857999"/>
              <a:gd name="connsiteX1140" fmla="*/ 546966 w 7143544"/>
              <a:gd name="connsiteY1140" fmla="*/ 5090626 h 6857999"/>
              <a:gd name="connsiteX1141" fmla="*/ 470657 w 7143544"/>
              <a:gd name="connsiteY1141" fmla="*/ 5086688 h 6857999"/>
              <a:gd name="connsiteX1142" fmla="*/ 546966 w 7143544"/>
              <a:gd name="connsiteY1142" fmla="*/ 5090626 h 6857999"/>
              <a:gd name="connsiteX1143" fmla="*/ 1228828 w 7143544"/>
              <a:gd name="connsiteY1143" fmla="*/ 5949722 h 6857999"/>
              <a:gd name="connsiteX1144" fmla="*/ 1169749 w 7143544"/>
              <a:gd name="connsiteY1144" fmla="*/ 5903937 h 6857999"/>
              <a:gd name="connsiteX1145" fmla="*/ 1228828 w 7143544"/>
              <a:gd name="connsiteY1145" fmla="*/ 5949722 h 6857999"/>
              <a:gd name="connsiteX1146" fmla="*/ 165911 w 7143544"/>
              <a:gd name="connsiteY1146" fmla="*/ 3537852 h 6857999"/>
              <a:gd name="connsiteX1147" fmla="*/ 143757 w 7143544"/>
              <a:gd name="connsiteY1147" fmla="*/ 3536376 h 6857999"/>
              <a:gd name="connsiteX1148" fmla="*/ 134403 w 7143544"/>
              <a:gd name="connsiteY1148" fmla="*/ 3583638 h 6857999"/>
              <a:gd name="connsiteX1149" fmla="*/ 162465 w 7143544"/>
              <a:gd name="connsiteY1149" fmla="*/ 3577730 h 6857999"/>
              <a:gd name="connsiteX1150" fmla="*/ 165911 w 7143544"/>
              <a:gd name="connsiteY1150" fmla="*/ 3537852 h 6857999"/>
              <a:gd name="connsiteX1151" fmla="*/ 1929397 w 7143544"/>
              <a:gd name="connsiteY1151" fmla="*/ 5690762 h 6857999"/>
              <a:gd name="connsiteX1152" fmla="*/ 1901827 w 7143544"/>
              <a:gd name="connsiteY1152" fmla="*/ 5753779 h 6857999"/>
              <a:gd name="connsiteX1153" fmla="*/ 1946628 w 7143544"/>
              <a:gd name="connsiteY1153" fmla="*/ 5734579 h 6857999"/>
              <a:gd name="connsiteX1154" fmla="*/ 1929397 w 7143544"/>
              <a:gd name="connsiteY1154" fmla="*/ 5690762 h 6857999"/>
              <a:gd name="connsiteX1155" fmla="*/ 265852 w 7143544"/>
              <a:gd name="connsiteY1155" fmla="*/ 3602346 h 6857999"/>
              <a:gd name="connsiteX1156" fmla="*/ 268314 w 7143544"/>
              <a:gd name="connsiteY1156" fmla="*/ 3617608 h 6857999"/>
              <a:gd name="connsiteX1157" fmla="*/ 336746 w 7143544"/>
              <a:gd name="connsiteY1157" fmla="*/ 3599885 h 6857999"/>
              <a:gd name="connsiteX1158" fmla="*/ 265852 w 7143544"/>
              <a:gd name="connsiteY1158" fmla="*/ 3602346 h 6857999"/>
              <a:gd name="connsiteX1159" fmla="*/ 6757567 w 7143544"/>
              <a:gd name="connsiteY1159" fmla="*/ 4237930 h 6857999"/>
              <a:gd name="connsiteX1160" fmla="*/ 6747721 w 7143544"/>
              <a:gd name="connsiteY1160" fmla="*/ 4230545 h 6857999"/>
              <a:gd name="connsiteX1161" fmla="*/ 6690119 w 7143544"/>
              <a:gd name="connsiteY1161" fmla="*/ 4283223 h 6857999"/>
              <a:gd name="connsiteX1162" fmla="*/ 6704889 w 7143544"/>
              <a:gd name="connsiteY1162" fmla="*/ 4297008 h 6857999"/>
              <a:gd name="connsiteX1163" fmla="*/ 6757567 w 7143544"/>
              <a:gd name="connsiteY1163" fmla="*/ 4237930 h 6857999"/>
              <a:gd name="connsiteX1164" fmla="*/ 424379 w 7143544"/>
              <a:gd name="connsiteY1164" fmla="*/ 4315716 h 6857999"/>
              <a:gd name="connsiteX1165" fmla="*/ 429302 w 7143544"/>
              <a:gd name="connsiteY1165" fmla="*/ 4251223 h 6857999"/>
              <a:gd name="connsiteX1166" fmla="*/ 424379 w 7143544"/>
              <a:gd name="connsiteY1166" fmla="*/ 4315716 h 6857999"/>
              <a:gd name="connsiteX1167" fmla="*/ 5297842 w 7143544"/>
              <a:gd name="connsiteY1167" fmla="*/ 6125480 h 6857999"/>
              <a:gd name="connsiteX1168" fmla="*/ 5294888 w 7143544"/>
              <a:gd name="connsiteY1168" fmla="*/ 6139757 h 6857999"/>
              <a:gd name="connsiteX1169" fmla="*/ 5349043 w 7143544"/>
              <a:gd name="connsiteY1169" fmla="*/ 6143696 h 6857999"/>
              <a:gd name="connsiteX1170" fmla="*/ 5362336 w 7143544"/>
              <a:gd name="connsiteY1170" fmla="*/ 6129911 h 6857999"/>
              <a:gd name="connsiteX1171" fmla="*/ 5344120 w 7143544"/>
              <a:gd name="connsiteY1171" fmla="*/ 6117603 h 6857999"/>
              <a:gd name="connsiteX1172" fmla="*/ 5297842 w 7143544"/>
              <a:gd name="connsiteY1172" fmla="*/ 6125480 h 6857999"/>
              <a:gd name="connsiteX1173" fmla="*/ 5744375 w 7143544"/>
              <a:gd name="connsiteY1173" fmla="*/ 5065518 h 6857999"/>
              <a:gd name="connsiteX1174" fmla="*/ 5731083 w 7143544"/>
              <a:gd name="connsiteY1174" fmla="*/ 5089641 h 6857999"/>
              <a:gd name="connsiteX1175" fmla="*/ 5780315 w 7143544"/>
              <a:gd name="connsiteY1175" fmla="*/ 5085210 h 6857999"/>
              <a:gd name="connsiteX1176" fmla="*/ 5744375 w 7143544"/>
              <a:gd name="connsiteY1176" fmla="*/ 5065518 h 6857999"/>
              <a:gd name="connsiteX1177" fmla="*/ 2644736 w 7143544"/>
              <a:gd name="connsiteY1177" fmla="*/ 6734478 h 6857999"/>
              <a:gd name="connsiteX1178" fmla="*/ 2635875 w 7143544"/>
              <a:gd name="connsiteY1178" fmla="*/ 6687708 h 6857999"/>
              <a:gd name="connsiteX1179" fmla="*/ 2624551 w 7143544"/>
              <a:gd name="connsiteY1179" fmla="*/ 6682785 h 6857999"/>
              <a:gd name="connsiteX1180" fmla="*/ 2600920 w 7143544"/>
              <a:gd name="connsiteY1180" fmla="*/ 6721186 h 6857999"/>
              <a:gd name="connsiteX1181" fmla="*/ 2644736 w 7143544"/>
              <a:gd name="connsiteY1181" fmla="*/ 673447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7143544" h="6857999">
                <a:moveTo>
                  <a:pt x="944760" y="5739994"/>
                </a:moveTo>
                <a:cubicBezTo>
                  <a:pt x="931467" y="5738025"/>
                  <a:pt x="918174" y="5736056"/>
                  <a:pt x="904882" y="5734087"/>
                </a:cubicBezTo>
                <a:cubicBezTo>
                  <a:pt x="903405" y="5738025"/>
                  <a:pt x="901436" y="5741964"/>
                  <a:pt x="899959" y="5745902"/>
                </a:cubicBezTo>
                <a:cubicBezTo>
                  <a:pt x="911774" y="5754272"/>
                  <a:pt x="923098" y="5762149"/>
                  <a:pt x="933436" y="5769533"/>
                </a:cubicBezTo>
                <a:cubicBezTo>
                  <a:pt x="926052" y="5787750"/>
                  <a:pt x="918174" y="5806949"/>
                  <a:pt x="913744" y="5818765"/>
                </a:cubicBezTo>
                <a:cubicBezTo>
                  <a:pt x="899466" y="5810888"/>
                  <a:pt x="874358" y="5805965"/>
                  <a:pt x="865496" y="5791196"/>
                </a:cubicBezTo>
                <a:cubicBezTo>
                  <a:pt x="851711" y="5768549"/>
                  <a:pt x="836942" y="5738025"/>
                  <a:pt x="856635" y="5711932"/>
                </a:cubicBezTo>
                <a:cubicBezTo>
                  <a:pt x="876820" y="5685347"/>
                  <a:pt x="866973" y="5667131"/>
                  <a:pt x="846296" y="5651869"/>
                </a:cubicBezTo>
                <a:cubicBezTo>
                  <a:pt x="821680" y="5633654"/>
                  <a:pt x="824634" y="5593776"/>
                  <a:pt x="782295" y="5587868"/>
                </a:cubicBezTo>
                <a:cubicBezTo>
                  <a:pt x="737986" y="5581468"/>
                  <a:pt x="695646" y="5561283"/>
                  <a:pt x="652322" y="5547006"/>
                </a:cubicBezTo>
                <a:cubicBezTo>
                  <a:pt x="648876" y="5546021"/>
                  <a:pt x="642968" y="5543067"/>
                  <a:pt x="642968" y="5541590"/>
                </a:cubicBezTo>
                <a:cubicBezTo>
                  <a:pt x="644445" y="5532236"/>
                  <a:pt x="647399" y="5522882"/>
                  <a:pt x="649368" y="5513035"/>
                </a:cubicBezTo>
                <a:cubicBezTo>
                  <a:pt x="676446" y="5524359"/>
                  <a:pt x="662661" y="5436234"/>
                  <a:pt x="706477" y="5489404"/>
                </a:cubicBezTo>
                <a:cubicBezTo>
                  <a:pt x="714355" y="5498758"/>
                  <a:pt x="719770" y="5510082"/>
                  <a:pt x="731586" y="5528297"/>
                </a:cubicBezTo>
                <a:cubicBezTo>
                  <a:pt x="737001" y="5508604"/>
                  <a:pt x="739955" y="5499250"/>
                  <a:pt x="742909" y="5488420"/>
                </a:cubicBezTo>
                <a:cubicBezTo>
                  <a:pt x="761617" y="5488420"/>
                  <a:pt x="779341" y="5488420"/>
                  <a:pt x="796572" y="5488420"/>
                </a:cubicBezTo>
                <a:cubicBezTo>
                  <a:pt x="798541" y="5484481"/>
                  <a:pt x="800510" y="5481035"/>
                  <a:pt x="802480" y="5477096"/>
                </a:cubicBezTo>
                <a:cubicBezTo>
                  <a:pt x="791156" y="5471188"/>
                  <a:pt x="779833" y="5464788"/>
                  <a:pt x="762602" y="5454942"/>
                </a:cubicBezTo>
                <a:cubicBezTo>
                  <a:pt x="762602" y="5454942"/>
                  <a:pt x="760632" y="5445588"/>
                  <a:pt x="755709" y="5425895"/>
                </a:cubicBezTo>
                <a:cubicBezTo>
                  <a:pt x="744386" y="5444111"/>
                  <a:pt x="737986" y="5453957"/>
                  <a:pt x="728632" y="5469219"/>
                </a:cubicBezTo>
                <a:cubicBezTo>
                  <a:pt x="718785" y="5466265"/>
                  <a:pt x="697616" y="5460358"/>
                  <a:pt x="674969" y="5453957"/>
                </a:cubicBezTo>
                <a:cubicBezTo>
                  <a:pt x="667584" y="5459865"/>
                  <a:pt x="657738" y="5467250"/>
                  <a:pt x="639030" y="5481035"/>
                </a:cubicBezTo>
                <a:cubicBezTo>
                  <a:pt x="660199" y="5430818"/>
                  <a:pt x="609983" y="5441157"/>
                  <a:pt x="591767" y="5417525"/>
                </a:cubicBezTo>
                <a:cubicBezTo>
                  <a:pt x="616383" y="5411618"/>
                  <a:pt x="630660" y="5407679"/>
                  <a:pt x="645430" y="5404233"/>
                </a:cubicBezTo>
                <a:cubicBezTo>
                  <a:pt x="645430" y="5401772"/>
                  <a:pt x="645430" y="5398818"/>
                  <a:pt x="645430" y="5396356"/>
                </a:cubicBezTo>
                <a:cubicBezTo>
                  <a:pt x="631645" y="5391433"/>
                  <a:pt x="617860" y="5387002"/>
                  <a:pt x="603583" y="5382079"/>
                </a:cubicBezTo>
                <a:cubicBezTo>
                  <a:pt x="601614" y="5367801"/>
                  <a:pt x="599644" y="5352540"/>
                  <a:pt x="597183" y="5335801"/>
                </a:cubicBezTo>
                <a:cubicBezTo>
                  <a:pt x="609983" y="5327924"/>
                  <a:pt x="623276" y="5320047"/>
                  <a:pt x="637061" y="5311677"/>
                </a:cubicBezTo>
                <a:cubicBezTo>
                  <a:pt x="628199" y="5297892"/>
                  <a:pt x="620814" y="5286569"/>
                  <a:pt x="614906" y="5277215"/>
                </a:cubicBezTo>
                <a:cubicBezTo>
                  <a:pt x="590782" y="5277215"/>
                  <a:pt x="564690" y="5272784"/>
                  <a:pt x="541058" y="5278692"/>
                </a:cubicBezTo>
                <a:cubicBezTo>
                  <a:pt x="526289" y="5282138"/>
                  <a:pt x="514965" y="5301338"/>
                  <a:pt x="497734" y="5316600"/>
                </a:cubicBezTo>
                <a:cubicBezTo>
                  <a:pt x="508073" y="5275245"/>
                  <a:pt x="517919" y="5235368"/>
                  <a:pt x="528258" y="5193520"/>
                </a:cubicBezTo>
                <a:cubicBezTo>
                  <a:pt x="533181" y="5198936"/>
                  <a:pt x="539089" y="5204844"/>
                  <a:pt x="544505" y="5210259"/>
                </a:cubicBezTo>
                <a:cubicBezTo>
                  <a:pt x="546966" y="5208290"/>
                  <a:pt x="548935" y="5206813"/>
                  <a:pt x="551397" y="5204844"/>
                </a:cubicBezTo>
                <a:cubicBezTo>
                  <a:pt x="535643" y="5186136"/>
                  <a:pt x="519889" y="5167428"/>
                  <a:pt x="506596" y="5150689"/>
                </a:cubicBezTo>
                <a:cubicBezTo>
                  <a:pt x="495765" y="5156597"/>
                  <a:pt x="487396" y="5162012"/>
                  <a:pt x="474103" y="5169397"/>
                </a:cubicBezTo>
                <a:cubicBezTo>
                  <a:pt x="474595" y="5172351"/>
                  <a:pt x="476565" y="5182690"/>
                  <a:pt x="480011" y="5203859"/>
                </a:cubicBezTo>
                <a:cubicBezTo>
                  <a:pt x="449979" y="5182690"/>
                  <a:pt x="426348" y="5165951"/>
                  <a:pt x="399271" y="5146750"/>
                </a:cubicBezTo>
                <a:cubicBezTo>
                  <a:pt x="412563" y="5140350"/>
                  <a:pt x="420933" y="5136412"/>
                  <a:pt x="432748" y="5130996"/>
                </a:cubicBezTo>
                <a:cubicBezTo>
                  <a:pt x="418963" y="5119180"/>
                  <a:pt x="407148" y="5109334"/>
                  <a:pt x="391886" y="5096042"/>
                </a:cubicBezTo>
                <a:cubicBezTo>
                  <a:pt x="406163" y="5091119"/>
                  <a:pt x="417979" y="5090134"/>
                  <a:pt x="425363" y="5083734"/>
                </a:cubicBezTo>
                <a:cubicBezTo>
                  <a:pt x="434717" y="5075364"/>
                  <a:pt x="446041" y="5064533"/>
                  <a:pt x="427333" y="5049764"/>
                </a:cubicBezTo>
                <a:cubicBezTo>
                  <a:pt x="419948" y="5043855"/>
                  <a:pt x="419948" y="5028101"/>
                  <a:pt x="413055" y="5006439"/>
                </a:cubicBezTo>
                <a:cubicBezTo>
                  <a:pt x="407148" y="5019732"/>
                  <a:pt x="404686" y="5029578"/>
                  <a:pt x="399271" y="5036963"/>
                </a:cubicBezTo>
                <a:cubicBezTo>
                  <a:pt x="392378" y="5046810"/>
                  <a:pt x="383516" y="5054687"/>
                  <a:pt x="371701" y="5060594"/>
                </a:cubicBezTo>
                <a:cubicBezTo>
                  <a:pt x="365793" y="5035978"/>
                  <a:pt x="387947" y="4997085"/>
                  <a:pt x="332315" y="5010870"/>
                </a:cubicBezTo>
                <a:cubicBezTo>
                  <a:pt x="338223" y="5004470"/>
                  <a:pt x="347085" y="4992162"/>
                  <a:pt x="349546" y="4993147"/>
                </a:cubicBezTo>
                <a:cubicBezTo>
                  <a:pt x="384501" y="5008901"/>
                  <a:pt x="398778" y="4986254"/>
                  <a:pt x="408625" y="4966562"/>
                </a:cubicBezTo>
                <a:cubicBezTo>
                  <a:pt x="392378" y="4945392"/>
                  <a:pt x="377116" y="4925699"/>
                  <a:pt x="357916" y="4901083"/>
                </a:cubicBezTo>
                <a:cubicBezTo>
                  <a:pt x="351023" y="4901083"/>
                  <a:pt x="332807" y="4901083"/>
                  <a:pt x="302776" y="4901083"/>
                </a:cubicBezTo>
                <a:cubicBezTo>
                  <a:pt x="328869" y="4876467"/>
                  <a:pt x="347085" y="4859236"/>
                  <a:pt x="368254" y="4838559"/>
                </a:cubicBezTo>
                <a:cubicBezTo>
                  <a:pt x="363331" y="4827236"/>
                  <a:pt x="355946" y="4809020"/>
                  <a:pt x="346592" y="4791296"/>
                </a:cubicBezTo>
                <a:cubicBezTo>
                  <a:pt x="344623" y="4787850"/>
                  <a:pt x="333792" y="4784404"/>
                  <a:pt x="330838" y="4786373"/>
                </a:cubicBezTo>
                <a:cubicBezTo>
                  <a:pt x="320992" y="4792773"/>
                  <a:pt x="303268" y="4804096"/>
                  <a:pt x="304745" y="4810004"/>
                </a:cubicBezTo>
                <a:cubicBezTo>
                  <a:pt x="314099" y="4851359"/>
                  <a:pt x="283576" y="4864159"/>
                  <a:pt x="261914" y="4879914"/>
                </a:cubicBezTo>
                <a:cubicBezTo>
                  <a:pt x="242713" y="4850375"/>
                  <a:pt x="224005" y="4820835"/>
                  <a:pt x="202343" y="4786865"/>
                </a:cubicBezTo>
                <a:cubicBezTo>
                  <a:pt x="206282" y="4782434"/>
                  <a:pt x="216128" y="4772096"/>
                  <a:pt x="227944" y="4758803"/>
                </a:cubicBezTo>
                <a:cubicBezTo>
                  <a:pt x="236313" y="4775050"/>
                  <a:pt x="242221" y="4787358"/>
                  <a:pt x="248621" y="4799665"/>
                </a:cubicBezTo>
                <a:cubicBezTo>
                  <a:pt x="251083" y="4799173"/>
                  <a:pt x="253052" y="4798189"/>
                  <a:pt x="255513" y="4797696"/>
                </a:cubicBezTo>
                <a:cubicBezTo>
                  <a:pt x="255021" y="4789327"/>
                  <a:pt x="254036" y="4780957"/>
                  <a:pt x="253544" y="4772096"/>
                </a:cubicBezTo>
                <a:cubicBezTo>
                  <a:pt x="292930" y="4768649"/>
                  <a:pt x="300314" y="4757818"/>
                  <a:pt x="293914" y="4719910"/>
                </a:cubicBezTo>
                <a:cubicBezTo>
                  <a:pt x="288991" y="4690371"/>
                  <a:pt x="289976" y="4658862"/>
                  <a:pt x="280129" y="4631785"/>
                </a:cubicBezTo>
                <a:cubicBezTo>
                  <a:pt x="273237" y="4613569"/>
                  <a:pt x="272252" y="4585507"/>
                  <a:pt x="240252" y="4581076"/>
                </a:cubicBezTo>
                <a:cubicBezTo>
                  <a:pt x="226959" y="4579107"/>
                  <a:pt x="215636" y="4561876"/>
                  <a:pt x="204312" y="4552522"/>
                </a:cubicBezTo>
                <a:cubicBezTo>
                  <a:pt x="213666" y="4536767"/>
                  <a:pt x="222036" y="4523967"/>
                  <a:pt x="229913" y="4510675"/>
                </a:cubicBezTo>
                <a:cubicBezTo>
                  <a:pt x="226959" y="4507721"/>
                  <a:pt x="224005" y="4505259"/>
                  <a:pt x="221051" y="4502305"/>
                </a:cubicBezTo>
                <a:cubicBezTo>
                  <a:pt x="213174" y="4508213"/>
                  <a:pt x="204805" y="4514613"/>
                  <a:pt x="195451" y="4521505"/>
                </a:cubicBezTo>
                <a:cubicBezTo>
                  <a:pt x="189050" y="4503290"/>
                  <a:pt x="182158" y="4485074"/>
                  <a:pt x="175265" y="4465873"/>
                </a:cubicBezTo>
                <a:cubicBezTo>
                  <a:pt x="191512" y="4463412"/>
                  <a:pt x="206774" y="4460950"/>
                  <a:pt x="231882" y="4456520"/>
                </a:cubicBezTo>
                <a:cubicBezTo>
                  <a:pt x="201358" y="4428457"/>
                  <a:pt x="177727" y="4407288"/>
                  <a:pt x="153111" y="4384641"/>
                </a:cubicBezTo>
                <a:cubicBezTo>
                  <a:pt x="162465" y="4367410"/>
                  <a:pt x="176250" y="4342794"/>
                  <a:pt x="189543" y="4318670"/>
                </a:cubicBezTo>
                <a:cubicBezTo>
                  <a:pt x="188066" y="4316701"/>
                  <a:pt x="186589" y="4315224"/>
                  <a:pt x="185604" y="4313255"/>
                </a:cubicBezTo>
                <a:cubicBezTo>
                  <a:pt x="171327" y="4322116"/>
                  <a:pt x="156557" y="4331470"/>
                  <a:pt x="147696" y="4336886"/>
                </a:cubicBezTo>
                <a:cubicBezTo>
                  <a:pt x="132926" y="4292085"/>
                  <a:pt x="117664" y="4246299"/>
                  <a:pt x="102402" y="4200021"/>
                </a:cubicBezTo>
                <a:cubicBezTo>
                  <a:pt x="107325" y="4197560"/>
                  <a:pt x="112249" y="4195098"/>
                  <a:pt x="117172" y="4193129"/>
                </a:cubicBezTo>
                <a:cubicBezTo>
                  <a:pt x="122587" y="4199529"/>
                  <a:pt x="126526" y="4206914"/>
                  <a:pt x="132926" y="4211837"/>
                </a:cubicBezTo>
                <a:cubicBezTo>
                  <a:pt x="141788" y="4218729"/>
                  <a:pt x="151634" y="4224145"/>
                  <a:pt x="160988" y="4230053"/>
                </a:cubicBezTo>
                <a:cubicBezTo>
                  <a:pt x="165419" y="4222176"/>
                  <a:pt x="174773" y="4209868"/>
                  <a:pt x="172804" y="4207899"/>
                </a:cubicBezTo>
                <a:cubicBezTo>
                  <a:pt x="164927" y="4199529"/>
                  <a:pt x="154588" y="4193621"/>
                  <a:pt x="143757" y="4188698"/>
                </a:cubicBezTo>
                <a:cubicBezTo>
                  <a:pt x="138834" y="4186236"/>
                  <a:pt x="131941" y="4187713"/>
                  <a:pt x="126526" y="4187221"/>
                </a:cubicBezTo>
                <a:cubicBezTo>
                  <a:pt x="111264" y="4155220"/>
                  <a:pt x="175758" y="4135528"/>
                  <a:pt x="132926" y="4100081"/>
                </a:cubicBezTo>
                <a:cubicBezTo>
                  <a:pt x="125049" y="4107465"/>
                  <a:pt x="117172" y="4114850"/>
                  <a:pt x="106833" y="4124696"/>
                </a:cubicBezTo>
                <a:cubicBezTo>
                  <a:pt x="99448" y="4118296"/>
                  <a:pt x="89602" y="4109927"/>
                  <a:pt x="79263" y="4101557"/>
                </a:cubicBezTo>
                <a:cubicBezTo>
                  <a:pt x="90587" y="4094665"/>
                  <a:pt x="101910" y="4087280"/>
                  <a:pt x="113726" y="4080388"/>
                </a:cubicBezTo>
                <a:cubicBezTo>
                  <a:pt x="132926" y="4069557"/>
                  <a:pt x="151634" y="4058233"/>
                  <a:pt x="171327" y="4048879"/>
                </a:cubicBezTo>
                <a:cubicBezTo>
                  <a:pt x="181173" y="4044449"/>
                  <a:pt x="193481" y="4044941"/>
                  <a:pt x="204312" y="4042972"/>
                </a:cubicBezTo>
                <a:cubicBezTo>
                  <a:pt x="208251" y="4046418"/>
                  <a:pt x="212682" y="4049372"/>
                  <a:pt x="216620" y="4052818"/>
                </a:cubicBezTo>
                <a:cubicBezTo>
                  <a:pt x="216620" y="4021802"/>
                  <a:pt x="216620" y="3990294"/>
                  <a:pt x="216620" y="3959278"/>
                </a:cubicBezTo>
                <a:cubicBezTo>
                  <a:pt x="221051" y="3957308"/>
                  <a:pt x="225974" y="3955339"/>
                  <a:pt x="230405" y="3953862"/>
                </a:cubicBezTo>
                <a:cubicBezTo>
                  <a:pt x="221543" y="3947954"/>
                  <a:pt x="211205" y="3936138"/>
                  <a:pt x="203328" y="3937615"/>
                </a:cubicBezTo>
                <a:cubicBezTo>
                  <a:pt x="188066" y="3940569"/>
                  <a:pt x="172804" y="3948939"/>
                  <a:pt x="160988" y="3959278"/>
                </a:cubicBezTo>
                <a:cubicBezTo>
                  <a:pt x="141788" y="3976016"/>
                  <a:pt x="125541" y="3995709"/>
                  <a:pt x="108802" y="4013433"/>
                </a:cubicBezTo>
                <a:cubicBezTo>
                  <a:pt x="75817" y="3978970"/>
                  <a:pt x="64986" y="3941062"/>
                  <a:pt x="54155" y="3902661"/>
                </a:cubicBezTo>
                <a:cubicBezTo>
                  <a:pt x="37909" y="3846536"/>
                  <a:pt x="93541" y="3832259"/>
                  <a:pt x="111264" y="3787458"/>
                </a:cubicBezTo>
                <a:cubicBezTo>
                  <a:pt x="86648" y="3784504"/>
                  <a:pt x="61048" y="3782043"/>
                  <a:pt x="30524" y="3778104"/>
                </a:cubicBezTo>
                <a:cubicBezTo>
                  <a:pt x="37416" y="3719518"/>
                  <a:pt x="15262" y="3651086"/>
                  <a:pt x="66463" y="3604316"/>
                </a:cubicBezTo>
                <a:cubicBezTo>
                  <a:pt x="60555" y="3583638"/>
                  <a:pt x="56124" y="3566407"/>
                  <a:pt x="49724" y="3544253"/>
                </a:cubicBezTo>
                <a:cubicBezTo>
                  <a:pt x="41355" y="3538837"/>
                  <a:pt x="25601" y="3529483"/>
                  <a:pt x="10339" y="3520129"/>
                </a:cubicBezTo>
                <a:cubicBezTo>
                  <a:pt x="14770" y="3518652"/>
                  <a:pt x="19200" y="3517668"/>
                  <a:pt x="23631" y="3516191"/>
                </a:cubicBezTo>
                <a:cubicBezTo>
                  <a:pt x="28554" y="3498467"/>
                  <a:pt x="39878" y="3479267"/>
                  <a:pt x="36432" y="3463512"/>
                </a:cubicBezTo>
                <a:cubicBezTo>
                  <a:pt x="33478" y="3450220"/>
                  <a:pt x="12800" y="3440866"/>
                  <a:pt x="0" y="3429542"/>
                </a:cubicBezTo>
                <a:cubicBezTo>
                  <a:pt x="1969" y="3426589"/>
                  <a:pt x="3939" y="3424127"/>
                  <a:pt x="5416" y="3421173"/>
                </a:cubicBezTo>
                <a:cubicBezTo>
                  <a:pt x="15262" y="3423142"/>
                  <a:pt x="25108" y="3425112"/>
                  <a:pt x="34955" y="3427573"/>
                </a:cubicBezTo>
                <a:cubicBezTo>
                  <a:pt x="37909" y="3418219"/>
                  <a:pt x="40370" y="3408865"/>
                  <a:pt x="42832" y="3400496"/>
                </a:cubicBezTo>
                <a:cubicBezTo>
                  <a:pt x="31508" y="3394588"/>
                  <a:pt x="21170" y="3389172"/>
                  <a:pt x="10831" y="3383757"/>
                </a:cubicBezTo>
                <a:cubicBezTo>
                  <a:pt x="11323" y="3379818"/>
                  <a:pt x="11816" y="3375387"/>
                  <a:pt x="12308" y="3371449"/>
                </a:cubicBezTo>
                <a:cubicBezTo>
                  <a:pt x="29539" y="3369479"/>
                  <a:pt x="46278" y="3368003"/>
                  <a:pt x="63509" y="3366033"/>
                </a:cubicBezTo>
                <a:cubicBezTo>
                  <a:pt x="63509" y="3365541"/>
                  <a:pt x="63017" y="3364556"/>
                  <a:pt x="63017" y="3364064"/>
                </a:cubicBezTo>
                <a:cubicBezTo>
                  <a:pt x="83694" y="3361110"/>
                  <a:pt x="104372" y="3358649"/>
                  <a:pt x="125541" y="3355695"/>
                </a:cubicBezTo>
                <a:cubicBezTo>
                  <a:pt x="127511" y="3358649"/>
                  <a:pt x="128988" y="3361602"/>
                  <a:pt x="130957" y="3364556"/>
                </a:cubicBezTo>
                <a:cubicBezTo>
                  <a:pt x="139326" y="3347818"/>
                  <a:pt x="147696" y="3330586"/>
                  <a:pt x="158034" y="3309417"/>
                </a:cubicBezTo>
                <a:cubicBezTo>
                  <a:pt x="119141" y="3321725"/>
                  <a:pt x="87140" y="3332556"/>
                  <a:pt x="54647" y="3340433"/>
                </a:cubicBezTo>
                <a:cubicBezTo>
                  <a:pt x="48247" y="3341910"/>
                  <a:pt x="35447" y="3332556"/>
                  <a:pt x="31508" y="3324679"/>
                </a:cubicBezTo>
                <a:cubicBezTo>
                  <a:pt x="24124" y="3309417"/>
                  <a:pt x="16247" y="3291693"/>
                  <a:pt x="17231" y="3275939"/>
                </a:cubicBezTo>
                <a:cubicBezTo>
                  <a:pt x="17723" y="3263631"/>
                  <a:pt x="32001" y="3252308"/>
                  <a:pt x="39878" y="3240492"/>
                </a:cubicBezTo>
                <a:cubicBezTo>
                  <a:pt x="41847" y="3237538"/>
                  <a:pt x="44309" y="3234584"/>
                  <a:pt x="45786" y="3231138"/>
                </a:cubicBezTo>
                <a:cubicBezTo>
                  <a:pt x="61540" y="3190768"/>
                  <a:pt x="90587" y="3170090"/>
                  <a:pt x="136865" y="3169106"/>
                </a:cubicBezTo>
                <a:cubicBezTo>
                  <a:pt x="132926" y="3190768"/>
                  <a:pt x="125049" y="3212430"/>
                  <a:pt x="126034" y="3234092"/>
                </a:cubicBezTo>
                <a:cubicBezTo>
                  <a:pt x="127018" y="3253785"/>
                  <a:pt x="136865" y="3273477"/>
                  <a:pt x="145726" y="3302524"/>
                </a:cubicBezTo>
                <a:cubicBezTo>
                  <a:pt x="186589" y="3234092"/>
                  <a:pt x="163942" y="3176491"/>
                  <a:pt x="156065" y="3118889"/>
                </a:cubicBezTo>
                <a:cubicBezTo>
                  <a:pt x="153111" y="3118889"/>
                  <a:pt x="149665" y="3118889"/>
                  <a:pt x="146711" y="3119382"/>
                </a:cubicBezTo>
                <a:cubicBezTo>
                  <a:pt x="148188" y="3132674"/>
                  <a:pt x="150157" y="3145967"/>
                  <a:pt x="151634" y="3159260"/>
                </a:cubicBezTo>
                <a:cubicBezTo>
                  <a:pt x="135388" y="3111997"/>
                  <a:pt x="96494" y="3144490"/>
                  <a:pt x="66955" y="3133659"/>
                </a:cubicBezTo>
                <a:cubicBezTo>
                  <a:pt x="66463" y="3126274"/>
                  <a:pt x="65971" y="3117412"/>
                  <a:pt x="65971" y="3109043"/>
                </a:cubicBezTo>
                <a:cubicBezTo>
                  <a:pt x="51693" y="3106089"/>
                  <a:pt x="38893" y="3103135"/>
                  <a:pt x="29047" y="3101166"/>
                </a:cubicBezTo>
                <a:cubicBezTo>
                  <a:pt x="30031" y="3079011"/>
                  <a:pt x="31016" y="3062273"/>
                  <a:pt x="31508" y="3045534"/>
                </a:cubicBezTo>
                <a:cubicBezTo>
                  <a:pt x="27570" y="3044057"/>
                  <a:pt x="23631" y="3042580"/>
                  <a:pt x="19200" y="3040611"/>
                </a:cubicBezTo>
                <a:cubicBezTo>
                  <a:pt x="31508" y="3032241"/>
                  <a:pt x="43816" y="3023379"/>
                  <a:pt x="57109" y="3014026"/>
                </a:cubicBezTo>
                <a:cubicBezTo>
                  <a:pt x="48247" y="3001225"/>
                  <a:pt x="42339" y="2992363"/>
                  <a:pt x="36924" y="2984979"/>
                </a:cubicBezTo>
                <a:cubicBezTo>
                  <a:pt x="46770" y="2972178"/>
                  <a:pt x="54647" y="2959870"/>
                  <a:pt x="64001" y="2949532"/>
                </a:cubicBezTo>
                <a:cubicBezTo>
                  <a:pt x="72371" y="2940670"/>
                  <a:pt x="83202" y="2933777"/>
                  <a:pt x="94033" y="2924916"/>
                </a:cubicBezTo>
                <a:cubicBezTo>
                  <a:pt x="71879" y="2909161"/>
                  <a:pt x="65478" y="2885530"/>
                  <a:pt x="71879" y="2852545"/>
                </a:cubicBezTo>
                <a:cubicBezTo>
                  <a:pt x="79263" y="2815129"/>
                  <a:pt x="69417" y="2773774"/>
                  <a:pt x="97971" y="2741773"/>
                </a:cubicBezTo>
                <a:cubicBezTo>
                  <a:pt x="112741" y="2725527"/>
                  <a:pt x="129480" y="2710265"/>
                  <a:pt x="141788" y="2692541"/>
                </a:cubicBezTo>
                <a:cubicBezTo>
                  <a:pt x="149665" y="2681218"/>
                  <a:pt x="151142" y="2664971"/>
                  <a:pt x="155573" y="2650694"/>
                </a:cubicBezTo>
                <a:cubicBezTo>
                  <a:pt x="126526" y="2645771"/>
                  <a:pt x="105356" y="2642325"/>
                  <a:pt x="76802" y="2637894"/>
                </a:cubicBezTo>
                <a:cubicBezTo>
                  <a:pt x="140803" y="2569461"/>
                  <a:pt x="148680" y="2492660"/>
                  <a:pt x="147203" y="2400596"/>
                </a:cubicBezTo>
                <a:cubicBezTo>
                  <a:pt x="158527" y="2391735"/>
                  <a:pt x="179696" y="2374996"/>
                  <a:pt x="203820" y="2356288"/>
                </a:cubicBezTo>
                <a:cubicBezTo>
                  <a:pt x="180681" y="2334133"/>
                  <a:pt x="185112" y="2316410"/>
                  <a:pt x="203820" y="2293271"/>
                </a:cubicBezTo>
                <a:cubicBezTo>
                  <a:pt x="216128" y="2278009"/>
                  <a:pt x="223020" y="2248962"/>
                  <a:pt x="217605" y="2230254"/>
                </a:cubicBezTo>
                <a:cubicBezTo>
                  <a:pt x="208743" y="2199238"/>
                  <a:pt x="225974" y="2189884"/>
                  <a:pt x="244682" y="2175607"/>
                </a:cubicBezTo>
                <a:cubicBezTo>
                  <a:pt x="253544" y="2168714"/>
                  <a:pt x="264867" y="2158868"/>
                  <a:pt x="266344" y="2149021"/>
                </a:cubicBezTo>
                <a:cubicBezTo>
                  <a:pt x="273729" y="2106682"/>
                  <a:pt x="275699" y="2063358"/>
                  <a:pt x="283576" y="2021511"/>
                </a:cubicBezTo>
                <a:cubicBezTo>
                  <a:pt x="286037" y="2007726"/>
                  <a:pt x="299822" y="1995910"/>
                  <a:pt x="309176" y="1983602"/>
                </a:cubicBezTo>
                <a:cubicBezTo>
                  <a:pt x="322961" y="1965879"/>
                  <a:pt x="337731" y="1948648"/>
                  <a:pt x="352500" y="1931416"/>
                </a:cubicBezTo>
                <a:cubicBezTo>
                  <a:pt x="361362" y="1921078"/>
                  <a:pt x="370224" y="1910739"/>
                  <a:pt x="381055" y="1902862"/>
                </a:cubicBezTo>
                <a:cubicBezTo>
                  <a:pt x="398286" y="1891046"/>
                  <a:pt x="415517" y="1883169"/>
                  <a:pt x="405671" y="1855107"/>
                </a:cubicBezTo>
                <a:cubicBezTo>
                  <a:pt x="402717" y="1846245"/>
                  <a:pt x="419948" y="1829506"/>
                  <a:pt x="430287" y="1818183"/>
                </a:cubicBezTo>
                <a:cubicBezTo>
                  <a:pt x="446041" y="1801444"/>
                  <a:pt x="463764" y="1787167"/>
                  <a:pt x="480995" y="1771905"/>
                </a:cubicBezTo>
                <a:cubicBezTo>
                  <a:pt x="493303" y="1760582"/>
                  <a:pt x="505119" y="1749751"/>
                  <a:pt x="524319" y="1732027"/>
                </a:cubicBezTo>
                <a:cubicBezTo>
                  <a:pt x="507088" y="1704457"/>
                  <a:pt x="504627" y="1669503"/>
                  <a:pt x="555828" y="1650795"/>
                </a:cubicBezTo>
                <a:cubicBezTo>
                  <a:pt x="502165" y="1620271"/>
                  <a:pt x="501180" y="1615348"/>
                  <a:pt x="536627" y="1586301"/>
                </a:cubicBezTo>
                <a:cubicBezTo>
                  <a:pt x="554351" y="1601071"/>
                  <a:pt x="572074" y="1616332"/>
                  <a:pt x="590290" y="1631594"/>
                </a:cubicBezTo>
                <a:cubicBezTo>
                  <a:pt x="592752" y="1629625"/>
                  <a:pt x="595213" y="1628148"/>
                  <a:pt x="597675" y="1626179"/>
                </a:cubicBezTo>
                <a:cubicBezTo>
                  <a:pt x="589798" y="1613379"/>
                  <a:pt x="582413" y="1601071"/>
                  <a:pt x="568628" y="1578916"/>
                </a:cubicBezTo>
                <a:cubicBezTo>
                  <a:pt x="587829" y="1587286"/>
                  <a:pt x="598167" y="1591717"/>
                  <a:pt x="610475" y="1597132"/>
                </a:cubicBezTo>
                <a:cubicBezTo>
                  <a:pt x="592259" y="1569562"/>
                  <a:pt x="575028" y="1543469"/>
                  <a:pt x="559274" y="1520330"/>
                </a:cubicBezTo>
                <a:cubicBezTo>
                  <a:pt x="599152" y="1462237"/>
                  <a:pt x="659215" y="1426297"/>
                  <a:pt x="674969" y="1356880"/>
                </a:cubicBezTo>
                <a:cubicBezTo>
                  <a:pt x="678908" y="1357865"/>
                  <a:pt x="682846" y="1358850"/>
                  <a:pt x="686785" y="1359834"/>
                </a:cubicBezTo>
                <a:cubicBezTo>
                  <a:pt x="687277" y="1371650"/>
                  <a:pt x="688262" y="1383466"/>
                  <a:pt x="688754" y="1396758"/>
                </a:cubicBezTo>
                <a:cubicBezTo>
                  <a:pt x="694169" y="1395281"/>
                  <a:pt x="705493" y="1392820"/>
                  <a:pt x="717308" y="1389866"/>
                </a:cubicBezTo>
                <a:cubicBezTo>
                  <a:pt x="730109" y="1405620"/>
                  <a:pt x="742417" y="1421374"/>
                  <a:pt x="759648" y="1442544"/>
                </a:cubicBezTo>
                <a:cubicBezTo>
                  <a:pt x="728632" y="1449436"/>
                  <a:pt x="698108" y="1455837"/>
                  <a:pt x="667092" y="1462729"/>
                </a:cubicBezTo>
                <a:cubicBezTo>
                  <a:pt x="666600" y="1467160"/>
                  <a:pt x="666107" y="1471591"/>
                  <a:pt x="665615" y="1475529"/>
                </a:cubicBezTo>
                <a:cubicBezTo>
                  <a:pt x="678908" y="1478976"/>
                  <a:pt x="692200" y="1482914"/>
                  <a:pt x="716816" y="1489314"/>
                </a:cubicBezTo>
                <a:cubicBezTo>
                  <a:pt x="684323" y="1536577"/>
                  <a:pt x="651830" y="1580393"/>
                  <a:pt x="623276" y="1626179"/>
                </a:cubicBezTo>
                <a:cubicBezTo>
                  <a:pt x="598167" y="1666549"/>
                  <a:pt x="577490" y="1709381"/>
                  <a:pt x="559766" y="1754182"/>
                </a:cubicBezTo>
                <a:cubicBezTo>
                  <a:pt x="540074" y="1803414"/>
                  <a:pt x="489365" y="1846245"/>
                  <a:pt x="484442" y="1894985"/>
                </a:cubicBezTo>
                <a:cubicBezTo>
                  <a:pt x="478534" y="1953078"/>
                  <a:pt x="420440" y="1984587"/>
                  <a:pt x="420933" y="2044650"/>
                </a:cubicBezTo>
                <a:cubicBezTo>
                  <a:pt x="448010" y="2021511"/>
                  <a:pt x="469672" y="2002803"/>
                  <a:pt x="491334" y="1983110"/>
                </a:cubicBezTo>
                <a:cubicBezTo>
                  <a:pt x="497734" y="1977202"/>
                  <a:pt x="504134" y="1969817"/>
                  <a:pt x="507088" y="1961940"/>
                </a:cubicBezTo>
                <a:cubicBezTo>
                  <a:pt x="518904" y="1929447"/>
                  <a:pt x="527273" y="1895477"/>
                  <a:pt x="540566" y="1863969"/>
                </a:cubicBezTo>
                <a:cubicBezTo>
                  <a:pt x="553859" y="1832953"/>
                  <a:pt x="571090" y="1803414"/>
                  <a:pt x="589306" y="1774859"/>
                </a:cubicBezTo>
                <a:cubicBezTo>
                  <a:pt x="606537" y="1747782"/>
                  <a:pt x="633614" y="1726612"/>
                  <a:pt x="635091" y="1690673"/>
                </a:cubicBezTo>
                <a:cubicBezTo>
                  <a:pt x="635584" y="1683780"/>
                  <a:pt x="646415" y="1675903"/>
                  <a:pt x="653799" y="1670488"/>
                </a:cubicBezTo>
                <a:cubicBezTo>
                  <a:pt x="666600" y="1661133"/>
                  <a:pt x="680384" y="1653256"/>
                  <a:pt x="699093" y="1641933"/>
                </a:cubicBezTo>
                <a:cubicBezTo>
                  <a:pt x="685800" y="1636025"/>
                  <a:pt x="678908" y="1633071"/>
                  <a:pt x="667584" y="1627656"/>
                </a:cubicBezTo>
                <a:cubicBezTo>
                  <a:pt x="726170" y="1597624"/>
                  <a:pt x="741432" y="1538054"/>
                  <a:pt x="770971" y="1484883"/>
                </a:cubicBezTo>
                <a:cubicBezTo>
                  <a:pt x="788695" y="1503592"/>
                  <a:pt x="813803" y="1517869"/>
                  <a:pt x="813311" y="1531654"/>
                </a:cubicBezTo>
                <a:cubicBezTo>
                  <a:pt x="812326" y="1548885"/>
                  <a:pt x="790172" y="1564639"/>
                  <a:pt x="778848" y="1582362"/>
                </a:cubicBezTo>
                <a:cubicBezTo>
                  <a:pt x="767525" y="1600578"/>
                  <a:pt x="759155" y="1620271"/>
                  <a:pt x="748324" y="1640948"/>
                </a:cubicBezTo>
                <a:cubicBezTo>
                  <a:pt x="685308" y="1619779"/>
                  <a:pt x="718293" y="1674918"/>
                  <a:pt x="711401" y="1693134"/>
                </a:cubicBezTo>
                <a:cubicBezTo>
                  <a:pt x="697123" y="1730550"/>
                  <a:pt x="679400" y="1762551"/>
                  <a:pt x="643461" y="1780275"/>
                </a:cubicBezTo>
                <a:cubicBezTo>
                  <a:pt x="624752" y="1789629"/>
                  <a:pt x="616875" y="1793567"/>
                  <a:pt x="623768" y="1818183"/>
                </a:cubicBezTo>
                <a:cubicBezTo>
                  <a:pt x="637061" y="1864953"/>
                  <a:pt x="603090" y="1924524"/>
                  <a:pt x="561243" y="1947663"/>
                </a:cubicBezTo>
                <a:cubicBezTo>
                  <a:pt x="563705" y="1965879"/>
                  <a:pt x="565182" y="1981141"/>
                  <a:pt x="567644" y="1999356"/>
                </a:cubicBezTo>
                <a:cubicBezTo>
                  <a:pt x="594229" y="1994926"/>
                  <a:pt x="619829" y="1990002"/>
                  <a:pt x="614414" y="1950617"/>
                </a:cubicBezTo>
                <a:cubicBezTo>
                  <a:pt x="613429" y="1944709"/>
                  <a:pt x="617860" y="1936832"/>
                  <a:pt x="620814" y="1930924"/>
                </a:cubicBezTo>
                <a:cubicBezTo>
                  <a:pt x="640999" y="1894985"/>
                  <a:pt x="659215" y="1857076"/>
                  <a:pt x="682846" y="1823599"/>
                </a:cubicBezTo>
                <a:cubicBezTo>
                  <a:pt x="705000" y="1791598"/>
                  <a:pt x="735524" y="1765013"/>
                  <a:pt x="757679" y="1733012"/>
                </a:cubicBezTo>
                <a:cubicBezTo>
                  <a:pt x="774910" y="1708396"/>
                  <a:pt x="785248" y="1679842"/>
                  <a:pt x="798049" y="1652272"/>
                </a:cubicBezTo>
                <a:cubicBezTo>
                  <a:pt x="801003" y="1645872"/>
                  <a:pt x="797556" y="1636518"/>
                  <a:pt x="801495" y="1631594"/>
                </a:cubicBezTo>
                <a:cubicBezTo>
                  <a:pt x="828572" y="1593193"/>
                  <a:pt x="856142" y="1555285"/>
                  <a:pt x="884697" y="1517869"/>
                </a:cubicBezTo>
                <a:cubicBezTo>
                  <a:pt x="902420" y="1494730"/>
                  <a:pt x="922113" y="1473068"/>
                  <a:pt x="941313" y="1450421"/>
                </a:cubicBezTo>
                <a:cubicBezTo>
                  <a:pt x="944760" y="1446482"/>
                  <a:pt x="950668" y="1442544"/>
                  <a:pt x="950668" y="1439098"/>
                </a:cubicBezTo>
                <a:cubicBezTo>
                  <a:pt x="950175" y="1398235"/>
                  <a:pt x="970853" y="1398728"/>
                  <a:pt x="999407" y="1419405"/>
                </a:cubicBezTo>
                <a:cubicBezTo>
                  <a:pt x="1006300" y="1394297"/>
                  <a:pt x="1012207" y="1374604"/>
                  <a:pt x="1018115" y="1354419"/>
                </a:cubicBezTo>
                <a:cubicBezTo>
                  <a:pt x="1036823" y="1352450"/>
                  <a:pt x="1055531" y="1350973"/>
                  <a:pt x="1076701" y="1348511"/>
                </a:cubicBezTo>
                <a:cubicBezTo>
                  <a:pt x="1069316" y="1320449"/>
                  <a:pt x="1065870" y="1304202"/>
                  <a:pt x="1096886" y="1283033"/>
                </a:cubicBezTo>
                <a:cubicBezTo>
                  <a:pt x="1125441" y="1263340"/>
                  <a:pt x="1158426" y="1240201"/>
                  <a:pt x="1180088" y="1208693"/>
                </a:cubicBezTo>
                <a:cubicBezTo>
                  <a:pt x="1182057" y="1205739"/>
                  <a:pt x="1184027" y="1200815"/>
                  <a:pt x="1182550" y="1197862"/>
                </a:cubicBezTo>
                <a:cubicBezTo>
                  <a:pt x="1165811" y="1160445"/>
                  <a:pt x="1197319" y="1146660"/>
                  <a:pt x="1218489" y="1132383"/>
                </a:cubicBezTo>
                <a:cubicBezTo>
                  <a:pt x="1238674" y="1118106"/>
                  <a:pt x="1251474" y="1088074"/>
                  <a:pt x="1286921" y="1097921"/>
                </a:cubicBezTo>
                <a:cubicBezTo>
                  <a:pt x="1296275" y="1100382"/>
                  <a:pt x="1310060" y="1086105"/>
                  <a:pt x="1324338" y="1078228"/>
                </a:cubicBezTo>
                <a:cubicBezTo>
                  <a:pt x="1299229" y="1044750"/>
                  <a:pt x="1322368" y="1040320"/>
                  <a:pt x="1345507" y="1025550"/>
                </a:cubicBezTo>
                <a:cubicBezTo>
                  <a:pt x="1409016" y="984195"/>
                  <a:pt x="1468094" y="935948"/>
                  <a:pt x="1528157" y="889670"/>
                </a:cubicBezTo>
                <a:cubicBezTo>
                  <a:pt x="1561635" y="863577"/>
                  <a:pt x="1571974" y="842407"/>
                  <a:pt x="1579359" y="806960"/>
                </a:cubicBezTo>
                <a:cubicBezTo>
                  <a:pt x="1608405" y="801053"/>
                  <a:pt x="1641883" y="804007"/>
                  <a:pt x="1653699" y="789237"/>
                </a:cubicBezTo>
                <a:cubicBezTo>
                  <a:pt x="1687669" y="748374"/>
                  <a:pt x="1738870" y="747390"/>
                  <a:pt x="1779240" y="723759"/>
                </a:cubicBezTo>
                <a:cubicBezTo>
                  <a:pt x="1794994" y="714405"/>
                  <a:pt x="1809764" y="702589"/>
                  <a:pt x="1821579" y="688804"/>
                </a:cubicBezTo>
                <a:cubicBezTo>
                  <a:pt x="1842749" y="663696"/>
                  <a:pt x="1870811" y="651388"/>
                  <a:pt x="1900350" y="641049"/>
                </a:cubicBezTo>
                <a:cubicBezTo>
                  <a:pt x="1916597" y="635141"/>
                  <a:pt x="1929890" y="610525"/>
                  <a:pt x="1951552" y="633172"/>
                </a:cubicBezTo>
                <a:cubicBezTo>
                  <a:pt x="1953521" y="635141"/>
                  <a:pt x="1966321" y="630218"/>
                  <a:pt x="1970752" y="625295"/>
                </a:cubicBezTo>
                <a:cubicBezTo>
                  <a:pt x="1988475" y="608064"/>
                  <a:pt x="2004230" y="587879"/>
                  <a:pt x="2022938" y="571632"/>
                </a:cubicBezTo>
                <a:cubicBezTo>
                  <a:pt x="2040661" y="556370"/>
                  <a:pt x="2061339" y="536677"/>
                  <a:pt x="2079062" y="572124"/>
                </a:cubicBezTo>
                <a:cubicBezTo>
                  <a:pt x="2108109" y="542585"/>
                  <a:pt x="2130756" y="510092"/>
                  <a:pt x="2176541" y="504184"/>
                </a:cubicBezTo>
                <a:cubicBezTo>
                  <a:pt x="2196726" y="501723"/>
                  <a:pt x="2214450" y="481045"/>
                  <a:pt x="2232666" y="468737"/>
                </a:cubicBezTo>
                <a:cubicBezTo>
                  <a:pt x="2252358" y="455445"/>
                  <a:pt x="2270082" y="435752"/>
                  <a:pt x="2296667" y="455445"/>
                </a:cubicBezTo>
                <a:cubicBezTo>
                  <a:pt x="2290759" y="477107"/>
                  <a:pt x="2284851" y="497292"/>
                  <a:pt x="2277467" y="522400"/>
                </a:cubicBezTo>
                <a:cubicBezTo>
                  <a:pt x="2259251" y="527323"/>
                  <a:pt x="2233158" y="531262"/>
                  <a:pt x="2210019" y="541108"/>
                </a:cubicBezTo>
                <a:cubicBezTo>
                  <a:pt x="2156356" y="564247"/>
                  <a:pt x="2105155" y="593786"/>
                  <a:pt x="2051000" y="615448"/>
                </a:cubicBezTo>
                <a:cubicBezTo>
                  <a:pt x="1921028" y="667634"/>
                  <a:pt x="1807302" y="747390"/>
                  <a:pt x="1690130" y="821238"/>
                </a:cubicBezTo>
                <a:cubicBezTo>
                  <a:pt x="1671914" y="832561"/>
                  <a:pt x="1653206" y="842900"/>
                  <a:pt x="1634006" y="852746"/>
                </a:cubicBezTo>
                <a:cubicBezTo>
                  <a:pt x="1608405" y="866039"/>
                  <a:pt x="1581820" y="876870"/>
                  <a:pt x="1574435" y="910840"/>
                </a:cubicBezTo>
                <a:cubicBezTo>
                  <a:pt x="1571974" y="922163"/>
                  <a:pt x="1559173" y="937425"/>
                  <a:pt x="1548835" y="939394"/>
                </a:cubicBezTo>
                <a:cubicBezTo>
                  <a:pt x="1489264" y="951210"/>
                  <a:pt x="1469079" y="1009303"/>
                  <a:pt x="1425755" y="1040812"/>
                </a:cubicBezTo>
                <a:cubicBezTo>
                  <a:pt x="1395724" y="1062474"/>
                  <a:pt x="1370615" y="1091521"/>
                  <a:pt x="1345507" y="1119091"/>
                </a:cubicBezTo>
                <a:cubicBezTo>
                  <a:pt x="1315968" y="1151091"/>
                  <a:pt x="1294306" y="1195892"/>
                  <a:pt x="1258367" y="1214600"/>
                </a:cubicBezTo>
                <a:cubicBezTo>
                  <a:pt x="1208643" y="1240201"/>
                  <a:pt x="1207658" y="1301741"/>
                  <a:pt x="1159903" y="1324388"/>
                </a:cubicBezTo>
                <a:cubicBezTo>
                  <a:pt x="1149564" y="1329311"/>
                  <a:pt x="1141687" y="1338172"/>
                  <a:pt x="1132825" y="1345557"/>
                </a:cubicBezTo>
                <a:cubicBezTo>
                  <a:pt x="1127410" y="1349988"/>
                  <a:pt x="1120025" y="1354419"/>
                  <a:pt x="1118056" y="1359834"/>
                </a:cubicBezTo>
                <a:cubicBezTo>
                  <a:pt x="1097871" y="1425805"/>
                  <a:pt x="1051101" y="1473068"/>
                  <a:pt x="1006300" y="1522300"/>
                </a:cubicBezTo>
                <a:cubicBezTo>
                  <a:pt x="982668" y="1548393"/>
                  <a:pt x="965437" y="1580393"/>
                  <a:pt x="945252" y="1609440"/>
                </a:cubicBezTo>
                <a:cubicBezTo>
                  <a:pt x="937867" y="1619779"/>
                  <a:pt x="929498" y="1629133"/>
                  <a:pt x="921621" y="1638979"/>
                </a:cubicBezTo>
                <a:cubicBezTo>
                  <a:pt x="897989" y="1667041"/>
                  <a:pt x="874850" y="1691657"/>
                  <a:pt x="865989" y="1733504"/>
                </a:cubicBezTo>
                <a:cubicBezTo>
                  <a:pt x="857127" y="1777321"/>
                  <a:pt x="822172" y="1815229"/>
                  <a:pt x="800018" y="1856584"/>
                </a:cubicBezTo>
                <a:cubicBezTo>
                  <a:pt x="788695" y="1877754"/>
                  <a:pt x="781802" y="1900893"/>
                  <a:pt x="771463" y="1922062"/>
                </a:cubicBezTo>
                <a:cubicBezTo>
                  <a:pt x="761617" y="1941263"/>
                  <a:pt x="747832" y="1958002"/>
                  <a:pt x="738970" y="1977694"/>
                </a:cubicBezTo>
                <a:cubicBezTo>
                  <a:pt x="720262" y="2021019"/>
                  <a:pt x="703524" y="2065327"/>
                  <a:pt x="686292" y="2109144"/>
                </a:cubicBezTo>
                <a:cubicBezTo>
                  <a:pt x="683338" y="2116036"/>
                  <a:pt x="679400" y="2121944"/>
                  <a:pt x="676446" y="2128836"/>
                </a:cubicBezTo>
                <a:cubicBezTo>
                  <a:pt x="667092" y="2146560"/>
                  <a:pt x="653307" y="2163791"/>
                  <a:pt x="649368" y="2182499"/>
                </a:cubicBezTo>
                <a:cubicBezTo>
                  <a:pt x="643461" y="2213515"/>
                  <a:pt x="637061" y="2240100"/>
                  <a:pt x="615398" y="2267178"/>
                </a:cubicBezTo>
                <a:cubicBezTo>
                  <a:pt x="596198" y="2290809"/>
                  <a:pt x="595706" y="2329702"/>
                  <a:pt x="586352" y="2361703"/>
                </a:cubicBezTo>
                <a:cubicBezTo>
                  <a:pt x="581921" y="2376473"/>
                  <a:pt x="589306" y="2399119"/>
                  <a:pt x="560751" y="2400596"/>
                </a:cubicBezTo>
                <a:cubicBezTo>
                  <a:pt x="556813" y="2400596"/>
                  <a:pt x="551889" y="2418812"/>
                  <a:pt x="549920" y="2429151"/>
                </a:cubicBezTo>
                <a:cubicBezTo>
                  <a:pt x="545981" y="2448351"/>
                  <a:pt x="547458" y="2469521"/>
                  <a:pt x="540566" y="2487244"/>
                </a:cubicBezTo>
                <a:cubicBezTo>
                  <a:pt x="528750" y="2518261"/>
                  <a:pt x="496257" y="2544353"/>
                  <a:pt x="523827" y="2582754"/>
                </a:cubicBezTo>
                <a:cubicBezTo>
                  <a:pt x="526781" y="2587185"/>
                  <a:pt x="518904" y="2599001"/>
                  <a:pt x="516935" y="2607370"/>
                </a:cubicBezTo>
                <a:cubicBezTo>
                  <a:pt x="507088" y="2650694"/>
                  <a:pt x="497734" y="2694018"/>
                  <a:pt x="488873" y="2737342"/>
                </a:cubicBezTo>
                <a:cubicBezTo>
                  <a:pt x="478534" y="2786574"/>
                  <a:pt x="467703" y="2836298"/>
                  <a:pt x="458349" y="2885530"/>
                </a:cubicBezTo>
                <a:cubicBezTo>
                  <a:pt x="447518" y="2945101"/>
                  <a:pt x="442102" y="3006641"/>
                  <a:pt x="427333" y="3065227"/>
                </a:cubicBezTo>
                <a:cubicBezTo>
                  <a:pt x="414532" y="3113966"/>
                  <a:pt x="442102" y="3156798"/>
                  <a:pt x="438164" y="3203076"/>
                </a:cubicBezTo>
                <a:cubicBezTo>
                  <a:pt x="434225" y="3250339"/>
                  <a:pt x="430287" y="3297601"/>
                  <a:pt x="427825" y="3344863"/>
                </a:cubicBezTo>
                <a:cubicBezTo>
                  <a:pt x="426840" y="3360618"/>
                  <a:pt x="427825" y="3377849"/>
                  <a:pt x="432748" y="3393111"/>
                </a:cubicBezTo>
                <a:cubicBezTo>
                  <a:pt x="447518" y="3436927"/>
                  <a:pt x="447025" y="3478774"/>
                  <a:pt x="425363" y="3520621"/>
                </a:cubicBezTo>
                <a:cubicBezTo>
                  <a:pt x="421917" y="3527514"/>
                  <a:pt x="423886" y="3541791"/>
                  <a:pt x="429302" y="3548191"/>
                </a:cubicBezTo>
                <a:cubicBezTo>
                  <a:pt x="450472" y="3575761"/>
                  <a:pt x="456379" y="3605300"/>
                  <a:pt x="456872" y="3639763"/>
                </a:cubicBezTo>
                <a:cubicBezTo>
                  <a:pt x="457364" y="3665855"/>
                  <a:pt x="469672" y="3691948"/>
                  <a:pt x="476565" y="3718534"/>
                </a:cubicBezTo>
                <a:cubicBezTo>
                  <a:pt x="494288" y="3789428"/>
                  <a:pt x="512011" y="3859829"/>
                  <a:pt x="532689" y="3941554"/>
                </a:cubicBezTo>
                <a:cubicBezTo>
                  <a:pt x="541551" y="3922846"/>
                  <a:pt x="545489" y="3914969"/>
                  <a:pt x="550412" y="3905122"/>
                </a:cubicBezTo>
                <a:cubicBezTo>
                  <a:pt x="565674" y="3922846"/>
                  <a:pt x="576013" y="3935154"/>
                  <a:pt x="550905" y="3951893"/>
                </a:cubicBezTo>
                <a:cubicBezTo>
                  <a:pt x="544012" y="3956323"/>
                  <a:pt x="545981" y="3977986"/>
                  <a:pt x="548935" y="3990786"/>
                </a:cubicBezTo>
                <a:cubicBezTo>
                  <a:pt x="554351" y="4017863"/>
                  <a:pt x="559274" y="4045925"/>
                  <a:pt x="571582" y="4070049"/>
                </a:cubicBezTo>
                <a:cubicBezTo>
                  <a:pt x="580936" y="4088265"/>
                  <a:pt x="601121" y="4101065"/>
                  <a:pt x="621306" y="4121743"/>
                </a:cubicBezTo>
                <a:cubicBezTo>
                  <a:pt x="618845" y="4125189"/>
                  <a:pt x="611460" y="4137004"/>
                  <a:pt x="601614" y="4152266"/>
                </a:cubicBezTo>
                <a:cubicBezTo>
                  <a:pt x="611952" y="4150297"/>
                  <a:pt x="619337" y="4149312"/>
                  <a:pt x="629676" y="4147343"/>
                </a:cubicBezTo>
                <a:cubicBezTo>
                  <a:pt x="627214" y="4163590"/>
                  <a:pt x="624752" y="4178359"/>
                  <a:pt x="623276" y="4189683"/>
                </a:cubicBezTo>
                <a:cubicBezTo>
                  <a:pt x="651830" y="4206421"/>
                  <a:pt x="686292" y="4217745"/>
                  <a:pt x="704508" y="4241376"/>
                </a:cubicBezTo>
                <a:cubicBezTo>
                  <a:pt x="711893" y="4251223"/>
                  <a:pt x="750786" y="4288146"/>
                  <a:pt x="703524" y="4316209"/>
                </a:cubicBezTo>
                <a:cubicBezTo>
                  <a:pt x="699093" y="4297500"/>
                  <a:pt x="694169" y="4281746"/>
                  <a:pt x="692200" y="4265500"/>
                </a:cubicBezTo>
                <a:cubicBezTo>
                  <a:pt x="690231" y="4249253"/>
                  <a:pt x="694662" y="4229068"/>
                  <a:pt x="660692" y="4234976"/>
                </a:cubicBezTo>
                <a:cubicBezTo>
                  <a:pt x="706970" y="4273869"/>
                  <a:pt x="660692" y="4278300"/>
                  <a:pt x="642968" y="4293070"/>
                </a:cubicBezTo>
                <a:cubicBezTo>
                  <a:pt x="667584" y="4311778"/>
                  <a:pt x="691708" y="4329501"/>
                  <a:pt x="720755" y="4351655"/>
                </a:cubicBezTo>
                <a:cubicBezTo>
                  <a:pt x="718293" y="4352640"/>
                  <a:pt x="730109" y="4346732"/>
                  <a:pt x="731093" y="4348702"/>
                </a:cubicBezTo>
                <a:cubicBezTo>
                  <a:pt x="738478" y="4359040"/>
                  <a:pt x="748817" y="4371348"/>
                  <a:pt x="748324" y="4382672"/>
                </a:cubicBezTo>
                <a:cubicBezTo>
                  <a:pt x="747340" y="4423042"/>
                  <a:pt x="759648" y="4436827"/>
                  <a:pt x="801987" y="4431411"/>
                </a:cubicBezTo>
                <a:cubicBezTo>
                  <a:pt x="782787" y="4479658"/>
                  <a:pt x="818726" y="4490982"/>
                  <a:pt x="850234" y="4507721"/>
                </a:cubicBezTo>
                <a:cubicBezTo>
                  <a:pt x="860573" y="4513136"/>
                  <a:pt x="865989" y="4529383"/>
                  <a:pt x="873373" y="4540214"/>
                </a:cubicBezTo>
                <a:cubicBezTo>
                  <a:pt x="866973" y="4543660"/>
                  <a:pt x="856142" y="4551045"/>
                  <a:pt x="855650" y="4550552"/>
                </a:cubicBezTo>
                <a:cubicBezTo>
                  <a:pt x="848265" y="4540706"/>
                  <a:pt x="842850" y="4530367"/>
                  <a:pt x="835465" y="4518059"/>
                </a:cubicBezTo>
                <a:cubicBezTo>
                  <a:pt x="832019" y="4522490"/>
                  <a:pt x="825619" y="4530860"/>
                  <a:pt x="819218" y="4539229"/>
                </a:cubicBezTo>
                <a:cubicBezTo>
                  <a:pt x="829065" y="4546121"/>
                  <a:pt x="837926" y="4555476"/>
                  <a:pt x="848758" y="4559414"/>
                </a:cubicBezTo>
                <a:cubicBezTo>
                  <a:pt x="898974" y="4577630"/>
                  <a:pt x="899466" y="4577138"/>
                  <a:pt x="905866" y="4604707"/>
                </a:cubicBezTo>
                <a:cubicBezTo>
                  <a:pt x="891589" y="4613077"/>
                  <a:pt x="876820" y="4621939"/>
                  <a:pt x="860081" y="4631785"/>
                </a:cubicBezTo>
                <a:cubicBezTo>
                  <a:pt x="878297" y="4643108"/>
                  <a:pt x="896020" y="4652955"/>
                  <a:pt x="911774" y="4664278"/>
                </a:cubicBezTo>
                <a:cubicBezTo>
                  <a:pt x="916697" y="4668217"/>
                  <a:pt x="921621" y="4678555"/>
                  <a:pt x="920144" y="4683478"/>
                </a:cubicBezTo>
                <a:cubicBezTo>
                  <a:pt x="910790" y="4707110"/>
                  <a:pt x="910297" y="4707110"/>
                  <a:pt x="932944" y="4738618"/>
                </a:cubicBezTo>
                <a:cubicBezTo>
                  <a:pt x="944760" y="4704648"/>
                  <a:pt x="954114" y="4678063"/>
                  <a:pt x="966422" y="4641631"/>
                </a:cubicBezTo>
                <a:cubicBezTo>
                  <a:pt x="977253" y="4644585"/>
                  <a:pt x="999407" y="4644585"/>
                  <a:pt x="1010238" y="4655909"/>
                </a:cubicBezTo>
                <a:cubicBezTo>
                  <a:pt x="1020084" y="4665755"/>
                  <a:pt x="1017623" y="4687909"/>
                  <a:pt x="1021561" y="4709079"/>
                </a:cubicBezTo>
                <a:cubicBezTo>
                  <a:pt x="1065378" y="4730741"/>
                  <a:pt x="1065870" y="4734187"/>
                  <a:pt x="1027469" y="4760772"/>
                </a:cubicBezTo>
                <a:cubicBezTo>
                  <a:pt x="1008761" y="4739603"/>
                  <a:pt x="990545" y="4717941"/>
                  <a:pt x="967899" y="4692340"/>
                </a:cubicBezTo>
                <a:cubicBezTo>
                  <a:pt x="952637" y="4724833"/>
                  <a:pt x="998422" y="4772096"/>
                  <a:pt x="940821" y="4785881"/>
                </a:cubicBezTo>
                <a:cubicBezTo>
                  <a:pt x="949683" y="4787358"/>
                  <a:pt x="958545" y="4788342"/>
                  <a:pt x="967406" y="4789819"/>
                </a:cubicBezTo>
                <a:cubicBezTo>
                  <a:pt x="967406" y="4792773"/>
                  <a:pt x="966914" y="4796219"/>
                  <a:pt x="966914" y="4799173"/>
                </a:cubicBezTo>
                <a:cubicBezTo>
                  <a:pt x="940329" y="4796219"/>
                  <a:pt x="913744" y="4793265"/>
                  <a:pt x="887158" y="4789819"/>
                </a:cubicBezTo>
                <a:cubicBezTo>
                  <a:pt x="911282" y="4804096"/>
                  <a:pt x="907836" y="4848897"/>
                  <a:pt x="944760" y="4845451"/>
                </a:cubicBezTo>
                <a:cubicBezTo>
                  <a:pt x="958545" y="4843974"/>
                  <a:pt x="971837" y="4830189"/>
                  <a:pt x="989068" y="4819851"/>
                </a:cubicBezTo>
                <a:cubicBezTo>
                  <a:pt x="1008761" y="4856282"/>
                  <a:pt x="1030915" y="4898622"/>
                  <a:pt x="1053070" y="4940469"/>
                </a:cubicBezTo>
                <a:cubicBezTo>
                  <a:pt x="1057008" y="4938499"/>
                  <a:pt x="1060947" y="4937023"/>
                  <a:pt x="1064885" y="4935053"/>
                </a:cubicBezTo>
                <a:cubicBezTo>
                  <a:pt x="1062916" y="4919299"/>
                  <a:pt x="1061439" y="4903545"/>
                  <a:pt x="1059470" y="4887791"/>
                </a:cubicBezTo>
                <a:cubicBezTo>
                  <a:pt x="1063409" y="4886806"/>
                  <a:pt x="1067839" y="4886314"/>
                  <a:pt x="1071778" y="4885329"/>
                </a:cubicBezTo>
                <a:cubicBezTo>
                  <a:pt x="1076209" y="4909453"/>
                  <a:pt x="1086055" y="4934561"/>
                  <a:pt x="1083101" y="4958192"/>
                </a:cubicBezTo>
                <a:cubicBezTo>
                  <a:pt x="1080147" y="4978870"/>
                  <a:pt x="1084086" y="4981823"/>
                  <a:pt x="1101317" y="4988716"/>
                </a:cubicBezTo>
                <a:cubicBezTo>
                  <a:pt x="1117071" y="4994624"/>
                  <a:pt x="1130856" y="5009393"/>
                  <a:pt x="1142180" y="5022686"/>
                </a:cubicBezTo>
                <a:cubicBezTo>
                  <a:pt x="1154980" y="5037456"/>
                  <a:pt x="1166303" y="5054687"/>
                  <a:pt x="1174180" y="5072410"/>
                </a:cubicBezTo>
                <a:cubicBezTo>
                  <a:pt x="1180580" y="5086688"/>
                  <a:pt x="1181073" y="5103427"/>
                  <a:pt x="1184027" y="5119180"/>
                </a:cubicBezTo>
                <a:cubicBezTo>
                  <a:pt x="1217504" y="5143304"/>
                  <a:pt x="1256397" y="5167920"/>
                  <a:pt x="1290367" y="5197459"/>
                </a:cubicBezTo>
                <a:cubicBezTo>
                  <a:pt x="1301198" y="5206813"/>
                  <a:pt x="1300706" y="5229952"/>
                  <a:pt x="1306122" y="5243245"/>
                </a:cubicBezTo>
                <a:cubicBezTo>
                  <a:pt x="1341076" y="5288046"/>
                  <a:pt x="1410985" y="5283615"/>
                  <a:pt x="1438063" y="5346139"/>
                </a:cubicBezTo>
                <a:cubicBezTo>
                  <a:pt x="1446432" y="5365340"/>
                  <a:pt x="1476956" y="5374694"/>
                  <a:pt x="1499603" y="5389956"/>
                </a:cubicBezTo>
                <a:cubicBezTo>
                  <a:pt x="1490249" y="5390448"/>
                  <a:pt x="1482864" y="5390940"/>
                  <a:pt x="1475972" y="5391433"/>
                </a:cubicBezTo>
                <a:cubicBezTo>
                  <a:pt x="1474987" y="5394387"/>
                  <a:pt x="1474495" y="5397341"/>
                  <a:pt x="1473510" y="5400294"/>
                </a:cubicBezTo>
                <a:cubicBezTo>
                  <a:pt x="1497141" y="5408171"/>
                  <a:pt x="1520280" y="5416541"/>
                  <a:pt x="1545389" y="5424910"/>
                </a:cubicBezTo>
                <a:cubicBezTo>
                  <a:pt x="1552773" y="5409156"/>
                  <a:pt x="1560158" y="5393402"/>
                  <a:pt x="1570989" y="5371740"/>
                </a:cubicBezTo>
                <a:cubicBezTo>
                  <a:pt x="1584282" y="5394387"/>
                  <a:pt x="1635483" y="5395863"/>
                  <a:pt x="1592159" y="5437218"/>
                </a:cubicBezTo>
                <a:cubicBezTo>
                  <a:pt x="1591174" y="5438203"/>
                  <a:pt x="1604959" y="5460850"/>
                  <a:pt x="1614806" y="5465281"/>
                </a:cubicBezTo>
                <a:cubicBezTo>
                  <a:pt x="1641391" y="5476112"/>
                  <a:pt x="1669945" y="5481527"/>
                  <a:pt x="1703423" y="5490881"/>
                </a:cubicBezTo>
                <a:cubicBezTo>
                  <a:pt x="1687669" y="5500235"/>
                  <a:pt x="1675853" y="5507128"/>
                  <a:pt x="1659606" y="5516974"/>
                </a:cubicBezTo>
                <a:cubicBezTo>
                  <a:pt x="1678807" y="5525836"/>
                  <a:pt x="1660099" y="5576052"/>
                  <a:pt x="1707361" y="5547990"/>
                </a:cubicBezTo>
                <a:cubicBezTo>
                  <a:pt x="1719669" y="5540605"/>
                  <a:pt x="1743793" y="5553405"/>
                  <a:pt x="1771363" y="5558329"/>
                </a:cubicBezTo>
                <a:cubicBezTo>
                  <a:pt x="1778748" y="5569160"/>
                  <a:pt x="1752655" y="5609038"/>
                  <a:pt x="1796963" y="5613469"/>
                </a:cubicBezTo>
                <a:cubicBezTo>
                  <a:pt x="1809271" y="5626761"/>
                  <a:pt x="1822072" y="5640546"/>
                  <a:pt x="1838811" y="5659254"/>
                </a:cubicBezTo>
                <a:cubicBezTo>
                  <a:pt x="1844226" y="5638085"/>
                  <a:pt x="1847672" y="5626761"/>
                  <a:pt x="1852103" y="5610022"/>
                </a:cubicBezTo>
                <a:cubicBezTo>
                  <a:pt x="1830441" y="5611499"/>
                  <a:pt x="1813210" y="5612976"/>
                  <a:pt x="1795979" y="5613961"/>
                </a:cubicBezTo>
                <a:cubicBezTo>
                  <a:pt x="1811733" y="5588360"/>
                  <a:pt x="1825518" y="5572606"/>
                  <a:pt x="1856042" y="5602637"/>
                </a:cubicBezTo>
                <a:cubicBezTo>
                  <a:pt x="1874750" y="5620853"/>
                  <a:pt x="1910689" y="5618392"/>
                  <a:pt x="1922505" y="5650885"/>
                </a:cubicBezTo>
                <a:cubicBezTo>
                  <a:pt x="1923489" y="5654331"/>
                  <a:pt x="1942690" y="5651377"/>
                  <a:pt x="1954013" y="5651377"/>
                </a:cubicBezTo>
                <a:cubicBezTo>
                  <a:pt x="1957952" y="5690762"/>
                  <a:pt x="2030815" y="5695193"/>
                  <a:pt x="1995860" y="5751318"/>
                </a:cubicBezTo>
                <a:cubicBezTo>
                  <a:pt x="2010630" y="5755256"/>
                  <a:pt x="2021953" y="5758210"/>
                  <a:pt x="2038200" y="5762641"/>
                </a:cubicBezTo>
                <a:cubicBezTo>
                  <a:pt x="2036230" y="5750333"/>
                  <a:pt x="2035246" y="5742456"/>
                  <a:pt x="2034261" y="5735071"/>
                </a:cubicBezTo>
                <a:cubicBezTo>
                  <a:pt x="2093832" y="5724733"/>
                  <a:pt x="2126325" y="5739994"/>
                  <a:pt x="2147002" y="5787750"/>
                </a:cubicBezTo>
                <a:cubicBezTo>
                  <a:pt x="2123863" y="5800058"/>
                  <a:pt x="2107617" y="5870951"/>
                  <a:pt x="2120909" y="5899506"/>
                </a:cubicBezTo>
                <a:cubicBezTo>
                  <a:pt x="2151925" y="5858151"/>
                  <a:pt x="2211496" y="5867997"/>
                  <a:pt x="2288790" y="5929045"/>
                </a:cubicBezTo>
                <a:cubicBezTo>
                  <a:pt x="2270574" y="5936430"/>
                  <a:pt x="2253835" y="5942830"/>
                  <a:pt x="2231681" y="5951691"/>
                </a:cubicBezTo>
                <a:cubicBezTo>
                  <a:pt x="2258266" y="5966953"/>
                  <a:pt x="2281898" y="5980738"/>
                  <a:pt x="2307006" y="5994523"/>
                </a:cubicBezTo>
                <a:cubicBezTo>
                  <a:pt x="2307990" y="5978277"/>
                  <a:pt x="2308975" y="5965969"/>
                  <a:pt x="2309467" y="5953661"/>
                </a:cubicBezTo>
                <a:cubicBezTo>
                  <a:pt x="2320298" y="5957107"/>
                  <a:pt x="2331129" y="5963015"/>
                  <a:pt x="2341960" y="5963015"/>
                </a:cubicBezTo>
                <a:cubicBezTo>
                  <a:pt x="2362638" y="5963507"/>
                  <a:pt x="2382823" y="5959076"/>
                  <a:pt x="2403500" y="5960061"/>
                </a:cubicBezTo>
                <a:cubicBezTo>
                  <a:pt x="2416793" y="5961045"/>
                  <a:pt x="2430085" y="5967446"/>
                  <a:pt x="2442886" y="5972861"/>
                </a:cubicBezTo>
                <a:cubicBezTo>
                  <a:pt x="2448794" y="5975323"/>
                  <a:pt x="2454209" y="5983200"/>
                  <a:pt x="2458640" y="5982708"/>
                </a:cubicBezTo>
                <a:cubicBezTo>
                  <a:pt x="2500979" y="5973846"/>
                  <a:pt x="2511318" y="6006831"/>
                  <a:pt x="2526087" y="6033416"/>
                </a:cubicBezTo>
                <a:cubicBezTo>
                  <a:pt x="2537411" y="6032924"/>
                  <a:pt x="2547257" y="6031940"/>
                  <a:pt x="2562027" y="6031447"/>
                </a:cubicBezTo>
                <a:cubicBezTo>
                  <a:pt x="2557596" y="6045724"/>
                  <a:pt x="2554642" y="6055078"/>
                  <a:pt x="2552673" y="6060986"/>
                </a:cubicBezTo>
                <a:cubicBezTo>
                  <a:pt x="2580243" y="6052124"/>
                  <a:pt x="2608797" y="6043262"/>
                  <a:pt x="2640305" y="6033416"/>
                </a:cubicBezTo>
                <a:cubicBezTo>
                  <a:pt x="2641290" y="6017662"/>
                  <a:pt x="2642275" y="5993538"/>
                  <a:pt x="2643259" y="5966953"/>
                </a:cubicBezTo>
                <a:cubicBezTo>
                  <a:pt x="2696430" y="5984677"/>
                  <a:pt x="2708245" y="6000923"/>
                  <a:pt x="2700861" y="6035878"/>
                </a:cubicBezTo>
                <a:cubicBezTo>
                  <a:pt x="2717600" y="6049171"/>
                  <a:pt x="2734338" y="6061971"/>
                  <a:pt x="2751569" y="6074771"/>
                </a:cubicBezTo>
                <a:cubicBezTo>
                  <a:pt x="2754523" y="6077233"/>
                  <a:pt x="2759447" y="6081171"/>
                  <a:pt x="2760924" y="6080186"/>
                </a:cubicBezTo>
                <a:cubicBezTo>
                  <a:pt x="2796863" y="6062955"/>
                  <a:pt x="2822463" y="6096433"/>
                  <a:pt x="2854956" y="6097910"/>
                </a:cubicBezTo>
                <a:cubicBezTo>
                  <a:pt x="2896311" y="6099879"/>
                  <a:pt x="2937666" y="6106280"/>
                  <a:pt x="2981482" y="6111203"/>
                </a:cubicBezTo>
                <a:cubicBezTo>
                  <a:pt x="2989360" y="6141726"/>
                  <a:pt x="2993298" y="6173235"/>
                  <a:pt x="2942589" y="6193913"/>
                </a:cubicBezTo>
                <a:cubicBezTo>
                  <a:pt x="2960805" y="6202282"/>
                  <a:pt x="2970159" y="6208682"/>
                  <a:pt x="2980005" y="6210159"/>
                </a:cubicBezTo>
                <a:cubicBezTo>
                  <a:pt x="2983452" y="6210651"/>
                  <a:pt x="2987882" y="6195881"/>
                  <a:pt x="2991821" y="6188497"/>
                </a:cubicBezTo>
                <a:cubicBezTo>
                  <a:pt x="2997729" y="6177666"/>
                  <a:pt x="3003144" y="6166342"/>
                  <a:pt x="3012498" y="6148127"/>
                </a:cubicBezTo>
                <a:cubicBezTo>
                  <a:pt x="3023329" y="6170281"/>
                  <a:pt x="3030222" y="6184558"/>
                  <a:pt x="3037114" y="6198836"/>
                </a:cubicBezTo>
                <a:cubicBezTo>
                  <a:pt x="3055823" y="6191943"/>
                  <a:pt x="3074531" y="6185051"/>
                  <a:pt x="3095700" y="6177174"/>
                </a:cubicBezTo>
                <a:cubicBezTo>
                  <a:pt x="3097177" y="6165850"/>
                  <a:pt x="3098654" y="6151573"/>
                  <a:pt x="3099147" y="6144681"/>
                </a:cubicBezTo>
                <a:cubicBezTo>
                  <a:pt x="3130163" y="6141726"/>
                  <a:pt x="3155763" y="6137788"/>
                  <a:pt x="3181364" y="6138280"/>
                </a:cubicBezTo>
                <a:cubicBezTo>
                  <a:pt x="3196133" y="6138280"/>
                  <a:pt x="3210903" y="6147142"/>
                  <a:pt x="3226165" y="6149111"/>
                </a:cubicBezTo>
                <a:cubicBezTo>
                  <a:pt x="3242411" y="6151080"/>
                  <a:pt x="3259150" y="6150096"/>
                  <a:pt x="3275889" y="6150588"/>
                </a:cubicBezTo>
                <a:cubicBezTo>
                  <a:pt x="3276874" y="6150588"/>
                  <a:pt x="3278350" y="6148127"/>
                  <a:pt x="3278843" y="6148619"/>
                </a:cubicBezTo>
                <a:cubicBezTo>
                  <a:pt x="3318721" y="6167327"/>
                  <a:pt x="3363522" y="6118095"/>
                  <a:pt x="3401923" y="6158465"/>
                </a:cubicBezTo>
                <a:cubicBezTo>
                  <a:pt x="3406353" y="6163388"/>
                  <a:pt x="3417677" y="6162896"/>
                  <a:pt x="3426046" y="6162896"/>
                </a:cubicBezTo>
                <a:cubicBezTo>
                  <a:pt x="3448200" y="6162404"/>
                  <a:pt x="3471339" y="6142711"/>
                  <a:pt x="3493494" y="6165850"/>
                </a:cubicBezTo>
                <a:cubicBezTo>
                  <a:pt x="3494971" y="6167327"/>
                  <a:pt x="3504817" y="6157973"/>
                  <a:pt x="3511217" y="6156496"/>
                </a:cubicBezTo>
                <a:cubicBezTo>
                  <a:pt x="3525002" y="6153050"/>
                  <a:pt x="3539279" y="6149111"/>
                  <a:pt x="3553557" y="6149111"/>
                </a:cubicBezTo>
                <a:cubicBezTo>
                  <a:pt x="3587034" y="6149111"/>
                  <a:pt x="3620512" y="6155511"/>
                  <a:pt x="3653497" y="6152065"/>
                </a:cubicBezTo>
                <a:cubicBezTo>
                  <a:pt x="3689437" y="6148619"/>
                  <a:pt x="3724391" y="6131880"/>
                  <a:pt x="3760331" y="6131388"/>
                </a:cubicBezTo>
                <a:cubicBezTo>
                  <a:pt x="3782977" y="6130895"/>
                  <a:pt x="3805624" y="6149111"/>
                  <a:pt x="3828763" y="6158957"/>
                </a:cubicBezTo>
                <a:cubicBezTo>
                  <a:pt x="3829747" y="6153542"/>
                  <a:pt x="3830732" y="6146649"/>
                  <a:pt x="3833194" y="6129418"/>
                </a:cubicBezTo>
                <a:cubicBezTo>
                  <a:pt x="3839594" y="6149604"/>
                  <a:pt x="3843040" y="6161419"/>
                  <a:pt x="3846979" y="6174220"/>
                </a:cubicBezTo>
                <a:cubicBezTo>
                  <a:pt x="3872087" y="6172250"/>
                  <a:pt x="3897688" y="6169789"/>
                  <a:pt x="3925750" y="6167819"/>
                </a:cubicBezTo>
                <a:cubicBezTo>
                  <a:pt x="3912457" y="6148619"/>
                  <a:pt x="3870118" y="6155511"/>
                  <a:pt x="3879472" y="6117110"/>
                </a:cubicBezTo>
                <a:cubicBezTo>
                  <a:pt x="3903595" y="6123018"/>
                  <a:pt x="3926242" y="6128434"/>
                  <a:pt x="3938550" y="6131388"/>
                </a:cubicBezTo>
                <a:cubicBezTo>
                  <a:pt x="3948396" y="6153050"/>
                  <a:pt x="3955289" y="6167819"/>
                  <a:pt x="3962181" y="6182589"/>
                </a:cubicBezTo>
                <a:cubicBezTo>
                  <a:pt x="3966612" y="6181112"/>
                  <a:pt x="3971043" y="6179635"/>
                  <a:pt x="3975474" y="6178158"/>
                </a:cubicBezTo>
                <a:cubicBezTo>
                  <a:pt x="3970058" y="6162896"/>
                  <a:pt x="3960704" y="6147142"/>
                  <a:pt x="3961197" y="6132373"/>
                </a:cubicBezTo>
                <a:cubicBezTo>
                  <a:pt x="3961689" y="6122526"/>
                  <a:pt x="3976459" y="6104802"/>
                  <a:pt x="3985320" y="6104802"/>
                </a:cubicBezTo>
                <a:cubicBezTo>
                  <a:pt x="4026675" y="6104310"/>
                  <a:pt x="4065568" y="6105295"/>
                  <a:pt x="4097569" y="6070340"/>
                </a:cubicBezTo>
                <a:cubicBezTo>
                  <a:pt x="4111846" y="6054586"/>
                  <a:pt x="4148278" y="6073294"/>
                  <a:pt x="4164524" y="6096925"/>
                </a:cubicBezTo>
                <a:cubicBezTo>
                  <a:pt x="4170925" y="6105787"/>
                  <a:pt x="4183725" y="6110218"/>
                  <a:pt x="4194063" y="6116618"/>
                </a:cubicBezTo>
                <a:cubicBezTo>
                  <a:pt x="4195541" y="6113664"/>
                  <a:pt x="4197018" y="6110218"/>
                  <a:pt x="4198494" y="6107264"/>
                </a:cubicBezTo>
                <a:cubicBezTo>
                  <a:pt x="4194556" y="6092987"/>
                  <a:pt x="4191109" y="6078710"/>
                  <a:pt x="4187171" y="6064432"/>
                </a:cubicBezTo>
                <a:cubicBezTo>
                  <a:pt x="4224095" y="6050647"/>
                  <a:pt x="4262496" y="6035878"/>
                  <a:pt x="4306805" y="6019139"/>
                </a:cubicBezTo>
                <a:cubicBezTo>
                  <a:pt x="4314682" y="6025047"/>
                  <a:pt x="4330928" y="6037847"/>
                  <a:pt x="4348159" y="6051632"/>
                </a:cubicBezTo>
                <a:cubicBezTo>
                  <a:pt x="4356529" y="6040309"/>
                  <a:pt x="4365391" y="6028001"/>
                  <a:pt x="4373760" y="6016678"/>
                </a:cubicBezTo>
                <a:cubicBezTo>
                  <a:pt x="4388529" y="6027509"/>
                  <a:pt x="4399360" y="6036371"/>
                  <a:pt x="4410684" y="6044740"/>
                </a:cubicBezTo>
                <a:cubicBezTo>
                  <a:pt x="4412653" y="6042278"/>
                  <a:pt x="4415115" y="6039324"/>
                  <a:pt x="4417084" y="6036863"/>
                </a:cubicBezTo>
                <a:cubicBezTo>
                  <a:pt x="4411176" y="6028001"/>
                  <a:pt x="4405268" y="6018647"/>
                  <a:pt x="4399360" y="6009785"/>
                </a:cubicBezTo>
                <a:cubicBezTo>
                  <a:pt x="4410684" y="6004862"/>
                  <a:pt x="4422499" y="6000431"/>
                  <a:pt x="4433823" y="5994523"/>
                </a:cubicBezTo>
                <a:cubicBezTo>
                  <a:pt x="4440223" y="5991569"/>
                  <a:pt x="4445638" y="5984677"/>
                  <a:pt x="4452531" y="5983200"/>
                </a:cubicBezTo>
                <a:cubicBezTo>
                  <a:pt x="4467793" y="5979754"/>
                  <a:pt x="4483547" y="5978769"/>
                  <a:pt x="4498809" y="5976307"/>
                </a:cubicBezTo>
                <a:cubicBezTo>
                  <a:pt x="4507178" y="5975323"/>
                  <a:pt x="4520963" y="5975815"/>
                  <a:pt x="4522933" y="5971384"/>
                </a:cubicBezTo>
                <a:cubicBezTo>
                  <a:pt x="4542625" y="5928553"/>
                  <a:pt x="4592349" y="5948738"/>
                  <a:pt x="4621396" y="5925106"/>
                </a:cubicBezTo>
                <a:cubicBezTo>
                  <a:pt x="4622381" y="5924614"/>
                  <a:pt x="4637150" y="5940861"/>
                  <a:pt x="4650935" y="5955138"/>
                </a:cubicBezTo>
                <a:cubicBezTo>
                  <a:pt x="4655859" y="5943814"/>
                  <a:pt x="4664720" y="5931506"/>
                  <a:pt x="4665705" y="5918214"/>
                </a:cubicBezTo>
                <a:cubicBezTo>
                  <a:pt x="4667674" y="5897044"/>
                  <a:pt x="4676044" y="5892121"/>
                  <a:pt x="4695244" y="5896552"/>
                </a:cubicBezTo>
                <a:cubicBezTo>
                  <a:pt x="4707060" y="5899506"/>
                  <a:pt x="4719860" y="5900983"/>
                  <a:pt x="4730199" y="5902952"/>
                </a:cubicBezTo>
                <a:cubicBezTo>
                  <a:pt x="4737091" y="5891136"/>
                  <a:pt x="4742999" y="5881782"/>
                  <a:pt x="4748414" y="5872428"/>
                </a:cubicBezTo>
                <a:cubicBezTo>
                  <a:pt x="4755307" y="5877844"/>
                  <a:pt x="4761707" y="5883259"/>
                  <a:pt x="4764661" y="5885228"/>
                </a:cubicBezTo>
                <a:cubicBezTo>
                  <a:pt x="4777954" y="5873905"/>
                  <a:pt x="4790754" y="5863074"/>
                  <a:pt x="4811431" y="5845843"/>
                </a:cubicBezTo>
                <a:cubicBezTo>
                  <a:pt x="4805031" y="5864059"/>
                  <a:pt x="4801585" y="5872920"/>
                  <a:pt x="4798139" y="5882767"/>
                </a:cubicBezTo>
                <a:cubicBezTo>
                  <a:pt x="4824231" y="5873413"/>
                  <a:pt x="4824231" y="5873413"/>
                  <a:pt x="4812908" y="5811873"/>
                </a:cubicBezTo>
                <a:cubicBezTo>
                  <a:pt x="4819801" y="5815319"/>
                  <a:pt x="4825216" y="5816796"/>
                  <a:pt x="4829155" y="5820242"/>
                </a:cubicBezTo>
                <a:cubicBezTo>
                  <a:pt x="4833093" y="5824181"/>
                  <a:pt x="4835555" y="5829597"/>
                  <a:pt x="4842940" y="5840427"/>
                </a:cubicBezTo>
                <a:cubicBezTo>
                  <a:pt x="4856725" y="5765595"/>
                  <a:pt x="4907433" y="5792180"/>
                  <a:pt x="4954204" y="5795627"/>
                </a:cubicBezTo>
                <a:cubicBezTo>
                  <a:pt x="4947804" y="5784303"/>
                  <a:pt x="4944357" y="5778888"/>
                  <a:pt x="4941403" y="5773472"/>
                </a:cubicBezTo>
                <a:cubicBezTo>
                  <a:pt x="4982758" y="5761656"/>
                  <a:pt x="5032975" y="5770026"/>
                  <a:pt x="5054637" y="5731625"/>
                </a:cubicBezTo>
                <a:cubicBezTo>
                  <a:pt x="5080729" y="5723255"/>
                  <a:pt x="5099930" y="5717840"/>
                  <a:pt x="5122576" y="5710455"/>
                </a:cubicBezTo>
                <a:cubicBezTo>
                  <a:pt x="5105838" y="5692732"/>
                  <a:pt x="5092545" y="5678947"/>
                  <a:pt x="5070883" y="5656300"/>
                </a:cubicBezTo>
                <a:cubicBezTo>
                  <a:pt x="5095007" y="5656300"/>
                  <a:pt x="5107807" y="5654823"/>
                  <a:pt x="5120115" y="5656792"/>
                </a:cubicBezTo>
                <a:cubicBezTo>
                  <a:pt x="5162455" y="5662700"/>
                  <a:pt x="5174763" y="5653838"/>
                  <a:pt x="5179193" y="5611991"/>
                </a:cubicBezTo>
                <a:cubicBezTo>
                  <a:pt x="5184609" y="5559806"/>
                  <a:pt x="5211194" y="5546513"/>
                  <a:pt x="5259441" y="5564729"/>
                </a:cubicBezTo>
                <a:cubicBezTo>
                  <a:pt x="5272241" y="5569652"/>
                  <a:pt x="5292919" y="5555375"/>
                  <a:pt x="5313596" y="5548482"/>
                </a:cubicBezTo>
                <a:cubicBezTo>
                  <a:pt x="5284057" y="5518451"/>
                  <a:pt x="5284057" y="5518451"/>
                  <a:pt x="5311627" y="5490881"/>
                </a:cubicBezTo>
                <a:cubicBezTo>
                  <a:pt x="5325904" y="5496296"/>
                  <a:pt x="5338704" y="5501712"/>
                  <a:pt x="5351012" y="5506635"/>
                </a:cubicBezTo>
                <a:cubicBezTo>
                  <a:pt x="5355936" y="5493343"/>
                  <a:pt x="5357413" y="5475127"/>
                  <a:pt x="5367259" y="5467742"/>
                </a:cubicBezTo>
                <a:cubicBezTo>
                  <a:pt x="5388921" y="5450511"/>
                  <a:pt x="5370705" y="5407679"/>
                  <a:pt x="5412060" y="5403248"/>
                </a:cubicBezTo>
                <a:cubicBezTo>
                  <a:pt x="5419445" y="5402264"/>
                  <a:pt x="5425352" y="5386510"/>
                  <a:pt x="5425352" y="5386017"/>
                </a:cubicBezTo>
                <a:cubicBezTo>
                  <a:pt x="5461784" y="5379125"/>
                  <a:pt x="5490831" y="5373709"/>
                  <a:pt x="5520370" y="5368294"/>
                </a:cubicBezTo>
                <a:cubicBezTo>
                  <a:pt x="5520370" y="5364355"/>
                  <a:pt x="5520862" y="5360417"/>
                  <a:pt x="5520862" y="5356478"/>
                </a:cubicBezTo>
                <a:cubicBezTo>
                  <a:pt x="5513478" y="5352540"/>
                  <a:pt x="5506585" y="5348601"/>
                  <a:pt x="5499200" y="5344170"/>
                </a:cubicBezTo>
                <a:cubicBezTo>
                  <a:pt x="5508554" y="5309215"/>
                  <a:pt x="5515939" y="5271307"/>
                  <a:pt x="5568125" y="5288046"/>
                </a:cubicBezTo>
                <a:cubicBezTo>
                  <a:pt x="5568125" y="5288046"/>
                  <a:pt x="5575017" y="5274261"/>
                  <a:pt x="5575017" y="5266876"/>
                </a:cubicBezTo>
                <a:cubicBezTo>
                  <a:pt x="5574525" y="5249645"/>
                  <a:pt x="5572064" y="5231922"/>
                  <a:pt x="5570094" y="5207798"/>
                </a:cubicBezTo>
                <a:cubicBezTo>
                  <a:pt x="5584864" y="5217152"/>
                  <a:pt x="5594710" y="5223552"/>
                  <a:pt x="5604064" y="5229952"/>
                </a:cubicBezTo>
                <a:cubicBezTo>
                  <a:pt x="5647881" y="5220598"/>
                  <a:pt x="5621788" y="5186136"/>
                  <a:pt x="5627203" y="5154135"/>
                </a:cubicBezTo>
                <a:cubicBezTo>
                  <a:pt x="5669050" y="5197459"/>
                  <a:pt x="5687266" y="5155120"/>
                  <a:pt x="5711882" y="5137889"/>
                </a:cubicBezTo>
                <a:cubicBezTo>
                  <a:pt x="5715328" y="5135427"/>
                  <a:pt x="5707944" y="5117211"/>
                  <a:pt x="5703513" y="5096042"/>
                </a:cubicBezTo>
                <a:cubicBezTo>
                  <a:pt x="5722221" y="5066995"/>
                  <a:pt x="5740436" y="5017270"/>
                  <a:pt x="5810838" y="5035486"/>
                </a:cubicBezTo>
                <a:cubicBezTo>
                  <a:pt x="5802961" y="5002993"/>
                  <a:pt x="5796561" y="4978377"/>
                  <a:pt x="5789668" y="4950315"/>
                </a:cubicBezTo>
                <a:cubicBezTo>
                  <a:pt x="5840377" y="4894683"/>
                  <a:pt x="5840377" y="4894683"/>
                  <a:pt x="5928010" y="4911914"/>
                </a:cubicBezTo>
                <a:cubicBezTo>
                  <a:pt x="5905856" y="4898129"/>
                  <a:pt x="5884194" y="4884344"/>
                  <a:pt x="5855639" y="4866621"/>
                </a:cubicBezTo>
                <a:cubicBezTo>
                  <a:pt x="5871886" y="4860221"/>
                  <a:pt x="5883702" y="4849882"/>
                  <a:pt x="5893055" y="4852344"/>
                </a:cubicBezTo>
                <a:cubicBezTo>
                  <a:pt x="5924564" y="4860713"/>
                  <a:pt x="5928995" y="4845451"/>
                  <a:pt x="5922594" y="4820343"/>
                </a:cubicBezTo>
                <a:cubicBezTo>
                  <a:pt x="5949672" y="4818866"/>
                  <a:pt x="5946718" y="4818866"/>
                  <a:pt x="5943764" y="4790804"/>
                </a:cubicBezTo>
                <a:cubicBezTo>
                  <a:pt x="5942780" y="4781942"/>
                  <a:pt x="5960995" y="4771111"/>
                  <a:pt x="5970842" y="4760280"/>
                </a:cubicBezTo>
                <a:cubicBezTo>
                  <a:pt x="5953118" y="4740587"/>
                  <a:pt x="5958534" y="4729264"/>
                  <a:pt x="5985611" y="4720402"/>
                </a:cubicBezTo>
                <a:cubicBezTo>
                  <a:pt x="6017120" y="4709571"/>
                  <a:pt x="6040259" y="4688402"/>
                  <a:pt x="6037797" y="4650985"/>
                </a:cubicBezTo>
                <a:cubicBezTo>
                  <a:pt x="6036813" y="4637693"/>
                  <a:pt x="6033859" y="4624892"/>
                  <a:pt x="6031397" y="4609631"/>
                </a:cubicBezTo>
                <a:cubicBezTo>
                  <a:pt x="6046659" y="4604707"/>
                  <a:pt x="6062413" y="4598799"/>
                  <a:pt x="6079152" y="4594369"/>
                </a:cubicBezTo>
                <a:cubicBezTo>
                  <a:pt x="6092937" y="4590923"/>
                  <a:pt x="6107214" y="4588953"/>
                  <a:pt x="6124938" y="4585015"/>
                </a:cubicBezTo>
                <a:cubicBezTo>
                  <a:pt x="6111645" y="4566799"/>
                  <a:pt x="6082106" y="4545629"/>
                  <a:pt x="6131830" y="4541198"/>
                </a:cubicBezTo>
                <a:cubicBezTo>
                  <a:pt x="6125430" y="4523967"/>
                  <a:pt x="6119522" y="4507228"/>
                  <a:pt x="6113614" y="4490982"/>
                </a:cubicBezTo>
                <a:cubicBezTo>
                  <a:pt x="6116076" y="4489505"/>
                  <a:pt x="6119030" y="4488028"/>
                  <a:pt x="6121491" y="4486551"/>
                </a:cubicBezTo>
                <a:cubicBezTo>
                  <a:pt x="6130353" y="4497874"/>
                  <a:pt x="6139707" y="4509197"/>
                  <a:pt x="6148569" y="4520521"/>
                </a:cubicBezTo>
                <a:cubicBezTo>
                  <a:pt x="6151030" y="4520028"/>
                  <a:pt x="6153492" y="4519536"/>
                  <a:pt x="6155954" y="4519044"/>
                </a:cubicBezTo>
                <a:cubicBezTo>
                  <a:pt x="6149061" y="4495905"/>
                  <a:pt x="6134784" y="4471781"/>
                  <a:pt x="6136753" y="4449135"/>
                </a:cubicBezTo>
                <a:cubicBezTo>
                  <a:pt x="6139215" y="4423042"/>
                  <a:pt x="6155461" y="4397934"/>
                  <a:pt x="6166292" y="4372825"/>
                </a:cubicBezTo>
                <a:cubicBezTo>
                  <a:pt x="6168754" y="4367410"/>
                  <a:pt x="6175154" y="4363963"/>
                  <a:pt x="6179585" y="4360025"/>
                </a:cubicBezTo>
                <a:cubicBezTo>
                  <a:pt x="6173185" y="4349686"/>
                  <a:pt x="6167277" y="4340332"/>
                  <a:pt x="6161369" y="4330486"/>
                </a:cubicBezTo>
                <a:cubicBezTo>
                  <a:pt x="6173185" y="4330978"/>
                  <a:pt x="6185000" y="4331963"/>
                  <a:pt x="6209124" y="4332947"/>
                </a:cubicBezTo>
                <a:cubicBezTo>
                  <a:pt x="6193862" y="4319655"/>
                  <a:pt x="6181554" y="4313255"/>
                  <a:pt x="6178108" y="4303901"/>
                </a:cubicBezTo>
                <a:cubicBezTo>
                  <a:pt x="6174662" y="4293562"/>
                  <a:pt x="6180077" y="4280269"/>
                  <a:pt x="6181554" y="4268454"/>
                </a:cubicBezTo>
                <a:cubicBezTo>
                  <a:pt x="6185000" y="4268454"/>
                  <a:pt x="6188939" y="4267961"/>
                  <a:pt x="6192385" y="4267961"/>
                </a:cubicBezTo>
                <a:cubicBezTo>
                  <a:pt x="6195831" y="4277315"/>
                  <a:pt x="6198786" y="4286670"/>
                  <a:pt x="6205185" y="4305378"/>
                </a:cubicBezTo>
                <a:cubicBezTo>
                  <a:pt x="6213555" y="4282731"/>
                  <a:pt x="6221432" y="4266977"/>
                  <a:pt x="6224878" y="4250730"/>
                </a:cubicBezTo>
                <a:cubicBezTo>
                  <a:pt x="6229801" y="4228084"/>
                  <a:pt x="6221924" y="4205437"/>
                  <a:pt x="6251464" y="4187713"/>
                </a:cubicBezTo>
                <a:cubicBezTo>
                  <a:pt x="6267710" y="4178359"/>
                  <a:pt x="6270172" y="4142420"/>
                  <a:pt x="6276079" y="4118296"/>
                </a:cubicBezTo>
                <a:cubicBezTo>
                  <a:pt x="6278049" y="4110419"/>
                  <a:pt x="6273126" y="4100573"/>
                  <a:pt x="6278049" y="4088757"/>
                </a:cubicBezTo>
                <a:cubicBezTo>
                  <a:pt x="6282480" y="4095157"/>
                  <a:pt x="6287403" y="4101557"/>
                  <a:pt x="6294788" y="4111896"/>
                </a:cubicBezTo>
                <a:cubicBezTo>
                  <a:pt x="6304141" y="4100573"/>
                  <a:pt x="6312511" y="4089742"/>
                  <a:pt x="6322358" y="4077434"/>
                </a:cubicBezTo>
                <a:cubicBezTo>
                  <a:pt x="6298234" y="4067095"/>
                  <a:pt x="6257864" y="4072511"/>
                  <a:pt x="6297742" y="4032141"/>
                </a:cubicBezTo>
                <a:cubicBezTo>
                  <a:pt x="6317434" y="4012448"/>
                  <a:pt x="6327773" y="3978970"/>
                  <a:pt x="6333188" y="3949431"/>
                </a:cubicBezTo>
                <a:cubicBezTo>
                  <a:pt x="6338604" y="3919400"/>
                  <a:pt x="6333681" y="3886907"/>
                  <a:pt x="6332696" y="3855398"/>
                </a:cubicBezTo>
                <a:cubicBezTo>
                  <a:pt x="6332204" y="3837182"/>
                  <a:pt x="6330235" y="3818474"/>
                  <a:pt x="6328757" y="3795335"/>
                </a:cubicBezTo>
                <a:cubicBezTo>
                  <a:pt x="6327281" y="3795828"/>
                  <a:pt x="6334666" y="3793858"/>
                  <a:pt x="6342050" y="3792381"/>
                </a:cubicBezTo>
                <a:cubicBezTo>
                  <a:pt x="6349927" y="3755457"/>
                  <a:pt x="6357312" y="3717057"/>
                  <a:pt x="6366174" y="3679148"/>
                </a:cubicBezTo>
                <a:cubicBezTo>
                  <a:pt x="6372082" y="3653547"/>
                  <a:pt x="6381436" y="3628931"/>
                  <a:pt x="6386359" y="3603331"/>
                </a:cubicBezTo>
                <a:cubicBezTo>
                  <a:pt x="6387836" y="3594469"/>
                  <a:pt x="6380451" y="3584131"/>
                  <a:pt x="6376020" y="3572807"/>
                </a:cubicBezTo>
                <a:cubicBezTo>
                  <a:pt x="6378974" y="3550653"/>
                  <a:pt x="6382420" y="3526037"/>
                  <a:pt x="6387343" y="3490098"/>
                </a:cubicBezTo>
                <a:cubicBezTo>
                  <a:pt x="6422791" y="3468436"/>
                  <a:pt x="6399651" y="3427081"/>
                  <a:pt x="6391774" y="3387695"/>
                </a:cubicBezTo>
                <a:cubicBezTo>
                  <a:pt x="6390297" y="3380310"/>
                  <a:pt x="6388328" y="3368495"/>
                  <a:pt x="6391774" y="3366033"/>
                </a:cubicBezTo>
                <a:cubicBezTo>
                  <a:pt x="6424759" y="3339448"/>
                  <a:pt x="6407036" y="3310401"/>
                  <a:pt x="6400144" y="3279878"/>
                </a:cubicBezTo>
                <a:cubicBezTo>
                  <a:pt x="6394728" y="3255262"/>
                  <a:pt x="6389805" y="3228184"/>
                  <a:pt x="6395220" y="3204553"/>
                </a:cubicBezTo>
                <a:cubicBezTo>
                  <a:pt x="6404575" y="3164675"/>
                  <a:pt x="6399651" y="3130213"/>
                  <a:pt x="6389313" y="3091319"/>
                </a:cubicBezTo>
                <a:cubicBezTo>
                  <a:pt x="6378482" y="3051442"/>
                  <a:pt x="6376513" y="3006641"/>
                  <a:pt x="6382420" y="2965286"/>
                </a:cubicBezTo>
                <a:cubicBezTo>
                  <a:pt x="6388821" y="2920485"/>
                  <a:pt x="6363220" y="2880607"/>
                  <a:pt x="6372082" y="2835314"/>
                </a:cubicBezTo>
                <a:cubicBezTo>
                  <a:pt x="6376513" y="2813652"/>
                  <a:pt x="6361251" y="2788051"/>
                  <a:pt x="6358789" y="2764420"/>
                </a:cubicBezTo>
                <a:cubicBezTo>
                  <a:pt x="6358296" y="2748666"/>
                  <a:pt x="6356820" y="2733404"/>
                  <a:pt x="6356820" y="2717650"/>
                </a:cubicBezTo>
                <a:cubicBezTo>
                  <a:pt x="6356820" y="2710757"/>
                  <a:pt x="6356820" y="2703372"/>
                  <a:pt x="6359774" y="2697464"/>
                </a:cubicBezTo>
                <a:cubicBezTo>
                  <a:pt x="6367651" y="2678756"/>
                  <a:pt x="6374051" y="2663495"/>
                  <a:pt x="6346481" y="2652663"/>
                </a:cubicBezTo>
                <a:cubicBezTo>
                  <a:pt x="6337127" y="2649217"/>
                  <a:pt x="6328757" y="2627555"/>
                  <a:pt x="6330235" y="2615247"/>
                </a:cubicBezTo>
                <a:cubicBezTo>
                  <a:pt x="6336635" y="2555677"/>
                  <a:pt x="6307588" y="2505953"/>
                  <a:pt x="6289372" y="2453274"/>
                </a:cubicBezTo>
                <a:cubicBezTo>
                  <a:pt x="6275587" y="2413397"/>
                  <a:pt x="6267710" y="2372042"/>
                  <a:pt x="6256387" y="2331672"/>
                </a:cubicBezTo>
                <a:cubicBezTo>
                  <a:pt x="6251956" y="2316410"/>
                  <a:pt x="6245556" y="2302132"/>
                  <a:pt x="6235710" y="2288348"/>
                </a:cubicBezTo>
                <a:cubicBezTo>
                  <a:pt x="6232755" y="2276532"/>
                  <a:pt x="6228817" y="2264224"/>
                  <a:pt x="6226355" y="2252408"/>
                </a:cubicBezTo>
                <a:cubicBezTo>
                  <a:pt x="6217493" y="2214007"/>
                  <a:pt x="6200754" y="2178561"/>
                  <a:pt x="6194847" y="2138683"/>
                </a:cubicBezTo>
                <a:cubicBezTo>
                  <a:pt x="6190416" y="2111605"/>
                  <a:pt x="6190908" y="2071727"/>
                  <a:pt x="6148077" y="2060896"/>
                </a:cubicBezTo>
                <a:cubicBezTo>
                  <a:pt x="6139707" y="2058927"/>
                  <a:pt x="6133799" y="2039234"/>
                  <a:pt x="6130845" y="2026434"/>
                </a:cubicBezTo>
                <a:cubicBezTo>
                  <a:pt x="6122476" y="1989510"/>
                  <a:pt x="6116076" y="1952094"/>
                  <a:pt x="6108691" y="1915170"/>
                </a:cubicBezTo>
                <a:cubicBezTo>
                  <a:pt x="6112137" y="1912216"/>
                  <a:pt x="6115091" y="1909262"/>
                  <a:pt x="6118537" y="1906801"/>
                </a:cubicBezTo>
                <a:cubicBezTo>
                  <a:pt x="6097368" y="1896954"/>
                  <a:pt x="6072752" y="1891539"/>
                  <a:pt x="6056505" y="1876277"/>
                </a:cubicBezTo>
                <a:cubicBezTo>
                  <a:pt x="6040751" y="1861999"/>
                  <a:pt x="6031397" y="1839353"/>
                  <a:pt x="6024013" y="1819168"/>
                </a:cubicBezTo>
                <a:cubicBezTo>
                  <a:pt x="6018597" y="1804398"/>
                  <a:pt x="6021058" y="1786182"/>
                  <a:pt x="6020074" y="1766982"/>
                </a:cubicBezTo>
                <a:cubicBezTo>
                  <a:pt x="5989550" y="1769936"/>
                  <a:pt x="5975273" y="1762551"/>
                  <a:pt x="5972319" y="1729073"/>
                </a:cubicBezTo>
                <a:cubicBezTo>
                  <a:pt x="5970842" y="1714304"/>
                  <a:pt x="5941303" y="1701996"/>
                  <a:pt x="5919641" y="1684765"/>
                </a:cubicBezTo>
                <a:cubicBezTo>
                  <a:pt x="5926533" y="1705935"/>
                  <a:pt x="5930964" y="1719719"/>
                  <a:pt x="5938349" y="1742858"/>
                </a:cubicBezTo>
                <a:cubicBezTo>
                  <a:pt x="5913733" y="1734489"/>
                  <a:pt x="5896010" y="1728089"/>
                  <a:pt x="5878286" y="1722181"/>
                </a:cubicBezTo>
                <a:cubicBezTo>
                  <a:pt x="5886655" y="1706427"/>
                  <a:pt x="5894532" y="1690673"/>
                  <a:pt x="5905363" y="1670488"/>
                </a:cubicBezTo>
                <a:cubicBezTo>
                  <a:pt x="5905856" y="1671472"/>
                  <a:pt x="5903887" y="1663103"/>
                  <a:pt x="5901917" y="1663103"/>
                </a:cubicBezTo>
                <a:cubicBezTo>
                  <a:pt x="5862040" y="1662118"/>
                  <a:pt x="5837424" y="1631594"/>
                  <a:pt x="5806407" y="1613871"/>
                </a:cubicBezTo>
                <a:cubicBezTo>
                  <a:pt x="5784745" y="1601563"/>
                  <a:pt x="5763576" y="1590732"/>
                  <a:pt x="5771945" y="1558239"/>
                </a:cubicBezTo>
                <a:cubicBezTo>
                  <a:pt x="5750776" y="1550362"/>
                  <a:pt x="5710897" y="1557254"/>
                  <a:pt x="5726160" y="1516884"/>
                </a:cubicBezTo>
                <a:cubicBezTo>
                  <a:pt x="5701051" y="1499653"/>
                  <a:pt x="5677420" y="1483406"/>
                  <a:pt x="5648373" y="1463714"/>
                </a:cubicBezTo>
                <a:cubicBezTo>
                  <a:pt x="5649850" y="1462729"/>
                  <a:pt x="5642958" y="1466668"/>
                  <a:pt x="5636065" y="1470114"/>
                </a:cubicBezTo>
                <a:cubicBezTo>
                  <a:pt x="5614895" y="1428267"/>
                  <a:pt x="5614895" y="1428267"/>
                  <a:pt x="5681851" y="1413989"/>
                </a:cubicBezTo>
                <a:cubicBezTo>
                  <a:pt x="5608988" y="1337188"/>
                  <a:pt x="5539079" y="1263340"/>
                  <a:pt x="5466707" y="1186538"/>
                </a:cubicBezTo>
                <a:cubicBezTo>
                  <a:pt x="5437660" y="1228878"/>
                  <a:pt x="5399752" y="1214108"/>
                  <a:pt x="5356921" y="1211154"/>
                </a:cubicBezTo>
                <a:cubicBezTo>
                  <a:pt x="5329350" y="1209185"/>
                  <a:pt x="5298827" y="1212631"/>
                  <a:pt x="5269288" y="1206723"/>
                </a:cubicBezTo>
                <a:cubicBezTo>
                  <a:pt x="5263380" y="1205246"/>
                  <a:pt x="5253534" y="1207216"/>
                  <a:pt x="5251072" y="1203769"/>
                </a:cubicBezTo>
                <a:cubicBezTo>
                  <a:pt x="5224487" y="1164384"/>
                  <a:pt x="5179686" y="1182600"/>
                  <a:pt x="5144731" y="1169307"/>
                </a:cubicBezTo>
                <a:cubicBezTo>
                  <a:pt x="5104361" y="1153553"/>
                  <a:pt x="5063991" y="1138783"/>
                  <a:pt x="5020667" y="1122044"/>
                </a:cubicBezTo>
                <a:cubicBezTo>
                  <a:pt x="5031005" y="1112690"/>
                  <a:pt x="5037898" y="1106290"/>
                  <a:pt x="5044790" y="1099890"/>
                </a:cubicBezTo>
                <a:cubicBezTo>
                  <a:pt x="5013774" y="1059028"/>
                  <a:pt x="4960604" y="1027027"/>
                  <a:pt x="4997035" y="959579"/>
                </a:cubicBezTo>
                <a:cubicBezTo>
                  <a:pt x="4942388" y="913794"/>
                  <a:pt x="4965527" y="848315"/>
                  <a:pt x="4963065" y="784806"/>
                </a:cubicBezTo>
                <a:cubicBezTo>
                  <a:pt x="4849340" y="710958"/>
                  <a:pt x="4736107" y="629726"/>
                  <a:pt x="4603673" y="578525"/>
                </a:cubicBezTo>
                <a:cubicBezTo>
                  <a:pt x="4476162" y="528800"/>
                  <a:pt x="4353083" y="466768"/>
                  <a:pt x="4214741" y="448552"/>
                </a:cubicBezTo>
                <a:cubicBezTo>
                  <a:pt x="4215233" y="443629"/>
                  <a:pt x="4215726" y="439198"/>
                  <a:pt x="4216218" y="434275"/>
                </a:cubicBezTo>
                <a:cubicBezTo>
                  <a:pt x="4267911" y="437229"/>
                  <a:pt x="4320097" y="440183"/>
                  <a:pt x="4371791" y="442152"/>
                </a:cubicBezTo>
                <a:cubicBezTo>
                  <a:pt x="4392468" y="443137"/>
                  <a:pt x="4413638" y="445106"/>
                  <a:pt x="4433823" y="441168"/>
                </a:cubicBezTo>
                <a:cubicBezTo>
                  <a:pt x="4476162" y="433290"/>
                  <a:pt x="4506194" y="448552"/>
                  <a:pt x="4531302" y="481045"/>
                </a:cubicBezTo>
                <a:cubicBezTo>
                  <a:pt x="4536717" y="487938"/>
                  <a:pt x="4547549" y="490892"/>
                  <a:pt x="4556410" y="494830"/>
                </a:cubicBezTo>
                <a:cubicBezTo>
                  <a:pt x="4572164" y="502707"/>
                  <a:pt x="4588411" y="510585"/>
                  <a:pt x="4604657" y="517477"/>
                </a:cubicBezTo>
                <a:cubicBezTo>
                  <a:pt x="4644535" y="534708"/>
                  <a:pt x="4684413" y="551939"/>
                  <a:pt x="4724291" y="568678"/>
                </a:cubicBezTo>
                <a:cubicBezTo>
                  <a:pt x="4732168" y="572124"/>
                  <a:pt x="4745460" y="573109"/>
                  <a:pt x="4747922" y="579017"/>
                </a:cubicBezTo>
                <a:cubicBezTo>
                  <a:pt x="4770076" y="628249"/>
                  <a:pt x="4820293" y="618895"/>
                  <a:pt x="4858202" y="634649"/>
                </a:cubicBezTo>
                <a:cubicBezTo>
                  <a:pt x="4865586" y="637603"/>
                  <a:pt x="4871986" y="644988"/>
                  <a:pt x="4878879" y="648926"/>
                </a:cubicBezTo>
                <a:cubicBezTo>
                  <a:pt x="4894633" y="657788"/>
                  <a:pt x="4910880" y="666157"/>
                  <a:pt x="4926634" y="675019"/>
                </a:cubicBezTo>
                <a:cubicBezTo>
                  <a:pt x="4931065" y="672557"/>
                  <a:pt x="4935003" y="669603"/>
                  <a:pt x="4939434" y="667142"/>
                </a:cubicBezTo>
                <a:cubicBezTo>
                  <a:pt x="4931557" y="633172"/>
                  <a:pt x="4923680" y="599694"/>
                  <a:pt x="4914818" y="562770"/>
                </a:cubicBezTo>
                <a:cubicBezTo>
                  <a:pt x="4884294" y="596248"/>
                  <a:pt x="4862632" y="576063"/>
                  <a:pt x="4837524" y="551939"/>
                </a:cubicBezTo>
                <a:cubicBezTo>
                  <a:pt x="4818816" y="534708"/>
                  <a:pt x="4792231" y="525846"/>
                  <a:pt x="4770076" y="512061"/>
                </a:cubicBezTo>
                <a:cubicBezTo>
                  <a:pt x="4753338" y="501723"/>
                  <a:pt x="4738076" y="489907"/>
                  <a:pt x="4721829" y="479568"/>
                </a:cubicBezTo>
                <a:cubicBezTo>
                  <a:pt x="4717891" y="477107"/>
                  <a:pt x="4711491" y="475138"/>
                  <a:pt x="4708044" y="476615"/>
                </a:cubicBezTo>
                <a:cubicBezTo>
                  <a:pt x="4669643" y="491384"/>
                  <a:pt x="4647489" y="461353"/>
                  <a:pt x="4619427" y="446091"/>
                </a:cubicBezTo>
                <a:cubicBezTo>
                  <a:pt x="4604165" y="437721"/>
                  <a:pt x="4585457" y="426890"/>
                  <a:pt x="4569210" y="428860"/>
                </a:cubicBezTo>
                <a:cubicBezTo>
                  <a:pt x="4532779" y="433290"/>
                  <a:pt x="4511117" y="421475"/>
                  <a:pt x="4497824" y="385536"/>
                </a:cubicBezTo>
                <a:cubicBezTo>
                  <a:pt x="4548041" y="362889"/>
                  <a:pt x="4583980" y="406213"/>
                  <a:pt x="4627304" y="412121"/>
                </a:cubicBezTo>
                <a:cubicBezTo>
                  <a:pt x="4671613" y="418521"/>
                  <a:pt x="4714444" y="433290"/>
                  <a:pt x="4757276" y="446583"/>
                </a:cubicBezTo>
                <a:cubicBezTo>
                  <a:pt x="4799615" y="459876"/>
                  <a:pt x="4840478" y="475630"/>
                  <a:pt x="4882325" y="490399"/>
                </a:cubicBezTo>
                <a:cubicBezTo>
                  <a:pt x="4883802" y="487446"/>
                  <a:pt x="4885279" y="484492"/>
                  <a:pt x="4886756" y="481538"/>
                </a:cubicBezTo>
                <a:cubicBezTo>
                  <a:pt x="4872479" y="470707"/>
                  <a:pt x="4857709" y="459383"/>
                  <a:pt x="4836047" y="442645"/>
                </a:cubicBezTo>
                <a:cubicBezTo>
                  <a:pt x="4857709" y="439198"/>
                  <a:pt x="4868540" y="437229"/>
                  <a:pt x="4885771" y="434767"/>
                </a:cubicBezTo>
                <a:cubicBezTo>
                  <a:pt x="4863125" y="418521"/>
                  <a:pt x="4843924" y="405228"/>
                  <a:pt x="4826201" y="390951"/>
                </a:cubicBezTo>
                <a:cubicBezTo>
                  <a:pt x="4820293" y="386028"/>
                  <a:pt x="4816847" y="377166"/>
                  <a:pt x="4815862" y="369781"/>
                </a:cubicBezTo>
                <a:cubicBezTo>
                  <a:pt x="4815370" y="367320"/>
                  <a:pt x="4827185" y="359935"/>
                  <a:pt x="4832601" y="360920"/>
                </a:cubicBezTo>
                <a:cubicBezTo>
                  <a:pt x="4854755" y="363874"/>
                  <a:pt x="4883310" y="340242"/>
                  <a:pt x="4898079" y="376674"/>
                </a:cubicBezTo>
                <a:cubicBezTo>
                  <a:pt x="4899556" y="379628"/>
                  <a:pt x="4910387" y="382089"/>
                  <a:pt x="4914818" y="380120"/>
                </a:cubicBezTo>
                <a:cubicBezTo>
                  <a:pt x="4961096" y="362397"/>
                  <a:pt x="4988666" y="398828"/>
                  <a:pt x="5018697" y="419013"/>
                </a:cubicBezTo>
                <a:cubicBezTo>
                  <a:pt x="5053160" y="442152"/>
                  <a:pt x="5066453" y="444122"/>
                  <a:pt x="5085160" y="406705"/>
                </a:cubicBezTo>
                <a:cubicBezTo>
                  <a:pt x="5101899" y="413105"/>
                  <a:pt x="5119130" y="419013"/>
                  <a:pt x="5138331" y="426398"/>
                </a:cubicBezTo>
                <a:cubicBezTo>
                  <a:pt x="5138823" y="419013"/>
                  <a:pt x="5140300" y="413598"/>
                  <a:pt x="5138823" y="412613"/>
                </a:cubicBezTo>
                <a:cubicBezTo>
                  <a:pt x="5110268" y="390459"/>
                  <a:pt x="5084176" y="363381"/>
                  <a:pt x="5052175" y="348612"/>
                </a:cubicBezTo>
                <a:cubicBezTo>
                  <a:pt x="5001466" y="324488"/>
                  <a:pt x="4947311" y="307257"/>
                  <a:pt x="4894141" y="289533"/>
                </a:cubicBezTo>
                <a:cubicBezTo>
                  <a:pt x="4862632" y="278702"/>
                  <a:pt x="4829155" y="272302"/>
                  <a:pt x="4796662" y="264425"/>
                </a:cubicBezTo>
                <a:cubicBezTo>
                  <a:pt x="4753830" y="254086"/>
                  <a:pt x="4710506" y="244240"/>
                  <a:pt x="4667674" y="233901"/>
                </a:cubicBezTo>
                <a:cubicBezTo>
                  <a:pt x="4660782" y="232424"/>
                  <a:pt x="4650443" y="230947"/>
                  <a:pt x="4647981" y="226024"/>
                </a:cubicBezTo>
                <a:cubicBezTo>
                  <a:pt x="4630258" y="195501"/>
                  <a:pt x="4599734" y="199439"/>
                  <a:pt x="4572164" y="193039"/>
                </a:cubicBezTo>
                <a:cubicBezTo>
                  <a:pt x="4534256" y="183685"/>
                  <a:pt x="4497824" y="168423"/>
                  <a:pt x="4460900" y="155623"/>
                </a:cubicBezTo>
                <a:cubicBezTo>
                  <a:pt x="4461885" y="150207"/>
                  <a:pt x="4463362" y="144792"/>
                  <a:pt x="4464347" y="139376"/>
                </a:cubicBezTo>
                <a:cubicBezTo>
                  <a:pt x="4540656" y="139376"/>
                  <a:pt x="4617458" y="132976"/>
                  <a:pt x="4692783" y="140853"/>
                </a:cubicBezTo>
                <a:cubicBezTo>
                  <a:pt x="4777461" y="149715"/>
                  <a:pt x="4861648" y="167931"/>
                  <a:pt x="4943865" y="190577"/>
                </a:cubicBezTo>
                <a:cubicBezTo>
                  <a:pt x="4971927" y="198454"/>
                  <a:pt x="4997035" y="200916"/>
                  <a:pt x="5025098" y="203378"/>
                </a:cubicBezTo>
                <a:cubicBezTo>
                  <a:pt x="5054145" y="205839"/>
                  <a:pt x="5080729" y="227501"/>
                  <a:pt x="5109284" y="239809"/>
                </a:cubicBezTo>
                <a:cubicBezTo>
                  <a:pt x="5123561" y="245717"/>
                  <a:pt x="5141285" y="255071"/>
                  <a:pt x="5153593" y="251625"/>
                </a:cubicBezTo>
                <a:cubicBezTo>
                  <a:pt x="5167378" y="247194"/>
                  <a:pt x="5188547" y="227009"/>
                  <a:pt x="5186578" y="218147"/>
                </a:cubicBezTo>
                <a:cubicBezTo>
                  <a:pt x="5178701" y="184670"/>
                  <a:pt x="5182640" y="138884"/>
                  <a:pt x="5126023" y="138392"/>
                </a:cubicBezTo>
                <a:cubicBezTo>
                  <a:pt x="5126023" y="120176"/>
                  <a:pt x="5126515" y="105406"/>
                  <a:pt x="5126023" y="90144"/>
                </a:cubicBezTo>
                <a:cubicBezTo>
                  <a:pt x="5125038" y="52728"/>
                  <a:pt x="5142269" y="38451"/>
                  <a:pt x="5178701" y="40912"/>
                </a:cubicBezTo>
                <a:cubicBezTo>
                  <a:pt x="5203809" y="42389"/>
                  <a:pt x="5229410" y="35005"/>
                  <a:pt x="5254026" y="37466"/>
                </a:cubicBezTo>
                <a:cubicBezTo>
                  <a:pt x="5275195" y="39435"/>
                  <a:pt x="5295873" y="49774"/>
                  <a:pt x="5316550" y="57159"/>
                </a:cubicBezTo>
                <a:cubicBezTo>
                  <a:pt x="5336243" y="64051"/>
                  <a:pt x="5355443" y="72421"/>
                  <a:pt x="5379567" y="81775"/>
                </a:cubicBezTo>
                <a:cubicBezTo>
                  <a:pt x="5382521" y="62574"/>
                  <a:pt x="5384490" y="41897"/>
                  <a:pt x="5390398" y="21712"/>
                </a:cubicBezTo>
                <a:cubicBezTo>
                  <a:pt x="5393352" y="12850"/>
                  <a:pt x="5406152" y="-935"/>
                  <a:pt x="5412060" y="50"/>
                </a:cubicBezTo>
                <a:cubicBezTo>
                  <a:pt x="5457846" y="9404"/>
                  <a:pt x="5504123" y="19250"/>
                  <a:pt x="5547448" y="35497"/>
                </a:cubicBezTo>
                <a:cubicBezTo>
                  <a:pt x="5561725" y="40912"/>
                  <a:pt x="5568618" y="66021"/>
                  <a:pt x="5572556" y="85713"/>
                </a:cubicBezTo>
                <a:cubicBezTo>
                  <a:pt x="5584864" y="91129"/>
                  <a:pt x="5597664" y="97037"/>
                  <a:pt x="5613419" y="103929"/>
                </a:cubicBezTo>
                <a:cubicBezTo>
                  <a:pt x="5618342" y="92606"/>
                  <a:pt x="5623757" y="80790"/>
                  <a:pt x="5629665" y="67990"/>
                </a:cubicBezTo>
                <a:cubicBezTo>
                  <a:pt x="5646896" y="106391"/>
                  <a:pt x="5704005" y="121160"/>
                  <a:pt x="5677912" y="179746"/>
                </a:cubicBezTo>
                <a:cubicBezTo>
                  <a:pt x="5681358" y="179746"/>
                  <a:pt x="5684805" y="179254"/>
                  <a:pt x="5688251" y="179254"/>
                </a:cubicBezTo>
                <a:cubicBezTo>
                  <a:pt x="5701051" y="168423"/>
                  <a:pt x="5713359" y="157100"/>
                  <a:pt x="5734037" y="139376"/>
                </a:cubicBezTo>
                <a:cubicBezTo>
                  <a:pt x="5740929" y="159561"/>
                  <a:pt x="5746837" y="176300"/>
                  <a:pt x="5755206" y="199439"/>
                </a:cubicBezTo>
                <a:cubicBezTo>
                  <a:pt x="5724190" y="197962"/>
                  <a:pt x="5703020" y="196977"/>
                  <a:pt x="5681358" y="195993"/>
                </a:cubicBezTo>
                <a:cubicBezTo>
                  <a:pt x="5680374" y="200424"/>
                  <a:pt x="5679389" y="204855"/>
                  <a:pt x="5678404" y="209285"/>
                </a:cubicBezTo>
                <a:cubicBezTo>
                  <a:pt x="5690712" y="215686"/>
                  <a:pt x="5703020" y="222086"/>
                  <a:pt x="5718282" y="229963"/>
                </a:cubicBezTo>
                <a:cubicBezTo>
                  <a:pt x="5716805" y="235871"/>
                  <a:pt x="5714836" y="244732"/>
                  <a:pt x="5712375" y="254086"/>
                </a:cubicBezTo>
                <a:cubicBezTo>
                  <a:pt x="5783269" y="287072"/>
                  <a:pt x="5853670" y="320057"/>
                  <a:pt x="5921610" y="352058"/>
                </a:cubicBezTo>
                <a:cubicBezTo>
                  <a:pt x="5935395" y="341227"/>
                  <a:pt x="5942780" y="335319"/>
                  <a:pt x="5952133" y="328427"/>
                </a:cubicBezTo>
                <a:cubicBezTo>
                  <a:pt x="5972319" y="376674"/>
                  <a:pt x="5991519" y="421967"/>
                  <a:pt x="6010720" y="468245"/>
                </a:cubicBezTo>
                <a:cubicBezTo>
                  <a:pt x="6022043" y="465784"/>
                  <a:pt x="6046167" y="441168"/>
                  <a:pt x="6038289" y="485476"/>
                </a:cubicBezTo>
                <a:cubicBezTo>
                  <a:pt x="6049613" y="488430"/>
                  <a:pt x="6061429" y="491384"/>
                  <a:pt x="6074721" y="494830"/>
                </a:cubicBezTo>
                <a:cubicBezTo>
                  <a:pt x="6067336" y="515508"/>
                  <a:pt x="6063398" y="534216"/>
                  <a:pt x="6095891" y="524862"/>
                </a:cubicBezTo>
                <a:cubicBezTo>
                  <a:pt x="6082598" y="568678"/>
                  <a:pt x="6082598" y="568678"/>
                  <a:pt x="6007274" y="523877"/>
                </a:cubicBezTo>
                <a:cubicBezTo>
                  <a:pt x="6004812" y="533724"/>
                  <a:pt x="6002843" y="544062"/>
                  <a:pt x="5999889" y="553416"/>
                </a:cubicBezTo>
                <a:cubicBezTo>
                  <a:pt x="5996442" y="562770"/>
                  <a:pt x="5991519" y="571140"/>
                  <a:pt x="5984627" y="585417"/>
                </a:cubicBezTo>
                <a:cubicBezTo>
                  <a:pt x="6007766" y="601664"/>
                  <a:pt x="6030904" y="616925"/>
                  <a:pt x="6053552" y="634157"/>
                </a:cubicBezTo>
                <a:cubicBezTo>
                  <a:pt x="6057982" y="637110"/>
                  <a:pt x="6056998" y="647449"/>
                  <a:pt x="6060936" y="650895"/>
                </a:cubicBezTo>
                <a:cubicBezTo>
                  <a:pt x="6072752" y="659757"/>
                  <a:pt x="6085552" y="667142"/>
                  <a:pt x="6098845" y="672557"/>
                </a:cubicBezTo>
                <a:cubicBezTo>
                  <a:pt x="6100322" y="673050"/>
                  <a:pt x="6110168" y="657296"/>
                  <a:pt x="6113614" y="647941"/>
                </a:cubicBezTo>
                <a:cubicBezTo>
                  <a:pt x="6122476" y="620864"/>
                  <a:pt x="6129861" y="593294"/>
                  <a:pt x="6138230" y="566217"/>
                </a:cubicBezTo>
                <a:cubicBezTo>
                  <a:pt x="6166785" y="576555"/>
                  <a:pt x="6185985" y="594279"/>
                  <a:pt x="6201247" y="622833"/>
                </a:cubicBezTo>
                <a:cubicBezTo>
                  <a:pt x="6213555" y="644988"/>
                  <a:pt x="6243094" y="657788"/>
                  <a:pt x="6264756" y="675019"/>
                </a:cubicBezTo>
                <a:cubicBezTo>
                  <a:pt x="6264756" y="693235"/>
                  <a:pt x="6264756" y="714897"/>
                  <a:pt x="6264756" y="741974"/>
                </a:cubicBezTo>
                <a:cubicBezTo>
                  <a:pt x="6258356" y="744436"/>
                  <a:pt x="6244571" y="748867"/>
                  <a:pt x="6237678" y="751328"/>
                </a:cubicBezTo>
                <a:cubicBezTo>
                  <a:pt x="6216017" y="711451"/>
                  <a:pt x="6195339" y="673050"/>
                  <a:pt x="6174170" y="634649"/>
                </a:cubicBezTo>
                <a:cubicBezTo>
                  <a:pt x="6118045" y="672557"/>
                  <a:pt x="6130353" y="725728"/>
                  <a:pt x="6163338" y="768560"/>
                </a:cubicBezTo>
                <a:cubicBezTo>
                  <a:pt x="6194355" y="808437"/>
                  <a:pt x="6246540" y="825669"/>
                  <a:pt x="6263771" y="882778"/>
                </a:cubicBezTo>
                <a:cubicBezTo>
                  <a:pt x="6277557" y="928563"/>
                  <a:pt x="6316449" y="967456"/>
                  <a:pt x="6345496" y="1008319"/>
                </a:cubicBezTo>
                <a:cubicBezTo>
                  <a:pt x="6381928" y="1060012"/>
                  <a:pt x="6428206" y="1106783"/>
                  <a:pt x="6454299" y="1163399"/>
                </a:cubicBezTo>
                <a:cubicBezTo>
                  <a:pt x="6473499" y="1203769"/>
                  <a:pt x="6521254" y="1206723"/>
                  <a:pt x="6534055" y="1246109"/>
                </a:cubicBezTo>
                <a:cubicBezTo>
                  <a:pt x="6536024" y="1252017"/>
                  <a:pt x="6546855" y="1257432"/>
                  <a:pt x="6545870" y="1261371"/>
                </a:cubicBezTo>
                <a:cubicBezTo>
                  <a:pt x="6536024" y="1300756"/>
                  <a:pt x="6570978" y="1313064"/>
                  <a:pt x="6587717" y="1337188"/>
                </a:cubicBezTo>
                <a:cubicBezTo>
                  <a:pt x="6608887" y="1367711"/>
                  <a:pt x="6630549" y="1399712"/>
                  <a:pt x="6643349" y="1434667"/>
                </a:cubicBezTo>
                <a:cubicBezTo>
                  <a:pt x="6653688" y="1463221"/>
                  <a:pt x="6677811" y="1503592"/>
                  <a:pt x="6702427" y="1526238"/>
                </a:cubicBezTo>
                <a:cubicBezTo>
                  <a:pt x="6716705" y="1539531"/>
                  <a:pt x="6739843" y="1552823"/>
                  <a:pt x="6726551" y="1586301"/>
                </a:cubicBezTo>
                <a:cubicBezTo>
                  <a:pt x="6718182" y="1607471"/>
                  <a:pt x="6715720" y="1637994"/>
                  <a:pt x="6743290" y="1661133"/>
                </a:cubicBezTo>
                <a:cubicBezTo>
                  <a:pt x="6765444" y="1679349"/>
                  <a:pt x="6779722" y="1707411"/>
                  <a:pt x="6799415" y="1733504"/>
                </a:cubicBezTo>
                <a:cubicBezTo>
                  <a:pt x="6788091" y="1736458"/>
                  <a:pt x="6778245" y="1738920"/>
                  <a:pt x="6761998" y="1742858"/>
                </a:cubicBezTo>
                <a:cubicBezTo>
                  <a:pt x="6773814" y="1751228"/>
                  <a:pt x="6780706" y="1760090"/>
                  <a:pt x="6788583" y="1761074"/>
                </a:cubicBezTo>
                <a:cubicBezTo>
                  <a:pt x="6825507" y="1765505"/>
                  <a:pt x="6819107" y="1790121"/>
                  <a:pt x="6820092" y="1816214"/>
                </a:cubicBezTo>
                <a:cubicBezTo>
                  <a:pt x="6820584" y="1836399"/>
                  <a:pt x="6829938" y="1857076"/>
                  <a:pt x="6839784" y="1875784"/>
                </a:cubicBezTo>
                <a:cubicBezTo>
                  <a:pt x="6842246" y="1880708"/>
                  <a:pt x="6859969" y="1877754"/>
                  <a:pt x="6876216" y="1878738"/>
                </a:cubicBezTo>
                <a:cubicBezTo>
                  <a:pt x="6872277" y="1894985"/>
                  <a:pt x="6863908" y="1913693"/>
                  <a:pt x="6864893" y="1931416"/>
                </a:cubicBezTo>
                <a:cubicBezTo>
                  <a:pt x="6865878" y="1947663"/>
                  <a:pt x="6877201" y="1963417"/>
                  <a:pt x="6887539" y="1988525"/>
                </a:cubicBezTo>
                <a:cubicBezTo>
                  <a:pt x="6852585" y="2039234"/>
                  <a:pt x="6918063" y="2088466"/>
                  <a:pt x="6916586" y="2147052"/>
                </a:cubicBezTo>
                <a:cubicBezTo>
                  <a:pt x="6916094" y="2161822"/>
                  <a:pt x="6917571" y="2177576"/>
                  <a:pt x="6921509" y="2191361"/>
                </a:cubicBezTo>
                <a:cubicBezTo>
                  <a:pt x="6933325" y="2232223"/>
                  <a:pt x="6945633" y="2273086"/>
                  <a:pt x="6961387" y="2312471"/>
                </a:cubicBezTo>
                <a:cubicBezTo>
                  <a:pt x="6965326" y="2321825"/>
                  <a:pt x="6983049" y="2325764"/>
                  <a:pt x="6995357" y="2332656"/>
                </a:cubicBezTo>
                <a:cubicBezTo>
                  <a:pt x="7001265" y="2360719"/>
                  <a:pt x="6922986" y="2400104"/>
                  <a:pt x="7008650" y="2418812"/>
                </a:cubicBezTo>
                <a:cubicBezTo>
                  <a:pt x="7002250" y="2437028"/>
                  <a:pt x="6995849" y="2455244"/>
                  <a:pt x="6990926" y="2470013"/>
                </a:cubicBezTo>
                <a:cubicBezTo>
                  <a:pt x="6999788" y="2491183"/>
                  <a:pt x="7008650" y="2511368"/>
                  <a:pt x="7016035" y="2529092"/>
                </a:cubicBezTo>
                <a:cubicBezTo>
                  <a:pt x="7030312" y="2529092"/>
                  <a:pt x="7051974" y="2522691"/>
                  <a:pt x="7065267" y="2530568"/>
                </a:cubicBezTo>
                <a:cubicBezTo>
                  <a:pt x="7088898" y="2543861"/>
                  <a:pt x="7087421" y="2591616"/>
                  <a:pt x="7061328" y="2601955"/>
                </a:cubicBezTo>
                <a:cubicBezTo>
                  <a:pt x="7013080" y="2620663"/>
                  <a:pt x="7041635" y="2636909"/>
                  <a:pt x="7058866" y="2654633"/>
                </a:cubicBezTo>
                <a:cubicBezTo>
                  <a:pt x="7018989" y="2691064"/>
                  <a:pt x="7028835" y="2748666"/>
                  <a:pt x="7079543" y="2772297"/>
                </a:cubicBezTo>
                <a:cubicBezTo>
                  <a:pt x="7074620" y="2781651"/>
                  <a:pt x="7069697" y="2791497"/>
                  <a:pt x="7062312" y="2805774"/>
                </a:cubicBezTo>
                <a:cubicBezTo>
                  <a:pt x="7080528" y="2800851"/>
                  <a:pt x="7094806" y="2797405"/>
                  <a:pt x="7109083" y="2793467"/>
                </a:cubicBezTo>
                <a:cubicBezTo>
                  <a:pt x="7111544" y="2796913"/>
                  <a:pt x="7113513" y="2800359"/>
                  <a:pt x="7115975" y="2804298"/>
                </a:cubicBezTo>
                <a:cubicBezTo>
                  <a:pt x="7100221" y="2822513"/>
                  <a:pt x="7084959" y="2840729"/>
                  <a:pt x="7067728" y="2860422"/>
                </a:cubicBezTo>
                <a:cubicBezTo>
                  <a:pt x="7093821" y="2872238"/>
                  <a:pt x="7037696" y="2921962"/>
                  <a:pt x="7100713" y="2922947"/>
                </a:cubicBezTo>
                <a:cubicBezTo>
                  <a:pt x="7082005" y="2954455"/>
                  <a:pt x="7065759" y="2982025"/>
                  <a:pt x="7053943" y="3002210"/>
                </a:cubicBezTo>
                <a:cubicBezTo>
                  <a:pt x="7064774" y="3015010"/>
                  <a:pt x="7072159" y="3024856"/>
                  <a:pt x="7081021" y="3034210"/>
                </a:cubicBezTo>
                <a:cubicBezTo>
                  <a:pt x="7092836" y="3046518"/>
                  <a:pt x="7104159" y="3059811"/>
                  <a:pt x="7117944" y="3069165"/>
                </a:cubicBezTo>
                <a:cubicBezTo>
                  <a:pt x="7143053" y="3086889"/>
                  <a:pt x="7134683" y="3105597"/>
                  <a:pt x="7134191" y="3124797"/>
                </a:cubicBezTo>
                <a:cubicBezTo>
                  <a:pt x="7129760" y="3125289"/>
                  <a:pt x="7124837" y="3125782"/>
                  <a:pt x="7120406" y="3126766"/>
                </a:cubicBezTo>
                <a:cubicBezTo>
                  <a:pt x="7118437" y="3115935"/>
                  <a:pt x="7116467" y="3104612"/>
                  <a:pt x="7114991" y="3093781"/>
                </a:cubicBezTo>
                <a:cubicBezTo>
                  <a:pt x="7101698" y="3115935"/>
                  <a:pt x="7068220" y="3129720"/>
                  <a:pt x="7088405" y="3163690"/>
                </a:cubicBezTo>
                <a:cubicBezTo>
                  <a:pt x="7090867" y="3168121"/>
                  <a:pt x="7085944" y="3176983"/>
                  <a:pt x="7086928" y="3182891"/>
                </a:cubicBezTo>
                <a:cubicBezTo>
                  <a:pt x="7089883" y="3200614"/>
                  <a:pt x="7093821" y="3218338"/>
                  <a:pt x="7097760" y="3236553"/>
                </a:cubicBezTo>
                <a:cubicBezTo>
                  <a:pt x="7113021" y="3230153"/>
                  <a:pt x="7127791" y="3223753"/>
                  <a:pt x="7148468" y="3214892"/>
                </a:cubicBezTo>
                <a:cubicBezTo>
                  <a:pt x="7137637" y="3251815"/>
                  <a:pt x="7125329" y="3293170"/>
                  <a:pt x="7112529" y="3336002"/>
                </a:cubicBezTo>
                <a:cubicBezTo>
                  <a:pt x="7093329" y="3333048"/>
                  <a:pt x="7080036" y="3331079"/>
                  <a:pt x="7066251" y="3329110"/>
                </a:cubicBezTo>
                <a:cubicBezTo>
                  <a:pt x="7043604" y="3347818"/>
                  <a:pt x="7046066" y="3372926"/>
                  <a:pt x="7065267" y="3387203"/>
                </a:cubicBezTo>
                <a:cubicBezTo>
                  <a:pt x="7071174" y="3391634"/>
                  <a:pt x="7099236" y="3367510"/>
                  <a:pt x="7117944" y="3355695"/>
                </a:cubicBezTo>
                <a:cubicBezTo>
                  <a:pt x="7116960" y="3362587"/>
                  <a:pt x="7114991" y="3373910"/>
                  <a:pt x="7113021" y="3386711"/>
                </a:cubicBezTo>
                <a:cubicBezTo>
                  <a:pt x="7120898" y="3383265"/>
                  <a:pt x="7127791" y="3379818"/>
                  <a:pt x="7142560" y="3372926"/>
                </a:cubicBezTo>
                <a:cubicBezTo>
                  <a:pt x="7133698" y="3391142"/>
                  <a:pt x="7127791" y="3402465"/>
                  <a:pt x="7122375" y="3413788"/>
                </a:cubicBezTo>
                <a:cubicBezTo>
                  <a:pt x="7124837" y="3412804"/>
                  <a:pt x="7127299" y="3411819"/>
                  <a:pt x="7129760" y="3410834"/>
                </a:cubicBezTo>
                <a:cubicBezTo>
                  <a:pt x="7133206" y="3422158"/>
                  <a:pt x="7136653" y="3433481"/>
                  <a:pt x="7139114" y="3443327"/>
                </a:cubicBezTo>
                <a:cubicBezTo>
                  <a:pt x="7124345" y="3447266"/>
                  <a:pt x="7110068" y="3447266"/>
                  <a:pt x="7106621" y="3453174"/>
                </a:cubicBezTo>
                <a:cubicBezTo>
                  <a:pt x="7088405" y="3484190"/>
                  <a:pt x="7073636" y="3517668"/>
                  <a:pt x="7056405" y="3549176"/>
                </a:cubicBezTo>
                <a:cubicBezTo>
                  <a:pt x="7045574" y="3568869"/>
                  <a:pt x="7031789" y="3586592"/>
                  <a:pt x="7021942" y="3601854"/>
                </a:cubicBezTo>
                <a:cubicBezTo>
                  <a:pt x="7031297" y="3610716"/>
                  <a:pt x="7053943" y="3622531"/>
                  <a:pt x="7054435" y="3635332"/>
                </a:cubicBezTo>
                <a:cubicBezTo>
                  <a:pt x="7055420" y="3660932"/>
                  <a:pt x="7030804" y="3662902"/>
                  <a:pt x="7009634" y="3661425"/>
                </a:cubicBezTo>
                <a:cubicBezTo>
                  <a:pt x="6997819" y="3654040"/>
                  <a:pt x="6986496" y="3647147"/>
                  <a:pt x="6966803" y="3634347"/>
                </a:cubicBezTo>
                <a:cubicBezTo>
                  <a:pt x="6957941" y="3665855"/>
                  <a:pt x="6949572" y="3694902"/>
                  <a:pt x="6941694" y="3723949"/>
                </a:cubicBezTo>
                <a:cubicBezTo>
                  <a:pt x="6945141" y="3725918"/>
                  <a:pt x="6948095" y="3727888"/>
                  <a:pt x="6951541" y="3730349"/>
                </a:cubicBezTo>
                <a:cubicBezTo>
                  <a:pt x="6957449" y="3723457"/>
                  <a:pt x="6967787" y="3717549"/>
                  <a:pt x="6968772" y="3709672"/>
                </a:cubicBezTo>
                <a:cubicBezTo>
                  <a:pt x="6972710" y="3684563"/>
                  <a:pt x="6989449" y="3672255"/>
                  <a:pt x="7009634" y="3661425"/>
                </a:cubicBezTo>
                <a:cubicBezTo>
                  <a:pt x="7017019" y="3678163"/>
                  <a:pt x="7019973" y="3699333"/>
                  <a:pt x="7032281" y="3711149"/>
                </a:cubicBezTo>
                <a:cubicBezTo>
                  <a:pt x="7060343" y="3737242"/>
                  <a:pt x="7053943" y="3757919"/>
                  <a:pt x="7031297" y="3782043"/>
                </a:cubicBezTo>
                <a:cubicBezTo>
                  <a:pt x="7024404" y="3789428"/>
                  <a:pt x="7017511" y="3806166"/>
                  <a:pt x="7021450" y="3813059"/>
                </a:cubicBezTo>
                <a:cubicBezTo>
                  <a:pt x="7041635" y="3851952"/>
                  <a:pt x="7005696" y="3854413"/>
                  <a:pt x="6988957" y="3875583"/>
                </a:cubicBezTo>
                <a:cubicBezTo>
                  <a:pt x="6991911" y="3901184"/>
                  <a:pt x="7008157" y="3930723"/>
                  <a:pt x="6981572" y="3966170"/>
                </a:cubicBezTo>
                <a:cubicBezTo>
                  <a:pt x="6963356" y="3989801"/>
                  <a:pt x="6966803" y="4029679"/>
                  <a:pt x="6958925" y="4062172"/>
                </a:cubicBezTo>
                <a:cubicBezTo>
                  <a:pt x="6955479" y="4075957"/>
                  <a:pt x="6947110" y="4088265"/>
                  <a:pt x="6938740" y="4105988"/>
                </a:cubicBezTo>
                <a:cubicBezTo>
                  <a:pt x="6959910" y="4130604"/>
                  <a:pt x="6930371" y="4149805"/>
                  <a:pt x="6914124" y="4168513"/>
                </a:cubicBezTo>
                <a:cubicBezTo>
                  <a:pt x="6896401" y="4188698"/>
                  <a:pt x="6890493" y="4200514"/>
                  <a:pt x="6914124" y="4220207"/>
                </a:cubicBezTo>
                <a:cubicBezTo>
                  <a:pt x="6936279" y="4238422"/>
                  <a:pt x="6922494" y="4251223"/>
                  <a:pt x="6902309" y="4261561"/>
                </a:cubicBezTo>
                <a:cubicBezTo>
                  <a:pt x="6883601" y="4271408"/>
                  <a:pt x="6866862" y="4284208"/>
                  <a:pt x="6849139" y="4295531"/>
                </a:cubicBezTo>
                <a:cubicBezTo>
                  <a:pt x="6850615" y="4299470"/>
                  <a:pt x="6852092" y="4303901"/>
                  <a:pt x="6853570" y="4307839"/>
                </a:cubicBezTo>
                <a:cubicBezTo>
                  <a:pt x="6874739" y="4310301"/>
                  <a:pt x="6896401" y="4312270"/>
                  <a:pt x="6919540" y="4315224"/>
                </a:cubicBezTo>
                <a:cubicBezTo>
                  <a:pt x="6918555" y="4318670"/>
                  <a:pt x="6918063" y="4325070"/>
                  <a:pt x="6915602" y="4326547"/>
                </a:cubicBezTo>
                <a:cubicBezTo>
                  <a:pt x="6883601" y="4343778"/>
                  <a:pt x="6853570" y="4361010"/>
                  <a:pt x="6852092" y="4405318"/>
                </a:cubicBezTo>
                <a:cubicBezTo>
                  <a:pt x="6851600" y="4415657"/>
                  <a:pt x="6828954" y="4424519"/>
                  <a:pt x="6814184" y="4435842"/>
                </a:cubicBezTo>
                <a:cubicBezTo>
                  <a:pt x="6818122" y="4443227"/>
                  <a:pt x="6823045" y="4451104"/>
                  <a:pt x="6830430" y="4464397"/>
                </a:cubicBezTo>
                <a:cubicBezTo>
                  <a:pt x="6802368" y="4457012"/>
                  <a:pt x="6779229" y="4428457"/>
                  <a:pt x="6747721" y="4466858"/>
                </a:cubicBezTo>
                <a:cubicBezTo>
                  <a:pt x="6770368" y="4469812"/>
                  <a:pt x="6787107" y="4472274"/>
                  <a:pt x="6810737" y="4475720"/>
                </a:cubicBezTo>
                <a:cubicBezTo>
                  <a:pt x="6800399" y="4483105"/>
                  <a:pt x="6795476" y="4485566"/>
                  <a:pt x="6791537" y="4489505"/>
                </a:cubicBezTo>
                <a:cubicBezTo>
                  <a:pt x="6786122" y="4494920"/>
                  <a:pt x="6781198" y="4500828"/>
                  <a:pt x="6775783" y="4506736"/>
                </a:cubicBezTo>
                <a:cubicBezTo>
                  <a:pt x="6781198" y="4510675"/>
                  <a:pt x="6786614" y="4516582"/>
                  <a:pt x="6792522" y="4519044"/>
                </a:cubicBezTo>
                <a:cubicBezTo>
                  <a:pt x="6848154" y="4538244"/>
                  <a:pt x="6849139" y="4549568"/>
                  <a:pt x="6810737" y="4594861"/>
                </a:cubicBezTo>
                <a:cubicBezTo>
                  <a:pt x="6800399" y="4607169"/>
                  <a:pt x="6757567" y="4618985"/>
                  <a:pt x="6793014" y="4650493"/>
                </a:cubicBezTo>
                <a:cubicBezTo>
                  <a:pt x="6794491" y="4651970"/>
                  <a:pt x="6778245" y="4673140"/>
                  <a:pt x="6769383" y="4686925"/>
                </a:cubicBezTo>
                <a:cubicBezTo>
                  <a:pt x="6754613" y="4678555"/>
                  <a:pt x="6741813" y="4671170"/>
                  <a:pt x="6722120" y="4659847"/>
                </a:cubicBezTo>
                <a:cubicBezTo>
                  <a:pt x="6725074" y="4678063"/>
                  <a:pt x="6726551" y="4686925"/>
                  <a:pt x="6728028" y="4696279"/>
                </a:cubicBezTo>
                <a:cubicBezTo>
                  <a:pt x="6680273" y="4705141"/>
                  <a:pt x="6675842" y="4731726"/>
                  <a:pt x="6717197" y="4781450"/>
                </a:cubicBezTo>
                <a:cubicBezTo>
                  <a:pt x="6700951" y="4804096"/>
                  <a:pt x="6683720" y="4827236"/>
                  <a:pt x="6667473" y="4850867"/>
                </a:cubicBezTo>
                <a:cubicBezTo>
                  <a:pt x="6663534" y="4856282"/>
                  <a:pt x="6662057" y="4864159"/>
                  <a:pt x="6662057" y="4871052"/>
                </a:cubicBezTo>
                <a:cubicBezTo>
                  <a:pt x="6662550" y="4894191"/>
                  <a:pt x="6662550" y="4913883"/>
                  <a:pt x="6630057" y="4896160"/>
                </a:cubicBezTo>
                <a:cubicBezTo>
                  <a:pt x="6626610" y="4894191"/>
                  <a:pt x="6612333" y="4900591"/>
                  <a:pt x="6612333" y="4904037"/>
                </a:cubicBezTo>
                <a:cubicBezTo>
                  <a:pt x="6609379" y="4939976"/>
                  <a:pt x="6568517" y="4940961"/>
                  <a:pt x="6552762" y="4972470"/>
                </a:cubicBezTo>
                <a:cubicBezTo>
                  <a:pt x="6565070" y="4974931"/>
                  <a:pt x="6576394" y="4976900"/>
                  <a:pt x="6590671" y="4979362"/>
                </a:cubicBezTo>
                <a:cubicBezTo>
                  <a:pt x="6594609" y="4988716"/>
                  <a:pt x="6581317" y="5065518"/>
                  <a:pt x="6568025" y="5068964"/>
                </a:cubicBezTo>
                <a:cubicBezTo>
                  <a:pt x="6552270" y="5072902"/>
                  <a:pt x="6534547" y="5067979"/>
                  <a:pt x="6511408" y="5066995"/>
                </a:cubicBezTo>
                <a:cubicBezTo>
                  <a:pt x="6507961" y="5085703"/>
                  <a:pt x="6503530" y="5110318"/>
                  <a:pt x="6499100" y="5134442"/>
                </a:cubicBezTo>
                <a:cubicBezTo>
                  <a:pt x="6535531" y="5151181"/>
                  <a:pt x="6563102" y="5190074"/>
                  <a:pt x="6618733" y="5157089"/>
                </a:cubicBezTo>
                <a:cubicBezTo>
                  <a:pt x="6602979" y="5182197"/>
                  <a:pt x="6596087" y="5194013"/>
                  <a:pt x="6588702" y="5204844"/>
                </a:cubicBezTo>
                <a:cubicBezTo>
                  <a:pt x="6573440" y="5227491"/>
                  <a:pt x="6551778" y="5229460"/>
                  <a:pt x="6537008" y="5209767"/>
                </a:cubicBezTo>
                <a:cubicBezTo>
                  <a:pt x="6508946" y="5173828"/>
                  <a:pt x="6497131" y="5172351"/>
                  <a:pt x="6462176" y="5199429"/>
                </a:cubicBezTo>
                <a:cubicBezTo>
                  <a:pt x="6457745" y="5202875"/>
                  <a:pt x="6450360" y="5202875"/>
                  <a:pt x="6444945" y="5204352"/>
                </a:cubicBezTo>
                <a:cubicBezTo>
                  <a:pt x="6452822" y="5216167"/>
                  <a:pt x="6460699" y="5228475"/>
                  <a:pt x="6473499" y="5248168"/>
                </a:cubicBezTo>
                <a:cubicBezTo>
                  <a:pt x="6443468" y="5254568"/>
                  <a:pt x="6417375" y="5257522"/>
                  <a:pt x="6392759" y="5265892"/>
                </a:cubicBezTo>
                <a:cubicBezTo>
                  <a:pt x="6378974" y="5270815"/>
                  <a:pt x="6361251" y="5282138"/>
                  <a:pt x="6357804" y="5294446"/>
                </a:cubicBezTo>
                <a:cubicBezTo>
                  <a:pt x="6351897" y="5316108"/>
                  <a:pt x="6342050" y="5345155"/>
                  <a:pt x="6376020" y="5353524"/>
                </a:cubicBezTo>
                <a:cubicBezTo>
                  <a:pt x="6347958" y="5389956"/>
                  <a:pt x="6321865" y="5425895"/>
                  <a:pt x="6293311" y="5459373"/>
                </a:cubicBezTo>
                <a:cubicBezTo>
                  <a:pt x="6287403" y="5466265"/>
                  <a:pt x="6271156" y="5464788"/>
                  <a:pt x="6253433" y="5468235"/>
                </a:cubicBezTo>
                <a:cubicBezTo>
                  <a:pt x="6240633" y="5512051"/>
                  <a:pt x="6226355" y="5562267"/>
                  <a:pt x="6212078" y="5611991"/>
                </a:cubicBezTo>
                <a:cubicBezTo>
                  <a:pt x="6208632" y="5611499"/>
                  <a:pt x="6205185" y="5611007"/>
                  <a:pt x="6201739" y="5610022"/>
                </a:cubicBezTo>
                <a:cubicBezTo>
                  <a:pt x="6207647" y="5578021"/>
                  <a:pt x="6213062" y="5546021"/>
                  <a:pt x="6219463" y="5512543"/>
                </a:cubicBezTo>
                <a:cubicBezTo>
                  <a:pt x="6170231" y="5523374"/>
                  <a:pt x="6170231" y="5523374"/>
                  <a:pt x="6155461" y="5479558"/>
                </a:cubicBezTo>
                <a:cubicBezTo>
                  <a:pt x="6136753" y="5496789"/>
                  <a:pt x="6121491" y="5511558"/>
                  <a:pt x="6105737" y="5525836"/>
                </a:cubicBezTo>
                <a:cubicBezTo>
                  <a:pt x="6106722" y="5529774"/>
                  <a:pt x="6107214" y="5533713"/>
                  <a:pt x="6108199" y="5537651"/>
                </a:cubicBezTo>
                <a:cubicBezTo>
                  <a:pt x="6135769" y="5539129"/>
                  <a:pt x="6163831" y="5540605"/>
                  <a:pt x="6194847" y="5542575"/>
                </a:cubicBezTo>
                <a:cubicBezTo>
                  <a:pt x="6191401" y="5559314"/>
                  <a:pt x="6188939" y="5570637"/>
                  <a:pt x="6185000" y="5590329"/>
                </a:cubicBezTo>
                <a:cubicBezTo>
                  <a:pt x="6182047" y="5575560"/>
                  <a:pt x="6180570" y="5568668"/>
                  <a:pt x="6177124" y="5552421"/>
                </a:cubicBezTo>
                <a:cubicBezTo>
                  <a:pt x="6124938" y="5636115"/>
                  <a:pt x="6076690" y="5714394"/>
                  <a:pt x="6031889" y="5786765"/>
                </a:cubicBezTo>
                <a:cubicBezTo>
                  <a:pt x="6042720" y="5804981"/>
                  <a:pt x="6049613" y="5817289"/>
                  <a:pt x="6056505" y="5829597"/>
                </a:cubicBezTo>
                <a:cubicBezTo>
                  <a:pt x="5987089" y="5862582"/>
                  <a:pt x="5940811" y="5859136"/>
                  <a:pt x="5903887" y="5820242"/>
                </a:cubicBezTo>
                <a:cubicBezTo>
                  <a:pt x="5878286" y="5839935"/>
                  <a:pt x="5878286" y="5839935"/>
                  <a:pt x="5905363" y="5872920"/>
                </a:cubicBezTo>
                <a:cubicBezTo>
                  <a:pt x="5898471" y="5883259"/>
                  <a:pt x="5891579" y="5894090"/>
                  <a:pt x="5881732" y="5908860"/>
                </a:cubicBezTo>
                <a:cubicBezTo>
                  <a:pt x="5873362" y="5897044"/>
                  <a:pt x="5867455" y="5889167"/>
                  <a:pt x="5861547" y="5881290"/>
                </a:cubicBezTo>
                <a:cubicBezTo>
                  <a:pt x="5858101" y="5882275"/>
                  <a:pt x="5855147" y="5882767"/>
                  <a:pt x="5853670" y="5884244"/>
                </a:cubicBezTo>
                <a:cubicBezTo>
                  <a:pt x="5826592" y="5918706"/>
                  <a:pt x="5797546" y="5951691"/>
                  <a:pt x="5753237" y="5964984"/>
                </a:cubicBezTo>
                <a:cubicBezTo>
                  <a:pt x="5748314" y="5966461"/>
                  <a:pt x="5744375" y="5975323"/>
                  <a:pt x="5741914" y="5981230"/>
                </a:cubicBezTo>
                <a:cubicBezTo>
                  <a:pt x="5738960" y="5987631"/>
                  <a:pt x="5739452" y="6000431"/>
                  <a:pt x="5736990" y="6001415"/>
                </a:cubicBezTo>
                <a:cubicBezTo>
                  <a:pt x="5699082" y="6009293"/>
                  <a:pt x="5709913" y="6043262"/>
                  <a:pt x="5699082" y="6069848"/>
                </a:cubicBezTo>
                <a:cubicBezTo>
                  <a:pt x="5709421" y="6069356"/>
                  <a:pt x="5718775" y="6068863"/>
                  <a:pt x="5730098" y="6068371"/>
                </a:cubicBezTo>
                <a:cubicBezTo>
                  <a:pt x="5727144" y="6075263"/>
                  <a:pt x="5724190" y="6082648"/>
                  <a:pt x="5718775" y="6095449"/>
                </a:cubicBezTo>
                <a:cubicBezTo>
                  <a:pt x="5698589" y="6078218"/>
                  <a:pt x="5680866" y="6063448"/>
                  <a:pt x="5657727" y="6043755"/>
                </a:cubicBezTo>
                <a:cubicBezTo>
                  <a:pt x="5656742" y="6044247"/>
                  <a:pt x="5646896" y="6047693"/>
                  <a:pt x="5635081" y="6051632"/>
                </a:cubicBezTo>
                <a:cubicBezTo>
                  <a:pt x="5635081" y="6042770"/>
                  <a:pt x="5635081" y="6035386"/>
                  <a:pt x="5635081" y="6027509"/>
                </a:cubicBezTo>
                <a:cubicBezTo>
                  <a:pt x="5632126" y="6025539"/>
                  <a:pt x="5629173" y="6023078"/>
                  <a:pt x="5626219" y="6021108"/>
                </a:cubicBezTo>
                <a:cubicBezTo>
                  <a:pt x="5612926" y="6035386"/>
                  <a:pt x="5599141" y="6049171"/>
                  <a:pt x="5586341" y="6062463"/>
                </a:cubicBezTo>
                <a:cubicBezTo>
                  <a:pt x="5596187" y="6088556"/>
                  <a:pt x="5605542" y="6112680"/>
                  <a:pt x="5616372" y="6140742"/>
                </a:cubicBezTo>
                <a:cubicBezTo>
                  <a:pt x="5600618" y="6139757"/>
                  <a:pt x="5585849" y="6140250"/>
                  <a:pt x="5572064" y="6137296"/>
                </a:cubicBezTo>
                <a:cubicBezTo>
                  <a:pt x="5551879" y="6132865"/>
                  <a:pt x="5532678" y="6124003"/>
                  <a:pt x="5526278" y="6156004"/>
                </a:cubicBezTo>
                <a:cubicBezTo>
                  <a:pt x="5525786" y="6158957"/>
                  <a:pt x="5505601" y="6157973"/>
                  <a:pt x="5494277" y="6158957"/>
                </a:cubicBezTo>
                <a:cubicBezTo>
                  <a:pt x="5493293" y="6129418"/>
                  <a:pt x="5547940" y="6135819"/>
                  <a:pt x="5534155" y="6090033"/>
                </a:cubicBezTo>
                <a:cubicBezTo>
                  <a:pt x="5517416" y="6129911"/>
                  <a:pt x="5451938" y="6123018"/>
                  <a:pt x="5472616" y="6179635"/>
                </a:cubicBezTo>
                <a:cubicBezTo>
                  <a:pt x="5460800" y="6185051"/>
                  <a:pt x="5450953" y="6189482"/>
                  <a:pt x="5447015" y="6190958"/>
                </a:cubicBezTo>
                <a:cubicBezTo>
                  <a:pt x="5433722" y="6182589"/>
                  <a:pt x="5423876" y="6172743"/>
                  <a:pt x="5413537" y="6171758"/>
                </a:cubicBezTo>
                <a:cubicBezTo>
                  <a:pt x="5405167" y="6171265"/>
                  <a:pt x="5396306" y="6182097"/>
                  <a:pt x="5387444" y="6187020"/>
                </a:cubicBezTo>
                <a:cubicBezTo>
                  <a:pt x="5375628" y="6192928"/>
                  <a:pt x="5363320" y="6198343"/>
                  <a:pt x="5349536" y="6199820"/>
                </a:cubicBezTo>
                <a:cubicBezTo>
                  <a:pt x="5319997" y="6211636"/>
                  <a:pt x="5373167" y="6266775"/>
                  <a:pt x="5311135" y="6265791"/>
                </a:cubicBezTo>
                <a:cubicBezTo>
                  <a:pt x="5319012" y="6277607"/>
                  <a:pt x="5325904" y="6289422"/>
                  <a:pt x="5333289" y="6300745"/>
                </a:cubicBezTo>
                <a:cubicBezTo>
                  <a:pt x="5329843" y="6303699"/>
                  <a:pt x="5326889" y="6306653"/>
                  <a:pt x="5323443" y="6309607"/>
                </a:cubicBezTo>
                <a:cubicBezTo>
                  <a:pt x="5300796" y="6291391"/>
                  <a:pt x="5278642" y="6273176"/>
                  <a:pt x="5254026" y="6253483"/>
                </a:cubicBezTo>
                <a:cubicBezTo>
                  <a:pt x="5238271" y="6274160"/>
                  <a:pt x="5231379" y="6312069"/>
                  <a:pt x="5198886" y="6288437"/>
                </a:cubicBezTo>
                <a:cubicBezTo>
                  <a:pt x="5180178" y="6309607"/>
                  <a:pt x="5163439" y="6327823"/>
                  <a:pt x="5147192" y="6346039"/>
                </a:cubicBezTo>
                <a:cubicBezTo>
                  <a:pt x="5149162" y="6348500"/>
                  <a:pt x="5151623" y="6350962"/>
                  <a:pt x="5153593" y="6353423"/>
                </a:cubicBezTo>
                <a:cubicBezTo>
                  <a:pt x="5170332" y="6344562"/>
                  <a:pt x="5186578" y="6334716"/>
                  <a:pt x="5204302" y="6327823"/>
                </a:cubicBezTo>
                <a:cubicBezTo>
                  <a:pt x="5206763" y="6326839"/>
                  <a:pt x="5214640" y="6339147"/>
                  <a:pt x="5219564" y="6344562"/>
                </a:cubicBezTo>
                <a:cubicBezTo>
                  <a:pt x="5205286" y="6355393"/>
                  <a:pt x="5192978" y="6364747"/>
                  <a:pt x="5176239" y="6377547"/>
                </a:cubicBezTo>
                <a:cubicBezTo>
                  <a:pt x="5206271" y="6390347"/>
                  <a:pt x="5242702" y="6369670"/>
                  <a:pt x="5249595" y="6408071"/>
                </a:cubicBezTo>
                <a:cubicBezTo>
                  <a:pt x="5227441" y="6412994"/>
                  <a:pt x="5207748" y="6417918"/>
                  <a:pt x="5188055" y="6422348"/>
                </a:cubicBezTo>
                <a:cubicBezTo>
                  <a:pt x="5171808" y="6426287"/>
                  <a:pt x="5155070" y="6430225"/>
                  <a:pt x="5138823" y="6434164"/>
                </a:cubicBezTo>
                <a:cubicBezTo>
                  <a:pt x="5137346" y="6430225"/>
                  <a:pt x="5136362" y="6426779"/>
                  <a:pt x="5134884" y="6422841"/>
                </a:cubicBezTo>
                <a:cubicBezTo>
                  <a:pt x="5147685" y="6414471"/>
                  <a:pt x="5159993" y="6406102"/>
                  <a:pt x="5169347" y="6399701"/>
                </a:cubicBezTo>
                <a:cubicBezTo>
                  <a:pt x="5153593" y="6377547"/>
                  <a:pt x="5139315" y="6356870"/>
                  <a:pt x="5122576" y="6332254"/>
                </a:cubicBezTo>
                <a:cubicBezTo>
                  <a:pt x="5138331" y="6323392"/>
                  <a:pt x="5155070" y="6314531"/>
                  <a:pt x="5171808" y="6305176"/>
                </a:cubicBezTo>
                <a:cubicBezTo>
                  <a:pt x="5170332" y="6303699"/>
                  <a:pt x="5169347" y="6301730"/>
                  <a:pt x="5167870" y="6300253"/>
                </a:cubicBezTo>
                <a:cubicBezTo>
                  <a:pt x="5133900" y="6303699"/>
                  <a:pt x="5099930" y="6307146"/>
                  <a:pt x="5065960" y="6311084"/>
                </a:cubicBezTo>
                <a:cubicBezTo>
                  <a:pt x="5065468" y="6315023"/>
                  <a:pt x="5064483" y="6318961"/>
                  <a:pt x="5063991" y="6322900"/>
                </a:cubicBezTo>
                <a:cubicBezTo>
                  <a:pt x="5078268" y="6328807"/>
                  <a:pt x="5092545" y="6335208"/>
                  <a:pt x="5115192" y="6344562"/>
                </a:cubicBezTo>
                <a:cubicBezTo>
                  <a:pt x="5090084" y="6361793"/>
                  <a:pt x="5066453" y="6378039"/>
                  <a:pt x="5040852" y="6395763"/>
                </a:cubicBezTo>
                <a:cubicBezTo>
                  <a:pt x="5040852" y="6402163"/>
                  <a:pt x="5040852" y="6412009"/>
                  <a:pt x="5040852" y="6423825"/>
                </a:cubicBezTo>
                <a:cubicBezTo>
                  <a:pt x="5019682" y="6413979"/>
                  <a:pt x="4997528" y="6387393"/>
                  <a:pt x="4993589" y="6436133"/>
                </a:cubicBezTo>
                <a:cubicBezTo>
                  <a:pt x="4993097" y="6444010"/>
                  <a:pt x="4968481" y="6449918"/>
                  <a:pt x="4955188" y="6456810"/>
                </a:cubicBezTo>
                <a:cubicBezTo>
                  <a:pt x="4953219" y="6453364"/>
                  <a:pt x="4951250" y="6449425"/>
                  <a:pt x="4949280" y="6445979"/>
                </a:cubicBezTo>
                <a:cubicBezTo>
                  <a:pt x="4959619" y="6439087"/>
                  <a:pt x="4970450" y="6432194"/>
                  <a:pt x="4988174" y="6420379"/>
                </a:cubicBezTo>
                <a:cubicBezTo>
                  <a:pt x="4955188" y="6415456"/>
                  <a:pt x="4927618" y="6411517"/>
                  <a:pt x="4899556" y="6407086"/>
                </a:cubicBezTo>
                <a:cubicBezTo>
                  <a:pt x="4901033" y="6419886"/>
                  <a:pt x="4903495" y="6438595"/>
                  <a:pt x="4904480" y="6448933"/>
                </a:cubicBezTo>
                <a:cubicBezTo>
                  <a:pt x="4880848" y="6456810"/>
                  <a:pt x="4862140" y="6460749"/>
                  <a:pt x="4845401" y="6468626"/>
                </a:cubicBezTo>
                <a:cubicBezTo>
                  <a:pt x="4801093" y="6490780"/>
                  <a:pt x="4792231" y="6488811"/>
                  <a:pt x="4756291" y="6452380"/>
                </a:cubicBezTo>
                <a:cubicBezTo>
                  <a:pt x="4750876" y="6446964"/>
                  <a:pt x="4732168" y="6447457"/>
                  <a:pt x="4724783" y="6452872"/>
                </a:cubicBezTo>
                <a:cubicBezTo>
                  <a:pt x="4715429" y="6458780"/>
                  <a:pt x="4710506" y="6472565"/>
                  <a:pt x="4703613" y="6483396"/>
                </a:cubicBezTo>
                <a:cubicBezTo>
                  <a:pt x="4702136" y="6479950"/>
                  <a:pt x="4701152" y="6476011"/>
                  <a:pt x="4699675" y="6472565"/>
                </a:cubicBezTo>
                <a:cubicBezTo>
                  <a:pt x="4683921" y="6476996"/>
                  <a:pt x="4668659" y="6481919"/>
                  <a:pt x="4652905" y="6486349"/>
                </a:cubicBezTo>
                <a:cubicBezTo>
                  <a:pt x="4653397" y="6489304"/>
                  <a:pt x="4653889" y="6492258"/>
                  <a:pt x="4654381" y="6495211"/>
                </a:cubicBezTo>
                <a:cubicBezTo>
                  <a:pt x="4674074" y="6498657"/>
                  <a:pt x="4693767" y="6502104"/>
                  <a:pt x="4713460" y="6505058"/>
                </a:cubicBezTo>
                <a:cubicBezTo>
                  <a:pt x="4713952" y="6508996"/>
                  <a:pt x="4714444" y="6512935"/>
                  <a:pt x="4715429" y="6516873"/>
                </a:cubicBezTo>
                <a:cubicBezTo>
                  <a:pt x="4701644" y="6521797"/>
                  <a:pt x="4686382" y="6525735"/>
                  <a:pt x="4673582" y="6532627"/>
                </a:cubicBezTo>
                <a:cubicBezTo>
                  <a:pt x="4656351" y="6541982"/>
                  <a:pt x="4640597" y="6554782"/>
                  <a:pt x="4622873" y="6563644"/>
                </a:cubicBezTo>
                <a:cubicBezTo>
                  <a:pt x="4613519" y="6568567"/>
                  <a:pt x="4598257" y="6572505"/>
                  <a:pt x="4590380" y="6568075"/>
                </a:cubicBezTo>
                <a:cubicBezTo>
                  <a:pt x="4581026" y="6562659"/>
                  <a:pt x="4575118" y="6548874"/>
                  <a:pt x="4571672" y="6537551"/>
                </a:cubicBezTo>
                <a:cubicBezTo>
                  <a:pt x="4570195" y="6532135"/>
                  <a:pt x="4578565" y="6524258"/>
                  <a:pt x="4582503" y="6517366"/>
                </a:cubicBezTo>
                <a:cubicBezTo>
                  <a:pt x="4579057" y="6515888"/>
                  <a:pt x="4575118" y="6514412"/>
                  <a:pt x="4571672" y="6512935"/>
                </a:cubicBezTo>
                <a:cubicBezTo>
                  <a:pt x="4558872" y="6553305"/>
                  <a:pt x="4546071" y="6593675"/>
                  <a:pt x="4532779" y="6633553"/>
                </a:cubicBezTo>
                <a:cubicBezTo>
                  <a:pt x="4527856" y="6632076"/>
                  <a:pt x="4522933" y="6631091"/>
                  <a:pt x="4518009" y="6629615"/>
                </a:cubicBezTo>
                <a:cubicBezTo>
                  <a:pt x="4520471" y="6619275"/>
                  <a:pt x="4519978" y="6605983"/>
                  <a:pt x="4526379" y="6599090"/>
                </a:cubicBezTo>
                <a:cubicBezTo>
                  <a:pt x="4545087" y="6577921"/>
                  <a:pt x="4559364" y="6560690"/>
                  <a:pt x="4516040" y="6553797"/>
                </a:cubicBezTo>
                <a:cubicBezTo>
                  <a:pt x="4511609" y="6553305"/>
                  <a:pt x="4508655" y="6544443"/>
                  <a:pt x="4503732" y="6537058"/>
                </a:cubicBezTo>
                <a:cubicBezTo>
                  <a:pt x="4502747" y="6559705"/>
                  <a:pt x="4501270" y="6573490"/>
                  <a:pt x="4472716" y="6559705"/>
                </a:cubicBezTo>
                <a:cubicBezTo>
                  <a:pt x="4456470" y="6551828"/>
                  <a:pt x="4432346" y="6559705"/>
                  <a:pt x="4411668" y="6560690"/>
                </a:cubicBezTo>
                <a:cubicBezTo>
                  <a:pt x="4413145" y="6569059"/>
                  <a:pt x="4414622" y="6577428"/>
                  <a:pt x="4417576" y="6596137"/>
                </a:cubicBezTo>
                <a:cubicBezTo>
                  <a:pt x="4401822" y="6628137"/>
                  <a:pt x="4369329" y="6631583"/>
                  <a:pt x="4337821" y="6594167"/>
                </a:cubicBezTo>
                <a:cubicBezTo>
                  <a:pt x="4324036" y="6598598"/>
                  <a:pt x="4309758" y="6602537"/>
                  <a:pt x="4294004" y="6607460"/>
                </a:cubicBezTo>
                <a:cubicBezTo>
                  <a:pt x="4301389" y="6618783"/>
                  <a:pt x="4307297" y="6627153"/>
                  <a:pt x="4317636" y="6642907"/>
                </a:cubicBezTo>
                <a:cubicBezTo>
                  <a:pt x="4290558" y="6627645"/>
                  <a:pt x="4271358" y="6609429"/>
                  <a:pt x="4251173" y="6607952"/>
                </a:cubicBezTo>
                <a:cubicBezTo>
                  <a:pt x="4228034" y="6606475"/>
                  <a:pt x="4204402" y="6620260"/>
                  <a:pt x="4178309" y="6628630"/>
                </a:cubicBezTo>
                <a:cubicBezTo>
                  <a:pt x="4181755" y="6638968"/>
                  <a:pt x="4184709" y="6646353"/>
                  <a:pt x="4189633" y="6660138"/>
                </a:cubicBezTo>
                <a:cubicBezTo>
                  <a:pt x="4170432" y="6660138"/>
                  <a:pt x="4152709" y="6663092"/>
                  <a:pt x="4136462" y="6659646"/>
                </a:cubicBezTo>
                <a:cubicBezTo>
                  <a:pt x="4112831" y="6654231"/>
                  <a:pt x="4090676" y="6644384"/>
                  <a:pt x="4069999" y="6665553"/>
                </a:cubicBezTo>
                <a:cubicBezTo>
                  <a:pt x="4068522" y="6667031"/>
                  <a:pt x="4065076" y="6666538"/>
                  <a:pt x="4062614" y="6666046"/>
                </a:cubicBezTo>
                <a:cubicBezTo>
                  <a:pt x="4022244" y="6655215"/>
                  <a:pt x="3981382" y="6644384"/>
                  <a:pt x="3938550" y="6632568"/>
                </a:cubicBezTo>
                <a:cubicBezTo>
                  <a:pt x="3941996" y="6650292"/>
                  <a:pt x="3949381" y="6665553"/>
                  <a:pt x="3944458" y="6671954"/>
                </a:cubicBezTo>
                <a:cubicBezTo>
                  <a:pt x="3937565" y="6680815"/>
                  <a:pt x="3922304" y="6682292"/>
                  <a:pt x="3909996" y="6687216"/>
                </a:cubicBezTo>
                <a:cubicBezTo>
                  <a:pt x="3895226" y="6693123"/>
                  <a:pt x="3880949" y="6698539"/>
                  <a:pt x="3870610" y="6702477"/>
                </a:cubicBezTo>
                <a:cubicBezTo>
                  <a:pt x="3826301" y="6706416"/>
                  <a:pt x="3784454" y="6710354"/>
                  <a:pt x="3742607" y="6714293"/>
                </a:cubicBezTo>
                <a:cubicBezTo>
                  <a:pt x="3737684" y="6714785"/>
                  <a:pt x="3732268" y="6713801"/>
                  <a:pt x="3727838" y="6714785"/>
                </a:cubicBezTo>
                <a:cubicBezTo>
                  <a:pt x="3708637" y="6720201"/>
                  <a:pt x="3678606" y="6721186"/>
                  <a:pt x="3673190" y="6733002"/>
                </a:cubicBezTo>
                <a:cubicBezTo>
                  <a:pt x="3666790" y="6748263"/>
                  <a:pt x="3680083" y="6771894"/>
                  <a:pt x="3685006" y="6792080"/>
                </a:cubicBezTo>
                <a:cubicBezTo>
                  <a:pt x="3687960" y="6787649"/>
                  <a:pt x="3690421" y="6783218"/>
                  <a:pt x="3693375" y="6778787"/>
                </a:cubicBezTo>
                <a:cubicBezTo>
                  <a:pt x="3721437" y="6776325"/>
                  <a:pt x="3749992" y="6770910"/>
                  <a:pt x="3778054" y="6771894"/>
                </a:cubicBezTo>
                <a:cubicBezTo>
                  <a:pt x="3813009" y="6773371"/>
                  <a:pt x="3814486" y="6777802"/>
                  <a:pt x="3807593" y="6820634"/>
                </a:cubicBezTo>
                <a:cubicBezTo>
                  <a:pt x="3753438" y="6781248"/>
                  <a:pt x="3722915" y="6843773"/>
                  <a:pt x="3675652" y="6848204"/>
                </a:cubicBezTo>
                <a:cubicBezTo>
                  <a:pt x="3659897" y="6812265"/>
                  <a:pt x="3629374" y="6801926"/>
                  <a:pt x="3590973" y="6802911"/>
                </a:cubicBezTo>
                <a:cubicBezTo>
                  <a:pt x="3560942" y="6803895"/>
                  <a:pt x="3542726" y="6814726"/>
                  <a:pt x="3539772" y="6841312"/>
                </a:cubicBezTo>
                <a:cubicBezTo>
                  <a:pt x="3512202" y="6846727"/>
                  <a:pt x="3488078" y="6851650"/>
                  <a:pt x="3457062" y="6858050"/>
                </a:cubicBezTo>
                <a:cubicBezTo>
                  <a:pt x="3466909" y="6835403"/>
                  <a:pt x="3473309" y="6821126"/>
                  <a:pt x="3479217" y="6807834"/>
                </a:cubicBezTo>
                <a:cubicBezTo>
                  <a:pt x="3497432" y="6806357"/>
                  <a:pt x="3515156" y="6804880"/>
                  <a:pt x="3532387" y="6803403"/>
                </a:cubicBezTo>
                <a:cubicBezTo>
                  <a:pt x="3531895" y="6799465"/>
                  <a:pt x="3531402" y="6795034"/>
                  <a:pt x="3530910" y="6791095"/>
                </a:cubicBezTo>
                <a:cubicBezTo>
                  <a:pt x="3521556" y="6792572"/>
                  <a:pt x="3511710" y="6793556"/>
                  <a:pt x="3502355" y="6795034"/>
                </a:cubicBezTo>
                <a:cubicBezTo>
                  <a:pt x="3499894" y="6792080"/>
                  <a:pt x="3497925" y="6789125"/>
                  <a:pt x="3495463" y="6786172"/>
                </a:cubicBezTo>
                <a:cubicBezTo>
                  <a:pt x="3510233" y="6774356"/>
                  <a:pt x="3525002" y="6762541"/>
                  <a:pt x="3540264" y="6750725"/>
                </a:cubicBezTo>
                <a:cubicBezTo>
                  <a:pt x="3543218" y="6754171"/>
                  <a:pt x="3546172" y="6757617"/>
                  <a:pt x="3549126" y="6761063"/>
                </a:cubicBezTo>
                <a:cubicBezTo>
                  <a:pt x="3544203" y="6765002"/>
                  <a:pt x="3539772" y="6768448"/>
                  <a:pt x="3534849" y="6772387"/>
                </a:cubicBezTo>
                <a:cubicBezTo>
                  <a:pt x="3536326" y="6775833"/>
                  <a:pt x="3537802" y="6778787"/>
                  <a:pt x="3539279" y="6782233"/>
                </a:cubicBezTo>
                <a:cubicBezTo>
                  <a:pt x="3560449" y="6769925"/>
                  <a:pt x="3581619" y="6757617"/>
                  <a:pt x="3602789" y="6745309"/>
                </a:cubicBezTo>
                <a:cubicBezTo>
                  <a:pt x="3565373" y="6747278"/>
                  <a:pt x="3529925" y="6709370"/>
                  <a:pt x="3491525" y="6741863"/>
                </a:cubicBezTo>
                <a:cubicBezTo>
                  <a:pt x="3484140" y="6748263"/>
                  <a:pt x="3463955" y="6747771"/>
                  <a:pt x="3454601" y="6741863"/>
                </a:cubicBezTo>
                <a:cubicBezTo>
                  <a:pt x="3423092" y="6721678"/>
                  <a:pt x="3398476" y="6739893"/>
                  <a:pt x="3369429" y="6747278"/>
                </a:cubicBezTo>
                <a:cubicBezTo>
                  <a:pt x="3347275" y="6753186"/>
                  <a:pt x="3320690" y="6742355"/>
                  <a:pt x="3296074" y="6739893"/>
                </a:cubicBezTo>
                <a:cubicBezTo>
                  <a:pt x="3292136" y="6739401"/>
                  <a:pt x="3287705" y="6744324"/>
                  <a:pt x="3283274" y="6746786"/>
                </a:cubicBezTo>
                <a:lnTo>
                  <a:pt x="3283274" y="6746786"/>
                </a:lnTo>
                <a:cubicBezTo>
                  <a:pt x="3243888" y="6740386"/>
                  <a:pt x="3204503" y="6733986"/>
                  <a:pt x="3165117" y="6728078"/>
                </a:cubicBezTo>
                <a:cubicBezTo>
                  <a:pt x="3164133" y="6732017"/>
                  <a:pt x="3163148" y="6735955"/>
                  <a:pt x="3162163" y="6739893"/>
                </a:cubicBezTo>
                <a:cubicBezTo>
                  <a:pt x="3167087" y="6744324"/>
                  <a:pt x="3172502" y="6748755"/>
                  <a:pt x="3177425" y="6752694"/>
                </a:cubicBezTo>
                <a:cubicBezTo>
                  <a:pt x="3146409" y="6781248"/>
                  <a:pt x="3129670" y="6755156"/>
                  <a:pt x="3106039" y="6727093"/>
                </a:cubicBezTo>
                <a:cubicBezTo>
                  <a:pt x="3104070" y="6747771"/>
                  <a:pt x="3102593" y="6760079"/>
                  <a:pt x="3101116" y="6772387"/>
                </a:cubicBezTo>
                <a:cubicBezTo>
                  <a:pt x="3124255" y="6790110"/>
                  <a:pt x="3170040" y="6757125"/>
                  <a:pt x="3171025" y="6800941"/>
                </a:cubicBezTo>
                <a:cubicBezTo>
                  <a:pt x="3151332" y="6817680"/>
                  <a:pt x="3133609" y="6832942"/>
                  <a:pt x="3115885" y="6848204"/>
                </a:cubicBezTo>
                <a:cubicBezTo>
                  <a:pt x="3069115" y="6865435"/>
                  <a:pt x="3056807" y="6815219"/>
                  <a:pt x="3026283" y="6790603"/>
                </a:cubicBezTo>
                <a:cubicBezTo>
                  <a:pt x="3029729" y="6790110"/>
                  <a:pt x="3034160" y="6787649"/>
                  <a:pt x="3036622" y="6789125"/>
                </a:cubicBezTo>
                <a:cubicBezTo>
                  <a:pt x="3079454" y="6813741"/>
                  <a:pt x="3093731" y="6804880"/>
                  <a:pt x="3095208" y="6756140"/>
                </a:cubicBezTo>
                <a:cubicBezTo>
                  <a:pt x="3096193" y="6726109"/>
                  <a:pt x="3090285" y="6712816"/>
                  <a:pt x="3055823" y="6725617"/>
                </a:cubicBezTo>
                <a:cubicBezTo>
                  <a:pt x="3042037" y="6731032"/>
                  <a:pt x="3021360" y="6723155"/>
                  <a:pt x="3005606" y="6717247"/>
                </a:cubicBezTo>
                <a:cubicBezTo>
                  <a:pt x="2999698" y="6715278"/>
                  <a:pt x="2998713" y="6701001"/>
                  <a:pt x="2993298" y="6687216"/>
                </a:cubicBezTo>
                <a:cubicBezTo>
                  <a:pt x="2963266" y="6684754"/>
                  <a:pt x="2960313" y="6687708"/>
                  <a:pt x="2960313" y="6731524"/>
                </a:cubicBezTo>
                <a:cubicBezTo>
                  <a:pt x="3004621" y="6747771"/>
                  <a:pt x="3023329" y="6796510"/>
                  <a:pt x="2998713" y="6844265"/>
                </a:cubicBezTo>
                <a:cubicBezTo>
                  <a:pt x="2978529" y="6831465"/>
                  <a:pt x="2958836" y="6819157"/>
                  <a:pt x="2937666" y="6805372"/>
                </a:cubicBezTo>
                <a:cubicBezTo>
                  <a:pt x="2936681" y="6812265"/>
                  <a:pt x="2935205" y="6820142"/>
                  <a:pt x="2933727" y="6830480"/>
                </a:cubicBezTo>
                <a:cubicBezTo>
                  <a:pt x="2921419" y="6828511"/>
                  <a:pt x="2908619" y="6826542"/>
                  <a:pt x="2892373" y="6823588"/>
                </a:cubicBezTo>
                <a:cubicBezTo>
                  <a:pt x="2899265" y="6817188"/>
                  <a:pt x="2904681" y="6811773"/>
                  <a:pt x="2913542" y="6803895"/>
                </a:cubicBezTo>
                <a:cubicBezTo>
                  <a:pt x="2905173" y="6802911"/>
                  <a:pt x="2900250" y="6803403"/>
                  <a:pt x="2895819" y="6801926"/>
                </a:cubicBezTo>
                <a:cubicBezTo>
                  <a:pt x="2885973" y="6798480"/>
                  <a:pt x="2876618" y="6794049"/>
                  <a:pt x="2867264" y="6789618"/>
                </a:cubicBezTo>
                <a:cubicBezTo>
                  <a:pt x="2872680" y="6780756"/>
                  <a:pt x="2869234" y="6761063"/>
                  <a:pt x="2891880" y="6774849"/>
                </a:cubicBezTo>
                <a:cubicBezTo>
                  <a:pt x="2896803" y="6777802"/>
                  <a:pt x="2916004" y="6756632"/>
                  <a:pt x="2933235" y="6743340"/>
                </a:cubicBezTo>
                <a:cubicBezTo>
                  <a:pt x="2911573" y="6745802"/>
                  <a:pt x="2894834" y="6749740"/>
                  <a:pt x="2878588" y="6749248"/>
                </a:cubicBezTo>
                <a:cubicBezTo>
                  <a:pt x="2852003" y="6747771"/>
                  <a:pt x="2854956" y="6733494"/>
                  <a:pt x="2868249" y="6717739"/>
                </a:cubicBezTo>
                <a:cubicBezTo>
                  <a:pt x="2847079" y="6697554"/>
                  <a:pt x="2805232" y="6715278"/>
                  <a:pt x="2792924" y="6677369"/>
                </a:cubicBezTo>
                <a:cubicBezTo>
                  <a:pt x="2792432" y="6675892"/>
                  <a:pt x="2775201" y="6678354"/>
                  <a:pt x="2767324" y="6682292"/>
                </a:cubicBezTo>
                <a:cubicBezTo>
                  <a:pt x="2765355" y="6683277"/>
                  <a:pt x="2767816" y="6696570"/>
                  <a:pt x="2770278" y="6703462"/>
                </a:cubicBezTo>
                <a:cubicBezTo>
                  <a:pt x="2772247" y="6708386"/>
                  <a:pt x="2777663" y="6712324"/>
                  <a:pt x="2782586" y="6716755"/>
                </a:cubicBezTo>
                <a:cubicBezTo>
                  <a:pt x="2751077" y="6733002"/>
                  <a:pt x="2718092" y="6713801"/>
                  <a:pt x="2710707" y="6675892"/>
                </a:cubicBezTo>
                <a:cubicBezTo>
                  <a:pt x="2696430" y="6675892"/>
                  <a:pt x="2682153" y="6675892"/>
                  <a:pt x="2667383" y="6675892"/>
                </a:cubicBezTo>
                <a:cubicBezTo>
                  <a:pt x="2666891" y="6677861"/>
                  <a:pt x="2665906" y="6679831"/>
                  <a:pt x="2665414" y="6682292"/>
                </a:cubicBezTo>
                <a:cubicBezTo>
                  <a:pt x="2675752" y="6685738"/>
                  <a:pt x="2686091" y="6689677"/>
                  <a:pt x="2696430" y="6693123"/>
                </a:cubicBezTo>
                <a:cubicBezTo>
                  <a:pt x="2693968" y="6695093"/>
                  <a:pt x="2691507" y="6696570"/>
                  <a:pt x="2689045" y="6698539"/>
                </a:cubicBezTo>
                <a:cubicBezTo>
                  <a:pt x="2699384" y="6714293"/>
                  <a:pt x="2709722" y="6730047"/>
                  <a:pt x="2721538" y="6747278"/>
                </a:cubicBezTo>
                <a:cubicBezTo>
                  <a:pt x="2714153" y="6755156"/>
                  <a:pt x="2704307" y="6765494"/>
                  <a:pt x="2691999" y="6778787"/>
                </a:cubicBezTo>
                <a:cubicBezTo>
                  <a:pt x="2684122" y="6771894"/>
                  <a:pt x="2672306" y="6761556"/>
                  <a:pt x="2660490" y="6751217"/>
                </a:cubicBezTo>
                <a:cubicBezTo>
                  <a:pt x="2631936" y="6790110"/>
                  <a:pt x="2591074" y="6777802"/>
                  <a:pt x="2530026" y="6712324"/>
                </a:cubicBezTo>
                <a:cubicBezTo>
                  <a:pt x="2548242" y="6708878"/>
                  <a:pt x="2565473" y="6705924"/>
                  <a:pt x="2591566" y="6701001"/>
                </a:cubicBezTo>
                <a:cubicBezTo>
                  <a:pt x="2565965" y="6684754"/>
                  <a:pt x="2547750" y="6673430"/>
                  <a:pt x="2529534" y="6662107"/>
                </a:cubicBezTo>
                <a:cubicBezTo>
                  <a:pt x="2530026" y="6658169"/>
                  <a:pt x="2530518" y="6654231"/>
                  <a:pt x="2531503" y="6649800"/>
                </a:cubicBezTo>
                <a:cubicBezTo>
                  <a:pt x="2510333" y="6655215"/>
                  <a:pt x="2489164" y="6660630"/>
                  <a:pt x="2467994" y="6666538"/>
                </a:cubicBezTo>
                <a:cubicBezTo>
                  <a:pt x="2471932" y="6680323"/>
                  <a:pt x="2475871" y="6694600"/>
                  <a:pt x="2480794" y="6710847"/>
                </a:cubicBezTo>
                <a:cubicBezTo>
                  <a:pt x="2455686" y="6736940"/>
                  <a:pt x="2446824" y="6736448"/>
                  <a:pt x="2359684" y="6692631"/>
                </a:cubicBezTo>
                <a:cubicBezTo>
                  <a:pt x="2363622" y="6667031"/>
                  <a:pt x="2367561" y="6640445"/>
                  <a:pt x="2371007" y="6614845"/>
                </a:cubicBezTo>
                <a:cubicBezTo>
                  <a:pt x="2360669" y="6614845"/>
                  <a:pt x="2344422" y="6611891"/>
                  <a:pt x="2329652" y="6615829"/>
                </a:cubicBezTo>
                <a:cubicBezTo>
                  <a:pt x="2321775" y="6617799"/>
                  <a:pt x="2305036" y="6611891"/>
                  <a:pt x="2305036" y="6636999"/>
                </a:cubicBezTo>
                <a:cubicBezTo>
                  <a:pt x="2305036" y="6667523"/>
                  <a:pt x="2275497" y="6676877"/>
                  <a:pt x="2249897" y="6659646"/>
                </a:cubicBezTo>
                <a:cubicBezTo>
                  <a:pt x="2219865" y="6639953"/>
                  <a:pt x="2191803" y="6616814"/>
                  <a:pt x="2159802" y="6599583"/>
                </a:cubicBezTo>
                <a:cubicBezTo>
                  <a:pt x="2147002" y="6592691"/>
                  <a:pt x="2127802" y="6598598"/>
                  <a:pt x="2104663" y="6598598"/>
                </a:cubicBezTo>
                <a:cubicBezTo>
                  <a:pt x="2095801" y="6594659"/>
                  <a:pt x="2079062" y="6586782"/>
                  <a:pt x="2054446" y="6574967"/>
                </a:cubicBezTo>
                <a:cubicBezTo>
                  <a:pt x="2069216" y="6567582"/>
                  <a:pt x="2081524" y="6561182"/>
                  <a:pt x="2094324" y="6554782"/>
                </a:cubicBezTo>
                <a:cubicBezTo>
                  <a:pt x="2067739" y="6499642"/>
                  <a:pt x="2055431" y="6492258"/>
                  <a:pt x="1992906" y="6497181"/>
                </a:cubicBezTo>
                <a:cubicBezTo>
                  <a:pt x="1994383" y="6491273"/>
                  <a:pt x="1995860" y="6484873"/>
                  <a:pt x="1997829" y="6476011"/>
                </a:cubicBezTo>
                <a:cubicBezTo>
                  <a:pt x="1951552" y="6503088"/>
                  <a:pt x="1935797" y="6459272"/>
                  <a:pt x="1909212" y="6441056"/>
                </a:cubicBezTo>
                <a:cubicBezTo>
                  <a:pt x="1900350" y="6435149"/>
                  <a:pt x="1890996" y="6430225"/>
                  <a:pt x="1882135" y="6424810"/>
                </a:cubicBezTo>
                <a:cubicBezTo>
                  <a:pt x="1879673" y="6427764"/>
                  <a:pt x="1877704" y="6430718"/>
                  <a:pt x="1875242" y="6433671"/>
                </a:cubicBezTo>
                <a:cubicBezTo>
                  <a:pt x="1884596" y="6455334"/>
                  <a:pt x="1894443" y="6476503"/>
                  <a:pt x="1906258" y="6503088"/>
                </a:cubicBezTo>
                <a:cubicBezTo>
                  <a:pt x="1890012" y="6523766"/>
                  <a:pt x="1870319" y="6517858"/>
                  <a:pt x="1850626" y="6494227"/>
                </a:cubicBezTo>
                <a:cubicBezTo>
                  <a:pt x="1832903" y="6473057"/>
                  <a:pt x="1815672" y="6449918"/>
                  <a:pt x="1780225" y="6462226"/>
                </a:cubicBezTo>
                <a:cubicBezTo>
                  <a:pt x="1774809" y="6450410"/>
                  <a:pt x="1770378" y="6439579"/>
                  <a:pt x="1765455" y="6427764"/>
                </a:cubicBezTo>
                <a:cubicBezTo>
                  <a:pt x="1778748" y="6418410"/>
                  <a:pt x="1791056" y="6409056"/>
                  <a:pt x="1803856" y="6399701"/>
                </a:cubicBezTo>
                <a:cubicBezTo>
                  <a:pt x="1765455" y="6380501"/>
                  <a:pt x="1730008" y="6363270"/>
                  <a:pt x="1694561" y="6345546"/>
                </a:cubicBezTo>
                <a:cubicBezTo>
                  <a:pt x="1692592" y="6348500"/>
                  <a:pt x="1690130" y="6351454"/>
                  <a:pt x="1688161" y="6354408"/>
                </a:cubicBezTo>
                <a:cubicBezTo>
                  <a:pt x="1702931" y="6366716"/>
                  <a:pt x="1717208" y="6379024"/>
                  <a:pt x="1735916" y="6394778"/>
                </a:cubicBezTo>
                <a:cubicBezTo>
                  <a:pt x="1725577" y="6403640"/>
                  <a:pt x="1711792" y="6414963"/>
                  <a:pt x="1692100" y="6431210"/>
                </a:cubicBezTo>
                <a:cubicBezTo>
                  <a:pt x="1685207" y="6405117"/>
                  <a:pt x="1683730" y="6383455"/>
                  <a:pt x="1674376" y="6365731"/>
                </a:cubicBezTo>
                <a:cubicBezTo>
                  <a:pt x="1659606" y="6336685"/>
                  <a:pt x="1640406" y="6310100"/>
                  <a:pt x="1624652" y="6284006"/>
                </a:cubicBezTo>
                <a:cubicBezTo>
                  <a:pt x="1644345" y="6290899"/>
                  <a:pt x="1669945" y="6300253"/>
                  <a:pt x="1695546" y="6309115"/>
                </a:cubicBezTo>
                <a:cubicBezTo>
                  <a:pt x="1696530" y="6306653"/>
                  <a:pt x="1697515" y="6304191"/>
                  <a:pt x="1698500" y="6301730"/>
                </a:cubicBezTo>
                <a:cubicBezTo>
                  <a:pt x="1686192" y="6285976"/>
                  <a:pt x="1673391" y="6270222"/>
                  <a:pt x="1657637" y="6250036"/>
                </a:cubicBezTo>
                <a:cubicBezTo>
                  <a:pt x="1659606" y="6249544"/>
                  <a:pt x="1652714" y="6252006"/>
                  <a:pt x="1648283" y="6253483"/>
                </a:cubicBezTo>
                <a:cubicBezTo>
                  <a:pt x="1624652" y="6197851"/>
                  <a:pt x="1556220" y="6239698"/>
                  <a:pt x="1526188" y="6197358"/>
                </a:cubicBezTo>
                <a:cubicBezTo>
                  <a:pt x="1532096" y="6235760"/>
                  <a:pt x="1581328" y="6228375"/>
                  <a:pt x="1591174" y="6267760"/>
                </a:cubicBezTo>
                <a:cubicBezTo>
                  <a:pt x="1573451" y="6258406"/>
                  <a:pt x="1558189" y="6250529"/>
                  <a:pt x="1535050" y="6238713"/>
                </a:cubicBezTo>
                <a:cubicBezTo>
                  <a:pt x="1549327" y="6269237"/>
                  <a:pt x="1559173" y="6290407"/>
                  <a:pt x="1571974" y="6316992"/>
                </a:cubicBezTo>
                <a:cubicBezTo>
                  <a:pt x="1559666" y="6317484"/>
                  <a:pt x="1541942" y="6322408"/>
                  <a:pt x="1539481" y="6317977"/>
                </a:cubicBezTo>
                <a:cubicBezTo>
                  <a:pt x="1529634" y="6300253"/>
                  <a:pt x="1521757" y="6280560"/>
                  <a:pt x="1517819" y="6260868"/>
                </a:cubicBezTo>
                <a:cubicBezTo>
                  <a:pt x="1513880" y="6240683"/>
                  <a:pt x="1514865" y="6219513"/>
                  <a:pt x="1513880" y="6208189"/>
                </a:cubicBezTo>
                <a:cubicBezTo>
                  <a:pt x="1491234" y="6203266"/>
                  <a:pt x="1476956" y="6201297"/>
                  <a:pt x="1463664" y="6197358"/>
                </a:cubicBezTo>
                <a:cubicBezTo>
                  <a:pt x="1448894" y="6193420"/>
                  <a:pt x="1434617" y="6188497"/>
                  <a:pt x="1420340" y="6183573"/>
                </a:cubicBezTo>
                <a:cubicBezTo>
                  <a:pt x="1417878" y="6187020"/>
                  <a:pt x="1415416" y="6190958"/>
                  <a:pt x="1412955" y="6194405"/>
                </a:cubicBezTo>
                <a:cubicBezTo>
                  <a:pt x="1427232" y="6210651"/>
                  <a:pt x="1441509" y="6226898"/>
                  <a:pt x="1456279" y="6243144"/>
                </a:cubicBezTo>
                <a:cubicBezTo>
                  <a:pt x="1454310" y="6246098"/>
                  <a:pt x="1451848" y="6249052"/>
                  <a:pt x="1449879" y="6251514"/>
                </a:cubicBezTo>
                <a:cubicBezTo>
                  <a:pt x="1437078" y="6246590"/>
                  <a:pt x="1421817" y="6244129"/>
                  <a:pt x="1410985" y="6235760"/>
                </a:cubicBezTo>
                <a:cubicBezTo>
                  <a:pt x="1379969" y="6212128"/>
                  <a:pt x="1346000" y="6202282"/>
                  <a:pt x="1307106" y="6199820"/>
                </a:cubicBezTo>
                <a:cubicBezTo>
                  <a:pt x="1296768" y="6199328"/>
                  <a:pt x="1285937" y="6182097"/>
                  <a:pt x="1277567" y="6170773"/>
                </a:cubicBezTo>
                <a:cubicBezTo>
                  <a:pt x="1262305" y="6150096"/>
                  <a:pt x="1268213" y="6111695"/>
                  <a:pt x="1224397" y="6115142"/>
                </a:cubicBezTo>
                <a:cubicBezTo>
                  <a:pt x="1214550" y="6116126"/>
                  <a:pt x="1202735" y="6096433"/>
                  <a:pt x="1193873" y="6084617"/>
                </a:cubicBezTo>
                <a:cubicBezTo>
                  <a:pt x="1184027" y="6070833"/>
                  <a:pt x="1174673" y="6057048"/>
                  <a:pt x="1163842" y="6044247"/>
                </a:cubicBezTo>
                <a:cubicBezTo>
                  <a:pt x="1153011" y="6030955"/>
                  <a:pt x="1169257" y="5990585"/>
                  <a:pt x="1126918" y="6011262"/>
                </a:cubicBezTo>
                <a:cubicBezTo>
                  <a:pt x="1126918" y="5981723"/>
                  <a:pt x="1126918" y="5957107"/>
                  <a:pt x="1126918" y="5927075"/>
                </a:cubicBezTo>
                <a:cubicBezTo>
                  <a:pt x="1122979" y="5915752"/>
                  <a:pt x="1117071" y="5897044"/>
                  <a:pt x="1108210" y="5869474"/>
                </a:cubicBezTo>
                <a:cubicBezTo>
                  <a:pt x="1097379" y="5897044"/>
                  <a:pt x="1091471" y="5913291"/>
                  <a:pt x="1084578" y="5929537"/>
                </a:cubicBezTo>
                <a:cubicBezTo>
                  <a:pt x="1078178" y="5944799"/>
                  <a:pt x="1070301" y="5960061"/>
                  <a:pt x="1054054" y="5973846"/>
                </a:cubicBezTo>
                <a:cubicBezTo>
                  <a:pt x="1056516" y="5942830"/>
                  <a:pt x="1050608" y="5908368"/>
                  <a:pt x="1062916" y="5881782"/>
                </a:cubicBezTo>
                <a:cubicBezTo>
                  <a:pt x="1078178" y="5848304"/>
                  <a:pt x="1040762" y="5827627"/>
                  <a:pt x="1060947" y="5798580"/>
                </a:cubicBezTo>
                <a:cubicBezTo>
                  <a:pt x="1055531" y="5797596"/>
                  <a:pt x="1050608" y="5796611"/>
                  <a:pt x="1045193" y="5795627"/>
                </a:cubicBezTo>
                <a:cubicBezTo>
                  <a:pt x="1040270" y="5806949"/>
                  <a:pt x="1035346" y="5818273"/>
                  <a:pt x="1028454" y="5834027"/>
                </a:cubicBezTo>
                <a:cubicBezTo>
                  <a:pt x="1030915" y="5834520"/>
                  <a:pt x="1023531" y="5832550"/>
                  <a:pt x="1021069" y="5832058"/>
                </a:cubicBezTo>
                <a:cubicBezTo>
                  <a:pt x="1012207" y="5848797"/>
                  <a:pt x="1003838" y="5864551"/>
                  <a:pt x="995468" y="5880797"/>
                </a:cubicBezTo>
                <a:cubicBezTo>
                  <a:pt x="989561" y="5878336"/>
                  <a:pt x="983653" y="5875382"/>
                  <a:pt x="977745" y="5872920"/>
                </a:cubicBezTo>
                <a:cubicBezTo>
                  <a:pt x="984145" y="5855689"/>
                  <a:pt x="990545" y="5838950"/>
                  <a:pt x="998915" y="5816796"/>
                </a:cubicBezTo>
                <a:cubicBezTo>
                  <a:pt x="954114" y="5814827"/>
                  <a:pt x="950668" y="5776426"/>
                  <a:pt x="941313" y="5742456"/>
                </a:cubicBezTo>
                <a:cubicBezTo>
                  <a:pt x="951160" y="5736056"/>
                  <a:pt x="961006" y="5729656"/>
                  <a:pt x="970853" y="5723748"/>
                </a:cubicBezTo>
                <a:cubicBezTo>
                  <a:pt x="957560" y="5709471"/>
                  <a:pt x="944760" y="5694701"/>
                  <a:pt x="926544" y="5675008"/>
                </a:cubicBezTo>
                <a:cubicBezTo>
                  <a:pt x="935898" y="5702086"/>
                  <a:pt x="940329" y="5720794"/>
                  <a:pt x="944760" y="5739994"/>
                </a:cubicBezTo>
                <a:close/>
                <a:moveTo>
                  <a:pt x="287514" y="2835806"/>
                </a:moveTo>
                <a:cubicBezTo>
                  <a:pt x="284068" y="2834821"/>
                  <a:pt x="280622" y="2833837"/>
                  <a:pt x="277175" y="2833345"/>
                </a:cubicBezTo>
                <a:cubicBezTo>
                  <a:pt x="277175" y="2821529"/>
                  <a:pt x="278652" y="2809713"/>
                  <a:pt x="276683" y="2797897"/>
                </a:cubicBezTo>
                <a:cubicBezTo>
                  <a:pt x="275206" y="2789036"/>
                  <a:pt x="269298" y="2772789"/>
                  <a:pt x="266837" y="2773282"/>
                </a:cubicBezTo>
                <a:cubicBezTo>
                  <a:pt x="245667" y="2776235"/>
                  <a:pt x="225482" y="2782143"/>
                  <a:pt x="204805" y="2787066"/>
                </a:cubicBezTo>
                <a:cubicBezTo>
                  <a:pt x="206282" y="2791497"/>
                  <a:pt x="208251" y="2796421"/>
                  <a:pt x="208743" y="2800851"/>
                </a:cubicBezTo>
                <a:cubicBezTo>
                  <a:pt x="210220" y="2809713"/>
                  <a:pt x="210712" y="2819067"/>
                  <a:pt x="211697" y="2827929"/>
                </a:cubicBezTo>
                <a:cubicBezTo>
                  <a:pt x="243205" y="2823006"/>
                  <a:pt x="265360" y="2848114"/>
                  <a:pt x="282099" y="2874207"/>
                </a:cubicBezTo>
                <a:cubicBezTo>
                  <a:pt x="301791" y="2904238"/>
                  <a:pt x="270283" y="2914577"/>
                  <a:pt x="272252" y="2936731"/>
                </a:cubicBezTo>
                <a:cubicBezTo>
                  <a:pt x="276191" y="2982517"/>
                  <a:pt x="276191" y="3029287"/>
                  <a:pt x="272745" y="3075073"/>
                </a:cubicBezTo>
                <a:cubicBezTo>
                  <a:pt x="269298" y="3120858"/>
                  <a:pt x="270775" y="3170090"/>
                  <a:pt x="230897" y="3210953"/>
                </a:cubicBezTo>
                <a:cubicBezTo>
                  <a:pt x="226467" y="3150890"/>
                  <a:pt x="192989" y="3222276"/>
                  <a:pt x="185604" y="3203076"/>
                </a:cubicBezTo>
                <a:cubicBezTo>
                  <a:pt x="184620" y="3218830"/>
                  <a:pt x="183143" y="3242461"/>
                  <a:pt x="181666" y="3266585"/>
                </a:cubicBezTo>
                <a:cubicBezTo>
                  <a:pt x="193974" y="3270523"/>
                  <a:pt x="209728" y="3275447"/>
                  <a:pt x="222528" y="3279385"/>
                </a:cubicBezTo>
                <a:cubicBezTo>
                  <a:pt x="226467" y="3263631"/>
                  <a:pt x="230405" y="3248369"/>
                  <a:pt x="233851" y="3233600"/>
                </a:cubicBezTo>
                <a:cubicBezTo>
                  <a:pt x="237790" y="3233600"/>
                  <a:pt x="241729" y="3233600"/>
                  <a:pt x="245667" y="3234092"/>
                </a:cubicBezTo>
                <a:cubicBezTo>
                  <a:pt x="254036" y="3270523"/>
                  <a:pt x="261914" y="3306955"/>
                  <a:pt x="270775" y="3347325"/>
                </a:cubicBezTo>
                <a:cubicBezTo>
                  <a:pt x="279637" y="3337479"/>
                  <a:pt x="286530" y="3329110"/>
                  <a:pt x="291945" y="3323202"/>
                </a:cubicBezTo>
                <a:cubicBezTo>
                  <a:pt x="283576" y="3310401"/>
                  <a:pt x="277175" y="3300555"/>
                  <a:pt x="272745" y="3293170"/>
                </a:cubicBezTo>
                <a:cubicBezTo>
                  <a:pt x="288006" y="3291693"/>
                  <a:pt x="300807" y="3292678"/>
                  <a:pt x="311145" y="3288247"/>
                </a:cubicBezTo>
                <a:cubicBezTo>
                  <a:pt x="315084" y="3286278"/>
                  <a:pt x="310653" y="3270523"/>
                  <a:pt x="314592" y="3263139"/>
                </a:cubicBezTo>
                <a:cubicBezTo>
                  <a:pt x="348069" y="3203568"/>
                  <a:pt x="348069" y="3193229"/>
                  <a:pt x="311638" y="3145967"/>
                </a:cubicBezTo>
                <a:cubicBezTo>
                  <a:pt x="331331" y="3131690"/>
                  <a:pt x="349054" y="3116428"/>
                  <a:pt x="321976" y="3097720"/>
                </a:cubicBezTo>
                <a:cubicBezTo>
                  <a:pt x="328869" y="3089842"/>
                  <a:pt x="341177" y="3082950"/>
                  <a:pt x="342162" y="3074581"/>
                </a:cubicBezTo>
                <a:cubicBezTo>
                  <a:pt x="346100" y="3039134"/>
                  <a:pt x="348562" y="3002702"/>
                  <a:pt x="303268" y="2985963"/>
                </a:cubicBezTo>
                <a:cubicBezTo>
                  <a:pt x="386963" y="2935255"/>
                  <a:pt x="390901" y="2915562"/>
                  <a:pt x="337238" y="2850576"/>
                </a:cubicBezTo>
                <a:cubicBezTo>
                  <a:pt x="386963" y="2804298"/>
                  <a:pt x="390409" y="2752604"/>
                  <a:pt x="335269" y="2721096"/>
                </a:cubicBezTo>
                <a:cubicBezTo>
                  <a:pt x="318038" y="2760974"/>
                  <a:pt x="302776" y="2798390"/>
                  <a:pt x="287514" y="2835806"/>
                </a:cubicBezTo>
                <a:close/>
                <a:moveTo>
                  <a:pt x="275699" y="2511860"/>
                </a:moveTo>
                <a:cubicBezTo>
                  <a:pt x="338223" y="2490691"/>
                  <a:pt x="350531" y="2493645"/>
                  <a:pt x="371701" y="2527614"/>
                </a:cubicBezTo>
                <a:cubicBezTo>
                  <a:pt x="357916" y="2568969"/>
                  <a:pt x="345115" y="2606878"/>
                  <a:pt x="331823" y="2646756"/>
                </a:cubicBezTo>
                <a:cubicBezTo>
                  <a:pt x="324438" y="2646263"/>
                  <a:pt x="309176" y="2644294"/>
                  <a:pt x="284560" y="2642325"/>
                </a:cubicBezTo>
                <a:cubicBezTo>
                  <a:pt x="304253" y="2672848"/>
                  <a:pt x="319515" y="2695987"/>
                  <a:pt x="337731" y="2723557"/>
                </a:cubicBezTo>
                <a:cubicBezTo>
                  <a:pt x="363824" y="2694018"/>
                  <a:pt x="384993" y="2670387"/>
                  <a:pt x="406163" y="2646263"/>
                </a:cubicBezTo>
                <a:cubicBezTo>
                  <a:pt x="404194" y="2643309"/>
                  <a:pt x="402224" y="2640848"/>
                  <a:pt x="400747" y="2637894"/>
                </a:cubicBezTo>
                <a:cubicBezTo>
                  <a:pt x="386470" y="2638879"/>
                  <a:pt x="372193" y="2640355"/>
                  <a:pt x="351023" y="2641832"/>
                </a:cubicBezTo>
                <a:cubicBezTo>
                  <a:pt x="385486" y="2597524"/>
                  <a:pt x="416502" y="2557646"/>
                  <a:pt x="444072" y="2522199"/>
                </a:cubicBezTo>
                <a:cubicBezTo>
                  <a:pt x="398286" y="2463121"/>
                  <a:pt x="456872" y="2439982"/>
                  <a:pt x="481488" y="2406504"/>
                </a:cubicBezTo>
                <a:cubicBezTo>
                  <a:pt x="468687" y="2400104"/>
                  <a:pt x="458349" y="2395673"/>
                  <a:pt x="453918" y="2393211"/>
                </a:cubicBezTo>
                <a:cubicBezTo>
                  <a:pt x="467703" y="2376965"/>
                  <a:pt x="480503" y="2361703"/>
                  <a:pt x="493303" y="2346441"/>
                </a:cubicBezTo>
                <a:cubicBezTo>
                  <a:pt x="487396" y="2345949"/>
                  <a:pt x="481488" y="2345457"/>
                  <a:pt x="475580" y="2344964"/>
                </a:cubicBezTo>
                <a:cubicBezTo>
                  <a:pt x="469180" y="2335118"/>
                  <a:pt x="456872" y="2324779"/>
                  <a:pt x="457364" y="2315425"/>
                </a:cubicBezTo>
                <a:cubicBezTo>
                  <a:pt x="458349" y="2301640"/>
                  <a:pt x="467703" y="2288348"/>
                  <a:pt x="475580" y="2276040"/>
                </a:cubicBezTo>
                <a:cubicBezTo>
                  <a:pt x="488380" y="2256347"/>
                  <a:pt x="502657" y="2238131"/>
                  <a:pt x="515458" y="2219915"/>
                </a:cubicBezTo>
                <a:cubicBezTo>
                  <a:pt x="479026" y="2198253"/>
                  <a:pt x="466226" y="2218438"/>
                  <a:pt x="453426" y="2237146"/>
                </a:cubicBezTo>
                <a:cubicBezTo>
                  <a:pt x="441118" y="2254870"/>
                  <a:pt x="429794" y="2272593"/>
                  <a:pt x="417979" y="2290809"/>
                </a:cubicBezTo>
                <a:cubicBezTo>
                  <a:pt x="366777" y="2253885"/>
                  <a:pt x="366777" y="2253885"/>
                  <a:pt x="353977" y="2264716"/>
                </a:cubicBezTo>
                <a:cubicBezTo>
                  <a:pt x="349054" y="2313456"/>
                  <a:pt x="384993" y="2324779"/>
                  <a:pt x="410594" y="2336595"/>
                </a:cubicBezTo>
                <a:cubicBezTo>
                  <a:pt x="409609" y="2346441"/>
                  <a:pt x="409117" y="2353826"/>
                  <a:pt x="408625" y="2361211"/>
                </a:cubicBezTo>
                <a:cubicBezTo>
                  <a:pt x="407148" y="2374996"/>
                  <a:pt x="410594" y="2393211"/>
                  <a:pt x="402717" y="2402073"/>
                </a:cubicBezTo>
                <a:cubicBezTo>
                  <a:pt x="396317" y="2409458"/>
                  <a:pt x="388439" y="2423243"/>
                  <a:pt x="364808" y="2416350"/>
                </a:cubicBezTo>
                <a:cubicBezTo>
                  <a:pt x="335761" y="2407489"/>
                  <a:pt x="295391" y="2386811"/>
                  <a:pt x="269791" y="2435551"/>
                </a:cubicBezTo>
                <a:cubicBezTo>
                  <a:pt x="252560" y="2466075"/>
                  <a:pt x="264867" y="2486752"/>
                  <a:pt x="275699" y="2511860"/>
                </a:cubicBezTo>
                <a:close/>
                <a:moveTo>
                  <a:pt x="183635" y="2956424"/>
                </a:moveTo>
                <a:cubicBezTo>
                  <a:pt x="179696" y="2956424"/>
                  <a:pt x="175265" y="2956424"/>
                  <a:pt x="171327" y="2956424"/>
                </a:cubicBezTo>
                <a:cubicBezTo>
                  <a:pt x="161481" y="2995810"/>
                  <a:pt x="150157" y="3034703"/>
                  <a:pt x="142772" y="3074581"/>
                </a:cubicBezTo>
                <a:cubicBezTo>
                  <a:pt x="137849" y="3101658"/>
                  <a:pt x="157050" y="3115935"/>
                  <a:pt x="180189" y="3103135"/>
                </a:cubicBezTo>
                <a:cubicBezTo>
                  <a:pt x="209728" y="3086889"/>
                  <a:pt x="246159" y="3075073"/>
                  <a:pt x="246652" y="3029287"/>
                </a:cubicBezTo>
                <a:cubicBezTo>
                  <a:pt x="246652" y="3011071"/>
                  <a:pt x="256006" y="2992856"/>
                  <a:pt x="257975" y="2974148"/>
                </a:cubicBezTo>
                <a:cubicBezTo>
                  <a:pt x="259944" y="2951501"/>
                  <a:pt x="258467" y="2927870"/>
                  <a:pt x="258467" y="2904731"/>
                </a:cubicBezTo>
                <a:cubicBezTo>
                  <a:pt x="255021" y="2904731"/>
                  <a:pt x="251083" y="2904731"/>
                  <a:pt x="247636" y="2905223"/>
                </a:cubicBezTo>
                <a:cubicBezTo>
                  <a:pt x="252560" y="2933285"/>
                  <a:pt x="217113" y="2955932"/>
                  <a:pt x="239759" y="2987440"/>
                </a:cubicBezTo>
                <a:cubicBezTo>
                  <a:pt x="241236" y="2989902"/>
                  <a:pt x="228436" y="3008610"/>
                  <a:pt x="221543" y="3009595"/>
                </a:cubicBezTo>
                <a:cubicBezTo>
                  <a:pt x="213666" y="3010579"/>
                  <a:pt x="201851" y="3001225"/>
                  <a:pt x="196928" y="2992856"/>
                </a:cubicBezTo>
                <a:cubicBezTo>
                  <a:pt x="189543" y="2982517"/>
                  <a:pt x="187573" y="2968732"/>
                  <a:pt x="183635" y="2956424"/>
                </a:cubicBezTo>
                <a:close/>
                <a:moveTo>
                  <a:pt x="371208" y="3863768"/>
                </a:moveTo>
                <a:cubicBezTo>
                  <a:pt x="345608" y="3880999"/>
                  <a:pt x="325423" y="3894784"/>
                  <a:pt x="303761" y="3909553"/>
                </a:cubicBezTo>
                <a:cubicBezTo>
                  <a:pt x="306715" y="3936631"/>
                  <a:pt x="302776" y="3969616"/>
                  <a:pt x="315576" y="3993247"/>
                </a:cubicBezTo>
                <a:cubicBezTo>
                  <a:pt x="330346" y="4019833"/>
                  <a:pt x="359885" y="4038541"/>
                  <a:pt x="388932" y="4066110"/>
                </a:cubicBezTo>
                <a:cubicBezTo>
                  <a:pt x="383024" y="3999155"/>
                  <a:pt x="377608" y="3936138"/>
                  <a:pt x="371208" y="3863768"/>
                </a:cubicBezTo>
                <a:close/>
                <a:moveTo>
                  <a:pt x="5681851" y="1340634"/>
                </a:moveTo>
                <a:cubicBezTo>
                  <a:pt x="5674958" y="1319957"/>
                  <a:pt x="5664620" y="1300756"/>
                  <a:pt x="5662158" y="1280571"/>
                </a:cubicBezTo>
                <a:cubicBezTo>
                  <a:pt x="5656742" y="1237247"/>
                  <a:pt x="5635573" y="1215093"/>
                  <a:pt x="5592741" y="1216570"/>
                </a:cubicBezTo>
                <a:cubicBezTo>
                  <a:pt x="5583879" y="1217062"/>
                  <a:pt x="5575510" y="1227401"/>
                  <a:pt x="5566648" y="1233308"/>
                </a:cubicBezTo>
                <a:cubicBezTo>
                  <a:pt x="5573048" y="1240693"/>
                  <a:pt x="5577479" y="1251032"/>
                  <a:pt x="5585849" y="1255463"/>
                </a:cubicBezTo>
                <a:cubicBezTo>
                  <a:pt x="5607018" y="1266294"/>
                  <a:pt x="5625727" y="1274171"/>
                  <a:pt x="5634588" y="1301741"/>
                </a:cubicBezTo>
                <a:cubicBezTo>
                  <a:pt x="5638527" y="1316510"/>
                  <a:pt x="5643942" y="1352942"/>
                  <a:pt x="5681851" y="1340634"/>
                </a:cubicBezTo>
                <a:close/>
                <a:moveTo>
                  <a:pt x="308192" y="3346341"/>
                </a:moveTo>
                <a:cubicBezTo>
                  <a:pt x="304745" y="3344863"/>
                  <a:pt x="300807" y="3343387"/>
                  <a:pt x="297361" y="3341417"/>
                </a:cubicBezTo>
                <a:cubicBezTo>
                  <a:pt x="285053" y="3356187"/>
                  <a:pt x="259944" y="3373418"/>
                  <a:pt x="261914" y="3384741"/>
                </a:cubicBezTo>
                <a:cubicBezTo>
                  <a:pt x="273729" y="3439881"/>
                  <a:pt x="240744" y="3437912"/>
                  <a:pt x="196928" y="3432989"/>
                </a:cubicBezTo>
                <a:cubicBezTo>
                  <a:pt x="208251" y="3447266"/>
                  <a:pt x="215143" y="3456620"/>
                  <a:pt x="217605" y="3459574"/>
                </a:cubicBezTo>
                <a:cubicBezTo>
                  <a:pt x="235328" y="3454651"/>
                  <a:pt x="248621" y="3451205"/>
                  <a:pt x="258467" y="3448743"/>
                </a:cubicBezTo>
                <a:cubicBezTo>
                  <a:pt x="258467" y="3467943"/>
                  <a:pt x="258467" y="3480744"/>
                  <a:pt x="258467" y="3493544"/>
                </a:cubicBezTo>
                <a:cubicBezTo>
                  <a:pt x="261421" y="3494036"/>
                  <a:pt x="263883" y="3494036"/>
                  <a:pt x="266837" y="3494529"/>
                </a:cubicBezTo>
                <a:cubicBezTo>
                  <a:pt x="270775" y="3485174"/>
                  <a:pt x="274714" y="3476313"/>
                  <a:pt x="278160" y="3466959"/>
                </a:cubicBezTo>
                <a:cubicBezTo>
                  <a:pt x="285545" y="3470897"/>
                  <a:pt x="291453" y="3473851"/>
                  <a:pt x="305730" y="3481236"/>
                </a:cubicBezTo>
                <a:cubicBezTo>
                  <a:pt x="301791" y="3453666"/>
                  <a:pt x="295884" y="3433481"/>
                  <a:pt x="296376" y="3413788"/>
                </a:cubicBezTo>
                <a:cubicBezTo>
                  <a:pt x="297361" y="3391142"/>
                  <a:pt x="304253" y="3368495"/>
                  <a:pt x="308192" y="3346341"/>
                </a:cubicBezTo>
                <a:close/>
                <a:moveTo>
                  <a:pt x="296868" y="3638286"/>
                </a:moveTo>
                <a:cubicBezTo>
                  <a:pt x="289976" y="3649117"/>
                  <a:pt x="283083" y="3659947"/>
                  <a:pt x="276191" y="3670779"/>
                </a:cubicBezTo>
                <a:cubicBezTo>
                  <a:pt x="305238" y="3693425"/>
                  <a:pt x="316069" y="3719026"/>
                  <a:pt x="287022" y="3751026"/>
                </a:cubicBezTo>
                <a:cubicBezTo>
                  <a:pt x="294899" y="3752996"/>
                  <a:pt x="301791" y="3754473"/>
                  <a:pt x="307207" y="3755950"/>
                </a:cubicBezTo>
                <a:cubicBezTo>
                  <a:pt x="305730" y="3774658"/>
                  <a:pt x="304745" y="3792381"/>
                  <a:pt x="303761" y="3811089"/>
                </a:cubicBezTo>
                <a:cubicBezTo>
                  <a:pt x="335269" y="3805674"/>
                  <a:pt x="335269" y="3805674"/>
                  <a:pt x="342654" y="3728872"/>
                </a:cubicBezTo>
                <a:cubicBezTo>
                  <a:pt x="345608" y="3697364"/>
                  <a:pt x="321484" y="3650101"/>
                  <a:pt x="296868" y="3638286"/>
                </a:cubicBezTo>
                <a:close/>
                <a:moveTo>
                  <a:pt x="168373" y="2626078"/>
                </a:moveTo>
                <a:cubicBezTo>
                  <a:pt x="166404" y="2631001"/>
                  <a:pt x="163942" y="2635925"/>
                  <a:pt x="161973" y="2640848"/>
                </a:cubicBezTo>
                <a:cubicBezTo>
                  <a:pt x="240252" y="2611801"/>
                  <a:pt x="177235" y="2701895"/>
                  <a:pt x="224497" y="2696972"/>
                </a:cubicBezTo>
                <a:cubicBezTo>
                  <a:pt x="231882" y="2671864"/>
                  <a:pt x="234344" y="2640848"/>
                  <a:pt x="249606" y="2619678"/>
                </a:cubicBezTo>
                <a:cubicBezTo>
                  <a:pt x="267329" y="2596047"/>
                  <a:pt x="266837" y="2576846"/>
                  <a:pt x="262406" y="2549277"/>
                </a:cubicBezTo>
                <a:cubicBezTo>
                  <a:pt x="237790" y="2569954"/>
                  <a:pt x="216620" y="2588170"/>
                  <a:pt x="195451" y="2606385"/>
                </a:cubicBezTo>
                <a:cubicBezTo>
                  <a:pt x="196435" y="2607370"/>
                  <a:pt x="200866" y="2611309"/>
                  <a:pt x="205789" y="2615740"/>
                </a:cubicBezTo>
                <a:cubicBezTo>
                  <a:pt x="192497" y="2619678"/>
                  <a:pt x="180681" y="2622632"/>
                  <a:pt x="168373" y="2626078"/>
                </a:cubicBezTo>
                <a:close/>
                <a:moveTo>
                  <a:pt x="1281013" y="6122526"/>
                </a:moveTo>
                <a:cubicBezTo>
                  <a:pt x="1298737" y="6145173"/>
                  <a:pt x="1313506" y="6164373"/>
                  <a:pt x="1324338" y="6178158"/>
                </a:cubicBezTo>
                <a:cubicBezTo>
                  <a:pt x="1336153" y="6167327"/>
                  <a:pt x="1344522" y="6153542"/>
                  <a:pt x="1350923" y="6154527"/>
                </a:cubicBezTo>
                <a:cubicBezTo>
                  <a:pt x="1369138" y="6156989"/>
                  <a:pt x="1386370" y="6164866"/>
                  <a:pt x="1411478" y="6173235"/>
                </a:cubicBezTo>
                <a:cubicBezTo>
                  <a:pt x="1425263" y="6162896"/>
                  <a:pt x="1418863" y="6149604"/>
                  <a:pt x="1396216" y="6139757"/>
                </a:cubicBezTo>
                <a:cubicBezTo>
                  <a:pt x="1375539" y="6130895"/>
                  <a:pt x="1349938" y="6127449"/>
                  <a:pt x="1334676" y="6113172"/>
                </a:cubicBezTo>
                <a:cubicBezTo>
                  <a:pt x="1308091" y="6089048"/>
                  <a:pt x="1295783" y="6101356"/>
                  <a:pt x="1281013" y="6122526"/>
                </a:cubicBezTo>
                <a:close/>
                <a:moveTo>
                  <a:pt x="172804" y="4064141"/>
                </a:moveTo>
                <a:cubicBezTo>
                  <a:pt x="168865" y="4067095"/>
                  <a:pt x="164434" y="4070049"/>
                  <a:pt x="160496" y="4073495"/>
                </a:cubicBezTo>
                <a:cubicBezTo>
                  <a:pt x="162465" y="4086788"/>
                  <a:pt x="160988" y="4103527"/>
                  <a:pt x="168373" y="4112881"/>
                </a:cubicBezTo>
                <a:cubicBezTo>
                  <a:pt x="172804" y="4118789"/>
                  <a:pt x="191512" y="4113373"/>
                  <a:pt x="203820" y="4112881"/>
                </a:cubicBezTo>
                <a:cubicBezTo>
                  <a:pt x="214159" y="4112389"/>
                  <a:pt x="224497" y="4110912"/>
                  <a:pt x="234836" y="4109927"/>
                </a:cubicBezTo>
                <a:cubicBezTo>
                  <a:pt x="235328" y="4112389"/>
                  <a:pt x="235328" y="4115342"/>
                  <a:pt x="235821" y="4117804"/>
                </a:cubicBezTo>
                <a:cubicBezTo>
                  <a:pt x="227451" y="4124696"/>
                  <a:pt x="219082" y="4131589"/>
                  <a:pt x="209728" y="4138974"/>
                </a:cubicBezTo>
                <a:cubicBezTo>
                  <a:pt x="217113" y="4150297"/>
                  <a:pt x="221051" y="4163097"/>
                  <a:pt x="229913" y="4168020"/>
                </a:cubicBezTo>
                <a:cubicBezTo>
                  <a:pt x="236313" y="4171467"/>
                  <a:pt x="248621" y="4165067"/>
                  <a:pt x="258467" y="4163097"/>
                </a:cubicBezTo>
                <a:cubicBezTo>
                  <a:pt x="254036" y="4143897"/>
                  <a:pt x="255021" y="4118296"/>
                  <a:pt x="243205" y="4106481"/>
                </a:cubicBezTo>
                <a:cubicBezTo>
                  <a:pt x="224990" y="4087280"/>
                  <a:pt x="196928" y="4077434"/>
                  <a:pt x="172804" y="4064141"/>
                </a:cubicBezTo>
                <a:close/>
                <a:moveTo>
                  <a:pt x="6762983" y="4206421"/>
                </a:moveTo>
                <a:cubicBezTo>
                  <a:pt x="6811722" y="4197068"/>
                  <a:pt x="6831907" y="4166051"/>
                  <a:pt x="6836831" y="4121743"/>
                </a:cubicBezTo>
                <a:cubicBezTo>
                  <a:pt x="6781198" y="4102050"/>
                  <a:pt x="6769875" y="4133066"/>
                  <a:pt x="6762983" y="4206421"/>
                </a:cubicBezTo>
                <a:close/>
                <a:moveTo>
                  <a:pt x="4387545" y="6287453"/>
                </a:moveTo>
                <a:cubicBezTo>
                  <a:pt x="4415115" y="6308622"/>
                  <a:pt x="4489947" y="6315023"/>
                  <a:pt x="4516532" y="6293361"/>
                </a:cubicBezTo>
                <a:cubicBezTo>
                  <a:pt x="4523917" y="6286960"/>
                  <a:pt x="4522933" y="6270714"/>
                  <a:pt x="4526871" y="6253975"/>
                </a:cubicBezTo>
                <a:cubicBezTo>
                  <a:pt x="4474193" y="6266775"/>
                  <a:pt x="4429392" y="6277114"/>
                  <a:pt x="4387545" y="6287453"/>
                </a:cubicBezTo>
                <a:close/>
                <a:moveTo>
                  <a:pt x="4542625" y="6270222"/>
                </a:moveTo>
                <a:cubicBezTo>
                  <a:pt x="4595303" y="6286468"/>
                  <a:pt x="4626320" y="6250036"/>
                  <a:pt x="4662259" y="6219513"/>
                </a:cubicBezTo>
                <a:cubicBezTo>
                  <a:pt x="4624842" y="6192928"/>
                  <a:pt x="4591365" y="6270222"/>
                  <a:pt x="4561333" y="6226405"/>
                </a:cubicBezTo>
                <a:cubicBezTo>
                  <a:pt x="4555425" y="6240683"/>
                  <a:pt x="4549025" y="6255452"/>
                  <a:pt x="4542625" y="6270222"/>
                </a:cubicBezTo>
                <a:close/>
                <a:moveTo>
                  <a:pt x="6850615" y="3869675"/>
                </a:moveTo>
                <a:cubicBezTo>
                  <a:pt x="6825507" y="3883460"/>
                  <a:pt x="6801383" y="3894291"/>
                  <a:pt x="6780214" y="3908568"/>
                </a:cubicBezTo>
                <a:cubicBezTo>
                  <a:pt x="6766429" y="3917923"/>
                  <a:pt x="6756090" y="3933184"/>
                  <a:pt x="6743782" y="3945492"/>
                </a:cubicBezTo>
                <a:cubicBezTo>
                  <a:pt x="6746244" y="3947462"/>
                  <a:pt x="6748705" y="3949923"/>
                  <a:pt x="6751167" y="3951893"/>
                </a:cubicBezTo>
                <a:cubicBezTo>
                  <a:pt x="6860954" y="3892814"/>
                  <a:pt x="6860954" y="3892814"/>
                  <a:pt x="6850615" y="3869675"/>
                </a:cubicBezTo>
                <a:close/>
                <a:moveTo>
                  <a:pt x="578475" y="2019049"/>
                </a:moveTo>
                <a:cubicBezTo>
                  <a:pt x="576505" y="2016588"/>
                  <a:pt x="572567" y="2009695"/>
                  <a:pt x="568136" y="2009203"/>
                </a:cubicBezTo>
                <a:cubicBezTo>
                  <a:pt x="563705" y="2008218"/>
                  <a:pt x="554843" y="2012649"/>
                  <a:pt x="553366" y="2016588"/>
                </a:cubicBezTo>
                <a:cubicBezTo>
                  <a:pt x="541058" y="2043173"/>
                  <a:pt x="529735" y="2070743"/>
                  <a:pt x="519396" y="2098313"/>
                </a:cubicBezTo>
                <a:cubicBezTo>
                  <a:pt x="517427" y="2103728"/>
                  <a:pt x="522350" y="2112098"/>
                  <a:pt x="524319" y="2118990"/>
                </a:cubicBezTo>
                <a:cubicBezTo>
                  <a:pt x="531704" y="2116036"/>
                  <a:pt x="544012" y="2115051"/>
                  <a:pt x="545981" y="2110128"/>
                </a:cubicBezTo>
                <a:cubicBezTo>
                  <a:pt x="557305" y="2081081"/>
                  <a:pt x="567151" y="2051542"/>
                  <a:pt x="578475" y="2019049"/>
                </a:cubicBezTo>
                <a:close/>
                <a:moveTo>
                  <a:pt x="143265" y="3478282"/>
                </a:moveTo>
                <a:cubicBezTo>
                  <a:pt x="149173" y="3478282"/>
                  <a:pt x="155573" y="3478774"/>
                  <a:pt x="161481" y="3478774"/>
                </a:cubicBezTo>
                <a:cubicBezTo>
                  <a:pt x="161481" y="3434466"/>
                  <a:pt x="161481" y="3390157"/>
                  <a:pt x="161481" y="3345848"/>
                </a:cubicBezTo>
                <a:cubicBezTo>
                  <a:pt x="155080" y="3390157"/>
                  <a:pt x="126526" y="3432989"/>
                  <a:pt x="143265" y="3478282"/>
                </a:cubicBezTo>
                <a:close/>
                <a:moveTo>
                  <a:pt x="653307" y="4779973"/>
                </a:moveTo>
                <a:cubicBezTo>
                  <a:pt x="624752" y="4810004"/>
                  <a:pt x="656753" y="4830189"/>
                  <a:pt x="671523" y="4850867"/>
                </a:cubicBezTo>
                <a:cubicBezTo>
                  <a:pt x="678415" y="4860221"/>
                  <a:pt x="693677" y="4863667"/>
                  <a:pt x="705000" y="4870067"/>
                </a:cubicBezTo>
                <a:cubicBezTo>
                  <a:pt x="700077" y="4856282"/>
                  <a:pt x="697616" y="4841020"/>
                  <a:pt x="690231" y="4828712"/>
                </a:cubicBezTo>
                <a:cubicBezTo>
                  <a:pt x="680384" y="4812466"/>
                  <a:pt x="666600" y="4797696"/>
                  <a:pt x="653307" y="4779973"/>
                </a:cubicBezTo>
                <a:close/>
                <a:moveTo>
                  <a:pt x="4282681" y="6336685"/>
                </a:moveTo>
                <a:cubicBezTo>
                  <a:pt x="4285142" y="6340131"/>
                  <a:pt x="4287604" y="6343085"/>
                  <a:pt x="4290066" y="6346531"/>
                </a:cubicBezTo>
                <a:cubicBezTo>
                  <a:pt x="4302374" y="6337177"/>
                  <a:pt x="4314189" y="6327331"/>
                  <a:pt x="4325020" y="6318961"/>
                </a:cubicBezTo>
                <a:cubicBezTo>
                  <a:pt x="4339790" y="6318961"/>
                  <a:pt x="4355544" y="6318961"/>
                  <a:pt x="4371298" y="6318961"/>
                </a:cubicBezTo>
                <a:cubicBezTo>
                  <a:pt x="4372283" y="6314038"/>
                  <a:pt x="4372775" y="6309607"/>
                  <a:pt x="4373760" y="6304684"/>
                </a:cubicBezTo>
                <a:cubicBezTo>
                  <a:pt x="4362436" y="6300253"/>
                  <a:pt x="4351605" y="6294345"/>
                  <a:pt x="4339790" y="6291883"/>
                </a:cubicBezTo>
                <a:cubicBezTo>
                  <a:pt x="4301881" y="6283514"/>
                  <a:pt x="4302374" y="6322408"/>
                  <a:pt x="4282681" y="6336685"/>
                </a:cubicBezTo>
                <a:close/>
                <a:moveTo>
                  <a:pt x="438164" y="4399410"/>
                </a:moveTo>
                <a:cubicBezTo>
                  <a:pt x="441118" y="4397934"/>
                  <a:pt x="444072" y="4396949"/>
                  <a:pt x="447518" y="4395472"/>
                </a:cubicBezTo>
                <a:cubicBezTo>
                  <a:pt x="441610" y="4374302"/>
                  <a:pt x="486411" y="4353625"/>
                  <a:pt x="444564" y="4330486"/>
                </a:cubicBezTo>
                <a:cubicBezTo>
                  <a:pt x="432256" y="4345748"/>
                  <a:pt x="420933" y="4360025"/>
                  <a:pt x="408132" y="4376271"/>
                </a:cubicBezTo>
                <a:cubicBezTo>
                  <a:pt x="419456" y="4384641"/>
                  <a:pt x="428810" y="4392026"/>
                  <a:pt x="438164" y="4399410"/>
                </a:cubicBezTo>
                <a:close/>
                <a:moveTo>
                  <a:pt x="1788102" y="6310100"/>
                </a:moveTo>
                <a:cubicBezTo>
                  <a:pt x="1761516" y="6320438"/>
                  <a:pt x="1744285" y="6327331"/>
                  <a:pt x="1727054" y="6334223"/>
                </a:cubicBezTo>
                <a:cubicBezTo>
                  <a:pt x="1777763" y="6364255"/>
                  <a:pt x="1783671" y="6366224"/>
                  <a:pt x="1791056" y="6347024"/>
                </a:cubicBezTo>
                <a:cubicBezTo>
                  <a:pt x="1795486" y="6336685"/>
                  <a:pt x="1789579" y="6322408"/>
                  <a:pt x="1788102" y="6310100"/>
                </a:cubicBezTo>
                <a:close/>
                <a:moveTo>
                  <a:pt x="473118" y="4413195"/>
                </a:moveTo>
                <a:cubicBezTo>
                  <a:pt x="482965" y="4448150"/>
                  <a:pt x="488873" y="4472766"/>
                  <a:pt x="497242" y="4495905"/>
                </a:cubicBezTo>
                <a:cubicBezTo>
                  <a:pt x="498719" y="4500336"/>
                  <a:pt x="511027" y="4501320"/>
                  <a:pt x="518412" y="4503290"/>
                </a:cubicBezTo>
                <a:cubicBezTo>
                  <a:pt x="520873" y="4493936"/>
                  <a:pt x="527766" y="4483105"/>
                  <a:pt x="525304" y="4475228"/>
                </a:cubicBezTo>
                <a:cubicBezTo>
                  <a:pt x="521366" y="4461935"/>
                  <a:pt x="512504" y="4450119"/>
                  <a:pt x="503642" y="4438796"/>
                </a:cubicBezTo>
                <a:cubicBezTo>
                  <a:pt x="497242" y="4430426"/>
                  <a:pt x="486903" y="4424519"/>
                  <a:pt x="473118" y="4413195"/>
                </a:cubicBezTo>
                <a:close/>
                <a:moveTo>
                  <a:pt x="6225370" y="5299861"/>
                </a:moveTo>
                <a:cubicBezTo>
                  <a:pt x="6219463" y="5295431"/>
                  <a:pt x="6213555" y="5291492"/>
                  <a:pt x="6207647" y="5287061"/>
                </a:cubicBezTo>
                <a:cubicBezTo>
                  <a:pt x="6192385" y="5308723"/>
                  <a:pt x="6177616" y="5330878"/>
                  <a:pt x="6162354" y="5352540"/>
                </a:cubicBezTo>
                <a:cubicBezTo>
                  <a:pt x="6167769" y="5356478"/>
                  <a:pt x="6173185" y="5359924"/>
                  <a:pt x="6178600" y="5363863"/>
                </a:cubicBezTo>
                <a:cubicBezTo>
                  <a:pt x="6194355" y="5342693"/>
                  <a:pt x="6209616" y="5321031"/>
                  <a:pt x="6225370" y="5299861"/>
                </a:cubicBezTo>
                <a:close/>
                <a:moveTo>
                  <a:pt x="1196335" y="5561283"/>
                </a:moveTo>
                <a:cubicBezTo>
                  <a:pt x="1219966" y="5519436"/>
                  <a:pt x="1186981" y="5519928"/>
                  <a:pt x="1162857" y="5511066"/>
                </a:cubicBezTo>
                <a:cubicBezTo>
                  <a:pt x="1159903" y="5524359"/>
                  <a:pt x="1157441" y="5534698"/>
                  <a:pt x="1154980" y="5545036"/>
                </a:cubicBezTo>
                <a:cubicBezTo>
                  <a:pt x="1168765" y="5550452"/>
                  <a:pt x="1182550" y="5555375"/>
                  <a:pt x="1196335" y="5561283"/>
                </a:cubicBezTo>
                <a:close/>
                <a:moveTo>
                  <a:pt x="546966" y="5090626"/>
                </a:moveTo>
                <a:cubicBezTo>
                  <a:pt x="518412" y="5089149"/>
                  <a:pt x="497734" y="5088164"/>
                  <a:pt x="470657" y="5086688"/>
                </a:cubicBezTo>
                <a:cubicBezTo>
                  <a:pt x="502165" y="5131488"/>
                  <a:pt x="507088" y="5131981"/>
                  <a:pt x="546966" y="5090626"/>
                </a:cubicBezTo>
                <a:close/>
                <a:moveTo>
                  <a:pt x="1228828" y="5949722"/>
                </a:moveTo>
                <a:cubicBezTo>
                  <a:pt x="1205196" y="5931506"/>
                  <a:pt x="1187473" y="5917721"/>
                  <a:pt x="1169749" y="5903937"/>
                </a:cubicBezTo>
                <a:cubicBezTo>
                  <a:pt x="1155964" y="5939876"/>
                  <a:pt x="1174673" y="5957600"/>
                  <a:pt x="1228828" y="5949722"/>
                </a:cubicBezTo>
                <a:close/>
                <a:moveTo>
                  <a:pt x="165911" y="3537852"/>
                </a:moveTo>
                <a:cubicBezTo>
                  <a:pt x="158527" y="3537360"/>
                  <a:pt x="151142" y="3536868"/>
                  <a:pt x="143757" y="3536376"/>
                </a:cubicBezTo>
                <a:cubicBezTo>
                  <a:pt x="140803" y="3552130"/>
                  <a:pt x="137357" y="3567884"/>
                  <a:pt x="134403" y="3583638"/>
                </a:cubicBezTo>
                <a:cubicBezTo>
                  <a:pt x="144249" y="3581669"/>
                  <a:pt x="160496" y="3582654"/>
                  <a:pt x="162465" y="3577730"/>
                </a:cubicBezTo>
                <a:cubicBezTo>
                  <a:pt x="166896" y="3565915"/>
                  <a:pt x="164927" y="3551145"/>
                  <a:pt x="165911" y="3537852"/>
                </a:cubicBezTo>
                <a:close/>
                <a:moveTo>
                  <a:pt x="1929397" y="5690762"/>
                </a:moveTo>
                <a:cubicBezTo>
                  <a:pt x="1916597" y="5720302"/>
                  <a:pt x="1909212" y="5737040"/>
                  <a:pt x="1901827" y="5753779"/>
                </a:cubicBezTo>
                <a:cubicBezTo>
                  <a:pt x="1920043" y="5753287"/>
                  <a:pt x="1936782" y="5746887"/>
                  <a:pt x="1946628" y="5734579"/>
                </a:cubicBezTo>
                <a:cubicBezTo>
                  <a:pt x="1950567" y="5729656"/>
                  <a:pt x="1938751" y="5712425"/>
                  <a:pt x="1929397" y="5690762"/>
                </a:cubicBezTo>
                <a:close/>
                <a:moveTo>
                  <a:pt x="265852" y="3602346"/>
                </a:moveTo>
                <a:cubicBezTo>
                  <a:pt x="266837" y="3607270"/>
                  <a:pt x="267329" y="3612193"/>
                  <a:pt x="268314" y="3617608"/>
                </a:cubicBezTo>
                <a:cubicBezTo>
                  <a:pt x="288499" y="3612193"/>
                  <a:pt x="308684" y="3607270"/>
                  <a:pt x="336746" y="3599885"/>
                </a:cubicBezTo>
                <a:cubicBezTo>
                  <a:pt x="302284" y="3567392"/>
                  <a:pt x="285053" y="3589546"/>
                  <a:pt x="265852" y="3602346"/>
                </a:cubicBezTo>
                <a:close/>
                <a:moveTo>
                  <a:pt x="6757567" y="4237930"/>
                </a:moveTo>
                <a:cubicBezTo>
                  <a:pt x="6754121" y="4235468"/>
                  <a:pt x="6750675" y="4233007"/>
                  <a:pt x="6747721" y="4230545"/>
                </a:cubicBezTo>
                <a:cubicBezTo>
                  <a:pt x="6728520" y="4248268"/>
                  <a:pt x="6709320" y="4265500"/>
                  <a:pt x="6690119" y="4283223"/>
                </a:cubicBezTo>
                <a:cubicBezTo>
                  <a:pt x="6695043" y="4287654"/>
                  <a:pt x="6699966" y="4292577"/>
                  <a:pt x="6704889" y="4297008"/>
                </a:cubicBezTo>
                <a:cubicBezTo>
                  <a:pt x="6722120" y="4277315"/>
                  <a:pt x="6739843" y="4257623"/>
                  <a:pt x="6757567" y="4237930"/>
                </a:cubicBezTo>
                <a:close/>
                <a:moveTo>
                  <a:pt x="424379" y="4315716"/>
                </a:moveTo>
                <a:cubicBezTo>
                  <a:pt x="426348" y="4293070"/>
                  <a:pt x="427333" y="4274854"/>
                  <a:pt x="429302" y="4251223"/>
                </a:cubicBezTo>
                <a:cubicBezTo>
                  <a:pt x="386963" y="4271408"/>
                  <a:pt x="386963" y="4281254"/>
                  <a:pt x="424379" y="4315716"/>
                </a:cubicBezTo>
                <a:close/>
                <a:moveTo>
                  <a:pt x="5297842" y="6125480"/>
                </a:moveTo>
                <a:cubicBezTo>
                  <a:pt x="5296857" y="6130403"/>
                  <a:pt x="5295873" y="6134834"/>
                  <a:pt x="5294888" y="6139757"/>
                </a:cubicBezTo>
                <a:cubicBezTo>
                  <a:pt x="5313104" y="6141234"/>
                  <a:pt x="5331320" y="6144188"/>
                  <a:pt x="5349043" y="6143696"/>
                </a:cubicBezTo>
                <a:cubicBezTo>
                  <a:pt x="5353474" y="6143696"/>
                  <a:pt x="5357905" y="6134834"/>
                  <a:pt x="5362336" y="6129911"/>
                </a:cubicBezTo>
                <a:cubicBezTo>
                  <a:pt x="5356428" y="6125480"/>
                  <a:pt x="5350028" y="6117110"/>
                  <a:pt x="5344120" y="6117603"/>
                </a:cubicBezTo>
                <a:cubicBezTo>
                  <a:pt x="5328858" y="6118587"/>
                  <a:pt x="5313104" y="6122526"/>
                  <a:pt x="5297842" y="6125480"/>
                </a:cubicBezTo>
                <a:close/>
                <a:moveTo>
                  <a:pt x="5744375" y="5065518"/>
                </a:moveTo>
                <a:cubicBezTo>
                  <a:pt x="5739452" y="5074380"/>
                  <a:pt x="5735021" y="5081764"/>
                  <a:pt x="5731083" y="5089641"/>
                </a:cubicBezTo>
                <a:cubicBezTo>
                  <a:pt x="5759637" y="5117211"/>
                  <a:pt x="5759637" y="5117211"/>
                  <a:pt x="5780315" y="5085210"/>
                </a:cubicBezTo>
                <a:cubicBezTo>
                  <a:pt x="5769483" y="5079303"/>
                  <a:pt x="5758653" y="5073395"/>
                  <a:pt x="5744375" y="5065518"/>
                </a:cubicBezTo>
                <a:close/>
                <a:moveTo>
                  <a:pt x="2644736" y="6734478"/>
                </a:moveTo>
                <a:cubicBezTo>
                  <a:pt x="2641290" y="6715770"/>
                  <a:pt x="2638336" y="6701985"/>
                  <a:pt x="2635875" y="6687708"/>
                </a:cubicBezTo>
                <a:cubicBezTo>
                  <a:pt x="2631936" y="6686231"/>
                  <a:pt x="2628490" y="6684754"/>
                  <a:pt x="2624551" y="6682785"/>
                </a:cubicBezTo>
                <a:cubicBezTo>
                  <a:pt x="2617166" y="6694600"/>
                  <a:pt x="2610274" y="6706416"/>
                  <a:pt x="2600920" y="6721186"/>
                </a:cubicBezTo>
                <a:cubicBezTo>
                  <a:pt x="2619136" y="6726601"/>
                  <a:pt x="2628982" y="6729555"/>
                  <a:pt x="2644736" y="6734478"/>
                </a:cubicBezTo>
                <a:close/>
              </a:path>
            </a:pathLst>
          </a:custGeom>
          <a:solidFill>
            <a:srgbClr val="BBC23F"/>
          </a:solidFill>
          <a:ln w="4920" cap="flat">
            <a:noFill/>
            <a:prstDash val="solid"/>
            <a:miter/>
          </a:ln>
        </p:spPr>
        <p:txBody>
          <a:bodyPr rtlCol="0" anchor="ctr"/>
          <a:lstStyle/>
          <a:p>
            <a:endParaRPr lang="zh-CN" altLang="en-US"/>
          </a:p>
        </p:txBody>
      </p:sp>
      <p:grpSp>
        <p:nvGrpSpPr>
          <p:cNvPr id="39" name="组合 38">
            <a:extLst>
              <a:ext uri="{FF2B5EF4-FFF2-40B4-BE49-F238E27FC236}">
                <a16:creationId xmlns:a16="http://schemas.microsoft.com/office/drawing/2014/main" id="{E33752F9-B525-4BD8-A2C8-D4AB3917A5AF}"/>
              </a:ext>
            </a:extLst>
          </p:cNvPr>
          <p:cNvGrpSpPr/>
          <p:nvPr/>
        </p:nvGrpSpPr>
        <p:grpSpPr>
          <a:xfrm rot="10800000">
            <a:off x="9384476" y="424497"/>
            <a:ext cx="2799347" cy="529160"/>
            <a:chOff x="0" y="3336758"/>
            <a:chExt cx="2799347" cy="529160"/>
          </a:xfrm>
          <a:solidFill>
            <a:srgbClr val="BBC23F"/>
          </a:solidFill>
        </p:grpSpPr>
        <p:sp>
          <p:nvSpPr>
            <p:cNvPr id="40" name="矩形 39">
              <a:extLst>
                <a:ext uri="{FF2B5EF4-FFF2-40B4-BE49-F238E27FC236}">
                  <a16:creationId xmlns:a16="http://schemas.microsoft.com/office/drawing/2014/main" id="{A658D7AC-BD65-593D-959A-1D44FCC56E5F}"/>
                </a:ext>
              </a:extLst>
            </p:cNvPr>
            <p:cNvSpPr/>
            <p:nvPr/>
          </p:nvSpPr>
          <p:spPr>
            <a:xfrm>
              <a:off x="1010653" y="3501190"/>
              <a:ext cx="178869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8E9513A8-2283-FD27-B828-682229B5CBF5}"/>
                </a:ext>
              </a:extLst>
            </p:cNvPr>
            <p:cNvSpPr/>
            <p:nvPr/>
          </p:nvSpPr>
          <p:spPr>
            <a:xfrm>
              <a:off x="0" y="3637778"/>
              <a:ext cx="1010653"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41">
              <a:extLst>
                <a:ext uri="{FF2B5EF4-FFF2-40B4-BE49-F238E27FC236}">
                  <a16:creationId xmlns:a16="http://schemas.microsoft.com/office/drawing/2014/main" id="{D47AD322-4CE9-0C1F-DB79-D38170DC23F5}"/>
                </a:ext>
              </a:extLst>
            </p:cNvPr>
            <p:cNvSpPr/>
            <p:nvPr/>
          </p:nvSpPr>
          <p:spPr>
            <a:xfrm>
              <a:off x="1147010" y="3637777"/>
              <a:ext cx="165233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42">
              <a:extLst>
                <a:ext uri="{FF2B5EF4-FFF2-40B4-BE49-F238E27FC236}">
                  <a16:creationId xmlns:a16="http://schemas.microsoft.com/office/drawing/2014/main" id="{5DBAE5C8-EBD2-4A8D-8860-E6936A9ED6A3}"/>
                </a:ext>
              </a:extLst>
            </p:cNvPr>
            <p:cNvSpPr/>
            <p:nvPr/>
          </p:nvSpPr>
          <p:spPr>
            <a:xfrm>
              <a:off x="1" y="3501190"/>
              <a:ext cx="86627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108DD6F9-2546-42FD-E4B4-8AFCB06B47CF}"/>
                </a:ext>
              </a:extLst>
            </p:cNvPr>
            <p:cNvSpPr/>
            <p:nvPr/>
          </p:nvSpPr>
          <p:spPr>
            <a:xfrm>
              <a:off x="1050756" y="3629570"/>
              <a:ext cx="45719" cy="20449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A802455-22DA-7BB2-45E6-45A7A4807BE0}"/>
                </a:ext>
              </a:extLst>
            </p:cNvPr>
            <p:cNvSpPr/>
            <p:nvPr/>
          </p:nvSpPr>
          <p:spPr>
            <a:xfrm>
              <a:off x="915604" y="3336758"/>
              <a:ext cx="45719" cy="26667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29D69252-7EA4-5E31-1E6C-EE6A4186046F}"/>
                </a:ext>
              </a:extLst>
            </p:cNvPr>
            <p:cNvSpPr/>
            <p:nvPr/>
          </p:nvSpPr>
          <p:spPr>
            <a:xfrm>
              <a:off x="915603" y="3731817"/>
              <a:ext cx="45719" cy="10224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1F6E2732-1B57-0AC6-9441-83886BF8B37D}"/>
                </a:ext>
              </a:extLst>
            </p:cNvPr>
            <p:cNvSpPr/>
            <p:nvPr/>
          </p:nvSpPr>
          <p:spPr>
            <a:xfrm flipH="1">
              <a:off x="1051958" y="3336758"/>
              <a:ext cx="45719" cy="1383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68BB433F-8557-92D2-757E-655D843C2A49}"/>
                </a:ext>
              </a:extLst>
            </p:cNvPr>
            <p:cNvSpPr/>
            <p:nvPr/>
          </p:nvSpPr>
          <p:spPr>
            <a:xfrm>
              <a:off x="2720735" y="3342241"/>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A14C7C01-D28D-AC66-509F-3D3F852EB799}"/>
                </a:ext>
              </a:extLst>
            </p:cNvPr>
            <p:cNvSpPr/>
            <p:nvPr/>
          </p:nvSpPr>
          <p:spPr>
            <a:xfrm>
              <a:off x="2720736" y="3782940"/>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文本框 49">
            <a:extLst>
              <a:ext uri="{FF2B5EF4-FFF2-40B4-BE49-F238E27FC236}">
                <a16:creationId xmlns:a16="http://schemas.microsoft.com/office/drawing/2014/main" id="{6923166E-5034-76BF-7E54-7BA854F7A57D}"/>
              </a:ext>
            </a:extLst>
          </p:cNvPr>
          <p:cNvSpPr txBox="1"/>
          <p:nvPr/>
        </p:nvSpPr>
        <p:spPr>
          <a:xfrm>
            <a:off x="3258675" y="2873088"/>
            <a:ext cx="2616728" cy="769441"/>
          </a:xfrm>
          <a:prstGeom prst="rect">
            <a:avLst/>
          </a:prstGeom>
          <a:noFill/>
        </p:spPr>
        <p:txBody>
          <a:bodyPr wrap="square" rtlCol="0">
            <a:spAutoFit/>
          </a:bodyPr>
          <a:lstStyle/>
          <a:p>
            <a:pPr algn="dist"/>
            <a:r>
              <a:rPr lang="zh-CN" altLang="en-US" sz="4400" dirty="0">
                <a:latin typeface="禹卫书法行书简体&#10;" panose="02000603000000000000" pitchFamily="2" charset="-122"/>
                <a:ea typeface="禹卫书法行书简体&#10;" panose="02000603000000000000" pitchFamily="2" charset="-122"/>
              </a:rPr>
              <a:t>粮食区块</a:t>
            </a:r>
          </a:p>
        </p:txBody>
      </p:sp>
      <p:sp>
        <p:nvSpPr>
          <p:cNvPr id="51" name="文本框 50">
            <a:extLst>
              <a:ext uri="{FF2B5EF4-FFF2-40B4-BE49-F238E27FC236}">
                <a16:creationId xmlns:a16="http://schemas.microsoft.com/office/drawing/2014/main" id="{1B4A5AF4-03E9-1EBE-E728-CCF47067BF9B}"/>
              </a:ext>
            </a:extLst>
          </p:cNvPr>
          <p:cNvSpPr txBox="1"/>
          <p:nvPr/>
        </p:nvSpPr>
        <p:spPr>
          <a:xfrm>
            <a:off x="8733718" y="2836227"/>
            <a:ext cx="2616728" cy="769441"/>
          </a:xfrm>
          <a:prstGeom prst="rect">
            <a:avLst/>
          </a:prstGeom>
          <a:noFill/>
        </p:spPr>
        <p:txBody>
          <a:bodyPr wrap="square" rtlCol="0">
            <a:spAutoFit/>
          </a:bodyPr>
          <a:lstStyle/>
          <a:p>
            <a:pPr algn="dist"/>
            <a:r>
              <a:rPr lang="zh-CN" altLang="en-US" sz="4400" dirty="0">
                <a:latin typeface="禹卫书法行书简体&#10;" panose="02000603000000000000" pitchFamily="2" charset="-122"/>
                <a:ea typeface="禹卫书法行书简体&#10;" panose="02000603000000000000" pitchFamily="2" charset="-122"/>
              </a:rPr>
              <a:t>监测系统</a:t>
            </a:r>
          </a:p>
        </p:txBody>
      </p:sp>
      <p:sp>
        <p:nvSpPr>
          <p:cNvPr id="52" name="文本框 51">
            <a:extLst>
              <a:ext uri="{FF2B5EF4-FFF2-40B4-BE49-F238E27FC236}">
                <a16:creationId xmlns:a16="http://schemas.microsoft.com/office/drawing/2014/main" id="{C157F873-5608-0B07-5496-B580751D86D3}"/>
              </a:ext>
            </a:extLst>
          </p:cNvPr>
          <p:cNvSpPr txBox="1"/>
          <p:nvPr/>
        </p:nvSpPr>
        <p:spPr>
          <a:xfrm>
            <a:off x="3333493" y="5534536"/>
            <a:ext cx="3151558" cy="769441"/>
          </a:xfrm>
          <a:prstGeom prst="rect">
            <a:avLst/>
          </a:prstGeom>
          <a:noFill/>
        </p:spPr>
        <p:txBody>
          <a:bodyPr wrap="square" rtlCol="0">
            <a:spAutoFit/>
          </a:bodyPr>
          <a:lstStyle/>
          <a:p>
            <a:pPr algn="dist"/>
            <a:r>
              <a:rPr lang="zh-CN" altLang="en-US" sz="4400" dirty="0">
                <a:latin typeface="禹卫书法行书简体&#10;" panose="02000603000000000000" pitchFamily="2" charset="-122"/>
                <a:ea typeface="禹卫书法行书简体&#10;" panose="02000603000000000000" pitchFamily="2" charset="-122"/>
              </a:rPr>
              <a:t>十二楼五城</a:t>
            </a:r>
          </a:p>
        </p:txBody>
      </p:sp>
      <p:sp>
        <p:nvSpPr>
          <p:cNvPr id="53" name="文本框 52">
            <a:extLst>
              <a:ext uri="{FF2B5EF4-FFF2-40B4-BE49-F238E27FC236}">
                <a16:creationId xmlns:a16="http://schemas.microsoft.com/office/drawing/2014/main" id="{77F1DECE-C218-C8F0-1220-26C7832CC257}"/>
              </a:ext>
            </a:extLst>
          </p:cNvPr>
          <p:cNvSpPr txBox="1"/>
          <p:nvPr/>
        </p:nvSpPr>
        <p:spPr>
          <a:xfrm>
            <a:off x="8783894" y="5518539"/>
            <a:ext cx="2616728" cy="769441"/>
          </a:xfrm>
          <a:prstGeom prst="rect">
            <a:avLst/>
          </a:prstGeom>
          <a:noFill/>
        </p:spPr>
        <p:txBody>
          <a:bodyPr wrap="square" rtlCol="0">
            <a:spAutoFit/>
          </a:bodyPr>
          <a:lstStyle/>
          <a:p>
            <a:pPr algn="dist"/>
            <a:r>
              <a:rPr lang="zh-CN" altLang="en-US" sz="4400" dirty="0">
                <a:latin typeface="禹卫书法行书简体&#10;" panose="02000603000000000000" pitchFamily="2" charset="-122"/>
                <a:ea typeface="禹卫书法行书简体&#10;" panose="02000603000000000000" pitchFamily="2" charset="-122"/>
              </a:rPr>
              <a:t>净化系统</a:t>
            </a:r>
          </a:p>
        </p:txBody>
      </p:sp>
    </p:spTree>
    <p:extLst>
      <p:ext uri="{BB962C8B-B14F-4D97-AF65-F5344CB8AC3E}">
        <p14:creationId xmlns:p14="http://schemas.microsoft.com/office/powerpoint/2010/main" val="2510344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100000">
              <a:srgbClr val="858585"/>
            </a:gs>
            <a:gs pos="100000">
              <a:srgbClr val="606060"/>
            </a:gs>
            <a:gs pos="23000">
              <a:srgbClr val="DCDCDC"/>
            </a:gs>
            <a:gs pos="35000">
              <a:srgbClr val="D4D4D4"/>
            </a:gs>
            <a:gs pos="0">
              <a:srgbClr val="DFDEDE"/>
            </a:gs>
          </a:gsLst>
          <a:path path="circle">
            <a:fillToRect l="50000" t="50000" r="50000" b="50000"/>
          </a:path>
        </a:gradFill>
        <a:effectLst/>
      </p:bgPr>
    </p:bg>
    <p:spTree>
      <p:nvGrpSpPr>
        <p:cNvPr id="1" name="">
          <a:extLst>
            <a:ext uri="{FF2B5EF4-FFF2-40B4-BE49-F238E27FC236}">
              <a16:creationId xmlns:a16="http://schemas.microsoft.com/office/drawing/2014/main" id="{F7048969-3CC3-4743-0E87-A877C238F1BB}"/>
            </a:ext>
          </a:extLst>
        </p:cNvPr>
        <p:cNvGrpSpPr/>
        <p:nvPr/>
      </p:nvGrpSpPr>
      <p:grpSpPr>
        <a:xfrm>
          <a:off x="0" y="0"/>
          <a:ext cx="0" cy="0"/>
          <a:chOff x="0" y="0"/>
          <a:chExt cx="0" cy="0"/>
        </a:xfrm>
      </p:grpSpPr>
      <p:sp>
        <p:nvSpPr>
          <p:cNvPr id="92" name="任意多边形: 形状 91">
            <a:extLst>
              <a:ext uri="{FF2B5EF4-FFF2-40B4-BE49-F238E27FC236}">
                <a16:creationId xmlns:a16="http://schemas.microsoft.com/office/drawing/2014/main" id="{D46C5195-911E-634E-773E-9F5D22F48016}"/>
              </a:ext>
            </a:extLst>
          </p:cNvPr>
          <p:cNvSpPr/>
          <p:nvPr/>
        </p:nvSpPr>
        <p:spPr>
          <a:xfrm>
            <a:off x="-35892" y="3306115"/>
            <a:ext cx="594360" cy="533400"/>
          </a:xfrm>
          <a:custGeom>
            <a:avLst/>
            <a:gdLst>
              <a:gd name="connsiteX0" fmla="*/ 0 w 594360"/>
              <a:gd name="connsiteY0" fmla="*/ 0 h 533400"/>
              <a:gd name="connsiteX1" fmla="*/ 563880 w 594360"/>
              <a:gd name="connsiteY1" fmla="*/ 289560 h 533400"/>
              <a:gd name="connsiteX2" fmla="*/ 594360 w 594360"/>
              <a:gd name="connsiteY2" fmla="*/ 502920 h 533400"/>
              <a:gd name="connsiteX3" fmla="*/ 30480 w 594360"/>
              <a:gd name="connsiteY3" fmla="*/ 533400 h 533400"/>
              <a:gd name="connsiteX4" fmla="*/ 0 w 594360"/>
              <a:gd name="connsiteY4" fmla="*/ 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533400">
                <a:moveTo>
                  <a:pt x="0" y="0"/>
                </a:moveTo>
                <a:lnTo>
                  <a:pt x="563880" y="289560"/>
                </a:lnTo>
                <a:lnTo>
                  <a:pt x="594360" y="502920"/>
                </a:lnTo>
                <a:lnTo>
                  <a:pt x="30480" y="5334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B91C8007-32A1-F074-6D5C-9F0A686C2D9C}"/>
              </a:ext>
            </a:extLst>
          </p:cNvPr>
          <p:cNvSpPr/>
          <p:nvPr/>
        </p:nvSpPr>
        <p:spPr>
          <a:xfrm>
            <a:off x="5773" y="1843900"/>
            <a:ext cx="1645920" cy="2606040"/>
          </a:xfrm>
          <a:custGeom>
            <a:avLst/>
            <a:gdLst>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45720 w 1645920"/>
              <a:gd name="connsiteY9" fmla="*/ 1950720 h 2606040"/>
              <a:gd name="connsiteX10" fmla="*/ 0 w 1645920"/>
              <a:gd name="connsiteY10" fmla="*/ 0 h 2606040"/>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0 w 1645920"/>
              <a:gd name="connsiteY9" fmla="*/ 1965960 h 2606040"/>
              <a:gd name="connsiteX10" fmla="*/ 0 w 1645920"/>
              <a:gd name="connsiteY10" fmla="*/ 0 h 260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5920" h="2606040">
                <a:moveTo>
                  <a:pt x="0" y="0"/>
                </a:moveTo>
                <a:lnTo>
                  <a:pt x="1356360" y="807720"/>
                </a:lnTo>
                <a:lnTo>
                  <a:pt x="1645920" y="1844040"/>
                </a:lnTo>
                <a:lnTo>
                  <a:pt x="1097280" y="1371600"/>
                </a:lnTo>
                <a:lnTo>
                  <a:pt x="960120" y="1356360"/>
                </a:lnTo>
                <a:lnTo>
                  <a:pt x="960120" y="1356360"/>
                </a:lnTo>
                <a:lnTo>
                  <a:pt x="1295400" y="1661160"/>
                </a:lnTo>
                <a:lnTo>
                  <a:pt x="1143000" y="1965960"/>
                </a:lnTo>
                <a:lnTo>
                  <a:pt x="1432560" y="2606040"/>
                </a:lnTo>
                <a:lnTo>
                  <a:pt x="0" y="196596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D7B1913B-CABF-FACB-483F-E7CC6607AA2A}"/>
              </a:ext>
            </a:extLst>
          </p:cNvPr>
          <p:cNvSpPr/>
          <p:nvPr/>
        </p:nvSpPr>
        <p:spPr>
          <a:xfrm>
            <a:off x="3823310" y="730265"/>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CFD13848-2A4C-2AE8-2584-18E659C9B2B1}"/>
              </a:ext>
            </a:extLst>
          </p:cNvPr>
          <p:cNvSpPr/>
          <p:nvPr/>
        </p:nvSpPr>
        <p:spPr>
          <a:xfrm>
            <a:off x="3823311" y="2102348"/>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EC5FCA1-1793-C444-89C8-75B1D738E64C}"/>
              </a:ext>
            </a:extLst>
          </p:cNvPr>
          <p:cNvSpPr/>
          <p:nvPr/>
        </p:nvSpPr>
        <p:spPr>
          <a:xfrm>
            <a:off x="3823310" y="3474431"/>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C13D290E-2270-3762-62AE-A40F43003AAF}"/>
              </a:ext>
            </a:extLst>
          </p:cNvPr>
          <p:cNvSpPr/>
          <p:nvPr/>
        </p:nvSpPr>
        <p:spPr>
          <a:xfrm>
            <a:off x="3823310" y="4846514"/>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B7A25B03-B9AC-2576-1CD6-3AC093B93F6B}"/>
              </a:ext>
            </a:extLst>
          </p:cNvPr>
          <p:cNvGrpSpPr/>
          <p:nvPr/>
        </p:nvGrpSpPr>
        <p:grpSpPr>
          <a:xfrm>
            <a:off x="3969504" y="900349"/>
            <a:ext cx="7678034" cy="863600"/>
            <a:chOff x="3969504" y="900349"/>
            <a:chExt cx="7678034" cy="863600"/>
          </a:xfrm>
        </p:grpSpPr>
        <p:grpSp>
          <p:nvGrpSpPr>
            <p:cNvPr id="14" name="组合 13">
              <a:extLst>
                <a:ext uri="{FF2B5EF4-FFF2-40B4-BE49-F238E27FC236}">
                  <a16:creationId xmlns:a16="http://schemas.microsoft.com/office/drawing/2014/main" id="{8F6993C8-B7D3-15C7-641E-B5D9FA549DE1}"/>
                </a:ext>
              </a:extLst>
            </p:cNvPr>
            <p:cNvGrpSpPr/>
            <p:nvPr/>
          </p:nvGrpSpPr>
          <p:grpSpPr>
            <a:xfrm>
              <a:off x="3969504" y="900349"/>
              <a:ext cx="3802026" cy="863600"/>
              <a:chOff x="4122774" y="900349"/>
              <a:chExt cx="3802026" cy="863600"/>
            </a:xfrm>
          </p:grpSpPr>
          <p:sp>
            <p:nvSpPr>
              <p:cNvPr id="11" name="任意多边形: 形状 10">
                <a:extLst>
                  <a:ext uri="{FF2B5EF4-FFF2-40B4-BE49-F238E27FC236}">
                    <a16:creationId xmlns:a16="http://schemas.microsoft.com/office/drawing/2014/main" id="{54F75457-04BF-14F0-6BF1-C5E1FE7DD384}"/>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E2A480B8-93C3-BF6A-18A0-D9909E3067DE}"/>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06A7A994-4780-94E1-43AF-4EDEAA4214D8}"/>
                </a:ext>
              </a:extLst>
            </p:cNvPr>
            <p:cNvGrpSpPr/>
            <p:nvPr/>
          </p:nvGrpSpPr>
          <p:grpSpPr>
            <a:xfrm>
              <a:off x="7845512" y="900349"/>
              <a:ext cx="3802026" cy="863600"/>
              <a:chOff x="4122774" y="900349"/>
              <a:chExt cx="3802026" cy="863600"/>
            </a:xfrm>
          </p:grpSpPr>
          <p:sp>
            <p:nvSpPr>
              <p:cNvPr id="16" name="任意多边形: 形状 15">
                <a:extLst>
                  <a:ext uri="{FF2B5EF4-FFF2-40B4-BE49-F238E27FC236}">
                    <a16:creationId xmlns:a16="http://schemas.microsoft.com/office/drawing/2014/main" id="{6B60CC4A-E771-A5BB-90F1-BD05B6D9F702}"/>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CC219551-B8A9-1B68-47F0-4978C460E81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4C03A431-5179-8457-F42F-191B569243C6}"/>
              </a:ext>
            </a:extLst>
          </p:cNvPr>
          <p:cNvGrpSpPr/>
          <p:nvPr/>
        </p:nvGrpSpPr>
        <p:grpSpPr>
          <a:xfrm>
            <a:off x="3969504" y="2272431"/>
            <a:ext cx="7678034" cy="863600"/>
            <a:chOff x="3969504" y="900349"/>
            <a:chExt cx="7678034" cy="863600"/>
          </a:xfrm>
        </p:grpSpPr>
        <p:grpSp>
          <p:nvGrpSpPr>
            <p:cNvPr id="20" name="组合 19">
              <a:extLst>
                <a:ext uri="{FF2B5EF4-FFF2-40B4-BE49-F238E27FC236}">
                  <a16:creationId xmlns:a16="http://schemas.microsoft.com/office/drawing/2014/main" id="{D3F6AC78-75FB-4436-6160-E23F14955FE7}"/>
                </a:ext>
              </a:extLst>
            </p:cNvPr>
            <p:cNvGrpSpPr/>
            <p:nvPr/>
          </p:nvGrpSpPr>
          <p:grpSpPr>
            <a:xfrm>
              <a:off x="3969504" y="900349"/>
              <a:ext cx="3802026" cy="863600"/>
              <a:chOff x="4122774" y="900349"/>
              <a:chExt cx="3802026" cy="863600"/>
            </a:xfrm>
          </p:grpSpPr>
          <p:sp>
            <p:nvSpPr>
              <p:cNvPr id="24" name="任意多边形: 形状 23">
                <a:extLst>
                  <a:ext uri="{FF2B5EF4-FFF2-40B4-BE49-F238E27FC236}">
                    <a16:creationId xmlns:a16="http://schemas.microsoft.com/office/drawing/2014/main" id="{178C69D9-A63C-1FC7-168F-9203DAE29397}"/>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BFFC1876-A7F4-B85A-25E3-82A392AE2075}"/>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C1BC9769-536F-FDF8-7B09-AF55D07CF96E}"/>
                </a:ext>
              </a:extLst>
            </p:cNvPr>
            <p:cNvGrpSpPr/>
            <p:nvPr/>
          </p:nvGrpSpPr>
          <p:grpSpPr>
            <a:xfrm>
              <a:off x="7845512" y="900349"/>
              <a:ext cx="3802026" cy="863600"/>
              <a:chOff x="4122774" y="900349"/>
              <a:chExt cx="3802026" cy="863600"/>
            </a:xfrm>
          </p:grpSpPr>
          <p:sp>
            <p:nvSpPr>
              <p:cNvPr id="22" name="任意多边形: 形状 21">
                <a:extLst>
                  <a:ext uri="{FF2B5EF4-FFF2-40B4-BE49-F238E27FC236}">
                    <a16:creationId xmlns:a16="http://schemas.microsoft.com/office/drawing/2014/main" id="{92941BB3-5C55-0C68-647A-76297470A418}"/>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5B1843A1-64C3-CA2A-5FDD-0C5C6A218F8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6" name="组合 25">
            <a:extLst>
              <a:ext uri="{FF2B5EF4-FFF2-40B4-BE49-F238E27FC236}">
                <a16:creationId xmlns:a16="http://schemas.microsoft.com/office/drawing/2014/main" id="{3F7AA998-7B08-F42A-F757-20F43FC1324D}"/>
              </a:ext>
            </a:extLst>
          </p:cNvPr>
          <p:cNvGrpSpPr/>
          <p:nvPr/>
        </p:nvGrpSpPr>
        <p:grpSpPr>
          <a:xfrm>
            <a:off x="3969504" y="3644514"/>
            <a:ext cx="7678034" cy="863600"/>
            <a:chOff x="3969504" y="900349"/>
            <a:chExt cx="7678034" cy="863600"/>
          </a:xfrm>
        </p:grpSpPr>
        <p:grpSp>
          <p:nvGrpSpPr>
            <p:cNvPr id="27" name="组合 26">
              <a:extLst>
                <a:ext uri="{FF2B5EF4-FFF2-40B4-BE49-F238E27FC236}">
                  <a16:creationId xmlns:a16="http://schemas.microsoft.com/office/drawing/2014/main" id="{9598317F-6805-0D47-D7C3-8478F2F8F766}"/>
                </a:ext>
              </a:extLst>
            </p:cNvPr>
            <p:cNvGrpSpPr/>
            <p:nvPr/>
          </p:nvGrpSpPr>
          <p:grpSpPr>
            <a:xfrm>
              <a:off x="3969504" y="900349"/>
              <a:ext cx="3802026" cy="863600"/>
              <a:chOff x="4122774" y="900349"/>
              <a:chExt cx="3802026" cy="863600"/>
            </a:xfrm>
          </p:grpSpPr>
          <p:sp>
            <p:nvSpPr>
              <p:cNvPr id="31" name="任意多边形: 形状 30">
                <a:extLst>
                  <a:ext uri="{FF2B5EF4-FFF2-40B4-BE49-F238E27FC236}">
                    <a16:creationId xmlns:a16="http://schemas.microsoft.com/office/drawing/2014/main" id="{E3B6F74F-BEC0-42E2-F012-5E631A10CF12}"/>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id="{C7512CBB-E6FB-905B-2441-6045726387E9}"/>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DEECB590-7C96-A5AF-562B-FEB6C660ECDE}"/>
                </a:ext>
              </a:extLst>
            </p:cNvPr>
            <p:cNvGrpSpPr/>
            <p:nvPr/>
          </p:nvGrpSpPr>
          <p:grpSpPr>
            <a:xfrm>
              <a:off x="7845512" y="900349"/>
              <a:ext cx="3802026" cy="863600"/>
              <a:chOff x="4122774" y="900349"/>
              <a:chExt cx="3802026" cy="863600"/>
            </a:xfrm>
          </p:grpSpPr>
          <p:sp>
            <p:nvSpPr>
              <p:cNvPr id="29" name="任意多边形: 形状 28">
                <a:extLst>
                  <a:ext uri="{FF2B5EF4-FFF2-40B4-BE49-F238E27FC236}">
                    <a16:creationId xmlns:a16="http://schemas.microsoft.com/office/drawing/2014/main" id="{327D1BC9-9BA5-C367-6E12-7DB0A572B414}"/>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981CA5A4-4405-D5F1-C97D-D8BD614A43BD}"/>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3" name="组合 32">
            <a:extLst>
              <a:ext uri="{FF2B5EF4-FFF2-40B4-BE49-F238E27FC236}">
                <a16:creationId xmlns:a16="http://schemas.microsoft.com/office/drawing/2014/main" id="{D873FC6A-EDF0-2F11-28FA-8F28446DB6DD}"/>
              </a:ext>
            </a:extLst>
          </p:cNvPr>
          <p:cNvGrpSpPr/>
          <p:nvPr/>
        </p:nvGrpSpPr>
        <p:grpSpPr>
          <a:xfrm>
            <a:off x="3969504" y="5016597"/>
            <a:ext cx="7678034" cy="863600"/>
            <a:chOff x="3969504" y="900349"/>
            <a:chExt cx="7678034" cy="863600"/>
          </a:xfrm>
        </p:grpSpPr>
        <p:grpSp>
          <p:nvGrpSpPr>
            <p:cNvPr id="34" name="组合 33">
              <a:extLst>
                <a:ext uri="{FF2B5EF4-FFF2-40B4-BE49-F238E27FC236}">
                  <a16:creationId xmlns:a16="http://schemas.microsoft.com/office/drawing/2014/main" id="{E524E9EF-2D3C-A88F-BA17-E388A46BD592}"/>
                </a:ext>
              </a:extLst>
            </p:cNvPr>
            <p:cNvGrpSpPr/>
            <p:nvPr/>
          </p:nvGrpSpPr>
          <p:grpSpPr>
            <a:xfrm>
              <a:off x="3969504" y="900349"/>
              <a:ext cx="3802026" cy="863600"/>
              <a:chOff x="4122774" y="900349"/>
              <a:chExt cx="3802026" cy="863600"/>
            </a:xfrm>
          </p:grpSpPr>
          <p:sp>
            <p:nvSpPr>
              <p:cNvPr id="38" name="任意多边形: 形状 37">
                <a:extLst>
                  <a:ext uri="{FF2B5EF4-FFF2-40B4-BE49-F238E27FC236}">
                    <a16:creationId xmlns:a16="http://schemas.microsoft.com/office/drawing/2014/main" id="{5EC62FF2-A5DF-5E43-6FEA-85751C59DE0D}"/>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54E673A2-52E3-06C8-EEA0-BD8369C3E438}"/>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A67FFD5E-F1D4-F9FF-7041-FC51DD2EEF79}"/>
                </a:ext>
              </a:extLst>
            </p:cNvPr>
            <p:cNvGrpSpPr/>
            <p:nvPr/>
          </p:nvGrpSpPr>
          <p:grpSpPr>
            <a:xfrm>
              <a:off x="7845512" y="900349"/>
              <a:ext cx="3802026" cy="863600"/>
              <a:chOff x="4122774" y="900349"/>
              <a:chExt cx="3802026" cy="863600"/>
            </a:xfrm>
          </p:grpSpPr>
          <p:sp>
            <p:nvSpPr>
              <p:cNvPr id="36" name="任意多边形: 形状 35">
                <a:extLst>
                  <a:ext uri="{FF2B5EF4-FFF2-40B4-BE49-F238E27FC236}">
                    <a16:creationId xmlns:a16="http://schemas.microsoft.com/office/drawing/2014/main" id="{440BD186-5BDA-6D12-2AFD-0C0FC924457F}"/>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0CE364DF-6B64-C8AA-8DC0-B497095DCFC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0" name="矩形 39">
            <a:extLst>
              <a:ext uri="{FF2B5EF4-FFF2-40B4-BE49-F238E27FC236}">
                <a16:creationId xmlns:a16="http://schemas.microsoft.com/office/drawing/2014/main" id="{702CF5DD-76D1-D8D3-4866-BEBD587144E4}"/>
              </a:ext>
            </a:extLst>
          </p:cNvPr>
          <p:cNvSpPr/>
          <p:nvPr/>
        </p:nvSpPr>
        <p:spPr>
          <a:xfrm>
            <a:off x="11785600" y="730265"/>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F8B51C35-9D57-A48C-2A0F-D470E2DF7DE3}"/>
              </a:ext>
            </a:extLst>
          </p:cNvPr>
          <p:cNvSpPr/>
          <p:nvPr/>
        </p:nvSpPr>
        <p:spPr>
          <a:xfrm>
            <a:off x="11785600" y="2102348"/>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4C5FFE78-358E-15BA-774D-491F33435311}"/>
              </a:ext>
            </a:extLst>
          </p:cNvPr>
          <p:cNvSpPr/>
          <p:nvPr/>
        </p:nvSpPr>
        <p:spPr>
          <a:xfrm>
            <a:off x="11785600" y="3474431"/>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17641BDC-A183-DB28-3C70-2F4E0EA2CD4E}"/>
              </a:ext>
            </a:extLst>
          </p:cNvPr>
          <p:cNvSpPr/>
          <p:nvPr/>
        </p:nvSpPr>
        <p:spPr>
          <a:xfrm>
            <a:off x="11781534" y="4846514"/>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05F29166-1906-03DB-7613-BF08BAD163F7}"/>
              </a:ext>
            </a:extLst>
          </p:cNvPr>
          <p:cNvGrpSpPr/>
          <p:nvPr/>
        </p:nvGrpSpPr>
        <p:grpSpPr>
          <a:xfrm>
            <a:off x="4097338" y="784891"/>
            <a:ext cx="5828180" cy="1117931"/>
            <a:chOff x="4097338" y="784891"/>
            <a:chExt cx="5828180" cy="1117931"/>
          </a:xfrm>
        </p:grpSpPr>
        <p:sp>
          <p:nvSpPr>
            <p:cNvPr id="44" name="矩形 43">
              <a:extLst>
                <a:ext uri="{FF2B5EF4-FFF2-40B4-BE49-F238E27FC236}">
                  <a16:creationId xmlns:a16="http://schemas.microsoft.com/office/drawing/2014/main" id="{D8E53337-4CA6-EFF8-AC7B-68DB98543AED}"/>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5627957B-BC57-C34E-2671-4638F5D199A6}"/>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F30A912F-E2E7-B1DA-207C-A2B3DADCEB4A}"/>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01</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C2937EFD-BED3-A2B4-0207-9D42FDD6C710}"/>
                </a:ext>
              </a:extLst>
            </p:cNvPr>
            <p:cNvSpPr txBox="1"/>
            <p:nvPr/>
          </p:nvSpPr>
          <p:spPr>
            <a:xfrm>
              <a:off x="4839564"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49" name="组合 48">
            <a:extLst>
              <a:ext uri="{FF2B5EF4-FFF2-40B4-BE49-F238E27FC236}">
                <a16:creationId xmlns:a16="http://schemas.microsoft.com/office/drawing/2014/main" id="{68D6E307-2EDB-D7B8-0536-45718F5AE6FB}"/>
              </a:ext>
            </a:extLst>
          </p:cNvPr>
          <p:cNvGrpSpPr/>
          <p:nvPr/>
        </p:nvGrpSpPr>
        <p:grpSpPr>
          <a:xfrm>
            <a:off x="4101388" y="2144810"/>
            <a:ext cx="5837510" cy="1102293"/>
            <a:chOff x="4097338" y="784891"/>
            <a:chExt cx="5837510" cy="1102293"/>
          </a:xfrm>
        </p:grpSpPr>
        <p:sp>
          <p:nvSpPr>
            <p:cNvPr id="50" name="矩形 49">
              <a:extLst>
                <a:ext uri="{FF2B5EF4-FFF2-40B4-BE49-F238E27FC236}">
                  <a16:creationId xmlns:a16="http://schemas.microsoft.com/office/drawing/2014/main" id="{83612381-9A7C-20EE-653B-3CA0BCE597C1}"/>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11EED9E0-D5C1-22F9-65E2-96DC7533A94D}"/>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E6E870EE-D277-3504-7878-8DF227CDF09C}"/>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02</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1ABE0023-C35F-B2B0-B71F-02E9722B3819}"/>
                </a:ext>
              </a:extLst>
            </p:cNvPr>
            <p:cNvSpPr txBox="1"/>
            <p:nvPr/>
          </p:nvSpPr>
          <p:spPr>
            <a:xfrm>
              <a:off x="4848894" y="871521"/>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4" name="组合 53">
            <a:extLst>
              <a:ext uri="{FF2B5EF4-FFF2-40B4-BE49-F238E27FC236}">
                <a16:creationId xmlns:a16="http://schemas.microsoft.com/office/drawing/2014/main" id="{6A3D36F3-E04B-5759-2458-AD356F72D137}"/>
              </a:ext>
            </a:extLst>
          </p:cNvPr>
          <p:cNvGrpSpPr/>
          <p:nvPr/>
        </p:nvGrpSpPr>
        <p:grpSpPr>
          <a:xfrm>
            <a:off x="4097338" y="3517349"/>
            <a:ext cx="5812806" cy="1110728"/>
            <a:chOff x="4097338" y="784891"/>
            <a:chExt cx="5812806" cy="1110728"/>
          </a:xfrm>
        </p:grpSpPr>
        <p:sp>
          <p:nvSpPr>
            <p:cNvPr id="55" name="矩形 54">
              <a:extLst>
                <a:ext uri="{FF2B5EF4-FFF2-40B4-BE49-F238E27FC236}">
                  <a16:creationId xmlns:a16="http://schemas.microsoft.com/office/drawing/2014/main" id="{8395AF3C-C9FF-77C4-CB16-4925A2E3721F}"/>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D9F2ADE4-4429-335D-DBC5-E66DDD5B6F84}"/>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CBFDE862-617A-EFFA-B4D7-1EE8D3FBD2AB}"/>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03</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7CD9E4D5-EBE7-36BD-49A7-C31BB4A6D61E}"/>
                </a:ext>
              </a:extLst>
            </p:cNvPr>
            <p:cNvSpPr txBox="1"/>
            <p:nvPr/>
          </p:nvSpPr>
          <p:spPr>
            <a:xfrm>
              <a:off x="4824190" y="879956"/>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9" name="组合 58">
            <a:extLst>
              <a:ext uri="{FF2B5EF4-FFF2-40B4-BE49-F238E27FC236}">
                <a16:creationId xmlns:a16="http://schemas.microsoft.com/office/drawing/2014/main" id="{F4D7FC0C-BC1F-424A-39CA-01CEB7706866}"/>
              </a:ext>
            </a:extLst>
          </p:cNvPr>
          <p:cNvGrpSpPr/>
          <p:nvPr/>
        </p:nvGrpSpPr>
        <p:grpSpPr>
          <a:xfrm>
            <a:off x="3996467" y="4889430"/>
            <a:ext cx="5085954" cy="1117931"/>
            <a:chOff x="3997337" y="784891"/>
            <a:chExt cx="5085954" cy="1117931"/>
          </a:xfrm>
        </p:grpSpPr>
        <p:sp>
          <p:nvSpPr>
            <p:cNvPr id="60" name="矩形 59">
              <a:extLst>
                <a:ext uri="{FF2B5EF4-FFF2-40B4-BE49-F238E27FC236}">
                  <a16:creationId xmlns:a16="http://schemas.microsoft.com/office/drawing/2014/main" id="{661CB17B-CF86-67A4-7B13-63633C7A185F}"/>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C779FE05-AA65-7851-E89C-75E7FACCD061}"/>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AFBE81E2-5353-7082-DE10-F6AF0EB8D649}"/>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04</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63" name="文本框 62">
              <a:extLst>
                <a:ext uri="{FF2B5EF4-FFF2-40B4-BE49-F238E27FC236}">
                  <a16:creationId xmlns:a16="http://schemas.microsoft.com/office/drawing/2014/main" id="{2E7404B5-C6DF-99CB-0C0F-99C3505E0B5E}"/>
                </a:ext>
              </a:extLst>
            </p:cNvPr>
            <p:cNvSpPr txBox="1"/>
            <p:nvPr/>
          </p:nvSpPr>
          <p:spPr>
            <a:xfrm>
              <a:off x="3997337"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cxnSp>
        <p:nvCxnSpPr>
          <p:cNvPr id="65" name="直接连接符 64">
            <a:extLst>
              <a:ext uri="{FF2B5EF4-FFF2-40B4-BE49-F238E27FC236}">
                <a16:creationId xmlns:a16="http://schemas.microsoft.com/office/drawing/2014/main" id="{FA509690-75EC-63CB-3AF2-9FED535280F2}"/>
              </a:ext>
            </a:extLst>
          </p:cNvPr>
          <p:cNvCxnSpPr/>
          <p:nvPr/>
        </p:nvCxnSpPr>
        <p:spPr>
          <a:xfrm flipV="1">
            <a:off x="182880" y="0"/>
            <a:ext cx="3913588" cy="6858000"/>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C976EE76-D4EE-CB12-006C-E12B173FDB5D}"/>
              </a:ext>
            </a:extLst>
          </p:cNvPr>
          <p:cNvCxnSpPr>
            <a:cxnSpLocks/>
          </p:cNvCxnSpPr>
          <p:nvPr/>
        </p:nvCxnSpPr>
        <p:spPr>
          <a:xfrm flipH="1" flipV="1">
            <a:off x="1659792" y="0"/>
            <a:ext cx="1764960" cy="6854907"/>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AED31630-78CF-DD1A-4713-B4B331D1F256}"/>
              </a:ext>
            </a:extLst>
          </p:cNvPr>
          <p:cNvSpPr/>
          <p:nvPr/>
        </p:nvSpPr>
        <p:spPr>
          <a:xfrm>
            <a:off x="-4953" y="111352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gradFill flip="none" rotWithShape="1">
            <a:gsLst>
              <a:gs pos="0">
                <a:srgbClr val="471717"/>
              </a:gs>
              <a:gs pos="100000">
                <a:srgbClr val="03010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6DA759DA-9C20-7C69-DD11-CCD142854855}"/>
              </a:ext>
            </a:extLst>
          </p:cNvPr>
          <p:cNvSpPr txBox="1"/>
          <p:nvPr/>
        </p:nvSpPr>
        <p:spPr>
          <a:xfrm rot="5400000">
            <a:off x="2711450" y="1575437"/>
            <a:ext cx="726095" cy="369332"/>
          </a:xfrm>
          <a:prstGeom prst="rect">
            <a:avLst/>
          </a:prstGeom>
          <a:noFill/>
        </p:spPr>
        <p:txBody>
          <a:bodyPr wrap="square" rtlCol="0">
            <a:spAutoFit/>
          </a:bodyPr>
          <a:lstStyle/>
          <a:p>
            <a:r>
              <a:rPr lang="en-US" altLang="zh-CN" b="1" dirty="0">
                <a:latin typeface="微软雅黑 Light" panose="020B0502040204020203" pitchFamily="34" charset="-122"/>
                <a:ea typeface="微软雅黑 Light" panose="020B0502040204020203" pitchFamily="34" charset="-122"/>
              </a:rPr>
              <a:t>235</a:t>
            </a:r>
            <a:endParaRPr lang="zh-CN" altLang="en-US" b="1" dirty="0">
              <a:latin typeface="微软雅黑 Light" panose="020B0502040204020203" pitchFamily="34" charset="-122"/>
              <a:ea typeface="微软雅黑 Light" panose="020B0502040204020203" pitchFamily="34" charset="-122"/>
            </a:endParaRPr>
          </a:p>
        </p:txBody>
      </p:sp>
      <p:pic>
        <p:nvPicPr>
          <p:cNvPr id="105" name="图片 104">
            <a:extLst>
              <a:ext uri="{FF2B5EF4-FFF2-40B4-BE49-F238E27FC236}">
                <a16:creationId xmlns:a16="http://schemas.microsoft.com/office/drawing/2014/main" id="{9314DFF8-C163-CB9D-4DDC-3B77FD074465}"/>
              </a:ext>
            </a:extLst>
          </p:cNvPr>
          <p:cNvPicPr>
            <a:picLocks noChangeAspect="1"/>
          </p:cNvPicPr>
          <p:nvPr/>
        </p:nvPicPr>
        <p:blipFill>
          <a:blip r:embed="rId2">
            <a:alphaModFix amt="50000"/>
          </a:blip>
          <a:stretch>
            <a:fillRect/>
          </a:stretch>
        </p:blipFill>
        <p:spPr>
          <a:xfrm>
            <a:off x="1722985" y="1385708"/>
            <a:ext cx="749873" cy="3840813"/>
          </a:xfrm>
          <a:prstGeom prst="rect">
            <a:avLst/>
          </a:prstGeom>
        </p:spPr>
      </p:pic>
      <p:pic>
        <p:nvPicPr>
          <p:cNvPr id="104" name="图片 103">
            <a:extLst>
              <a:ext uri="{FF2B5EF4-FFF2-40B4-BE49-F238E27FC236}">
                <a16:creationId xmlns:a16="http://schemas.microsoft.com/office/drawing/2014/main" id="{C7638F67-CA9E-FF0E-CBD0-62F8203C0F58}"/>
              </a:ext>
            </a:extLst>
          </p:cNvPr>
          <p:cNvPicPr>
            <a:picLocks noChangeAspect="1"/>
          </p:cNvPicPr>
          <p:nvPr/>
        </p:nvPicPr>
        <p:blipFill>
          <a:blip r:embed="rId2">
            <a:alphaModFix amt="50000"/>
          </a:blip>
          <a:stretch>
            <a:fillRect/>
          </a:stretch>
        </p:blipFill>
        <p:spPr>
          <a:xfrm>
            <a:off x="2485100" y="1385708"/>
            <a:ext cx="749873" cy="3840813"/>
          </a:xfrm>
          <a:prstGeom prst="rect">
            <a:avLst/>
          </a:prstGeom>
        </p:spPr>
      </p:pic>
      <p:sp>
        <p:nvSpPr>
          <p:cNvPr id="88" name="椭圆 87">
            <a:extLst>
              <a:ext uri="{FF2B5EF4-FFF2-40B4-BE49-F238E27FC236}">
                <a16:creationId xmlns:a16="http://schemas.microsoft.com/office/drawing/2014/main" id="{A64EC46E-6B1A-2E6B-A6BB-C2118BB5B84E}"/>
              </a:ext>
            </a:extLst>
          </p:cNvPr>
          <p:cNvSpPr/>
          <p:nvPr/>
        </p:nvSpPr>
        <p:spPr>
          <a:xfrm>
            <a:off x="786718" y="1357815"/>
            <a:ext cx="1932974" cy="1932974"/>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87000771-36A4-5BE6-18B4-32E5FC93E759}"/>
              </a:ext>
            </a:extLst>
          </p:cNvPr>
          <p:cNvSpPr txBox="1"/>
          <p:nvPr/>
        </p:nvSpPr>
        <p:spPr>
          <a:xfrm>
            <a:off x="1168559" y="1913192"/>
            <a:ext cx="183079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内容一览</a:t>
            </a:r>
          </a:p>
        </p:txBody>
      </p:sp>
      <p:sp>
        <p:nvSpPr>
          <p:cNvPr id="90" name="文本框 89">
            <a:extLst>
              <a:ext uri="{FF2B5EF4-FFF2-40B4-BE49-F238E27FC236}">
                <a16:creationId xmlns:a16="http://schemas.microsoft.com/office/drawing/2014/main" id="{917CEA98-97A5-2FA8-1138-DD4464F40D1E}"/>
              </a:ext>
            </a:extLst>
          </p:cNvPr>
          <p:cNvSpPr txBox="1"/>
          <p:nvPr/>
        </p:nvSpPr>
        <p:spPr>
          <a:xfrm>
            <a:off x="1921865" y="2481617"/>
            <a:ext cx="570802" cy="369332"/>
          </a:xfrm>
          <a:prstGeom prst="rect">
            <a:avLst/>
          </a:prstGeom>
          <a:noFill/>
        </p:spPr>
        <p:txBody>
          <a:bodyPr wrap="square" rtlCol="0">
            <a:spAutoFit/>
          </a:bodyPr>
          <a:lstStyle/>
          <a:p>
            <a:pPr algn="dist"/>
            <a:r>
              <a:rPr lang="en-US" altLang="zh-CN" dirty="0">
                <a:solidFill>
                  <a:srgbClr val="AC8B5F"/>
                </a:solidFill>
                <a:latin typeface="微软雅黑 Light" panose="020B0502040204020203" pitchFamily="34" charset="-122"/>
                <a:ea typeface="微软雅黑 Light" panose="020B0502040204020203" pitchFamily="34" charset="-122"/>
              </a:rPr>
              <a:t>3/4</a:t>
            </a:r>
            <a:endParaRPr lang="zh-CN" altLang="en-US" dirty="0">
              <a:solidFill>
                <a:srgbClr val="AC8B5F"/>
              </a:solidFill>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CE894571-29A3-84B0-7121-9655CF25A199}"/>
              </a:ext>
            </a:extLst>
          </p:cNvPr>
          <p:cNvSpPr/>
          <p:nvPr/>
        </p:nvSpPr>
        <p:spPr>
          <a:xfrm>
            <a:off x="1905704" y="3598076"/>
            <a:ext cx="411480" cy="457200"/>
          </a:xfrm>
          <a:custGeom>
            <a:avLst/>
            <a:gdLst>
              <a:gd name="connsiteX0" fmla="*/ 0 w 411480"/>
              <a:gd name="connsiteY0" fmla="*/ 0 h 457200"/>
              <a:gd name="connsiteX1" fmla="*/ 0 w 411480"/>
              <a:gd name="connsiteY1" fmla="*/ 91440 h 457200"/>
              <a:gd name="connsiteX2" fmla="*/ 411480 w 411480"/>
              <a:gd name="connsiteY2" fmla="*/ 457200 h 457200"/>
              <a:gd name="connsiteX3" fmla="*/ 0 w 411480"/>
              <a:gd name="connsiteY3" fmla="*/ 0 h 457200"/>
            </a:gdLst>
            <a:ahLst/>
            <a:cxnLst>
              <a:cxn ang="0">
                <a:pos x="connsiteX0" y="connsiteY0"/>
              </a:cxn>
              <a:cxn ang="0">
                <a:pos x="connsiteX1" y="connsiteY1"/>
              </a:cxn>
              <a:cxn ang="0">
                <a:pos x="connsiteX2" y="connsiteY2"/>
              </a:cxn>
              <a:cxn ang="0">
                <a:pos x="connsiteX3" y="connsiteY3"/>
              </a:cxn>
            </a:cxnLst>
            <a:rect l="l" t="t" r="r" b="b"/>
            <a:pathLst>
              <a:path w="411480" h="457200">
                <a:moveTo>
                  <a:pt x="0" y="0"/>
                </a:moveTo>
                <a:lnTo>
                  <a:pt x="0" y="91440"/>
                </a:lnTo>
                <a:lnTo>
                  <a:pt x="411480" y="4572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C770FA34-E545-F0D7-ABAA-278FDD9F0ED0}"/>
              </a:ext>
            </a:extLst>
          </p:cNvPr>
          <p:cNvSpPr/>
          <p:nvPr/>
        </p:nvSpPr>
        <p:spPr>
          <a:xfrm>
            <a:off x="1825100" y="3321440"/>
            <a:ext cx="198120" cy="243840"/>
          </a:xfrm>
          <a:custGeom>
            <a:avLst/>
            <a:gdLst>
              <a:gd name="connsiteX0" fmla="*/ 0 w 198120"/>
              <a:gd name="connsiteY0" fmla="*/ 45720 h 243840"/>
              <a:gd name="connsiteX1" fmla="*/ 137160 w 198120"/>
              <a:gd name="connsiteY1" fmla="*/ 243840 h 243840"/>
              <a:gd name="connsiteX2" fmla="*/ 198120 w 198120"/>
              <a:gd name="connsiteY2" fmla="*/ 0 h 243840"/>
              <a:gd name="connsiteX3" fmla="*/ 0 w 198120"/>
              <a:gd name="connsiteY3" fmla="*/ 45720 h 243840"/>
            </a:gdLst>
            <a:ahLst/>
            <a:cxnLst>
              <a:cxn ang="0">
                <a:pos x="connsiteX0" y="connsiteY0"/>
              </a:cxn>
              <a:cxn ang="0">
                <a:pos x="connsiteX1" y="connsiteY1"/>
              </a:cxn>
              <a:cxn ang="0">
                <a:pos x="connsiteX2" y="connsiteY2"/>
              </a:cxn>
              <a:cxn ang="0">
                <a:pos x="connsiteX3" y="connsiteY3"/>
              </a:cxn>
            </a:cxnLst>
            <a:rect l="l" t="t" r="r" b="b"/>
            <a:pathLst>
              <a:path w="198120" h="243840">
                <a:moveTo>
                  <a:pt x="0" y="45720"/>
                </a:moveTo>
                <a:lnTo>
                  <a:pt x="137160" y="243840"/>
                </a:lnTo>
                <a:lnTo>
                  <a:pt x="198120" y="0"/>
                </a:lnTo>
                <a:lnTo>
                  <a:pt x="0" y="4572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形状 105">
            <a:extLst>
              <a:ext uri="{FF2B5EF4-FFF2-40B4-BE49-F238E27FC236}">
                <a16:creationId xmlns:a16="http://schemas.microsoft.com/office/drawing/2014/main" id="{196A1559-57C8-FE53-84C8-496A6E890F5F}"/>
              </a:ext>
            </a:extLst>
          </p:cNvPr>
          <p:cNvSpPr/>
          <p:nvPr/>
        </p:nvSpPr>
        <p:spPr>
          <a:xfrm>
            <a:off x="2175678" y="3337838"/>
            <a:ext cx="213360" cy="243840"/>
          </a:xfrm>
          <a:custGeom>
            <a:avLst/>
            <a:gdLst>
              <a:gd name="connsiteX0" fmla="*/ 0 w 213360"/>
              <a:gd name="connsiteY0" fmla="*/ 0 h 243840"/>
              <a:gd name="connsiteX1" fmla="*/ 30480 w 213360"/>
              <a:gd name="connsiteY1" fmla="*/ 182880 h 243840"/>
              <a:gd name="connsiteX2" fmla="*/ 213360 w 213360"/>
              <a:gd name="connsiteY2" fmla="*/ 243840 h 243840"/>
              <a:gd name="connsiteX3" fmla="*/ 0 w 213360"/>
              <a:gd name="connsiteY3" fmla="*/ 0 h 243840"/>
            </a:gdLst>
            <a:ahLst/>
            <a:cxnLst>
              <a:cxn ang="0">
                <a:pos x="connsiteX0" y="connsiteY0"/>
              </a:cxn>
              <a:cxn ang="0">
                <a:pos x="connsiteX1" y="connsiteY1"/>
              </a:cxn>
              <a:cxn ang="0">
                <a:pos x="connsiteX2" y="connsiteY2"/>
              </a:cxn>
              <a:cxn ang="0">
                <a:pos x="connsiteX3" y="connsiteY3"/>
              </a:cxn>
            </a:cxnLst>
            <a:rect l="l" t="t" r="r" b="b"/>
            <a:pathLst>
              <a:path w="213360" h="243840">
                <a:moveTo>
                  <a:pt x="0" y="0"/>
                </a:moveTo>
                <a:lnTo>
                  <a:pt x="30480" y="182880"/>
                </a:lnTo>
                <a:lnTo>
                  <a:pt x="213360" y="24384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97E80CB2-2AB9-20FC-EE73-301E459284BE}"/>
              </a:ext>
            </a:extLst>
          </p:cNvPr>
          <p:cNvSpPr/>
          <p:nvPr/>
        </p:nvSpPr>
        <p:spPr>
          <a:xfrm>
            <a:off x="2293349" y="3777586"/>
            <a:ext cx="106680" cy="137160"/>
          </a:xfrm>
          <a:custGeom>
            <a:avLst/>
            <a:gdLst>
              <a:gd name="connsiteX0" fmla="*/ 0 w 106680"/>
              <a:gd name="connsiteY0" fmla="*/ 106680 h 137160"/>
              <a:gd name="connsiteX1" fmla="*/ 76200 w 106680"/>
              <a:gd name="connsiteY1" fmla="*/ 137160 h 137160"/>
              <a:gd name="connsiteX2" fmla="*/ 106680 w 106680"/>
              <a:gd name="connsiteY2" fmla="*/ 91440 h 137160"/>
              <a:gd name="connsiteX3" fmla="*/ 106680 w 106680"/>
              <a:gd name="connsiteY3" fmla="*/ 0 h 137160"/>
              <a:gd name="connsiteX4" fmla="*/ 0 w 106680"/>
              <a:gd name="connsiteY4" fmla="*/ 106680 h 137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37160">
                <a:moveTo>
                  <a:pt x="0" y="106680"/>
                </a:moveTo>
                <a:lnTo>
                  <a:pt x="76200" y="137160"/>
                </a:lnTo>
                <a:lnTo>
                  <a:pt x="106680" y="91440"/>
                </a:lnTo>
                <a:lnTo>
                  <a:pt x="106680" y="0"/>
                </a:lnTo>
                <a:lnTo>
                  <a:pt x="0" y="10668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0607095F-4A68-D36F-F47C-442A9B3CF6B3}"/>
              </a:ext>
            </a:extLst>
          </p:cNvPr>
          <p:cNvGrpSpPr/>
          <p:nvPr/>
        </p:nvGrpSpPr>
        <p:grpSpPr>
          <a:xfrm>
            <a:off x="619980" y="1913192"/>
            <a:ext cx="582030" cy="625839"/>
            <a:chOff x="5979795" y="4168140"/>
            <a:chExt cx="422910" cy="454742"/>
          </a:xfrm>
          <a:solidFill>
            <a:srgbClr val="B59F73"/>
          </a:solidFill>
        </p:grpSpPr>
        <p:sp>
          <p:nvSpPr>
            <p:cNvPr id="70" name="任意多边形: 形状 69">
              <a:extLst>
                <a:ext uri="{FF2B5EF4-FFF2-40B4-BE49-F238E27FC236}">
                  <a16:creationId xmlns:a16="http://schemas.microsoft.com/office/drawing/2014/main" id="{EA7DE542-E3A4-A68B-B6C2-6BFD472F1D3B}"/>
                </a:ext>
              </a:extLst>
            </p:cNvPr>
            <p:cNvSpPr/>
            <p:nvPr/>
          </p:nvSpPr>
          <p:spPr>
            <a:xfrm>
              <a:off x="5979795" y="41681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A6D25CD1-5717-37F1-2415-46D97CAB59D5}"/>
                </a:ext>
              </a:extLst>
            </p:cNvPr>
            <p:cNvSpPr/>
            <p:nvPr/>
          </p:nvSpPr>
          <p:spPr>
            <a:xfrm rot="10800000">
              <a:off x="6109335" y="42824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54144E10-298C-74EA-ACCF-0E65308B24A9}"/>
                </a:ext>
              </a:extLst>
            </p:cNvPr>
            <p:cNvSpPr/>
            <p:nvPr/>
          </p:nvSpPr>
          <p:spPr>
            <a:xfrm>
              <a:off x="5981700" y="417576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FA89AE9E-C2DF-1D48-E558-FD1B06304B32}"/>
                </a:ext>
              </a:extLst>
            </p:cNvPr>
            <p:cNvSpPr/>
            <p:nvPr/>
          </p:nvSpPr>
          <p:spPr>
            <a:xfrm rot="5400000">
              <a:off x="6297617" y="416963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F2941B24-0779-8270-A437-2437211E9659}"/>
                </a:ext>
              </a:extLst>
            </p:cNvPr>
            <p:cNvSpPr/>
            <p:nvPr/>
          </p:nvSpPr>
          <p:spPr>
            <a:xfrm rot="10800000">
              <a:off x="6299368" y="4518273"/>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08557E28-B742-D20A-72DE-9CC1308CB52E}"/>
                </a:ext>
              </a:extLst>
            </p:cNvPr>
            <p:cNvSpPr/>
            <p:nvPr/>
          </p:nvSpPr>
          <p:spPr>
            <a:xfrm rot="16200000">
              <a:off x="5981700" y="4523822"/>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a:extLst>
              <a:ext uri="{FF2B5EF4-FFF2-40B4-BE49-F238E27FC236}">
                <a16:creationId xmlns:a16="http://schemas.microsoft.com/office/drawing/2014/main" id="{4AFF3DB8-4258-FF9B-F3B8-BAE2AE3C0272}"/>
              </a:ext>
            </a:extLst>
          </p:cNvPr>
          <p:cNvGrpSpPr/>
          <p:nvPr/>
        </p:nvGrpSpPr>
        <p:grpSpPr>
          <a:xfrm>
            <a:off x="3823310" y="2092136"/>
            <a:ext cx="8064031" cy="1231085"/>
            <a:chOff x="3823310" y="730266"/>
            <a:chExt cx="8064031" cy="1231085"/>
          </a:xfrm>
        </p:grpSpPr>
        <p:sp>
          <p:nvSpPr>
            <p:cNvPr id="82" name="矩形 81">
              <a:extLst>
                <a:ext uri="{FF2B5EF4-FFF2-40B4-BE49-F238E27FC236}">
                  <a16:creationId xmlns:a16="http://schemas.microsoft.com/office/drawing/2014/main" id="{94B722BB-326E-D118-F343-9473A0308A85}"/>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 name="图片 80">
              <a:extLst>
                <a:ext uri="{FF2B5EF4-FFF2-40B4-BE49-F238E27FC236}">
                  <a16:creationId xmlns:a16="http://schemas.microsoft.com/office/drawing/2014/main" id="{8CD6B2A9-3C90-30B5-BE32-A63C52F20BF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2" name="组合 1">
              <a:extLst>
                <a:ext uri="{FF2B5EF4-FFF2-40B4-BE49-F238E27FC236}">
                  <a16:creationId xmlns:a16="http://schemas.microsoft.com/office/drawing/2014/main" id="{EC3C59BD-2632-E4D7-ED8A-C7F40411BF2D}"/>
                </a:ext>
              </a:extLst>
            </p:cNvPr>
            <p:cNvGrpSpPr/>
            <p:nvPr/>
          </p:nvGrpSpPr>
          <p:grpSpPr>
            <a:xfrm>
              <a:off x="4103588" y="1121803"/>
              <a:ext cx="657475" cy="668495"/>
              <a:chOff x="7071360" y="2141220"/>
              <a:chExt cx="382906" cy="389324"/>
            </a:xfrm>
            <a:solidFill>
              <a:srgbClr val="755F45"/>
            </a:solidFill>
          </p:grpSpPr>
          <p:sp>
            <p:nvSpPr>
              <p:cNvPr id="3" name="矩形 2">
                <a:extLst>
                  <a:ext uri="{FF2B5EF4-FFF2-40B4-BE49-F238E27FC236}">
                    <a16:creationId xmlns:a16="http://schemas.microsoft.com/office/drawing/2014/main" id="{67FC876A-875C-AE39-3762-DE278B96E5D8}"/>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E9E1B371-97C1-D85B-AA76-FCD5ECC9FCEB}"/>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5500030-8DC8-05B8-AC6C-B65C3BEFAD26}"/>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5B639A9-1DE0-E574-B82A-8A821DB500C6}"/>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F3DEB995-54FA-D3B6-97AF-85BB6D7CF236}"/>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D65F1E28-8142-E2C9-4D4A-56CC96284F0C}"/>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6AB81BCA-DDE5-A388-7DB2-C2740062109D}"/>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74984C0E-046A-072B-6A8E-C94FA3173108}"/>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9D9095F5-F95B-29B0-D9D3-3BCD8A433D4A}"/>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878315E5-7C83-85B5-AED1-7A9C02628891}"/>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DF41E267-B734-957E-DD01-240DE74E2745}"/>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2A206D8B-E925-26E4-40BA-365B7D5238F2}"/>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文本框 82">
              <a:extLst>
                <a:ext uri="{FF2B5EF4-FFF2-40B4-BE49-F238E27FC236}">
                  <a16:creationId xmlns:a16="http://schemas.microsoft.com/office/drawing/2014/main" id="{EFFF9FAF-D164-19C5-0A12-C730C4E1FDCC}"/>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85" name="组合 84">
            <a:extLst>
              <a:ext uri="{FF2B5EF4-FFF2-40B4-BE49-F238E27FC236}">
                <a16:creationId xmlns:a16="http://schemas.microsoft.com/office/drawing/2014/main" id="{EA03C2B9-D281-1168-AFCF-8317B843A64B}"/>
              </a:ext>
            </a:extLst>
          </p:cNvPr>
          <p:cNvGrpSpPr/>
          <p:nvPr/>
        </p:nvGrpSpPr>
        <p:grpSpPr>
          <a:xfrm>
            <a:off x="3823310" y="730000"/>
            <a:ext cx="8064031" cy="1231085"/>
            <a:chOff x="3823310" y="730266"/>
            <a:chExt cx="8064031" cy="1231085"/>
          </a:xfrm>
        </p:grpSpPr>
        <p:sp>
          <p:nvSpPr>
            <p:cNvPr id="86" name="矩形 85">
              <a:extLst>
                <a:ext uri="{FF2B5EF4-FFF2-40B4-BE49-F238E27FC236}">
                  <a16:creationId xmlns:a16="http://schemas.microsoft.com/office/drawing/2014/main" id="{9D05B113-78DA-1664-2DBB-E4B949B1B2AF}"/>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5" name="图片 94">
              <a:extLst>
                <a:ext uri="{FF2B5EF4-FFF2-40B4-BE49-F238E27FC236}">
                  <a16:creationId xmlns:a16="http://schemas.microsoft.com/office/drawing/2014/main" id="{790DADE0-2370-529F-697F-67385ABC8DDB}"/>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96" name="组合 95">
              <a:extLst>
                <a:ext uri="{FF2B5EF4-FFF2-40B4-BE49-F238E27FC236}">
                  <a16:creationId xmlns:a16="http://schemas.microsoft.com/office/drawing/2014/main" id="{3C8BFD2D-5891-52AB-9562-31665A5F7493}"/>
                </a:ext>
              </a:extLst>
            </p:cNvPr>
            <p:cNvGrpSpPr/>
            <p:nvPr/>
          </p:nvGrpSpPr>
          <p:grpSpPr>
            <a:xfrm>
              <a:off x="4103588" y="1121803"/>
              <a:ext cx="657475" cy="668495"/>
              <a:chOff x="7071360" y="2141220"/>
              <a:chExt cx="382906" cy="389324"/>
            </a:xfrm>
            <a:solidFill>
              <a:srgbClr val="755F45"/>
            </a:solidFill>
          </p:grpSpPr>
          <p:sp>
            <p:nvSpPr>
              <p:cNvPr id="98" name="矩形 97">
                <a:extLst>
                  <a:ext uri="{FF2B5EF4-FFF2-40B4-BE49-F238E27FC236}">
                    <a16:creationId xmlns:a16="http://schemas.microsoft.com/office/drawing/2014/main" id="{B7AE05FF-91C0-E7E4-5567-82C4B7F578A3}"/>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E21F4403-EF2B-66D9-C582-52D31F09A97B}"/>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0D960B1C-27CA-A435-71D8-D574D121F8F5}"/>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747A22D5-4AFB-E77E-39C2-72E668D84A1C}"/>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278833F2-20CF-FBCB-9953-4C2CA9EB1BD2}"/>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D56C9CA8-2595-4750-F899-F12D936C82EC}"/>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BE18E786-2248-1BD0-75F6-445F439B247D}"/>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25AE3DF4-7623-A462-EABA-147F3CDE1B7F}"/>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DA763D9E-1DF7-7AD5-2B08-CB6F959BE374}"/>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a:extLst>
                  <a:ext uri="{FF2B5EF4-FFF2-40B4-BE49-F238E27FC236}">
                    <a16:creationId xmlns:a16="http://schemas.microsoft.com/office/drawing/2014/main" id="{92D55762-60FE-D631-D7D1-C6538792AFD3}"/>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174EE47A-7EC2-987B-A7D8-10FE8FAEB691}"/>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BACBCBFE-46FD-F684-FCDE-DAFD09B46B2E}"/>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文本框 96">
              <a:extLst>
                <a:ext uri="{FF2B5EF4-FFF2-40B4-BE49-F238E27FC236}">
                  <a16:creationId xmlns:a16="http://schemas.microsoft.com/office/drawing/2014/main" id="{ECA7A59C-9256-AAB9-4203-81D49521554F}"/>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114" name="组合 113">
            <a:extLst>
              <a:ext uri="{FF2B5EF4-FFF2-40B4-BE49-F238E27FC236}">
                <a16:creationId xmlns:a16="http://schemas.microsoft.com/office/drawing/2014/main" id="{A12D3E81-7763-C2BE-BFC8-2219CEAD2E09}"/>
              </a:ext>
            </a:extLst>
          </p:cNvPr>
          <p:cNvGrpSpPr/>
          <p:nvPr/>
        </p:nvGrpSpPr>
        <p:grpSpPr>
          <a:xfrm>
            <a:off x="3823310" y="3475006"/>
            <a:ext cx="8064031" cy="1231085"/>
            <a:chOff x="3823310" y="730266"/>
            <a:chExt cx="8064031" cy="1231085"/>
          </a:xfrm>
        </p:grpSpPr>
        <p:sp>
          <p:nvSpPr>
            <p:cNvPr id="115" name="矩形 114">
              <a:extLst>
                <a:ext uri="{FF2B5EF4-FFF2-40B4-BE49-F238E27FC236}">
                  <a16:creationId xmlns:a16="http://schemas.microsoft.com/office/drawing/2014/main" id="{61A5D02F-611F-E8F5-D5AF-6E04B9BE50EB}"/>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6" name="图片 115">
              <a:extLst>
                <a:ext uri="{FF2B5EF4-FFF2-40B4-BE49-F238E27FC236}">
                  <a16:creationId xmlns:a16="http://schemas.microsoft.com/office/drawing/2014/main" id="{F671D1C9-8A0A-A174-CE5F-1D89DE62B2AC}"/>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117" name="组合 116">
              <a:extLst>
                <a:ext uri="{FF2B5EF4-FFF2-40B4-BE49-F238E27FC236}">
                  <a16:creationId xmlns:a16="http://schemas.microsoft.com/office/drawing/2014/main" id="{197AD53F-A01F-788B-4CCF-75D5BD4565AF}"/>
                </a:ext>
              </a:extLst>
            </p:cNvPr>
            <p:cNvGrpSpPr/>
            <p:nvPr/>
          </p:nvGrpSpPr>
          <p:grpSpPr>
            <a:xfrm>
              <a:off x="4103588" y="1121803"/>
              <a:ext cx="657475" cy="668495"/>
              <a:chOff x="7071360" y="2141220"/>
              <a:chExt cx="382906" cy="389324"/>
            </a:xfrm>
            <a:solidFill>
              <a:srgbClr val="755F45"/>
            </a:solidFill>
          </p:grpSpPr>
          <p:sp>
            <p:nvSpPr>
              <p:cNvPr id="119" name="矩形 118">
                <a:extLst>
                  <a:ext uri="{FF2B5EF4-FFF2-40B4-BE49-F238E27FC236}">
                    <a16:creationId xmlns:a16="http://schemas.microsoft.com/office/drawing/2014/main" id="{D3CF716E-608F-5824-D56D-EB562AE65575}"/>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68E6C668-B3C0-D5CF-0A20-E8BD12D49FAE}"/>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a:extLst>
                  <a:ext uri="{FF2B5EF4-FFF2-40B4-BE49-F238E27FC236}">
                    <a16:creationId xmlns:a16="http://schemas.microsoft.com/office/drawing/2014/main" id="{D63A7A1A-3CA2-4850-47CE-1B0D826D765B}"/>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id="{4E1AA74F-28B0-0665-A2EA-AFD83DB6DD31}"/>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a:extLst>
                  <a:ext uri="{FF2B5EF4-FFF2-40B4-BE49-F238E27FC236}">
                    <a16:creationId xmlns:a16="http://schemas.microsoft.com/office/drawing/2014/main" id="{D4A530F4-3B69-6193-8255-98C0FA0EFB3C}"/>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BDC3C211-50BE-3E2A-77A2-A6361E136F19}"/>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a:extLst>
                  <a:ext uri="{FF2B5EF4-FFF2-40B4-BE49-F238E27FC236}">
                    <a16:creationId xmlns:a16="http://schemas.microsoft.com/office/drawing/2014/main" id="{3857B63B-1945-2301-2D36-73BDDC61851A}"/>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43680CAA-3FA1-51FE-C332-A05AABD696DC}"/>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a:extLst>
                  <a:ext uri="{FF2B5EF4-FFF2-40B4-BE49-F238E27FC236}">
                    <a16:creationId xmlns:a16="http://schemas.microsoft.com/office/drawing/2014/main" id="{6C83F996-5A4C-62FE-F7DD-65FBAA893C81}"/>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725D8D43-A1EB-CE70-9A52-0B9E83AF5E7A}"/>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a:extLst>
                  <a:ext uri="{FF2B5EF4-FFF2-40B4-BE49-F238E27FC236}">
                    <a16:creationId xmlns:a16="http://schemas.microsoft.com/office/drawing/2014/main" id="{247453FD-8543-C6A2-E729-983B45525CB3}"/>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2BBD6A59-5A82-F4E4-7926-4DEDB631B3D8}"/>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8" name="文本框 117">
              <a:extLst>
                <a:ext uri="{FF2B5EF4-FFF2-40B4-BE49-F238E27FC236}">
                  <a16:creationId xmlns:a16="http://schemas.microsoft.com/office/drawing/2014/main" id="{8E71659B-86F7-9737-2F1E-9925B887915D}"/>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410797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6FBB-1AAF-3A4B-216D-6870E37179B9}"/>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5F69E6ED-863A-366A-ED99-DC627EDDACAA}"/>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0" y="-4599"/>
            <a:ext cx="12195959" cy="6860227"/>
          </a:xfrm>
          <a:prstGeom prst="rect">
            <a:avLst/>
          </a:prstGeom>
        </p:spPr>
      </p:pic>
      <p:sp>
        <p:nvSpPr>
          <p:cNvPr id="5" name="矩形 4">
            <a:extLst>
              <a:ext uri="{FF2B5EF4-FFF2-40B4-BE49-F238E27FC236}">
                <a16:creationId xmlns:a16="http://schemas.microsoft.com/office/drawing/2014/main" id="{83A44034-92DC-2378-24A7-3C22B8C171F1}"/>
              </a:ext>
            </a:extLst>
          </p:cNvPr>
          <p:cNvSpPr/>
          <p:nvPr/>
        </p:nvSpPr>
        <p:spPr>
          <a:xfrm>
            <a:off x="-1" y="-4599"/>
            <a:ext cx="12183823" cy="6855628"/>
          </a:xfrm>
          <a:prstGeom prst="rect">
            <a:avLst/>
          </a:prstGeom>
          <a:solidFill>
            <a:schemeClr val="tx2">
              <a:lumMod val="20000"/>
              <a:lumOff val="80000"/>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a:extLst>
              <a:ext uri="{FF2B5EF4-FFF2-40B4-BE49-F238E27FC236}">
                <a16:creationId xmlns:a16="http://schemas.microsoft.com/office/drawing/2014/main" id="{DB20063D-60C6-508B-AB1F-1A3CF84E20F5}"/>
              </a:ext>
            </a:extLst>
          </p:cNvPr>
          <p:cNvSpPr/>
          <p:nvPr/>
        </p:nvSpPr>
        <p:spPr>
          <a:xfrm rot="5400000" flipH="1">
            <a:off x="897174" y="-403890"/>
            <a:ext cx="354727" cy="2149075"/>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1619" h="1210803">
                <a:moveTo>
                  <a:pt x="186254" y="654360"/>
                </a:moveTo>
                <a:lnTo>
                  <a:pt x="321619" y="654360"/>
                </a:lnTo>
                <a:lnTo>
                  <a:pt x="321619" y="1206073"/>
                </a:lnTo>
                <a:lnTo>
                  <a:pt x="186254" y="1206073"/>
                </a:lnTo>
                <a:close/>
                <a:moveTo>
                  <a:pt x="0" y="4730"/>
                </a:moveTo>
                <a:lnTo>
                  <a:pt x="146621" y="4730"/>
                </a:lnTo>
                <a:lnTo>
                  <a:pt x="146621" y="359457"/>
                </a:lnTo>
                <a:lnTo>
                  <a:pt x="0" y="359457"/>
                </a:lnTo>
                <a:close/>
                <a:moveTo>
                  <a:pt x="174999" y="0"/>
                </a:moveTo>
                <a:lnTo>
                  <a:pt x="316890" y="4730"/>
                </a:lnTo>
                <a:lnTo>
                  <a:pt x="316890" y="449322"/>
                </a:lnTo>
                <a:lnTo>
                  <a:pt x="141891" y="605402"/>
                </a:lnTo>
                <a:lnTo>
                  <a:pt x="141891" y="1210803"/>
                </a:lnTo>
                <a:lnTo>
                  <a:pt x="0" y="1210803"/>
                </a:lnTo>
                <a:lnTo>
                  <a:pt x="0" y="534456"/>
                </a:lnTo>
                <a:lnTo>
                  <a:pt x="179729" y="392565"/>
                </a:lnTo>
                <a:close/>
              </a:path>
            </a:pathLst>
          </a:custGeom>
          <a:gradFill flip="none" rotWithShape="1">
            <a:gsLst>
              <a:gs pos="100000">
                <a:srgbClr val="EFD349">
                  <a:alpha val="35000"/>
                </a:srgbClr>
              </a:gs>
              <a:gs pos="0">
                <a:srgbClr val="EFD349"/>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4" name="任意多边形: 形状 53">
            <a:extLst>
              <a:ext uri="{FF2B5EF4-FFF2-40B4-BE49-F238E27FC236}">
                <a16:creationId xmlns:a16="http://schemas.microsoft.com/office/drawing/2014/main" id="{25884BC9-1634-725C-89F8-F2D5045DC9F1}"/>
              </a:ext>
            </a:extLst>
          </p:cNvPr>
          <p:cNvSpPr/>
          <p:nvPr/>
        </p:nvSpPr>
        <p:spPr>
          <a:xfrm>
            <a:off x="8177" y="210600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33ED125A-3A27-F3A9-907C-F6DE0DB81370}"/>
              </a:ext>
            </a:extLst>
          </p:cNvPr>
          <p:cNvSpPr txBox="1"/>
          <p:nvPr/>
        </p:nvSpPr>
        <p:spPr>
          <a:xfrm>
            <a:off x="196093" y="208982"/>
            <a:ext cx="5012515" cy="923330"/>
          </a:xfrm>
          <a:prstGeom prst="rect">
            <a:avLst/>
          </a:prstGeom>
          <a:noFill/>
        </p:spPr>
        <p:txBody>
          <a:bodyPr wrap="square" rtlCol="0">
            <a:spAutoFit/>
          </a:bodyPr>
          <a:lstStyle/>
          <a:p>
            <a:r>
              <a:rPr lang="zh-CN" altLang="en-US" sz="5400" b="1" dirty="0">
                <a:solidFill>
                  <a:srgbClr val="333333"/>
                </a:solidFill>
                <a:latin typeface="思源宋体 CN Heavy" panose="02020900000000000000" pitchFamily="18" charset="-122"/>
                <a:ea typeface="思源宋体 CN Heavy" panose="02020900000000000000" pitchFamily="18" charset="-122"/>
              </a:rPr>
              <a:t>自动化系统原理</a:t>
            </a:r>
          </a:p>
        </p:txBody>
      </p:sp>
      <p:grpSp>
        <p:nvGrpSpPr>
          <p:cNvPr id="39" name="组合 38">
            <a:extLst>
              <a:ext uri="{FF2B5EF4-FFF2-40B4-BE49-F238E27FC236}">
                <a16:creationId xmlns:a16="http://schemas.microsoft.com/office/drawing/2014/main" id="{0D7B16F3-0BCC-7B4C-01DF-2D940FF8E203}"/>
              </a:ext>
            </a:extLst>
          </p:cNvPr>
          <p:cNvGrpSpPr/>
          <p:nvPr/>
        </p:nvGrpSpPr>
        <p:grpSpPr>
          <a:xfrm rot="10800000">
            <a:off x="9384476" y="424497"/>
            <a:ext cx="2799347" cy="529160"/>
            <a:chOff x="0" y="3336758"/>
            <a:chExt cx="2799347" cy="529160"/>
          </a:xfrm>
          <a:solidFill>
            <a:srgbClr val="EFD349"/>
          </a:solidFill>
        </p:grpSpPr>
        <p:sp>
          <p:nvSpPr>
            <p:cNvPr id="40" name="矩形 39">
              <a:extLst>
                <a:ext uri="{FF2B5EF4-FFF2-40B4-BE49-F238E27FC236}">
                  <a16:creationId xmlns:a16="http://schemas.microsoft.com/office/drawing/2014/main" id="{30A3D1C3-CE2F-C74E-1F19-68050D6F6E49}"/>
                </a:ext>
              </a:extLst>
            </p:cNvPr>
            <p:cNvSpPr/>
            <p:nvPr/>
          </p:nvSpPr>
          <p:spPr>
            <a:xfrm>
              <a:off x="1010653" y="3501190"/>
              <a:ext cx="178869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322851EF-5543-488A-D758-A0013F04C5E5}"/>
                </a:ext>
              </a:extLst>
            </p:cNvPr>
            <p:cNvSpPr/>
            <p:nvPr/>
          </p:nvSpPr>
          <p:spPr>
            <a:xfrm>
              <a:off x="0" y="3637778"/>
              <a:ext cx="1010653"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41">
              <a:extLst>
                <a:ext uri="{FF2B5EF4-FFF2-40B4-BE49-F238E27FC236}">
                  <a16:creationId xmlns:a16="http://schemas.microsoft.com/office/drawing/2014/main" id="{DFEAF8DC-F217-5BD1-7F48-BC293CDD487A}"/>
                </a:ext>
              </a:extLst>
            </p:cNvPr>
            <p:cNvSpPr/>
            <p:nvPr/>
          </p:nvSpPr>
          <p:spPr>
            <a:xfrm>
              <a:off x="1147010" y="3637777"/>
              <a:ext cx="1652337"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42">
              <a:extLst>
                <a:ext uri="{FF2B5EF4-FFF2-40B4-BE49-F238E27FC236}">
                  <a16:creationId xmlns:a16="http://schemas.microsoft.com/office/drawing/2014/main" id="{3F624827-98A8-F937-6406-CEA90FA11C54}"/>
                </a:ext>
              </a:extLst>
            </p:cNvPr>
            <p:cNvSpPr/>
            <p:nvPr/>
          </p:nvSpPr>
          <p:spPr>
            <a:xfrm>
              <a:off x="1" y="3501190"/>
              <a:ext cx="866274" cy="7619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2CA04FEA-C636-9505-7D1F-FD80C79DC74F}"/>
                </a:ext>
              </a:extLst>
            </p:cNvPr>
            <p:cNvSpPr/>
            <p:nvPr/>
          </p:nvSpPr>
          <p:spPr>
            <a:xfrm>
              <a:off x="1050756" y="3629570"/>
              <a:ext cx="45719" cy="20449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C3525B5-041C-3774-247A-1AEC5F2742E8}"/>
                </a:ext>
              </a:extLst>
            </p:cNvPr>
            <p:cNvSpPr/>
            <p:nvPr/>
          </p:nvSpPr>
          <p:spPr>
            <a:xfrm>
              <a:off x="915604" y="3336758"/>
              <a:ext cx="45719" cy="26667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68DDC1F1-195E-B18B-5A1A-B2A99D4FC9D6}"/>
                </a:ext>
              </a:extLst>
            </p:cNvPr>
            <p:cNvSpPr/>
            <p:nvPr/>
          </p:nvSpPr>
          <p:spPr>
            <a:xfrm>
              <a:off x="915603" y="3731817"/>
              <a:ext cx="45719" cy="10224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3D841709-724B-1C9A-5DD5-BF57DBD8856B}"/>
                </a:ext>
              </a:extLst>
            </p:cNvPr>
            <p:cNvSpPr/>
            <p:nvPr/>
          </p:nvSpPr>
          <p:spPr>
            <a:xfrm flipH="1">
              <a:off x="1051958" y="3336758"/>
              <a:ext cx="45719" cy="13834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B2F80F1E-7BF0-5C7E-F76B-FFBDA79A2327}"/>
                </a:ext>
              </a:extLst>
            </p:cNvPr>
            <p:cNvSpPr/>
            <p:nvPr/>
          </p:nvSpPr>
          <p:spPr>
            <a:xfrm>
              <a:off x="2720735" y="3342241"/>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FBDCA314-AC70-DC86-CDD0-C30D72DF5027}"/>
                </a:ext>
              </a:extLst>
            </p:cNvPr>
            <p:cNvSpPr/>
            <p:nvPr/>
          </p:nvSpPr>
          <p:spPr>
            <a:xfrm>
              <a:off x="2720736" y="3782940"/>
              <a:ext cx="78611" cy="8297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a:extLst>
              <a:ext uri="{FF2B5EF4-FFF2-40B4-BE49-F238E27FC236}">
                <a16:creationId xmlns:a16="http://schemas.microsoft.com/office/drawing/2014/main" id="{FA27E1FB-90D8-D65F-A043-D01678B83AC4}"/>
              </a:ext>
            </a:extLst>
          </p:cNvPr>
          <p:cNvGrpSpPr/>
          <p:nvPr/>
        </p:nvGrpSpPr>
        <p:grpSpPr>
          <a:xfrm>
            <a:off x="1320799" y="3619252"/>
            <a:ext cx="2509521" cy="579120"/>
            <a:chOff x="924559" y="3068320"/>
            <a:chExt cx="2509521" cy="579120"/>
          </a:xfrm>
        </p:grpSpPr>
        <p:sp>
          <p:nvSpPr>
            <p:cNvPr id="8" name="矩形 7">
              <a:extLst>
                <a:ext uri="{FF2B5EF4-FFF2-40B4-BE49-F238E27FC236}">
                  <a16:creationId xmlns:a16="http://schemas.microsoft.com/office/drawing/2014/main" id="{E01EFC57-3EEC-1BB0-D16A-D1D81579C850}"/>
                </a:ext>
              </a:extLst>
            </p:cNvPr>
            <p:cNvSpPr/>
            <p:nvPr/>
          </p:nvSpPr>
          <p:spPr>
            <a:xfrm>
              <a:off x="924560" y="3068320"/>
              <a:ext cx="2509520" cy="579120"/>
            </a:xfrm>
            <a:prstGeom prst="rect">
              <a:avLst/>
            </a:prstGeom>
            <a:solidFill>
              <a:srgbClr val="3636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5" name="图片 74">
              <a:extLst>
                <a:ext uri="{FF2B5EF4-FFF2-40B4-BE49-F238E27FC236}">
                  <a16:creationId xmlns:a16="http://schemas.microsoft.com/office/drawing/2014/main" id="{4E236FB5-8EEA-AE73-BB1E-68BC1C0DD184}"/>
                </a:ext>
              </a:extLst>
            </p:cNvPr>
            <p:cNvPicPr>
              <a:picLocks noChangeAspect="1"/>
            </p:cNvPicPr>
            <p:nvPr/>
          </p:nvPicPr>
          <p:blipFill>
            <a:blip r:embed="rId4">
              <a:alphaModFix amt="20000"/>
            </a:blip>
            <a:stretch>
              <a:fillRect/>
            </a:stretch>
          </p:blipFill>
          <p:spPr>
            <a:xfrm>
              <a:off x="1055428" y="3139936"/>
              <a:ext cx="2247783" cy="435887"/>
            </a:xfrm>
            <a:prstGeom prst="rect">
              <a:avLst/>
            </a:prstGeom>
          </p:spPr>
        </p:pic>
        <p:sp>
          <p:nvSpPr>
            <p:cNvPr id="76" name="矩形 75">
              <a:extLst>
                <a:ext uri="{FF2B5EF4-FFF2-40B4-BE49-F238E27FC236}">
                  <a16:creationId xmlns:a16="http://schemas.microsoft.com/office/drawing/2014/main" id="{5F78EAC4-926E-60A5-5B79-7D0AB28B81C9}"/>
                </a:ext>
              </a:extLst>
            </p:cNvPr>
            <p:cNvSpPr/>
            <p:nvPr/>
          </p:nvSpPr>
          <p:spPr>
            <a:xfrm>
              <a:off x="9245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4562AFF2-F708-6EEC-B1DC-867E1F998326}"/>
                </a:ext>
              </a:extLst>
            </p:cNvPr>
            <p:cNvSpPr/>
            <p:nvPr/>
          </p:nvSpPr>
          <p:spPr>
            <a:xfrm>
              <a:off x="33629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CCBC7DB7-ACE6-66A4-99E7-ED0300A8E9D6}"/>
                </a:ext>
              </a:extLst>
            </p:cNvPr>
            <p:cNvSpPr txBox="1"/>
            <p:nvPr/>
          </p:nvSpPr>
          <p:spPr>
            <a:xfrm>
              <a:off x="1451154" y="3114158"/>
              <a:ext cx="1456329" cy="461665"/>
            </a:xfrm>
            <a:prstGeom prst="rect">
              <a:avLst/>
            </a:prstGeom>
            <a:noFill/>
          </p:spPr>
          <p:txBody>
            <a:bodyPr wrap="square" rtlCol="0">
              <a:spAutoFit/>
            </a:bodyPr>
            <a:lstStyle/>
            <a:p>
              <a:pPr algn="dist"/>
              <a:r>
                <a:rPr lang="zh-CN" altLang="en-US" sz="2400" b="1" dirty="0">
                  <a:solidFill>
                    <a:schemeClr val="bg1"/>
                  </a:solidFill>
                  <a:latin typeface="微软雅黑" panose="020B0503020204020204" pitchFamily="34" charset="-122"/>
                  <a:ea typeface="微软雅黑" panose="020B0503020204020204" pitchFamily="34" charset="-122"/>
                </a:rPr>
                <a:t>输入节点</a:t>
              </a:r>
            </a:p>
          </p:txBody>
        </p:sp>
      </p:grpSp>
      <p:sp>
        <p:nvSpPr>
          <p:cNvPr id="80" name="箭头: 圆角右 79">
            <a:extLst>
              <a:ext uri="{FF2B5EF4-FFF2-40B4-BE49-F238E27FC236}">
                <a16:creationId xmlns:a16="http://schemas.microsoft.com/office/drawing/2014/main" id="{195BA3D7-0F33-5329-6D49-0E042FD7CB5D}"/>
              </a:ext>
            </a:extLst>
          </p:cNvPr>
          <p:cNvSpPr/>
          <p:nvPr/>
        </p:nvSpPr>
        <p:spPr>
          <a:xfrm>
            <a:off x="2466903" y="2519421"/>
            <a:ext cx="2072639" cy="923330"/>
          </a:xfrm>
          <a:prstGeom prst="bentArrow">
            <a:avLst>
              <a:gd name="adj1" fmla="val 17297"/>
              <a:gd name="adj2" fmla="val 25262"/>
              <a:gd name="adj3" fmla="val 25000"/>
              <a:gd name="adj4" fmla="val 24208"/>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81" name="组合 80">
            <a:extLst>
              <a:ext uri="{FF2B5EF4-FFF2-40B4-BE49-F238E27FC236}">
                <a16:creationId xmlns:a16="http://schemas.microsoft.com/office/drawing/2014/main" id="{61837EAF-A697-E48A-A5A7-C7AF7A6A308D}"/>
              </a:ext>
            </a:extLst>
          </p:cNvPr>
          <p:cNvGrpSpPr/>
          <p:nvPr/>
        </p:nvGrpSpPr>
        <p:grpSpPr>
          <a:xfrm>
            <a:off x="4863844" y="2458438"/>
            <a:ext cx="2509521" cy="579120"/>
            <a:chOff x="924559" y="3068320"/>
            <a:chExt cx="2509521" cy="579120"/>
          </a:xfrm>
        </p:grpSpPr>
        <p:sp>
          <p:nvSpPr>
            <p:cNvPr id="82" name="矩形 81">
              <a:extLst>
                <a:ext uri="{FF2B5EF4-FFF2-40B4-BE49-F238E27FC236}">
                  <a16:creationId xmlns:a16="http://schemas.microsoft.com/office/drawing/2014/main" id="{6B00C51B-BF33-1C7A-4ED0-8D27D373C4EA}"/>
                </a:ext>
              </a:extLst>
            </p:cNvPr>
            <p:cNvSpPr/>
            <p:nvPr/>
          </p:nvSpPr>
          <p:spPr>
            <a:xfrm>
              <a:off x="924560" y="3068320"/>
              <a:ext cx="2509520" cy="579120"/>
            </a:xfrm>
            <a:prstGeom prst="rect">
              <a:avLst/>
            </a:prstGeom>
            <a:solidFill>
              <a:srgbClr val="3636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3" name="图片 82">
              <a:extLst>
                <a:ext uri="{FF2B5EF4-FFF2-40B4-BE49-F238E27FC236}">
                  <a16:creationId xmlns:a16="http://schemas.microsoft.com/office/drawing/2014/main" id="{72BD3A46-EC79-B5FC-A69E-0DC81F45301E}"/>
                </a:ext>
              </a:extLst>
            </p:cNvPr>
            <p:cNvPicPr>
              <a:picLocks noChangeAspect="1"/>
            </p:cNvPicPr>
            <p:nvPr/>
          </p:nvPicPr>
          <p:blipFill>
            <a:blip r:embed="rId4">
              <a:alphaModFix amt="20000"/>
            </a:blip>
            <a:stretch>
              <a:fillRect/>
            </a:stretch>
          </p:blipFill>
          <p:spPr>
            <a:xfrm>
              <a:off x="1055428" y="3139936"/>
              <a:ext cx="2247783" cy="435887"/>
            </a:xfrm>
            <a:prstGeom prst="rect">
              <a:avLst/>
            </a:prstGeom>
          </p:spPr>
        </p:pic>
        <p:sp>
          <p:nvSpPr>
            <p:cNvPr id="84" name="矩形 83">
              <a:extLst>
                <a:ext uri="{FF2B5EF4-FFF2-40B4-BE49-F238E27FC236}">
                  <a16:creationId xmlns:a16="http://schemas.microsoft.com/office/drawing/2014/main" id="{C548331D-7E1D-1FD1-8595-689DD4D5BF04}"/>
                </a:ext>
              </a:extLst>
            </p:cNvPr>
            <p:cNvSpPr/>
            <p:nvPr/>
          </p:nvSpPr>
          <p:spPr>
            <a:xfrm>
              <a:off x="9245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a:extLst>
                <a:ext uri="{FF2B5EF4-FFF2-40B4-BE49-F238E27FC236}">
                  <a16:creationId xmlns:a16="http://schemas.microsoft.com/office/drawing/2014/main" id="{9969558E-5208-8979-2D8D-89D7E129EDF8}"/>
                </a:ext>
              </a:extLst>
            </p:cNvPr>
            <p:cNvSpPr/>
            <p:nvPr/>
          </p:nvSpPr>
          <p:spPr>
            <a:xfrm>
              <a:off x="33629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E1CCDC54-F4E8-2532-0B45-22EF0C4FE4B1}"/>
                </a:ext>
              </a:extLst>
            </p:cNvPr>
            <p:cNvSpPr txBox="1"/>
            <p:nvPr/>
          </p:nvSpPr>
          <p:spPr>
            <a:xfrm>
              <a:off x="1451154" y="3114158"/>
              <a:ext cx="1456329" cy="461665"/>
            </a:xfrm>
            <a:prstGeom prst="rect">
              <a:avLst/>
            </a:prstGeom>
            <a:noFill/>
          </p:spPr>
          <p:txBody>
            <a:bodyPr wrap="square" rtlCol="0">
              <a:spAutoFit/>
            </a:bodyPr>
            <a:lstStyle/>
            <a:p>
              <a:pPr algn="dist"/>
              <a:r>
                <a:rPr lang="zh-CN" altLang="en-US" sz="2400" b="1" dirty="0">
                  <a:solidFill>
                    <a:schemeClr val="bg1"/>
                  </a:solidFill>
                  <a:latin typeface="微软雅黑" panose="020B0503020204020204" pitchFamily="34" charset="-122"/>
                  <a:ea typeface="微软雅黑" panose="020B0503020204020204" pitchFamily="34" charset="-122"/>
                </a:rPr>
                <a:t>输入节点</a:t>
              </a:r>
            </a:p>
          </p:txBody>
        </p:sp>
      </p:grpSp>
      <p:sp>
        <p:nvSpPr>
          <p:cNvPr id="87" name="箭头: 圆角右 86">
            <a:extLst>
              <a:ext uri="{FF2B5EF4-FFF2-40B4-BE49-F238E27FC236}">
                <a16:creationId xmlns:a16="http://schemas.microsoft.com/office/drawing/2014/main" id="{A24BC1B7-7EB9-D084-E519-1F365911AA3A}"/>
              </a:ext>
            </a:extLst>
          </p:cNvPr>
          <p:cNvSpPr/>
          <p:nvPr/>
        </p:nvSpPr>
        <p:spPr>
          <a:xfrm flipV="1">
            <a:off x="2447794" y="4441946"/>
            <a:ext cx="2072639" cy="830199"/>
          </a:xfrm>
          <a:prstGeom prst="bentArrow">
            <a:avLst>
              <a:gd name="adj1" fmla="val 17297"/>
              <a:gd name="adj2" fmla="val 25262"/>
              <a:gd name="adj3" fmla="val 25000"/>
              <a:gd name="adj4" fmla="val 24208"/>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88" name="组合 87">
            <a:extLst>
              <a:ext uri="{FF2B5EF4-FFF2-40B4-BE49-F238E27FC236}">
                <a16:creationId xmlns:a16="http://schemas.microsoft.com/office/drawing/2014/main" id="{EE343526-6B54-BDB5-8ABB-5EE9AB870FDD}"/>
              </a:ext>
            </a:extLst>
          </p:cNvPr>
          <p:cNvGrpSpPr/>
          <p:nvPr/>
        </p:nvGrpSpPr>
        <p:grpSpPr>
          <a:xfrm>
            <a:off x="4843524" y="4780989"/>
            <a:ext cx="2509521" cy="579120"/>
            <a:chOff x="924559" y="3068320"/>
            <a:chExt cx="2509521" cy="579120"/>
          </a:xfrm>
        </p:grpSpPr>
        <p:sp>
          <p:nvSpPr>
            <p:cNvPr id="89" name="矩形 88">
              <a:extLst>
                <a:ext uri="{FF2B5EF4-FFF2-40B4-BE49-F238E27FC236}">
                  <a16:creationId xmlns:a16="http://schemas.microsoft.com/office/drawing/2014/main" id="{2EAF43E2-BA4F-E770-0F19-4EC83023726A}"/>
                </a:ext>
              </a:extLst>
            </p:cNvPr>
            <p:cNvSpPr/>
            <p:nvPr/>
          </p:nvSpPr>
          <p:spPr>
            <a:xfrm>
              <a:off x="924560" y="3068320"/>
              <a:ext cx="2509520" cy="579120"/>
            </a:xfrm>
            <a:prstGeom prst="rect">
              <a:avLst/>
            </a:prstGeom>
            <a:solidFill>
              <a:srgbClr val="3636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0" name="图片 89">
              <a:extLst>
                <a:ext uri="{FF2B5EF4-FFF2-40B4-BE49-F238E27FC236}">
                  <a16:creationId xmlns:a16="http://schemas.microsoft.com/office/drawing/2014/main" id="{4E262038-21F3-2DCE-C016-0078C34D27D4}"/>
                </a:ext>
              </a:extLst>
            </p:cNvPr>
            <p:cNvPicPr>
              <a:picLocks noChangeAspect="1"/>
            </p:cNvPicPr>
            <p:nvPr/>
          </p:nvPicPr>
          <p:blipFill>
            <a:blip r:embed="rId4">
              <a:alphaModFix amt="20000"/>
            </a:blip>
            <a:stretch>
              <a:fillRect/>
            </a:stretch>
          </p:blipFill>
          <p:spPr>
            <a:xfrm>
              <a:off x="1055428" y="3139936"/>
              <a:ext cx="2247783" cy="435887"/>
            </a:xfrm>
            <a:prstGeom prst="rect">
              <a:avLst/>
            </a:prstGeom>
          </p:spPr>
        </p:pic>
        <p:sp>
          <p:nvSpPr>
            <p:cNvPr id="91" name="矩形 90">
              <a:extLst>
                <a:ext uri="{FF2B5EF4-FFF2-40B4-BE49-F238E27FC236}">
                  <a16:creationId xmlns:a16="http://schemas.microsoft.com/office/drawing/2014/main" id="{E62A442B-BB21-2BB9-BCA7-478A3C6DB8D2}"/>
                </a:ext>
              </a:extLst>
            </p:cNvPr>
            <p:cNvSpPr/>
            <p:nvPr/>
          </p:nvSpPr>
          <p:spPr>
            <a:xfrm>
              <a:off x="9245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696A9B66-8C8C-D3C8-69B5-CBC62167A99E}"/>
                </a:ext>
              </a:extLst>
            </p:cNvPr>
            <p:cNvSpPr/>
            <p:nvPr/>
          </p:nvSpPr>
          <p:spPr>
            <a:xfrm>
              <a:off x="33629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B21D42F5-2CCC-8C0E-ABBD-01FA23D89867}"/>
                </a:ext>
              </a:extLst>
            </p:cNvPr>
            <p:cNvSpPr txBox="1"/>
            <p:nvPr/>
          </p:nvSpPr>
          <p:spPr>
            <a:xfrm>
              <a:off x="1451154" y="3114158"/>
              <a:ext cx="1456329" cy="461665"/>
            </a:xfrm>
            <a:prstGeom prst="rect">
              <a:avLst/>
            </a:prstGeom>
            <a:noFill/>
          </p:spPr>
          <p:txBody>
            <a:bodyPr wrap="square" rtlCol="0">
              <a:spAutoFit/>
            </a:bodyPr>
            <a:lstStyle/>
            <a:p>
              <a:pPr algn="dist"/>
              <a:r>
                <a:rPr lang="zh-CN" altLang="en-US" sz="2400" b="1" dirty="0">
                  <a:solidFill>
                    <a:schemeClr val="bg1"/>
                  </a:solidFill>
                  <a:latin typeface="微软雅黑" panose="020B0503020204020204" pitchFamily="34" charset="-122"/>
                  <a:ea typeface="微软雅黑" panose="020B0503020204020204" pitchFamily="34" charset="-122"/>
                </a:rPr>
                <a:t>输入节点</a:t>
              </a:r>
            </a:p>
          </p:txBody>
        </p:sp>
      </p:grpSp>
      <p:sp>
        <p:nvSpPr>
          <p:cNvPr id="95" name="箭头: 圆角右 94">
            <a:extLst>
              <a:ext uri="{FF2B5EF4-FFF2-40B4-BE49-F238E27FC236}">
                <a16:creationId xmlns:a16="http://schemas.microsoft.com/office/drawing/2014/main" id="{2DAF62E5-D80E-FE37-8C52-57D7C046F734}"/>
              </a:ext>
            </a:extLst>
          </p:cNvPr>
          <p:cNvSpPr/>
          <p:nvPr/>
        </p:nvSpPr>
        <p:spPr>
          <a:xfrm rot="5400000">
            <a:off x="8297102" y="2019535"/>
            <a:ext cx="830199" cy="2091749"/>
          </a:xfrm>
          <a:prstGeom prst="bentArrow">
            <a:avLst>
              <a:gd name="adj1" fmla="val 15266"/>
              <a:gd name="adj2" fmla="val 29015"/>
              <a:gd name="adj3" fmla="val 25980"/>
              <a:gd name="adj4" fmla="val 18826"/>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6" name="箭头: 圆角右 95">
            <a:extLst>
              <a:ext uri="{FF2B5EF4-FFF2-40B4-BE49-F238E27FC236}">
                <a16:creationId xmlns:a16="http://schemas.microsoft.com/office/drawing/2014/main" id="{213AEC04-9DCF-AA79-63E6-5E7911A9227D}"/>
              </a:ext>
            </a:extLst>
          </p:cNvPr>
          <p:cNvSpPr/>
          <p:nvPr/>
        </p:nvSpPr>
        <p:spPr>
          <a:xfrm rot="5400000" flipH="1">
            <a:off x="8335202" y="3735114"/>
            <a:ext cx="753999" cy="2091749"/>
          </a:xfrm>
          <a:prstGeom prst="bentArrow">
            <a:avLst>
              <a:gd name="adj1" fmla="val 15266"/>
              <a:gd name="adj2" fmla="val 29015"/>
              <a:gd name="adj3" fmla="val 25980"/>
              <a:gd name="adj4" fmla="val 18826"/>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97" name="组合 96">
            <a:extLst>
              <a:ext uri="{FF2B5EF4-FFF2-40B4-BE49-F238E27FC236}">
                <a16:creationId xmlns:a16="http://schemas.microsoft.com/office/drawing/2014/main" id="{3ECDE0ED-A02E-7186-55E5-6C7478DFB601}"/>
              </a:ext>
            </a:extLst>
          </p:cNvPr>
          <p:cNvGrpSpPr/>
          <p:nvPr/>
        </p:nvGrpSpPr>
        <p:grpSpPr>
          <a:xfrm>
            <a:off x="8228457" y="3619252"/>
            <a:ext cx="2509521" cy="579120"/>
            <a:chOff x="924559" y="3068320"/>
            <a:chExt cx="2509521" cy="579120"/>
          </a:xfrm>
        </p:grpSpPr>
        <p:sp>
          <p:nvSpPr>
            <p:cNvPr id="98" name="矩形 97">
              <a:extLst>
                <a:ext uri="{FF2B5EF4-FFF2-40B4-BE49-F238E27FC236}">
                  <a16:creationId xmlns:a16="http://schemas.microsoft.com/office/drawing/2014/main" id="{123C69CB-30E1-78A5-221C-EB2E9F718A95}"/>
                </a:ext>
              </a:extLst>
            </p:cNvPr>
            <p:cNvSpPr/>
            <p:nvPr/>
          </p:nvSpPr>
          <p:spPr>
            <a:xfrm>
              <a:off x="924560" y="3068320"/>
              <a:ext cx="2509520" cy="579120"/>
            </a:xfrm>
            <a:prstGeom prst="rect">
              <a:avLst/>
            </a:prstGeom>
            <a:solidFill>
              <a:srgbClr val="3636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9" name="图片 98">
              <a:extLst>
                <a:ext uri="{FF2B5EF4-FFF2-40B4-BE49-F238E27FC236}">
                  <a16:creationId xmlns:a16="http://schemas.microsoft.com/office/drawing/2014/main" id="{C22CD990-DA52-BCBA-34C9-2E89BD8E3609}"/>
                </a:ext>
              </a:extLst>
            </p:cNvPr>
            <p:cNvPicPr>
              <a:picLocks noChangeAspect="1"/>
            </p:cNvPicPr>
            <p:nvPr/>
          </p:nvPicPr>
          <p:blipFill>
            <a:blip r:embed="rId4">
              <a:alphaModFix amt="20000"/>
            </a:blip>
            <a:stretch>
              <a:fillRect/>
            </a:stretch>
          </p:blipFill>
          <p:spPr>
            <a:xfrm>
              <a:off x="1055428" y="3139936"/>
              <a:ext cx="2247783" cy="435887"/>
            </a:xfrm>
            <a:prstGeom prst="rect">
              <a:avLst/>
            </a:prstGeom>
          </p:spPr>
        </p:pic>
        <p:sp>
          <p:nvSpPr>
            <p:cNvPr id="100" name="矩形 99">
              <a:extLst>
                <a:ext uri="{FF2B5EF4-FFF2-40B4-BE49-F238E27FC236}">
                  <a16:creationId xmlns:a16="http://schemas.microsoft.com/office/drawing/2014/main" id="{00ED12EB-9594-0FE9-ACB7-2E94BA6223E8}"/>
                </a:ext>
              </a:extLst>
            </p:cNvPr>
            <p:cNvSpPr/>
            <p:nvPr/>
          </p:nvSpPr>
          <p:spPr>
            <a:xfrm>
              <a:off x="9245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0CD01B4C-513E-0F77-831B-2CD97CFBBB57}"/>
                </a:ext>
              </a:extLst>
            </p:cNvPr>
            <p:cNvSpPr/>
            <p:nvPr/>
          </p:nvSpPr>
          <p:spPr>
            <a:xfrm>
              <a:off x="3362959" y="3068320"/>
              <a:ext cx="71121" cy="579120"/>
            </a:xfrm>
            <a:prstGeom prst="rect">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a:extLst>
                <a:ext uri="{FF2B5EF4-FFF2-40B4-BE49-F238E27FC236}">
                  <a16:creationId xmlns:a16="http://schemas.microsoft.com/office/drawing/2014/main" id="{E79041B2-B6FF-9D3C-03A8-1292F7C4AB6F}"/>
                </a:ext>
              </a:extLst>
            </p:cNvPr>
            <p:cNvSpPr txBox="1"/>
            <p:nvPr/>
          </p:nvSpPr>
          <p:spPr>
            <a:xfrm>
              <a:off x="1451154" y="3114158"/>
              <a:ext cx="1456329" cy="461665"/>
            </a:xfrm>
            <a:prstGeom prst="rect">
              <a:avLst/>
            </a:prstGeom>
            <a:noFill/>
          </p:spPr>
          <p:txBody>
            <a:bodyPr wrap="square" rtlCol="0">
              <a:spAutoFit/>
            </a:bodyPr>
            <a:lstStyle/>
            <a:p>
              <a:pPr algn="dist"/>
              <a:r>
                <a:rPr lang="zh-CN" altLang="en-US" sz="2400" b="1" dirty="0">
                  <a:solidFill>
                    <a:schemeClr val="bg1"/>
                  </a:solidFill>
                  <a:latin typeface="微软雅黑" panose="020B0503020204020204" pitchFamily="34" charset="-122"/>
                  <a:ea typeface="微软雅黑" panose="020B0503020204020204" pitchFamily="34" charset="-122"/>
                </a:rPr>
                <a:t>输入节点</a:t>
              </a:r>
            </a:p>
          </p:txBody>
        </p:sp>
      </p:grpSp>
      <p:sp>
        <p:nvSpPr>
          <p:cNvPr id="103" name="箭头: 左 102">
            <a:extLst>
              <a:ext uri="{FF2B5EF4-FFF2-40B4-BE49-F238E27FC236}">
                <a16:creationId xmlns:a16="http://schemas.microsoft.com/office/drawing/2014/main" id="{7B48607E-DB7D-8B12-D148-40301865C4A9}"/>
              </a:ext>
            </a:extLst>
          </p:cNvPr>
          <p:cNvSpPr/>
          <p:nvPr/>
        </p:nvSpPr>
        <p:spPr>
          <a:xfrm>
            <a:off x="4088571" y="3679894"/>
            <a:ext cx="3881635" cy="451610"/>
          </a:xfrm>
          <a:prstGeom prst="leftArrow">
            <a:avLst>
              <a:gd name="adj1" fmla="val 32002"/>
              <a:gd name="adj2" fmla="val 50000"/>
            </a:avLst>
          </a:prstGeom>
          <a:solidFill>
            <a:srgbClr val="EFD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79225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00000">
              <a:srgbClr val="858585"/>
            </a:gs>
            <a:gs pos="100000">
              <a:srgbClr val="606060"/>
            </a:gs>
            <a:gs pos="23000">
              <a:srgbClr val="DCDCDC"/>
            </a:gs>
            <a:gs pos="35000">
              <a:srgbClr val="D4D4D4"/>
            </a:gs>
            <a:gs pos="0">
              <a:srgbClr val="DFDEDE"/>
            </a:gs>
          </a:gsLst>
          <a:path path="circle">
            <a:fillToRect l="50000" t="50000" r="50000" b="50000"/>
          </a:path>
        </a:gradFill>
        <a:effectLst/>
      </p:bgPr>
    </p:bg>
    <p:spTree>
      <p:nvGrpSpPr>
        <p:cNvPr id="1" name="">
          <a:extLst>
            <a:ext uri="{FF2B5EF4-FFF2-40B4-BE49-F238E27FC236}">
              <a16:creationId xmlns:a16="http://schemas.microsoft.com/office/drawing/2014/main" id="{E7EA7912-02BE-2491-81E2-A5F893B6FCB7}"/>
            </a:ext>
          </a:extLst>
        </p:cNvPr>
        <p:cNvGrpSpPr/>
        <p:nvPr/>
      </p:nvGrpSpPr>
      <p:grpSpPr>
        <a:xfrm>
          <a:off x="0" y="0"/>
          <a:ext cx="0" cy="0"/>
          <a:chOff x="0" y="0"/>
          <a:chExt cx="0" cy="0"/>
        </a:xfrm>
      </p:grpSpPr>
      <p:sp>
        <p:nvSpPr>
          <p:cNvPr id="92" name="任意多边形: 形状 91">
            <a:extLst>
              <a:ext uri="{FF2B5EF4-FFF2-40B4-BE49-F238E27FC236}">
                <a16:creationId xmlns:a16="http://schemas.microsoft.com/office/drawing/2014/main" id="{4660B293-5A94-3519-BA83-D833BE964A48}"/>
              </a:ext>
            </a:extLst>
          </p:cNvPr>
          <p:cNvSpPr/>
          <p:nvPr/>
        </p:nvSpPr>
        <p:spPr>
          <a:xfrm>
            <a:off x="-35892" y="3306115"/>
            <a:ext cx="594360" cy="533400"/>
          </a:xfrm>
          <a:custGeom>
            <a:avLst/>
            <a:gdLst>
              <a:gd name="connsiteX0" fmla="*/ 0 w 594360"/>
              <a:gd name="connsiteY0" fmla="*/ 0 h 533400"/>
              <a:gd name="connsiteX1" fmla="*/ 563880 w 594360"/>
              <a:gd name="connsiteY1" fmla="*/ 289560 h 533400"/>
              <a:gd name="connsiteX2" fmla="*/ 594360 w 594360"/>
              <a:gd name="connsiteY2" fmla="*/ 502920 h 533400"/>
              <a:gd name="connsiteX3" fmla="*/ 30480 w 594360"/>
              <a:gd name="connsiteY3" fmla="*/ 533400 h 533400"/>
              <a:gd name="connsiteX4" fmla="*/ 0 w 594360"/>
              <a:gd name="connsiteY4" fmla="*/ 0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533400">
                <a:moveTo>
                  <a:pt x="0" y="0"/>
                </a:moveTo>
                <a:lnTo>
                  <a:pt x="563880" y="289560"/>
                </a:lnTo>
                <a:lnTo>
                  <a:pt x="594360" y="502920"/>
                </a:lnTo>
                <a:lnTo>
                  <a:pt x="30480" y="5334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a:extLst>
              <a:ext uri="{FF2B5EF4-FFF2-40B4-BE49-F238E27FC236}">
                <a16:creationId xmlns:a16="http://schemas.microsoft.com/office/drawing/2014/main" id="{B0278393-B4E9-9C4A-14C4-C625257E3976}"/>
              </a:ext>
            </a:extLst>
          </p:cNvPr>
          <p:cNvSpPr/>
          <p:nvPr/>
        </p:nvSpPr>
        <p:spPr>
          <a:xfrm>
            <a:off x="5773" y="1843900"/>
            <a:ext cx="1645920" cy="2606040"/>
          </a:xfrm>
          <a:custGeom>
            <a:avLst/>
            <a:gdLst>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45720 w 1645920"/>
              <a:gd name="connsiteY9" fmla="*/ 1950720 h 2606040"/>
              <a:gd name="connsiteX10" fmla="*/ 0 w 1645920"/>
              <a:gd name="connsiteY10" fmla="*/ 0 h 2606040"/>
              <a:gd name="connsiteX0" fmla="*/ 0 w 1645920"/>
              <a:gd name="connsiteY0" fmla="*/ 0 h 2606040"/>
              <a:gd name="connsiteX1" fmla="*/ 1356360 w 1645920"/>
              <a:gd name="connsiteY1" fmla="*/ 807720 h 2606040"/>
              <a:gd name="connsiteX2" fmla="*/ 1645920 w 1645920"/>
              <a:gd name="connsiteY2" fmla="*/ 1844040 h 2606040"/>
              <a:gd name="connsiteX3" fmla="*/ 1097280 w 1645920"/>
              <a:gd name="connsiteY3" fmla="*/ 1371600 h 2606040"/>
              <a:gd name="connsiteX4" fmla="*/ 960120 w 1645920"/>
              <a:gd name="connsiteY4" fmla="*/ 1356360 h 2606040"/>
              <a:gd name="connsiteX5" fmla="*/ 960120 w 1645920"/>
              <a:gd name="connsiteY5" fmla="*/ 1356360 h 2606040"/>
              <a:gd name="connsiteX6" fmla="*/ 1295400 w 1645920"/>
              <a:gd name="connsiteY6" fmla="*/ 1661160 h 2606040"/>
              <a:gd name="connsiteX7" fmla="*/ 1143000 w 1645920"/>
              <a:gd name="connsiteY7" fmla="*/ 1965960 h 2606040"/>
              <a:gd name="connsiteX8" fmla="*/ 1432560 w 1645920"/>
              <a:gd name="connsiteY8" fmla="*/ 2606040 h 2606040"/>
              <a:gd name="connsiteX9" fmla="*/ 0 w 1645920"/>
              <a:gd name="connsiteY9" fmla="*/ 1965960 h 2606040"/>
              <a:gd name="connsiteX10" fmla="*/ 0 w 1645920"/>
              <a:gd name="connsiteY10" fmla="*/ 0 h 260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5920" h="2606040">
                <a:moveTo>
                  <a:pt x="0" y="0"/>
                </a:moveTo>
                <a:lnTo>
                  <a:pt x="1356360" y="807720"/>
                </a:lnTo>
                <a:lnTo>
                  <a:pt x="1645920" y="1844040"/>
                </a:lnTo>
                <a:lnTo>
                  <a:pt x="1097280" y="1371600"/>
                </a:lnTo>
                <a:lnTo>
                  <a:pt x="960120" y="1356360"/>
                </a:lnTo>
                <a:lnTo>
                  <a:pt x="960120" y="1356360"/>
                </a:lnTo>
                <a:lnTo>
                  <a:pt x="1295400" y="1661160"/>
                </a:lnTo>
                <a:lnTo>
                  <a:pt x="1143000" y="1965960"/>
                </a:lnTo>
                <a:lnTo>
                  <a:pt x="1432560" y="2606040"/>
                </a:lnTo>
                <a:lnTo>
                  <a:pt x="0" y="196596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28D391D-A0E7-5303-EB98-C1F81362B10D}"/>
              </a:ext>
            </a:extLst>
          </p:cNvPr>
          <p:cNvSpPr/>
          <p:nvPr/>
        </p:nvSpPr>
        <p:spPr>
          <a:xfrm>
            <a:off x="3823310" y="730265"/>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D7001B52-90AF-4735-E496-ABC70DDE2D02}"/>
              </a:ext>
            </a:extLst>
          </p:cNvPr>
          <p:cNvSpPr/>
          <p:nvPr/>
        </p:nvSpPr>
        <p:spPr>
          <a:xfrm>
            <a:off x="3823311" y="2102348"/>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5A46582-3F0D-3859-1EE6-0B914FEB5679}"/>
              </a:ext>
            </a:extLst>
          </p:cNvPr>
          <p:cNvSpPr/>
          <p:nvPr/>
        </p:nvSpPr>
        <p:spPr>
          <a:xfrm>
            <a:off x="3823310" y="3474431"/>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C1BE3B4-A581-2583-A53C-41C153AE4942}"/>
              </a:ext>
            </a:extLst>
          </p:cNvPr>
          <p:cNvSpPr/>
          <p:nvPr/>
        </p:nvSpPr>
        <p:spPr>
          <a:xfrm>
            <a:off x="3823310" y="4846514"/>
            <a:ext cx="8044405" cy="1203767"/>
          </a:xfrm>
          <a:prstGeom prst="rect">
            <a:avLst/>
          </a:prstGeom>
          <a:solidFill>
            <a:srgbClr val="DEDEDE"/>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1933AF60-B271-A424-B48C-C49746DCF375}"/>
              </a:ext>
            </a:extLst>
          </p:cNvPr>
          <p:cNvGrpSpPr/>
          <p:nvPr/>
        </p:nvGrpSpPr>
        <p:grpSpPr>
          <a:xfrm>
            <a:off x="3969504" y="900349"/>
            <a:ext cx="7678034" cy="863600"/>
            <a:chOff x="3969504" y="900349"/>
            <a:chExt cx="7678034" cy="863600"/>
          </a:xfrm>
        </p:grpSpPr>
        <p:grpSp>
          <p:nvGrpSpPr>
            <p:cNvPr id="14" name="组合 13">
              <a:extLst>
                <a:ext uri="{FF2B5EF4-FFF2-40B4-BE49-F238E27FC236}">
                  <a16:creationId xmlns:a16="http://schemas.microsoft.com/office/drawing/2014/main" id="{80806208-DDDE-5637-D4B9-C29265CEB5E2}"/>
                </a:ext>
              </a:extLst>
            </p:cNvPr>
            <p:cNvGrpSpPr/>
            <p:nvPr/>
          </p:nvGrpSpPr>
          <p:grpSpPr>
            <a:xfrm>
              <a:off x="3969504" y="900349"/>
              <a:ext cx="3802026" cy="863600"/>
              <a:chOff x="4122774" y="900349"/>
              <a:chExt cx="3802026" cy="863600"/>
            </a:xfrm>
          </p:grpSpPr>
          <p:sp>
            <p:nvSpPr>
              <p:cNvPr id="11" name="任意多边形: 形状 10">
                <a:extLst>
                  <a:ext uri="{FF2B5EF4-FFF2-40B4-BE49-F238E27FC236}">
                    <a16:creationId xmlns:a16="http://schemas.microsoft.com/office/drawing/2014/main" id="{32AC76AD-A56A-6A43-F1E3-1CA236FB149A}"/>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a:extLst>
                  <a:ext uri="{FF2B5EF4-FFF2-40B4-BE49-F238E27FC236}">
                    <a16:creationId xmlns:a16="http://schemas.microsoft.com/office/drawing/2014/main" id="{A47BDF30-0E52-0917-E70A-38960BF4A1DC}"/>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649DC23E-2AE6-53B2-9B2D-687C1A14898D}"/>
                </a:ext>
              </a:extLst>
            </p:cNvPr>
            <p:cNvGrpSpPr/>
            <p:nvPr/>
          </p:nvGrpSpPr>
          <p:grpSpPr>
            <a:xfrm>
              <a:off x="7845512" y="900349"/>
              <a:ext cx="3802026" cy="863600"/>
              <a:chOff x="4122774" y="900349"/>
              <a:chExt cx="3802026" cy="863600"/>
            </a:xfrm>
          </p:grpSpPr>
          <p:sp>
            <p:nvSpPr>
              <p:cNvPr id="16" name="任意多边形: 形状 15">
                <a:extLst>
                  <a:ext uri="{FF2B5EF4-FFF2-40B4-BE49-F238E27FC236}">
                    <a16:creationId xmlns:a16="http://schemas.microsoft.com/office/drawing/2014/main" id="{2E1697CD-BA6F-C653-CA8A-ECB8B7641DB2}"/>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D8F5BDA1-1F1B-0D5F-03ED-A9B27B033F11}"/>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1002355C-FD87-BBB5-DE2A-07F30C6451D6}"/>
              </a:ext>
            </a:extLst>
          </p:cNvPr>
          <p:cNvGrpSpPr/>
          <p:nvPr/>
        </p:nvGrpSpPr>
        <p:grpSpPr>
          <a:xfrm>
            <a:off x="3969504" y="2272431"/>
            <a:ext cx="7678034" cy="863600"/>
            <a:chOff x="3969504" y="900349"/>
            <a:chExt cx="7678034" cy="863600"/>
          </a:xfrm>
        </p:grpSpPr>
        <p:grpSp>
          <p:nvGrpSpPr>
            <p:cNvPr id="20" name="组合 19">
              <a:extLst>
                <a:ext uri="{FF2B5EF4-FFF2-40B4-BE49-F238E27FC236}">
                  <a16:creationId xmlns:a16="http://schemas.microsoft.com/office/drawing/2014/main" id="{9CAF4494-7076-1585-17D9-582DC4A88607}"/>
                </a:ext>
              </a:extLst>
            </p:cNvPr>
            <p:cNvGrpSpPr/>
            <p:nvPr/>
          </p:nvGrpSpPr>
          <p:grpSpPr>
            <a:xfrm>
              <a:off x="3969504" y="900349"/>
              <a:ext cx="3802026" cy="863600"/>
              <a:chOff x="4122774" y="900349"/>
              <a:chExt cx="3802026" cy="863600"/>
            </a:xfrm>
          </p:grpSpPr>
          <p:sp>
            <p:nvSpPr>
              <p:cNvPr id="24" name="任意多边形: 形状 23">
                <a:extLst>
                  <a:ext uri="{FF2B5EF4-FFF2-40B4-BE49-F238E27FC236}">
                    <a16:creationId xmlns:a16="http://schemas.microsoft.com/office/drawing/2014/main" id="{93EFB3BB-5AA7-DDBE-241B-3BD984093C6C}"/>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86E06E26-9704-5742-624F-A98E94875DD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60003D93-6E3D-B2F0-5E7C-4EF2DE2C767C}"/>
                </a:ext>
              </a:extLst>
            </p:cNvPr>
            <p:cNvGrpSpPr/>
            <p:nvPr/>
          </p:nvGrpSpPr>
          <p:grpSpPr>
            <a:xfrm>
              <a:off x="7845512" y="900349"/>
              <a:ext cx="3802026" cy="863600"/>
              <a:chOff x="4122774" y="900349"/>
              <a:chExt cx="3802026" cy="863600"/>
            </a:xfrm>
          </p:grpSpPr>
          <p:sp>
            <p:nvSpPr>
              <p:cNvPr id="22" name="任意多边形: 形状 21">
                <a:extLst>
                  <a:ext uri="{FF2B5EF4-FFF2-40B4-BE49-F238E27FC236}">
                    <a16:creationId xmlns:a16="http://schemas.microsoft.com/office/drawing/2014/main" id="{6D4156ED-92D0-23C8-D1ED-D32210EFC079}"/>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15746529-C0EC-1C83-E4E5-0EA700E2B0A7}"/>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6" name="组合 25">
            <a:extLst>
              <a:ext uri="{FF2B5EF4-FFF2-40B4-BE49-F238E27FC236}">
                <a16:creationId xmlns:a16="http://schemas.microsoft.com/office/drawing/2014/main" id="{9CF769D5-CE43-642D-0936-2B2BBE1491EB}"/>
              </a:ext>
            </a:extLst>
          </p:cNvPr>
          <p:cNvGrpSpPr/>
          <p:nvPr/>
        </p:nvGrpSpPr>
        <p:grpSpPr>
          <a:xfrm>
            <a:off x="3969504" y="3644514"/>
            <a:ext cx="7678034" cy="863600"/>
            <a:chOff x="3969504" y="900349"/>
            <a:chExt cx="7678034" cy="863600"/>
          </a:xfrm>
        </p:grpSpPr>
        <p:grpSp>
          <p:nvGrpSpPr>
            <p:cNvPr id="27" name="组合 26">
              <a:extLst>
                <a:ext uri="{FF2B5EF4-FFF2-40B4-BE49-F238E27FC236}">
                  <a16:creationId xmlns:a16="http://schemas.microsoft.com/office/drawing/2014/main" id="{2E57EB2B-CFE3-A952-1471-FB57E020259D}"/>
                </a:ext>
              </a:extLst>
            </p:cNvPr>
            <p:cNvGrpSpPr/>
            <p:nvPr/>
          </p:nvGrpSpPr>
          <p:grpSpPr>
            <a:xfrm>
              <a:off x="3969504" y="900349"/>
              <a:ext cx="3802026" cy="863600"/>
              <a:chOff x="4122774" y="900349"/>
              <a:chExt cx="3802026" cy="863600"/>
            </a:xfrm>
          </p:grpSpPr>
          <p:sp>
            <p:nvSpPr>
              <p:cNvPr id="31" name="任意多边形: 形状 30">
                <a:extLst>
                  <a:ext uri="{FF2B5EF4-FFF2-40B4-BE49-F238E27FC236}">
                    <a16:creationId xmlns:a16="http://schemas.microsoft.com/office/drawing/2014/main" id="{757B5802-F98A-6221-F6EE-E129216F8D79}"/>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a:extLst>
                  <a:ext uri="{FF2B5EF4-FFF2-40B4-BE49-F238E27FC236}">
                    <a16:creationId xmlns:a16="http://schemas.microsoft.com/office/drawing/2014/main" id="{AB6B29B4-D1C1-4A2B-B57E-D5675763B0A9}"/>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0876D237-DB52-2D44-2947-73F5D4CA17D7}"/>
                </a:ext>
              </a:extLst>
            </p:cNvPr>
            <p:cNvGrpSpPr/>
            <p:nvPr/>
          </p:nvGrpSpPr>
          <p:grpSpPr>
            <a:xfrm>
              <a:off x="7845512" y="900349"/>
              <a:ext cx="3802026" cy="863600"/>
              <a:chOff x="4122774" y="900349"/>
              <a:chExt cx="3802026" cy="863600"/>
            </a:xfrm>
          </p:grpSpPr>
          <p:sp>
            <p:nvSpPr>
              <p:cNvPr id="29" name="任意多边形: 形状 28">
                <a:extLst>
                  <a:ext uri="{FF2B5EF4-FFF2-40B4-BE49-F238E27FC236}">
                    <a16:creationId xmlns:a16="http://schemas.microsoft.com/office/drawing/2014/main" id="{3BB01531-71CC-E680-BA0D-E452A3496B14}"/>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3E6A5955-7BBD-4AFB-21C0-3C70710791FD}"/>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3" name="组合 32">
            <a:extLst>
              <a:ext uri="{FF2B5EF4-FFF2-40B4-BE49-F238E27FC236}">
                <a16:creationId xmlns:a16="http://schemas.microsoft.com/office/drawing/2014/main" id="{C6B32CDE-1160-9CB3-CCDE-37B8B7ABF004}"/>
              </a:ext>
            </a:extLst>
          </p:cNvPr>
          <p:cNvGrpSpPr/>
          <p:nvPr/>
        </p:nvGrpSpPr>
        <p:grpSpPr>
          <a:xfrm>
            <a:off x="3969504" y="5016597"/>
            <a:ext cx="7678034" cy="863600"/>
            <a:chOff x="3969504" y="900349"/>
            <a:chExt cx="7678034" cy="863600"/>
          </a:xfrm>
        </p:grpSpPr>
        <p:grpSp>
          <p:nvGrpSpPr>
            <p:cNvPr id="34" name="组合 33">
              <a:extLst>
                <a:ext uri="{FF2B5EF4-FFF2-40B4-BE49-F238E27FC236}">
                  <a16:creationId xmlns:a16="http://schemas.microsoft.com/office/drawing/2014/main" id="{56C2971E-1195-3923-F372-1CA413D27121}"/>
                </a:ext>
              </a:extLst>
            </p:cNvPr>
            <p:cNvGrpSpPr/>
            <p:nvPr/>
          </p:nvGrpSpPr>
          <p:grpSpPr>
            <a:xfrm>
              <a:off x="3969504" y="900349"/>
              <a:ext cx="3802026" cy="863600"/>
              <a:chOff x="4122774" y="900349"/>
              <a:chExt cx="3802026" cy="863600"/>
            </a:xfrm>
          </p:grpSpPr>
          <p:sp>
            <p:nvSpPr>
              <p:cNvPr id="38" name="任意多边形: 形状 37">
                <a:extLst>
                  <a:ext uri="{FF2B5EF4-FFF2-40B4-BE49-F238E27FC236}">
                    <a16:creationId xmlns:a16="http://schemas.microsoft.com/office/drawing/2014/main" id="{2B97D801-9C04-44C5-88D3-8A4EEFA73323}"/>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953F1877-D232-2163-983F-1C5CA7885225}"/>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ED57DFA8-3FE7-7FFC-887A-365AAF8DDADB}"/>
                </a:ext>
              </a:extLst>
            </p:cNvPr>
            <p:cNvGrpSpPr/>
            <p:nvPr/>
          </p:nvGrpSpPr>
          <p:grpSpPr>
            <a:xfrm>
              <a:off x="7845512" y="900349"/>
              <a:ext cx="3802026" cy="863600"/>
              <a:chOff x="4122774" y="900349"/>
              <a:chExt cx="3802026" cy="863600"/>
            </a:xfrm>
          </p:grpSpPr>
          <p:sp>
            <p:nvSpPr>
              <p:cNvPr id="36" name="任意多边形: 形状 35">
                <a:extLst>
                  <a:ext uri="{FF2B5EF4-FFF2-40B4-BE49-F238E27FC236}">
                    <a16:creationId xmlns:a16="http://schemas.microsoft.com/office/drawing/2014/main" id="{105AD423-A1AF-BAAC-051E-E1799F2F130E}"/>
                  </a:ext>
                </a:extLst>
              </p:cNvPr>
              <p:cNvSpPr/>
              <p:nvPr/>
            </p:nvSpPr>
            <p:spPr>
              <a:xfrm>
                <a:off x="4122774" y="905428"/>
                <a:ext cx="3464560" cy="853440"/>
              </a:xfrm>
              <a:custGeom>
                <a:avLst/>
                <a:gdLst>
                  <a:gd name="connsiteX0" fmla="*/ 1849120 w 3464560"/>
                  <a:gd name="connsiteY0" fmla="*/ 0 h 853440"/>
                  <a:gd name="connsiteX1" fmla="*/ 1849120 w 3464560"/>
                  <a:gd name="connsiteY1" fmla="*/ 243840 h 853440"/>
                  <a:gd name="connsiteX2" fmla="*/ 213360 w 3464560"/>
                  <a:gd name="connsiteY2" fmla="*/ 243840 h 853440"/>
                  <a:gd name="connsiteX3" fmla="*/ 213360 w 3464560"/>
                  <a:gd name="connsiteY3" fmla="*/ 325120 h 853440"/>
                  <a:gd name="connsiteX4" fmla="*/ 3464560 w 3464560"/>
                  <a:gd name="connsiteY4" fmla="*/ 325120 h 853440"/>
                  <a:gd name="connsiteX5" fmla="*/ 3464560 w 3464560"/>
                  <a:gd name="connsiteY5" fmla="*/ 528320 h 853440"/>
                  <a:gd name="connsiteX6" fmla="*/ 233680 w 3464560"/>
                  <a:gd name="connsiteY6" fmla="*/ 518160 h 853440"/>
                  <a:gd name="connsiteX7" fmla="*/ 233680 w 3464560"/>
                  <a:gd name="connsiteY7" fmla="*/ 619760 h 853440"/>
                  <a:gd name="connsiteX8" fmla="*/ 1849120 w 3464560"/>
                  <a:gd name="connsiteY8" fmla="*/ 609600 h 853440"/>
                  <a:gd name="connsiteX9" fmla="*/ 1849120 w 3464560"/>
                  <a:gd name="connsiteY9" fmla="*/ 853440 h 853440"/>
                  <a:gd name="connsiteX10" fmla="*/ 0 w 3464560"/>
                  <a:gd name="connsiteY10" fmla="*/ 843280 h 853440"/>
                  <a:gd name="connsiteX11" fmla="*/ 0 w 3464560"/>
                  <a:gd name="connsiteY11" fmla="*/ 0 h 853440"/>
                  <a:gd name="connsiteX12" fmla="*/ 1849120 w 3464560"/>
                  <a:gd name="connsiteY12" fmla="*/ 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64560" h="853440">
                    <a:moveTo>
                      <a:pt x="1849120" y="0"/>
                    </a:moveTo>
                    <a:lnTo>
                      <a:pt x="1849120" y="243840"/>
                    </a:lnTo>
                    <a:lnTo>
                      <a:pt x="213360" y="243840"/>
                    </a:lnTo>
                    <a:lnTo>
                      <a:pt x="213360" y="325120"/>
                    </a:lnTo>
                    <a:lnTo>
                      <a:pt x="3464560" y="325120"/>
                    </a:lnTo>
                    <a:lnTo>
                      <a:pt x="3464560" y="528320"/>
                    </a:lnTo>
                    <a:lnTo>
                      <a:pt x="233680" y="518160"/>
                    </a:lnTo>
                    <a:lnTo>
                      <a:pt x="233680" y="619760"/>
                    </a:lnTo>
                    <a:lnTo>
                      <a:pt x="1849120" y="609600"/>
                    </a:lnTo>
                    <a:lnTo>
                      <a:pt x="1849120" y="853440"/>
                    </a:lnTo>
                    <a:lnTo>
                      <a:pt x="0" y="843280"/>
                    </a:lnTo>
                    <a:lnTo>
                      <a:pt x="0" y="0"/>
                    </a:lnTo>
                    <a:lnTo>
                      <a:pt x="184912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BE9F563B-BC21-5AB4-1EC3-EFA46F3B9444}"/>
                  </a:ext>
                </a:extLst>
              </p:cNvPr>
              <p:cNvSpPr/>
              <p:nvPr/>
            </p:nvSpPr>
            <p:spPr>
              <a:xfrm>
                <a:off x="6065520" y="900349"/>
                <a:ext cx="1859280" cy="863600"/>
              </a:xfrm>
              <a:custGeom>
                <a:avLst/>
                <a:gdLst>
                  <a:gd name="connsiteX0" fmla="*/ 0 w 1859280"/>
                  <a:gd name="connsiteY0" fmla="*/ 0 h 863600"/>
                  <a:gd name="connsiteX1" fmla="*/ 0 w 1859280"/>
                  <a:gd name="connsiteY1" fmla="*/ 243840 h 863600"/>
                  <a:gd name="connsiteX2" fmla="*/ 1625600 w 1859280"/>
                  <a:gd name="connsiteY2" fmla="*/ 243840 h 863600"/>
                  <a:gd name="connsiteX3" fmla="*/ 1625600 w 1859280"/>
                  <a:gd name="connsiteY3" fmla="*/ 640080 h 863600"/>
                  <a:gd name="connsiteX4" fmla="*/ 0 w 1859280"/>
                  <a:gd name="connsiteY4" fmla="*/ 619760 h 863600"/>
                  <a:gd name="connsiteX5" fmla="*/ 0 w 1859280"/>
                  <a:gd name="connsiteY5" fmla="*/ 853440 h 863600"/>
                  <a:gd name="connsiteX6" fmla="*/ 1859280 w 1859280"/>
                  <a:gd name="connsiteY6" fmla="*/ 863600 h 863600"/>
                  <a:gd name="connsiteX7" fmla="*/ 1859280 w 1859280"/>
                  <a:gd name="connsiteY7" fmla="*/ 10160 h 863600"/>
                  <a:gd name="connsiteX8" fmla="*/ 0 w 1859280"/>
                  <a:gd name="connsiteY8" fmla="*/ 0 h 8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9280" h="863600">
                    <a:moveTo>
                      <a:pt x="0" y="0"/>
                    </a:moveTo>
                    <a:lnTo>
                      <a:pt x="0" y="243840"/>
                    </a:lnTo>
                    <a:lnTo>
                      <a:pt x="1625600" y="243840"/>
                    </a:lnTo>
                    <a:lnTo>
                      <a:pt x="1625600" y="640080"/>
                    </a:lnTo>
                    <a:lnTo>
                      <a:pt x="0" y="619760"/>
                    </a:lnTo>
                    <a:lnTo>
                      <a:pt x="0" y="853440"/>
                    </a:lnTo>
                    <a:lnTo>
                      <a:pt x="1859280" y="863600"/>
                    </a:lnTo>
                    <a:lnTo>
                      <a:pt x="1859280" y="10160"/>
                    </a:lnTo>
                    <a:lnTo>
                      <a:pt x="0" y="0"/>
                    </a:lnTo>
                    <a:close/>
                  </a:path>
                </a:pathLst>
              </a:custGeom>
              <a:solidFill>
                <a:srgbClr val="CACA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0" name="矩形 39">
            <a:extLst>
              <a:ext uri="{FF2B5EF4-FFF2-40B4-BE49-F238E27FC236}">
                <a16:creationId xmlns:a16="http://schemas.microsoft.com/office/drawing/2014/main" id="{4BEC04D6-FF34-FA27-AE25-BAEC4A896062}"/>
              </a:ext>
            </a:extLst>
          </p:cNvPr>
          <p:cNvSpPr/>
          <p:nvPr/>
        </p:nvSpPr>
        <p:spPr>
          <a:xfrm>
            <a:off x="11785600" y="730265"/>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CF2F6BC-3F5B-9A76-01FA-39FEFFAC1735}"/>
              </a:ext>
            </a:extLst>
          </p:cNvPr>
          <p:cNvSpPr/>
          <p:nvPr/>
        </p:nvSpPr>
        <p:spPr>
          <a:xfrm>
            <a:off x="11785600" y="2102348"/>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A246FC2D-37ED-183E-1225-AD174DCF5DD2}"/>
              </a:ext>
            </a:extLst>
          </p:cNvPr>
          <p:cNvSpPr/>
          <p:nvPr/>
        </p:nvSpPr>
        <p:spPr>
          <a:xfrm>
            <a:off x="11785600" y="3474431"/>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CA9E2948-7925-9ABC-315E-5838BF4EF636}"/>
              </a:ext>
            </a:extLst>
          </p:cNvPr>
          <p:cNvSpPr/>
          <p:nvPr/>
        </p:nvSpPr>
        <p:spPr>
          <a:xfrm>
            <a:off x="11781534" y="4846514"/>
            <a:ext cx="82115" cy="1203767"/>
          </a:xfrm>
          <a:prstGeom prst="rect">
            <a:avLst/>
          </a:prstGeom>
          <a:solidFill>
            <a:srgbClr val="AE9576"/>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28D23783-ACDA-FA2D-9AA9-E55873C9601C}"/>
              </a:ext>
            </a:extLst>
          </p:cNvPr>
          <p:cNvGrpSpPr/>
          <p:nvPr/>
        </p:nvGrpSpPr>
        <p:grpSpPr>
          <a:xfrm>
            <a:off x="4097338" y="784891"/>
            <a:ext cx="5828180" cy="1117931"/>
            <a:chOff x="4097338" y="784891"/>
            <a:chExt cx="5828180" cy="1117931"/>
          </a:xfrm>
        </p:grpSpPr>
        <p:sp>
          <p:nvSpPr>
            <p:cNvPr id="44" name="矩形 43">
              <a:extLst>
                <a:ext uri="{FF2B5EF4-FFF2-40B4-BE49-F238E27FC236}">
                  <a16:creationId xmlns:a16="http://schemas.microsoft.com/office/drawing/2014/main" id="{15EA8002-49D6-B3BC-EF70-B12BB3C694E0}"/>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81E16CE1-E20D-8BB1-1290-2907FDF46C8B}"/>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7B5C8C35-FC90-8B32-8210-936751EAE1CC}"/>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01</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47" name="文本框 46">
              <a:extLst>
                <a:ext uri="{FF2B5EF4-FFF2-40B4-BE49-F238E27FC236}">
                  <a16:creationId xmlns:a16="http://schemas.microsoft.com/office/drawing/2014/main" id="{9D3550F6-D46C-B551-0429-25C2DB4E1582}"/>
                </a:ext>
              </a:extLst>
            </p:cNvPr>
            <p:cNvSpPr txBox="1"/>
            <p:nvPr/>
          </p:nvSpPr>
          <p:spPr>
            <a:xfrm>
              <a:off x="4839564" y="887159"/>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49" name="组合 48">
            <a:extLst>
              <a:ext uri="{FF2B5EF4-FFF2-40B4-BE49-F238E27FC236}">
                <a16:creationId xmlns:a16="http://schemas.microsoft.com/office/drawing/2014/main" id="{E65FED66-C86E-2197-8A97-9C02C45285B0}"/>
              </a:ext>
            </a:extLst>
          </p:cNvPr>
          <p:cNvGrpSpPr/>
          <p:nvPr/>
        </p:nvGrpSpPr>
        <p:grpSpPr>
          <a:xfrm>
            <a:off x="4101388" y="2144810"/>
            <a:ext cx="5837510" cy="1102293"/>
            <a:chOff x="4097338" y="784891"/>
            <a:chExt cx="5837510" cy="1102293"/>
          </a:xfrm>
        </p:grpSpPr>
        <p:sp>
          <p:nvSpPr>
            <p:cNvPr id="50" name="矩形 49">
              <a:extLst>
                <a:ext uri="{FF2B5EF4-FFF2-40B4-BE49-F238E27FC236}">
                  <a16:creationId xmlns:a16="http://schemas.microsoft.com/office/drawing/2014/main" id="{4753437F-8EC0-31CB-8AD1-717F218B038E}"/>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F12B7429-0404-AB69-91E7-B118DA2A2359}"/>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996ADAFD-3259-C355-9784-4913C7A8F0DC}"/>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02</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3" name="文本框 52">
              <a:extLst>
                <a:ext uri="{FF2B5EF4-FFF2-40B4-BE49-F238E27FC236}">
                  <a16:creationId xmlns:a16="http://schemas.microsoft.com/office/drawing/2014/main" id="{222158B5-DD33-F0C3-03FF-90EC81F8995D}"/>
                </a:ext>
              </a:extLst>
            </p:cNvPr>
            <p:cNvSpPr txBox="1"/>
            <p:nvPr/>
          </p:nvSpPr>
          <p:spPr>
            <a:xfrm>
              <a:off x="4848894" y="871521"/>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4" name="组合 53">
            <a:extLst>
              <a:ext uri="{FF2B5EF4-FFF2-40B4-BE49-F238E27FC236}">
                <a16:creationId xmlns:a16="http://schemas.microsoft.com/office/drawing/2014/main" id="{DCE2F69B-FB04-598F-34E3-A815D678770A}"/>
              </a:ext>
            </a:extLst>
          </p:cNvPr>
          <p:cNvGrpSpPr/>
          <p:nvPr/>
        </p:nvGrpSpPr>
        <p:grpSpPr>
          <a:xfrm>
            <a:off x="4097338" y="3517349"/>
            <a:ext cx="5812806" cy="1110728"/>
            <a:chOff x="4097338" y="784891"/>
            <a:chExt cx="5812806" cy="1110728"/>
          </a:xfrm>
        </p:grpSpPr>
        <p:sp>
          <p:nvSpPr>
            <p:cNvPr id="55" name="矩形 54">
              <a:extLst>
                <a:ext uri="{FF2B5EF4-FFF2-40B4-BE49-F238E27FC236}">
                  <a16:creationId xmlns:a16="http://schemas.microsoft.com/office/drawing/2014/main" id="{D0E3289A-FFF1-8DCC-3073-8C742E5F7C66}"/>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EC860544-03D4-73D2-6422-9702F871C3B4}"/>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2177E958-A786-F36B-BDDB-DCACA562AA9E}"/>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03</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172DC0CE-3A42-167E-7FFB-4B5866E17133}"/>
                </a:ext>
              </a:extLst>
            </p:cNvPr>
            <p:cNvSpPr txBox="1"/>
            <p:nvPr/>
          </p:nvSpPr>
          <p:spPr>
            <a:xfrm>
              <a:off x="4824190" y="879956"/>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grpSp>
        <p:nvGrpSpPr>
          <p:cNvPr id="59" name="组合 58">
            <a:extLst>
              <a:ext uri="{FF2B5EF4-FFF2-40B4-BE49-F238E27FC236}">
                <a16:creationId xmlns:a16="http://schemas.microsoft.com/office/drawing/2014/main" id="{DA40A2C9-5C67-B9E3-6732-5D296A3CA225}"/>
              </a:ext>
            </a:extLst>
          </p:cNvPr>
          <p:cNvGrpSpPr/>
          <p:nvPr/>
        </p:nvGrpSpPr>
        <p:grpSpPr>
          <a:xfrm>
            <a:off x="4096468" y="4889430"/>
            <a:ext cx="5807850" cy="1135450"/>
            <a:chOff x="4097338" y="784891"/>
            <a:chExt cx="5807850" cy="1135450"/>
          </a:xfrm>
        </p:grpSpPr>
        <p:sp>
          <p:nvSpPr>
            <p:cNvPr id="60" name="矩形 59">
              <a:extLst>
                <a:ext uri="{FF2B5EF4-FFF2-40B4-BE49-F238E27FC236}">
                  <a16:creationId xmlns:a16="http://schemas.microsoft.com/office/drawing/2014/main" id="{DBA69213-855D-E479-A4F4-F2877CC8C9D0}"/>
                </a:ext>
              </a:extLst>
            </p:cNvPr>
            <p:cNvSpPr/>
            <p:nvPr/>
          </p:nvSpPr>
          <p:spPr>
            <a:xfrm>
              <a:off x="4097338" y="833120"/>
              <a:ext cx="1192373" cy="149764"/>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87636325-4439-F097-FD23-75194D168677}"/>
                </a:ext>
              </a:extLst>
            </p:cNvPr>
            <p:cNvSpPr/>
            <p:nvPr/>
          </p:nvSpPr>
          <p:spPr>
            <a:xfrm>
              <a:off x="4097338" y="833120"/>
              <a:ext cx="45719" cy="149764"/>
            </a:xfrm>
            <a:prstGeom prst="rect">
              <a:avLst/>
            </a:prstGeom>
            <a:solidFill>
              <a:srgbClr val="C84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E1FADE85-52B4-BB88-F849-6227244D924C}"/>
                </a:ext>
              </a:extLst>
            </p:cNvPr>
            <p:cNvSpPr txBox="1"/>
            <p:nvPr/>
          </p:nvSpPr>
          <p:spPr>
            <a:xfrm>
              <a:off x="4289251" y="784891"/>
              <a:ext cx="823808" cy="246221"/>
            </a:xfrm>
            <a:prstGeom prst="rect">
              <a:avLst/>
            </a:prstGeom>
            <a:noFill/>
          </p:spPr>
          <p:txBody>
            <a:bodyPr wrap="square" rtlCol="0">
              <a:spAutoFit/>
            </a:bodyPr>
            <a:lstStyle/>
            <a:p>
              <a:pPr algn="dist"/>
              <a:r>
                <a:rPr lang="en-US" altLang="zh-CN" sz="1000" dirty="0">
                  <a:solidFill>
                    <a:srgbClr val="817967"/>
                  </a:solidFill>
                  <a:latin typeface="微软雅黑 Light" panose="020B0502040204020203" pitchFamily="34" charset="-122"/>
                  <a:ea typeface="微软雅黑 Light" panose="020B0502040204020203" pitchFamily="34" charset="-122"/>
                </a:rPr>
                <a:t>PART 04</a:t>
              </a:r>
              <a:endParaRPr lang="zh-CN" altLang="en-US" sz="1000" dirty="0">
                <a:solidFill>
                  <a:srgbClr val="817967"/>
                </a:solidFill>
                <a:latin typeface="微软雅黑 Light" panose="020B0502040204020203" pitchFamily="34" charset="-122"/>
                <a:ea typeface="微软雅黑 Light" panose="020B0502040204020203" pitchFamily="34" charset="-122"/>
              </a:endParaRPr>
            </a:p>
          </p:txBody>
        </p:sp>
        <p:sp>
          <p:nvSpPr>
            <p:cNvPr id="63" name="文本框 62">
              <a:extLst>
                <a:ext uri="{FF2B5EF4-FFF2-40B4-BE49-F238E27FC236}">
                  <a16:creationId xmlns:a16="http://schemas.microsoft.com/office/drawing/2014/main" id="{0CBD9964-0431-4125-BE0C-7448A565D605}"/>
                </a:ext>
              </a:extLst>
            </p:cNvPr>
            <p:cNvSpPr txBox="1"/>
            <p:nvPr/>
          </p:nvSpPr>
          <p:spPr>
            <a:xfrm>
              <a:off x="4819234" y="904678"/>
              <a:ext cx="5085954" cy="1015663"/>
            </a:xfrm>
            <a:prstGeom prst="rect">
              <a:avLst/>
            </a:prstGeom>
            <a:noFill/>
          </p:spPr>
          <p:txBody>
            <a:bodyPr wrap="square" rtlCol="0">
              <a:spAutoFit/>
            </a:bodyPr>
            <a:lstStyle/>
            <a:p>
              <a:pPr algn="dist"/>
              <a:r>
                <a:rPr lang="zh-CN" altLang="en-US" sz="6000" dirty="0">
                  <a:latin typeface="禹卫书法行书简体&#10;" panose="02000603000000000000" pitchFamily="2" charset="-122"/>
                  <a:ea typeface="禹卫书法行书简体&#10;" panose="02000603000000000000" pitchFamily="2" charset="-122"/>
                </a:rPr>
                <a:t>在此输入标题</a:t>
              </a:r>
            </a:p>
          </p:txBody>
        </p:sp>
      </p:grpSp>
      <p:cxnSp>
        <p:nvCxnSpPr>
          <p:cNvPr id="65" name="直接连接符 64">
            <a:extLst>
              <a:ext uri="{FF2B5EF4-FFF2-40B4-BE49-F238E27FC236}">
                <a16:creationId xmlns:a16="http://schemas.microsoft.com/office/drawing/2014/main" id="{22DBB8EE-6D6D-D3C5-01F9-6FC5088DBDC4}"/>
              </a:ext>
            </a:extLst>
          </p:cNvPr>
          <p:cNvCxnSpPr/>
          <p:nvPr/>
        </p:nvCxnSpPr>
        <p:spPr>
          <a:xfrm flipV="1">
            <a:off x="182880" y="0"/>
            <a:ext cx="3913588" cy="6858000"/>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60F6C57-86C5-9818-526B-407F593D6CCF}"/>
              </a:ext>
            </a:extLst>
          </p:cNvPr>
          <p:cNvCxnSpPr>
            <a:cxnSpLocks/>
          </p:cNvCxnSpPr>
          <p:nvPr/>
        </p:nvCxnSpPr>
        <p:spPr>
          <a:xfrm flipH="1" flipV="1">
            <a:off x="1659792" y="0"/>
            <a:ext cx="1764960" cy="6854907"/>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78510D48-9813-AEDC-6547-78CEDB44FD35}"/>
              </a:ext>
            </a:extLst>
          </p:cNvPr>
          <p:cNvSpPr/>
          <p:nvPr/>
        </p:nvSpPr>
        <p:spPr>
          <a:xfrm>
            <a:off x="-4953" y="1113525"/>
            <a:ext cx="1433384" cy="3286897"/>
          </a:xfrm>
          <a:custGeom>
            <a:avLst/>
            <a:gdLst>
              <a:gd name="connsiteX0" fmla="*/ 0 w 1433384"/>
              <a:gd name="connsiteY0" fmla="*/ 0 h 3286897"/>
              <a:gd name="connsiteX1" fmla="*/ 1425146 w 1433384"/>
              <a:gd name="connsiteY1" fmla="*/ 8238 h 3286897"/>
              <a:gd name="connsiteX2" fmla="*/ 1433384 w 1433384"/>
              <a:gd name="connsiteY2" fmla="*/ 469557 h 3286897"/>
              <a:gd name="connsiteX3" fmla="*/ 873211 w 1433384"/>
              <a:gd name="connsiteY3" fmla="*/ 453081 h 3286897"/>
              <a:gd name="connsiteX4" fmla="*/ 1375719 w 1433384"/>
              <a:gd name="connsiteY4" fmla="*/ 996778 h 3286897"/>
              <a:gd name="connsiteX5" fmla="*/ 1375719 w 1433384"/>
              <a:gd name="connsiteY5" fmla="*/ 2273643 h 3286897"/>
              <a:gd name="connsiteX6" fmla="*/ 996779 w 1433384"/>
              <a:gd name="connsiteY6" fmla="*/ 2273643 h 3286897"/>
              <a:gd name="connsiteX7" fmla="*/ 996779 w 1433384"/>
              <a:gd name="connsiteY7" fmla="*/ 1276865 h 3286897"/>
              <a:gd name="connsiteX8" fmla="*/ 873211 w 1433384"/>
              <a:gd name="connsiteY8" fmla="*/ 1120346 h 3286897"/>
              <a:gd name="connsiteX9" fmla="*/ 864973 w 1433384"/>
              <a:gd name="connsiteY9" fmla="*/ 2331308 h 3286897"/>
              <a:gd name="connsiteX10" fmla="*/ 1425146 w 1433384"/>
              <a:gd name="connsiteY10" fmla="*/ 3039762 h 3286897"/>
              <a:gd name="connsiteX11" fmla="*/ 1128584 w 1433384"/>
              <a:gd name="connsiteY11" fmla="*/ 3286897 h 3286897"/>
              <a:gd name="connsiteX12" fmla="*/ 486033 w 1433384"/>
              <a:gd name="connsiteY12" fmla="*/ 2479589 h 3286897"/>
              <a:gd name="connsiteX13" fmla="*/ 494271 w 1433384"/>
              <a:gd name="connsiteY13" fmla="*/ 568411 h 3286897"/>
              <a:gd name="connsiteX14" fmla="*/ 444844 w 1433384"/>
              <a:gd name="connsiteY14" fmla="*/ 486032 h 3286897"/>
              <a:gd name="connsiteX15" fmla="*/ 370703 w 1433384"/>
              <a:gd name="connsiteY15" fmla="*/ 576649 h 3286897"/>
              <a:gd name="connsiteX16" fmla="*/ 370703 w 1433384"/>
              <a:gd name="connsiteY16" fmla="*/ 2479589 h 3286897"/>
              <a:gd name="connsiteX17" fmla="*/ 0 w 1433384"/>
              <a:gd name="connsiteY17" fmla="*/ 2940908 h 3286897"/>
              <a:gd name="connsiteX18" fmla="*/ 0 w 1433384"/>
              <a:gd name="connsiteY18" fmla="*/ 0 h 328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3384" h="3286897">
                <a:moveTo>
                  <a:pt x="0" y="0"/>
                </a:moveTo>
                <a:lnTo>
                  <a:pt x="1425146" y="8238"/>
                </a:lnTo>
                <a:lnTo>
                  <a:pt x="1433384" y="469557"/>
                </a:lnTo>
                <a:lnTo>
                  <a:pt x="873211" y="453081"/>
                </a:lnTo>
                <a:lnTo>
                  <a:pt x="1375719" y="996778"/>
                </a:lnTo>
                <a:lnTo>
                  <a:pt x="1375719" y="2273643"/>
                </a:lnTo>
                <a:lnTo>
                  <a:pt x="996779" y="2273643"/>
                </a:lnTo>
                <a:lnTo>
                  <a:pt x="996779" y="1276865"/>
                </a:lnTo>
                <a:lnTo>
                  <a:pt x="873211" y="1120346"/>
                </a:lnTo>
                <a:lnTo>
                  <a:pt x="864973" y="2331308"/>
                </a:lnTo>
                <a:lnTo>
                  <a:pt x="1425146" y="3039762"/>
                </a:lnTo>
                <a:lnTo>
                  <a:pt x="1128584" y="3286897"/>
                </a:lnTo>
                <a:lnTo>
                  <a:pt x="486033" y="2479589"/>
                </a:lnTo>
                <a:lnTo>
                  <a:pt x="494271" y="568411"/>
                </a:lnTo>
                <a:lnTo>
                  <a:pt x="444844" y="486032"/>
                </a:lnTo>
                <a:lnTo>
                  <a:pt x="370703" y="576649"/>
                </a:lnTo>
                <a:lnTo>
                  <a:pt x="370703" y="2479589"/>
                </a:lnTo>
                <a:lnTo>
                  <a:pt x="0" y="2940908"/>
                </a:lnTo>
                <a:lnTo>
                  <a:pt x="0" y="0"/>
                </a:lnTo>
                <a:close/>
              </a:path>
            </a:pathLst>
          </a:custGeom>
          <a:gradFill flip="none" rotWithShape="1">
            <a:gsLst>
              <a:gs pos="0">
                <a:srgbClr val="471717"/>
              </a:gs>
              <a:gs pos="100000">
                <a:srgbClr val="03010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5C31312B-8FFE-E49A-B667-6B295975091E}"/>
              </a:ext>
            </a:extLst>
          </p:cNvPr>
          <p:cNvSpPr txBox="1"/>
          <p:nvPr/>
        </p:nvSpPr>
        <p:spPr>
          <a:xfrm rot="5400000">
            <a:off x="2711450" y="1575437"/>
            <a:ext cx="726095" cy="369332"/>
          </a:xfrm>
          <a:prstGeom prst="rect">
            <a:avLst/>
          </a:prstGeom>
          <a:noFill/>
        </p:spPr>
        <p:txBody>
          <a:bodyPr wrap="square" rtlCol="0">
            <a:spAutoFit/>
          </a:bodyPr>
          <a:lstStyle/>
          <a:p>
            <a:r>
              <a:rPr lang="en-US" altLang="zh-CN" b="1" dirty="0">
                <a:latin typeface="微软雅黑 Light" panose="020B0502040204020203" pitchFamily="34" charset="-122"/>
                <a:ea typeface="微软雅黑 Light" panose="020B0502040204020203" pitchFamily="34" charset="-122"/>
              </a:rPr>
              <a:t>235</a:t>
            </a:r>
            <a:endParaRPr lang="zh-CN" altLang="en-US" b="1" dirty="0">
              <a:latin typeface="微软雅黑 Light" panose="020B0502040204020203" pitchFamily="34" charset="-122"/>
              <a:ea typeface="微软雅黑 Light" panose="020B0502040204020203" pitchFamily="34" charset="-122"/>
            </a:endParaRPr>
          </a:p>
        </p:txBody>
      </p:sp>
      <p:pic>
        <p:nvPicPr>
          <p:cNvPr id="105" name="图片 104">
            <a:extLst>
              <a:ext uri="{FF2B5EF4-FFF2-40B4-BE49-F238E27FC236}">
                <a16:creationId xmlns:a16="http://schemas.microsoft.com/office/drawing/2014/main" id="{A9B5F550-BDC4-6378-E2AB-BB9CE0106B37}"/>
              </a:ext>
            </a:extLst>
          </p:cNvPr>
          <p:cNvPicPr>
            <a:picLocks noChangeAspect="1"/>
          </p:cNvPicPr>
          <p:nvPr/>
        </p:nvPicPr>
        <p:blipFill>
          <a:blip r:embed="rId2">
            <a:alphaModFix amt="50000"/>
          </a:blip>
          <a:stretch>
            <a:fillRect/>
          </a:stretch>
        </p:blipFill>
        <p:spPr>
          <a:xfrm>
            <a:off x="1722985" y="1385708"/>
            <a:ext cx="749873" cy="3840813"/>
          </a:xfrm>
          <a:prstGeom prst="rect">
            <a:avLst/>
          </a:prstGeom>
        </p:spPr>
      </p:pic>
      <p:pic>
        <p:nvPicPr>
          <p:cNvPr id="104" name="图片 103">
            <a:extLst>
              <a:ext uri="{FF2B5EF4-FFF2-40B4-BE49-F238E27FC236}">
                <a16:creationId xmlns:a16="http://schemas.microsoft.com/office/drawing/2014/main" id="{F97CFB80-3141-F869-3C9F-1A105CBA5026}"/>
              </a:ext>
            </a:extLst>
          </p:cNvPr>
          <p:cNvPicPr>
            <a:picLocks noChangeAspect="1"/>
          </p:cNvPicPr>
          <p:nvPr/>
        </p:nvPicPr>
        <p:blipFill>
          <a:blip r:embed="rId2">
            <a:alphaModFix amt="50000"/>
          </a:blip>
          <a:stretch>
            <a:fillRect/>
          </a:stretch>
        </p:blipFill>
        <p:spPr>
          <a:xfrm>
            <a:off x="2485100" y="1385708"/>
            <a:ext cx="749873" cy="3840813"/>
          </a:xfrm>
          <a:prstGeom prst="rect">
            <a:avLst/>
          </a:prstGeom>
        </p:spPr>
      </p:pic>
      <p:sp>
        <p:nvSpPr>
          <p:cNvPr id="88" name="椭圆 87">
            <a:extLst>
              <a:ext uri="{FF2B5EF4-FFF2-40B4-BE49-F238E27FC236}">
                <a16:creationId xmlns:a16="http://schemas.microsoft.com/office/drawing/2014/main" id="{C134E9C5-32E3-83BD-C520-498D3A6CEED1}"/>
              </a:ext>
            </a:extLst>
          </p:cNvPr>
          <p:cNvSpPr/>
          <p:nvPr/>
        </p:nvSpPr>
        <p:spPr>
          <a:xfrm>
            <a:off x="786718" y="1357815"/>
            <a:ext cx="1932974" cy="1932974"/>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8F70A702-72EC-0E6B-F0B7-A13A42AB8E9C}"/>
              </a:ext>
            </a:extLst>
          </p:cNvPr>
          <p:cNvSpPr txBox="1"/>
          <p:nvPr/>
        </p:nvSpPr>
        <p:spPr>
          <a:xfrm>
            <a:off x="1168559" y="1913192"/>
            <a:ext cx="1830791"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内容一览</a:t>
            </a:r>
          </a:p>
        </p:txBody>
      </p:sp>
      <p:sp>
        <p:nvSpPr>
          <p:cNvPr id="90" name="文本框 89">
            <a:extLst>
              <a:ext uri="{FF2B5EF4-FFF2-40B4-BE49-F238E27FC236}">
                <a16:creationId xmlns:a16="http://schemas.microsoft.com/office/drawing/2014/main" id="{1F196EA7-733D-C59E-EED6-F8D2FB1D3F4D}"/>
              </a:ext>
            </a:extLst>
          </p:cNvPr>
          <p:cNvSpPr txBox="1"/>
          <p:nvPr/>
        </p:nvSpPr>
        <p:spPr>
          <a:xfrm>
            <a:off x="1921865" y="2481617"/>
            <a:ext cx="570802" cy="369332"/>
          </a:xfrm>
          <a:prstGeom prst="rect">
            <a:avLst/>
          </a:prstGeom>
          <a:noFill/>
        </p:spPr>
        <p:txBody>
          <a:bodyPr wrap="square" rtlCol="0">
            <a:spAutoFit/>
          </a:bodyPr>
          <a:lstStyle/>
          <a:p>
            <a:pPr algn="dist"/>
            <a:r>
              <a:rPr lang="en-US" altLang="zh-CN" dirty="0">
                <a:solidFill>
                  <a:srgbClr val="AC8B5F"/>
                </a:solidFill>
                <a:latin typeface="微软雅黑 Light" panose="020B0502040204020203" pitchFamily="34" charset="-122"/>
                <a:ea typeface="微软雅黑 Light" panose="020B0502040204020203" pitchFamily="34" charset="-122"/>
              </a:rPr>
              <a:t>4/4</a:t>
            </a:r>
            <a:endParaRPr lang="zh-CN" altLang="en-US" dirty="0">
              <a:solidFill>
                <a:srgbClr val="AC8B5F"/>
              </a:solidFill>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E927A4DE-DDF1-2723-3213-FFECA602A09A}"/>
              </a:ext>
            </a:extLst>
          </p:cNvPr>
          <p:cNvSpPr/>
          <p:nvPr/>
        </p:nvSpPr>
        <p:spPr>
          <a:xfrm>
            <a:off x="1905704" y="3598076"/>
            <a:ext cx="411480" cy="457200"/>
          </a:xfrm>
          <a:custGeom>
            <a:avLst/>
            <a:gdLst>
              <a:gd name="connsiteX0" fmla="*/ 0 w 411480"/>
              <a:gd name="connsiteY0" fmla="*/ 0 h 457200"/>
              <a:gd name="connsiteX1" fmla="*/ 0 w 411480"/>
              <a:gd name="connsiteY1" fmla="*/ 91440 h 457200"/>
              <a:gd name="connsiteX2" fmla="*/ 411480 w 411480"/>
              <a:gd name="connsiteY2" fmla="*/ 457200 h 457200"/>
              <a:gd name="connsiteX3" fmla="*/ 0 w 411480"/>
              <a:gd name="connsiteY3" fmla="*/ 0 h 457200"/>
            </a:gdLst>
            <a:ahLst/>
            <a:cxnLst>
              <a:cxn ang="0">
                <a:pos x="connsiteX0" y="connsiteY0"/>
              </a:cxn>
              <a:cxn ang="0">
                <a:pos x="connsiteX1" y="connsiteY1"/>
              </a:cxn>
              <a:cxn ang="0">
                <a:pos x="connsiteX2" y="connsiteY2"/>
              </a:cxn>
              <a:cxn ang="0">
                <a:pos x="connsiteX3" y="connsiteY3"/>
              </a:cxn>
            </a:cxnLst>
            <a:rect l="l" t="t" r="r" b="b"/>
            <a:pathLst>
              <a:path w="411480" h="457200">
                <a:moveTo>
                  <a:pt x="0" y="0"/>
                </a:moveTo>
                <a:lnTo>
                  <a:pt x="0" y="91440"/>
                </a:lnTo>
                <a:lnTo>
                  <a:pt x="411480" y="45720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1FCFB3D6-7444-699A-F9AB-05EC479CD42A}"/>
              </a:ext>
            </a:extLst>
          </p:cNvPr>
          <p:cNvSpPr/>
          <p:nvPr/>
        </p:nvSpPr>
        <p:spPr>
          <a:xfrm>
            <a:off x="1825100" y="3321440"/>
            <a:ext cx="198120" cy="243840"/>
          </a:xfrm>
          <a:custGeom>
            <a:avLst/>
            <a:gdLst>
              <a:gd name="connsiteX0" fmla="*/ 0 w 198120"/>
              <a:gd name="connsiteY0" fmla="*/ 45720 h 243840"/>
              <a:gd name="connsiteX1" fmla="*/ 137160 w 198120"/>
              <a:gd name="connsiteY1" fmla="*/ 243840 h 243840"/>
              <a:gd name="connsiteX2" fmla="*/ 198120 w 198120"/>
              <a:gd name="connsiteY2" fmla="*/ 0 h 243840"/>
              <a:gd name="connsiteX3" fmla="*/ 0 w 198120"/>
              <a:gd name="connsiteY3" fmla="*/ 45720 h 243840"/>
            </a:gdLst>
            <a:ahLst/>
            <a:cxnLst>
              <a:cxn ang="0">
                <a:pos x="connsiteX0" y="connsiteY0"/>
              </a:cxn>
              <a:cxn ang="0">
                <a:pos x="connsiteX1" y="connsiteY1"/>
              </a:cxn>
              <a:cxn ang="0">
                <a:pos x="connsiteX2" y="connsiteY2"/>
              </a:cxn>
              <a:cxn ang="0">
                <a:pos x="connsiteX3" y="connsiteY3"/>
              </a:cxn>
            </a:cxnLst>
            <a:rect l="l" t="t" r="r" b="b"/>
            <a:pathLst>
              <a:path w="198120" h="243840">
                <a:moveTo>
                  <a:pt x="0" y="45720"/>
                </a:moveTo>
                <a:lnTo>
                  <a:pt x="137160" y="243840"/>
                </a:lnTo>
                <a:lnTo>
                  <a:pt x="198120" y="0"/>
                </a:lnTo>
                <a:lnTo>
                  <a:pt x="0" y="4572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任意多边形: 形状 105">
            <a:extLst>
              <a:ext uri="{FF2B5EF4-FFF2-40B4-BE49-F238E27FC236}">
                <a16:creationId xmlns:a16="http://schemas.microsoft.com/office/drawing/2014/main" id="{D2616ED4-5279-E0B6-B69E-06ECA05FAFD6}"/>
              </a:ext>
            </a:extLst>
          </p:cNvPr>
          <p:cNvSpPr/>
          <p:nvPr/>
        </p:nvSpPr>
        <p:spPr>
          <a:xfrm>
            <a:off x="2175678" y="3337838"/>
            <a:ext cx="213360" cy="243840"/>
          </a:xfrm>
          <a:custGeom>
            <a:avLst/>
            <a:gdLst>
              <a:gd name="connsiteX0" fmla="*/ 0 w 213360"/>
              <a:gd name="connsiteY0" fmla="*/ 0 h 243840"/>
              <a:gd name="connsiteX1" fmla="*/ 30480 w 213360"/>
              <a:gd name="connsiteY1" fmla="*/ 182880 h 243840"/>
              <a:gd name="connsiteX2" fmla="*/ 213360 w 213360"/>
              <a:gd name="connsiteY2" fmla="*/ 243840 h 243840"/>
              <a:gd name="connsiteX3" fmla="*/ 0 w 213360"/>
              <a:gd name="connsiteY3" fmla="*/ 0 h 243840"/>
            </a:gdLst>
            <a:ahLst/>
            <a:cxnLst>
              <a:cxn ang="0">
                <a:pos x="connsiteX0" y="connsiteY0"/>
              </a:cxn>
              <a:cxn ang="0">
                <a:pos x="connsiteX1" y="connsiteY1"/>
              </a:cxn>
              <a:cxn ang="0">
                <a:pos x="connsiteX2" y="connsiteY2"/>
              </a:cxn>
              <a:cxn ang="0">
                <a:pos x="connsiteX3" y="connsiteY3"/>
              </a:cxn>
            </a:cxnLst>
            <a:rect l="l" t="t" r="r" b="b"/>
            <a:pathLst>
              <a:path w="213360" h="243840">
                <a:moveTo>
                  <a:pt x="0" y="0"/>
                </a:moveTo>
                <a:lnTo>
                  <a:pt x="30480" y="182880"/>
                </a:lnTo>
                <a:lnTo>
                  <a:pt x="213360" y="243840"/>
                </a:lnTo>
                <a:lnTo>
                  <a:pt x="0" y="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5EBCCAA0-54B5-A2FD-3505-94352F8298CD}"/>
              </a:ext>
            </a:extLst>
          </p:cNvPr>
          <p:cNvSpPr/>
          <p:nvPr/>
        </p:nvSpPr>
        <p:spPr>
          <a:xfrm>
            <a:off x="2293349" y="3777586"/>
            <a:ext cx="106680" cy="137160"/>
          </a:xfrm>
          <a:custGeom>
            <a:avLst/>
            <a:gdLst>
              <a:gd name="connsiteX0" fmla="*/ 0 w 106680"/>
              <a:gd name="connsiteY0" fmla="*/ 106680 h 137160"/>
              <a:gd name="connsiteX1" fmla="*/ 76200 w 106680"/>
              <a:gd name="connsiteY1" fmla="*/ 137160 h 137160"/>
              <a:gd name="connsiteX2" fmla="*/ 106680 w 106680"/>
              <a:gd name="connsiteY2" fmla="*/ 91440 h 137160"/>
              <a:gd name="connsiteX3" fmla="*/ 106680 w 106680"/>
              <a:gd name="connsiteY3" fmla="*/ 0 h 137160"/>
              <a:gd name="connsiteX4" fmla="*/ 0 w 106680"/>
              <a:gd name="connsiteY4" fmla="*/ 106680 h 137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37160">
                <a:moveTo>
                  <a:pt x="0" y="106680"/>
                </a:moveTo>
                <a:lnTo>
                  <a:pt x="76200" y="137160"/>
                </a:lnTo>
                <a:lnTo>
                  <a:pt x="106680" y="91440"/>
                </a:lnTo>
                <a:lnTo>
                  <a:pt x="106680" y="0"/>
                </a:lnTo>
                <a:lnTo>
                  <a:pt x="0" y="106680"/>
                </a:lnTo>
                <a:close/>
              </a:path>
            </a:pathLst>
          </a:custGeom>
          <a:solidFill>
            <a:srgbClr val="878A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27C8FFFB-9977-C609-A19E-91A42CABB3F1}"/>
              </a:ext>
            </a:extLst>
          </p:cNvPr>
          <p:cNvGrpSpPr/>
          <p:nvPr/>
        </p:nvGrpSpPr>
        <p:grpSpPr>
          <a:xfrm>
            <a:off x="619980" y="1913192"/>
            <a:ext cx="582030" cy="625839"/>
            <a:chOff x="5979795" y="4168140"/>
            <a:chExt cx="422910" cy="454742"/>
          </a:xfrm>
          <a:solidFill>
            <a:srgbClr val="B59F73"/>
          </a:solidFill>
        </p:grpSpPr>
        <p:sp>
          <p:nvSpPr>
            <p:cNvPr id="70" name="任意多边形: 形状 69">
              <a:extLst>
                <a:ext uri="{FF2B5EF4-FFF2-40B4-BE49-F238E27FC236}">
                  <a16:creationId xmlns:a16="http://schemas.microsoft.com/office/drawing/2014/main" id="{1A8EC128-846E-E944-DFFC-613E4BA80BD0}"/>
                </a:ext>
              </a:extLst>
            </p:cNvPr>
            <p:cNvSpPr/>
            <p:nvPr/>
          </p:nvSpPr>
          <p:spPr>
            <a:xfrm>
              <a:off x="5979795" y="41681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a:extLst>
                <a:ext uri="{FF2B5EF4-FFF2-40B4-BE49-F238E27FC236}">
                  <a16:creationId xmlns:a16="http://schemas.microsoft.com/office/drawing/2014/main" id="{2F0A7002-A63E-72E4-2371-66A0C72AD5D0}"/>
                </a:ext>
              </a:extLst>
            </p:cNvPr>
            <p:cNvSpPr/>
            <p:nvPr/>
          </p:nvSpPr>
          <p:spPr>
            <a:xfrm rot="10800000">
              <a:off x="6109335" y="4282440"/>
              <a:ext cx="293370" cy="339090"/>
            </a:xfrm>
            <a:custGeom>
              <a:avLst/>
              <a:gdLst>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26695 w 293370"/>
                <a:gd name="connsiteY9" fmla="*/ 5905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6695 w 293370"/>
                <a:gd name="connsiteY8" fmla="*/ 9525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49530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85750 w 293370"/>
                <a:gd name="connsiteY7" fmla="*/ 102870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6680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1905 w 293370"/>
                <a:gd name="connsiteY12" fmla="*/ 331470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7160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0858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28600 w 293370"/>
                <a:gd name="connsiteY8" fmla="*/ 110490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 name="connsiteX0" fmla="*/ 97155 w 293370"/>
                <a:gd name="connsiteY0" fmla="*/ 139065 h 339090"/>
                <a:gd name="connsiteX1" fmla="*/ 97155 w 293370"/>
                <a:gd name="connsiteY1" fmla="*/ 192405 h 339090"/>
                <a:gd name="connsiteX2" fmla="*/ 59055 w 293370"/>
                <a:gd name="connsiteY2" fmla="*/ 192405 h 339090"/>
                <a:gd name="connsiteX3" fmla="*/ 60960 w 293370"/>
                <a:gd name="connsiteY3" fmla="*/ 274320 h 339090"/>
                <a:gd name="connsiteX4" fmla="*/ 131445 w 293370"/>
                <a:gd name="connsiteY4" fmla="*/ 270510 h 339090"/>
                <a:gd name="connsiteX5" fmla="*/ 129540 w 293370"/>
                <a:gd name="connsiteY5" fmla="*/ 1905 h 339090"/>
                <a:gd name="connsiteX6" fmla="*/ 293370 w 293370"/>
                <a:gd name="connsiteY6" fmla="*/ 0 h 339090"/>
                <a:gd name="connsiteX7" fmla="*/ 293370 w 293370"/>
                <a:gd name="connsiteY7" fmla="*/ 104775 h 339090"/>
                <a:gd name="connsiteX8" fmla="*/ 232410 w 293370"/>
                <a:gd name="connsiteY8" fmla="*/ 104775 h 339090"/>
                <a:gd name="connsiteX9" fmla="*/ 232410 w 293370"/>
                <a:gd name="connsiteY9" fmla="*/ 55245 h 339090"/>
                <a:gd name="connsiteX10" fmla="*/ 186690 w 293370"/>
                <a:gd name="connsiteY10" fmla="*/ 55245 h 339090"/>
                <a:gd name="connsiteX11" fmla="*/ 190500 w 293370"/>
                <a:gd name="connsiteY11" fmla="*/ 339090 h 339090"/>
                <a:gd name="connsiteX12" fmla="*/ 0 w 293370"/>
                <a:gd name="connsiteY12" fmla="*/ 337185 h 339090"/>
                <a:gd name="connsiteX13" fmla="*/ 0 w 293370"/>
                <a:gd name="connsiteY13" fmla="*/ 139065 h 339090"/>
                <a:gd name="connsiteX14" fmla="*/ 97155 w 293370"/>
                <a:gd name="connsiteY14" fmla="*/ 139065 h 33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3370" h="339090">
                  <a:moveTo>
                    <a:pt x="97155" y="139065"/>
                  </a:moveTo>
                  <a:lnTo>
                    <a:pt x="97155" y="192405"/>
                  </a:lnTo>
                  <a:lnTo>
                    <a:pt x="59055" y="192405"/>
                  </a:lnTo>
                  <a:lnTo>
                    <a:pt x="60960" y="274320"/>
                  </a:lnTo>
                  <a:lnTo>
                    <a:pt x="131445" y="270510"/>
                  </a:lnTo>
                  <a:lnTo>
                    <a:pt x="129540" y="1905"/>
                  </a:lnTo>
                  <a:lnTo>
                    <a:pt x="293370" y="0"/>
                  </a:lnTo>
                  <a:lnTo>
                    <a:pt x="293370" y="104775"/>
                  </a:lnTo>
                  <a:lnTo>
                    <a:pt x="232410" y="104775"/>
                  </a:lnTo>
                  <a:lnTo>
                    <a:pt x="232410" y="55245"/>
                  </a:lnTo>
                  <a:lnTo>
                    <a:pt x="186690" y="55245"/>
                  </a:lnTo>
                  <a:lnTo>
                    <a:pt x="190500" y="339090"/>
                  </a:lnTo>
                  <a:lnTo>
                    <a:pt x="0" y="337185"/>
                  </a:lnTo>
                  <a:lnTo>
                    <a:pt x="0" y="139065"/>
                  </a:lnTo>
                  <a:lnTo>
                    <a:pt x="97155" y="139065"/>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EF03502F-19AB-8A24-D9D5-43C10CC698AC}"/>
                </a:ext>
              </a:extLst>
            </p:cNvPr>
            <p:cNvSpPr/>
            <p:nvPr/>
          </p:nvSpPr>
          <p:spPr>
            <a:xfrm>
              <a:off x="5981700" y="417576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FEC40657-2E60-4C72-1D1C-EDDC907A978B}"/>
                </a:ext>
              </a:extLst>
            </p:cNvPr>
            <p:cNvSpPr/>
            <p:nvPr/>
          </p:nvSpPr>
          <p:spPr>
            <a:xfrm rot="5400000">
              <a:off x="6297617" y="4169631"/>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7C07A1DA-DF65-54B7-FE21-2E3380695E3B}"/>
                </a:ext>
              </a:extLst>
            </p:cNvPr>
            <p:cNvSpPr/>
            <p:nvPr/>
          </p:nvSpPr>
          <p:spPr>
            <a:xfrm rot="10800000">
              <a:off x="6299368" y="4518273"/>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4B4FA5A7-56AC-ED73-C4AA-7608A0603EA0}"/>
                </a:ext>
              </a:extLst>
            </p:cNvPr>
            <p:cNvSpPr/>
            <p:nvPr/>
          </p:nvSpPr>
          <p:spPr>
            <a:xfrm rot="16200000">
              <a:off x="5981700" y="4523822"/>
              <a:ext cx="99060" cy="99060"/>
            </a:xfrm>
            <a:custGeom>
              <a:avLst/>
              <a:gdLst>
                <a:gd name="connsiteX0" fmla="*/ 0 w 99060"/>
                <a:gd name="connsiteY0" fmla="*/ 7620 h 104775"/>
                <a:gd name="connsiteX1" fmla="*/ 0 w 99060"/>
                <a:gd name="connsiteY1" fmla="*/ 104775 h 104775"/>
                <a:gd name="connsiteX2" fmla="*/ 64770 w 99060"/>
                <a:gd name="connsiteY2" fmla="*/ 102870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7620 h 104775"/>
                <a:gd name="connsiteX1" fmla="*/ 0 w 99060"/>
                <a:gd name="connsiteY1" fmla="*/ 104775 h 104775"/>
                <a:gd name="connsiteX2" fmla="*/ 59055 w 99060"/>
                <a:gd name="connsiteY2" fmla="*/ 100965 h 104775"/>
                <a:gd name="connsiteX3" fmla="*/ 55245 w 99060"/>
                <a:gd name="connsiteY3" fmla="*/ 53340 h 104775"/>
                <a:gd name="connsiteX4" fmla="*/ 99060 w 99060"/>
                <a:gd name="connsiteY4" fmla="*/ 53340 h 104775"/>
                <a:gd name="connsiteX5" fmla="*/ 93345 w 99060"/>
                <a:gd name="connsiteY5" fmla="*/ 0 h 104775"/>
                <a:gd name="connsiteX6" fmla="*/ 0 w 99060"/>
                <a:gd name="connsiteY6" fmla="*/ 7620 h 104775"/>
                <a:gd name="connsiteX0" fmla="*/ 0 w 99060"/>
                <a:gd name="connsiteY0" fmla="*/ 0 h 97155"/>
                <a:gd name="connsiteX1" fmla="*/ 0 w 99060"/>
                <a:gd name="connsiteY1" fmla="*/ 97155 h 97155"/>
                <a:gd name="connsiteX2" fmla="*/ 59055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7155"/>
                <a:gd name="connsiteX1" fmla="*/ 0 w 99060"/>
                <a:gd name="connsiteY1" fmla="*/ 97155 h 97155"/>
                <a:gd name="connsiteX2" fmla="*/ 57150 w 99060"/>
                <a:gd name="connsiteY2" fmla="*/ 93345 h 97155"/>
                <a:gd name="connsiteX3" fmla="*/ 55245 w 99060"/>
                <a:gd name="connsiteY3" fmla="*/ 45720 h 97155"/>
                <a:gd name="connsiteX4" fmla="*/ 99060 w 99060"/>
                <a:gd name="connsiteY4" fmla="*/ 45720 h 97155"/>
                <a:gd name="connsiteX5" fmla="*/ 99060 w 99060"/>
                <a:gd name="connsiteY5" fmla="*/ 0 h 97155"/>
                <a:gd name="connsiteX6" fmla="*/ 0 w 99060"/>
                <a:gd name="connsiteY6" fmla="*/ 0 h 97155"/>
                <a:gd name="connsiteX0" fmla="*/ 0 w 99060"/>
                <a:gd name="connsiteY0" fmla="*/ 0 h 99060"/>
                <a:gd name="connsiteX1" fmla="*/ 0 w 99060"/>
                <a:gd name="connsiteY1" fmla="*/ 97155 h 99060"/>
                <a:gd name="connsiteX2" fmla="*/ 53340 w 99060"/>
                <a:gd name="connsiteY2" fmla="*/ 99060 h 99060"/>
                <a:gd name="connsiteX3" fmla="*/ 55245 w 99060"/>
                <a:gd name="connsiteY3" fmla="*/ 45720 h 99060"/>
                <a:gd name="connsiteX4" fmla="*/ 99060 w 99060"/>
                <a:gd name="connsiteY4" fmla="*/ 45720 h 99060"/>
                <a:gd name="connsiteX5" fmla="*/ 99060 w 99060"/>
                <a:gd name="connsiteY5" fmla="*/ 0 h 99060"/>
                <a:gd name="connsiteX6" fmla="*/ 0 w 99060"/>
                <a:gd name="connsiteY6" fmla="*/ 0 h 9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 h="99060">
                  <a:moveTo>
                    <a:pt x="0" y="0"/>
                  </a:moveTo>
                  <a:lnTo>
                    <a:pt x="0" y="97155"/>
                  </a:lnTo>
                  <a:lnTo>
                    <a:pt x="53340" y="99060"/>
                  </a:lnTo>
                  <a:lnTo>
                    <a:pt x="55245" y="45720"/>
                  </a:lnTo>
                  <a:lnTo>
                    <a:pt x="99060" y="45720"/>
                  </a:lnTo>
                  <a:lnTo>
                    <a:pt x="99060" y="0"/>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a:extLst>
              <a:ext uri="{FF2B5EF4-FFF2-40B4-BE49-F238E27FC236}">
                <a16:creationId xmlns:a16="http://schemas.microsoft.com/office/drawing/2014/main" id="{F9993A3F-7021-4E50-9131-38A44FA06167}"/>
              </a:ext>
            </a:extLst>
          </p:cNvPr>
          <p:cNvGrpSpPr/>
          <p:nvPr/>
        </p:nvGrpSpPr>
        <p:grpSpPr>
          <a:xfrm>
            <a:off x="3823310" y="2092136"/>
            <a:ext cx="8064031" cy="1231085"/>
            <a:chOff x="3823310" y="730266"/>
            <a:chExt cx="8064031" cy="1231085"/>
          </a:xfrm>
        </p:grpSpPr>
        <p:sp>
          <p:nvSpPr>
            <p:cNvPr id="82" name="矩形 81">
              <a:extLst>
                <a:ext uri="{FF2B5EF4-FFF2-40B4-BE49-F238E27FC236}">
                  <a16:creationId xmlns:a16="http://schemas.microsoft.com/office/drawing/2014/main" id="{6BC936D9-60A8-091D-790A-0E44C50C2444}"/>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 name="图片 80">
              <a:extLst>
                <a:ext uri="{FF2B5EF4-FFF2-40B4-BE49-F238E27FC236}">
                  <a16:creationId xmlns:a16="http://schemas.microsoft.com/office/drawing/2014/main" id="{49F990A0-8A7F-90B7-2B4A-A4950430954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2" name="组合 1">
              <a:extLst>
                <a:ext uri="{FF2B5EF4-FFF2-40B4-BE49-F238E27FC236}">
                  <a16:creationId xmlns:a16="http://schemas.microsoft.com/office/drawing/2014/main" id="{74DB363C-8AFA-0EE4-00A0-90128116C602}"/>
                </a:ext>
              </a:extLst>
            </p:cNvPr>
            <p:cNvGrpSpPr/>
            <p:nvPr/>
          </p:nvGrpSpPr>
          <p:grpSpPr>
            <a:xfrm>
              <a:off x="4103588" y="1121803"/>
              <a:ext cx="657475" cy="668495"/>
              <a:chOff x="7071360" y="2141220"/>
              <a:chExt cx="382906" cy="389324"/>
            </a:xfrm>
            <a:solidFill>
              <a:srgbClr val="755F45"/>
            </a:solidFill>
          </p:grpSpPr>
          <p:sp>
            <p:nvSpPr>
              <p:cNvPr id="3" name="矩形 2">
                <a:extLst>
                  <a:ext uri="{FF2B5EF4-FFF2-40B4-BE49-F238E27FC236}">
                    <a16:creationId xmlns:a16="http://schemas.microsoft.com/office/drawing/2014/main" id="{E4A49FA4-2937-8E8B-93D3-7394F0E8856B}"/>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A324524-C638-C006-B8DD-8536E165812A}"/>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50FBD2F-D23F-243E-1D30-E60569826F77}"/>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23B10A1F-EB63-F582-45B7-7FCD07B3DD7D}"/>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4FFDD5F2-1FD8-F69B-71EA-6DF47C14F56D}"/>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B477A849-842E-E02D-FC77-9F36FBACC5C2}"/>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37B508B7-1C6E-3304-00B8-C9A573E54869}"/>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B80E56EA-045D-2FE3-1913-0B889CFB55AB}"/>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43C6BE94-3109-9535-504E-BB6C14D28601}"/>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F0BD80AE-5730-269E-A939-107DFB925D85}"/>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4B49FEB8-4985-47D4-9F4A-046A198AE034}"/>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5FBF407D-6614-EFA5-A512-5C22C63021ED}"/>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文本框 82">
              <a:extLst>
                <a:ext uri="{FF2B5EF4-FFF2-40B4-BE49-F238E27FC236}">
                  <a16:creationId xmlns:a16="http://schemas.microsoft.com/office/drawing/2014/main" id="{C899E632-B9AB-6B22-A2D8-1F5148F71DD6}"/>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85" name="组合 84">
            <a:extLst>
              <a:ext uri="{FF2B5EF4-FFF2-40B4-BE49-F238E27FC236}">
                <a16:creationId xmlns:a16="http://schemas.microsoft.com/office/drawing/2014/main" id="{67524965-9E9E-0AE9-0217-F5501BF1576A}"/>
              </a:ext>
            </a:extLst>
          </p:cNvPr>
          <p:cNvGrpSpPr/>
          <p:nvPr/>
        </p:nvGrpSpPr>
        <p:grpSpPr>
          <a:xfrm>
            <a:off x="3823310" y="730000"/>
            <a:ext cx="8064031" cy="1231085"/>
            <a:chOff x="3823310" y="730266"/>
            <a:chExt cx="8064031" cy="1231085"/>
          </a:xfrm>
        </p:grpSpPr>
        <p:sp>
          <p:nvSpPr>
            <p:cNvPr id="86" name="矩形 85">
              <a:extLst>
                <a:ext uri="{FF2B5EF4-FFF2-40B4-BE49-F238E27FC236}">
                  <a16:creationId xmlns:a16="http://schemas.microsoft.com/office/drawing/2014/main" id="{BC98BB1C-61EA-86EA-8679-1AA70DD25153}"/>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5" name="图片 94">
              <a:extLst>
                <a:ext uri="{FF2B5EF4-FFF2-40B4-BE49-F238E27FC236}">
                  <a16:creationId xmlns:a16="http://schemas.microsoft.com/office/drawing/2014/main" id="{D9C79712-B0F2-CF4D-61E7-AEFF97BEC5F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96" name="组合 95">
              <a:extLst>
                <a:ext uri="{FF2B5EF4-FFF2-40B4-BE49-F238E27FC236}">
                  <a16:creationId xmlns:a16="http://schemas.microsoft.com/office/drawing/2014/main" id="{0C1E5596-B5F4-11FC-60EF-9A0181CF5DD6}"/>
                </a:ext>
              </a:extLst>
            </p:cNvPr>
            <p:cNvGrpSpPr/>
            <p:nvPr/>
          </p:nvGrpSpPr>
          <p:grpSpPr>
            <a:xfrm>
              <a:off x="4103588" y="1121803"/>
              <a:ext cx="657475" cy="668495"/>
              <a:chOff x="7071360" y="2141220"/>
              <a:chExt cx="382906" cy="389324"/>
            </a:xfrm>
            <a:solidFill>
              <a:srgbClr val="755F45"/>
            </a:solidFill>
          </p:grpSpPr>
          <p:sp>
            <p:nvSpPr>
              <p:cNvPr id="98" name="矩形 97">
                <a:extLst>
                  <a:ext uri="{FF2B5EF4-FFF2-40B4-BE49-F238E27FC236}">
                    <a16:creationId xmlns:a16="http://schemas.microsoft.com/office/drawing/2014/main" id="{FDA2C8BC-DA76-DBAB-F878-1893A9089BAD}"/>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8CA4091A-D1C9-40F8-9D1E-A66727B06D4E}"/>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A5A77A3F-F229-C863-62DE-DA811C174B35}"/>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A23F7127-1841-288C-D4A6-94DFD22F9D02}"/>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D27A7052-649E-1D8A-96B9-9D430275BFC6}"/>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036EF393-C54A-7210-6E28-8C673F20C1B0}"/>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A97D9BC8-819A-A0CC-2A33-C9B0E090ACFB}"/>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a:extLst>
                  <a:ext uri="{FF2B5EF4-FFF2-40B4-BE49-F238E27FC236}">
                    <a16:creationId xmlns:a16="http://schemas.microsoft.com/office/drawing/2014/main" id="{B681639D-4148-88B8-7D3E-160D2175A9FA}"/>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109">
                <a:extLst>
                  <a:ext uri="{FF2B5EF4-FFF2-40B4-BE49-F238E27FC236}">
                    <a16:creationId xmlns:a16="http://schemas.microsoft.com/office/drawing/2014/main" id="{2AAABCAB-02BE-FC23-8213-74B682CB3BD0}"/>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a:extLst>
                  <a:ext uri="{FF2B5EF4-FFF2-40B4-BE49-F238E27FC236}">
                    <a16:creationId xmlns:a16="http://schemas.microsoft.com/office/drawing/2014/main" id="{CA8D1F8D-B095-0DC2-1C8D-A0075825788A}"/>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2C4AF1DF-2387-4FE9-42E2-28E0FA689944}"/>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8631731E-51C0-3BEC-B200-CB3A1AEA5B21}"/>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文本框 96">
              <a:extLst>
                <a:ext uri="{FF2B5EF4-FFF2-40B4-BE49-F238E27FC236}">
                  <a16:creationId xmlns:a16="http://schemas.microsoft.com/office/drawing/2014/main" id="{B15B2AA1-2621-5E90-DA6B-FD0CDFA2F05A}"/>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114" name="组合 113">
            <a:extLst>
              <a:ext uri="{FF2B5EF4-FFF2-40B4-BE49-F238E27FC236}">
                <a16:creationId xmlns:a16="http://schemas.microsoft.com/office/drawing/2014/main" id="{5D0E31FB-959A-A830-387C-D6096FFA0B83}"/>
              </a:ext>
            </a:extLst>
          </p:cNvPr>
          <p:cNvGrpSpPr/>
          <p:nvPr/>
        </p:nvGrpSpPr>
        <p:grpSpPr>
          <a:xfrm>
            <a:off x="3823310" y="3475006"/>
            <a:ext cx="8064031" cy="1231085"/>
            <a:chOff x="3823310" y="730266"/>
            <a:chExt cx="8064031" cy="1231085"/>
          </a:xfrm>
        </p:grpSpPr>
        <p:sp>
          <p:nvSpPr>
            <p:cNvPr id="115" name="矩形 114">
              <a:extLst>
                <a:ext uri="{FF2B5EF4-FFF2-40B4-BE49-F238E27FC236}">
                  <a16:creationId xmlns:a16="http://schemas.microsoft.com/office/drawing/2014/main" id="{8B800DF9-1213-2C2C-4E0F-89146C90B65F}"/>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6" name="图片 115">
              <a:extLst>
                <a:ext uri="{FF2B5EF4-FFF2-40B4-BE49-F238E27FC236}">
                  <a16:creationId xmlns:a16="http://schemas.microsoft.com/office/drawing/2014/main" id="{520B2209-6A8A-DFC8-C0C1-332B7100BD63}"/>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117" name="组合 116">
              <a:extLst>
                <a:ext uri="{FF2B5EF4-FFF2-40B4-BE49-F238E27FC236}">
                  <a16:creationId xmlns:a16="http://schemas.microsoft.com/office/drawing/2014/main" id="{D574E7D8-42F6-0320-898D-8B5DCE773FC6}"/>
                </a:ext>
              </a:extLst>
            </p:cNvPr>
            <p:cNvGrpSpPr/>
            <p:nvPr/>
          </p:nvGrpSpPr>
          <p:grpSpPr>
            <a:xfrm>
              <a:off x="4103588" y="1121803"/>
              <a:ext cx="657475" cy="668495"/>
              <a:chOff x="7071360" y="2141220"/>
              <a:chExt cx="382906" cy="389324"/>
            </a:xfrm>
            <a:solidFill>
              <a:srgbClr val="755F45"/>
            </a:solidFill>
          </p:grpSpPr>
          <p:sp>
            <p:nvSpPr>
              <p:cNvPr id="119" name="矩形 118">
                <a:extLst>
                  <a:ext uri="{FF2B5EF4-FFF2-40B4-BE49-F238E27FC236}">
                    <a16:creationId xmlns:a16="http://schemas.microsoft.com/office/drawing/2014/main" id="{B3E0B6BF-A528-B346-2BE2-7B935F6D2A84}"/>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8253E370-BCCF-F784-5A81-EC8712593B98}"/>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a:extLst>
                  <a:ext uri="{FF2B5EF4-FFF2-40B4-BE49-F238E27FC236}">
                    <a16:creationId xmlns:a16="http://schemas.microsoft.com/office/drawing/2014/main" id="{2F64185D-780E-0262-35CC-39A96ACEF32F}"/>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id="{0D944244-941A-7E86-62B5-4D5AD7687A47}"/>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a:extLst>
                  <a:ext uri="{FF2B5EF4-FFF2-40B4-BE49-F238E27FC236}">
                    <a16:creationId xmlns:a16="http://schemas.microsoft.com/office/drawing/2014/main" id="{06F00E60-23EE-E25B-B63C-1595811179D8}"/>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B9713286-DB8E-E18F-AD83-E3CB740A3AF2}"/>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a:extLst>
                  <a:ext uri="{FF2B5EF4-FFF2-40B4-BE49-F238E27FC236}">
                    <a16:creationId xmlns:a16="http://schemas.microsoft.com/office/drawing/2014/main" id="{4F8A2B08-CB09-0F5F-E855-3954A4BBCA60}"/>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F7EA9DA5-C71D-C9E8-6939-F1C5855427D4}"/>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a:extLst>
                  <a:ext uri="{FF2B5EF4-FFF2-40B4-BE49-F238E27FC236}">
                    <a16:creationId xmlns:a16="http://schemas.microsoft.com/office/drawing/2014/main" id="{2DBBFD9D-64EA-10A4-4600-47EA20243663}"/>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331F113B-F25A-3D7C-7851-10D4E133731E}"/>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a:extLst>
                  <a:ext uri="{FF2B5EF4-FFF2-40B4-BE49-F238E27FC236}">
                    <a16:creationId xmlns:a16="http://schemas.microsoft.com/office/drawing/2014/main" id="{5B2A0B62-D533-BB56-8D77-8998D485BB73}"/>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9FAE9484-C315-F7DE-36B6-76BA3630634F}"/>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8" name="文本框 117">
              <a:extLst>
                <a:ext uri="{FF2B5EF4-FFF2-40B4-BE49-F238E27FC236}">
                  <a16:creationId xmlns:a16="http://schemas.microsoft.com/office/drawing/2014/main" id="{F2F032E5-C52A-A56F-885B-C6B8DD49B4A8}"/>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131" name="组合 130">
            <a:extLst>
              <a:ext uri="{FF2B5EF4-FFF2-40B4-BE49-F238E27FC236}">
                <a16:creationId xmlns:a16="http://schemas.microsoft.com/office/drawing/2014/main" id="{13058C9B-E1F7-0E76-17D7-9F283AA8C5E4}"/>
              </a:ext>
            </a:extLst>
          </p:cNvPr>
          <p:cNvGrpSpPr/>
          <p:nvPr/>
        </p:nvGrpSpPr>
        <p:grpSpPr>
          <a:xfrm>
            <a:off x="3823310" y="4847945"/>
            <a:ext cx="8064031" cy="1231085"/>
            <a:chOff x="3823310" y="730266"/>
            <a:chExt cx="8064031" cy="1231085"/>
          </a:xfrm>
        </p:grpSpPr>
        <p:sp>
          <p:nvSpPr>
            <p:cNvPr id="132" name="矩形 131">
              <a:extLst>
                <a:ext uri="{FF2B5EF4-FFF2-40B4-BE49-F238E27FC236}">
                  <a16:creationId xmlns:a16="http://schemas.microsoft.com/office/drawing/2014/main" id="{EB6E7D96-4C14-C7E6-A127-6F0FE4CBBC4F}"/>
                </a:ext>
              </a:extLst>
            </p:cNvPr>
            <p:cNvSpPr/>
            <p:nvPr/>
          </p:nvSpPr>
          <p:spPr>
            <a:xfrm>
              <a:off x="3823310" y="730266"/>
              <a:ext cx="8051252" cy="1212366"/>
            </a:xfrm>
            <a:prstGeom prst="rect">
              <a:avLst/>
            </a:prstGeom>
            <a:solidFill>
              <a:srgbClr val="3B2D1D">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3" name="图片 132">
              <a:extLst>
                <a:ext uri="{FF2B5EF4-FFF2-40B4-BE49-F238E27FC236}">
                  <a16:creationId xmlns:a16="http://schemas.microsoft.com/office/drawing/2014/main" id="{A6240201-3BB0-0301-7187-948E16A46762}"/>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83374" b="96176" l="78178" r="83030">
                          <a14:foregroundMark x1="79313" y1="87111" x2="79313" y2="87111"/>
                          <a14:foregroundMark x1="81938" y1="87444" x2="82563" y2="87667"/>
                        </a14:backgroundRemoval>
                      </a14:imgEffect>
                    </a14:imgLayer>
                  </a14:imgProps>
                </a:ext>
                <a:ext uri="{28A0092B-C50C-407E-A947-70E740481C1C}">
                  <a14:useLocalDpi xmlns:a14="http://schemas.microsoft.com/office/drawing/2010/main" val="0"/>
                </a:ext>
              </a:extLst>
            </a:blip>
            <a:srcRect l="77572" t="81774" r="16363" b="2224"/>
            <a:stretch/>
          </p:blipFill>
          <p:spPr>
            <a:xfrm>
              <a:off x="9082421" y="830471"/>
              <a:ext cx="762115" cy="1130880"/>
            </a:xfrm>
            <a:prstGeom prst="rect">
              <a:avLst/>
            </a:prstGeom>
          </p:spPr>
        </p:pic>
        <p:grpSp>
          <p:nvGrpSpPr>
            <p:cNvPr id="134" name="组合 133">
              <a:extLst>
                <a:ext uri="{FF2B5EF4-FFF2-40B4-BE49-F238E27FC236}">
                  <a16:creationId xmlns:a16="http://schemas.microsoft.com/office/drawing/2014/main" id="{2F0AC43A-DB90-3020-E911-A76382F77A0A}"/>
                </a:ext>
              </a:extLst>
            </p:cNvPr>
            <p:cNvGrpSpPr/>
            <p:nvPr/>
          </p:nvGrpSpPr>
          <p:grpSpPr>
            <a:xfrm>
              <a:off x="4103588" y="1121803"/>
              <a:ext cx="657475" cy="668495"/>
              <a:chOff x="7071360" y="2141220"/>
              <a:chExt cx="382906" cy="389324"/>
            </a:xfrm>
            <a:solidFill>
              <a:srgbClr val="755F45"/>
            </a:solidFill>
          </p:grpSpPr>
          <p:sp>
            <p:nvSpPr>
              <p:cNvPr id="136" name="矩形 135">
                <a:extLst>
                  <a:ext uri="{FF2B5EF4-FFF2-40B4-BE49-F238E27FC236}">
                    <a16:creationId xmlns:a16="http://schemas.microsoft.com/office/drawing/2014/main" id="{838C58EB-608F-BD21-C428-5882756B9248}"/>
                  </a:ext>
                </a:extLst>
              </p:cNvPr>
              <p:cNvSpPr/>
              <p:nvPr/>
            </p:nvSpPr>
            <p:spPr>
              <a:xfrm>
                <a:off x="7181850" y="214122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a:extLst>
                  <a:ext uri="{FF2B5EF4-FFF2-40B4-BE49-F238E27FC236}">
                    <a16:creationId xmlns:a16="http://schemas.microsoft.com/office/drawing/2014/main" id="{EE34AD52-B30E-D629-4B97-31A124D50BC8}"/>
                  </a:ext>
                </a:extLst>
              </p:cNvPr>
              <p:cNvSpPr/>
              <p:nvPr/>
            </p:nvSpPr>
            <p:spPr>
              <a:xfrm>
                <a:off x="7284720" y="2335530"/>
                <a:ext cx="49530" cy="19431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a:extLst>
                  <a:ext uri="{FF2B5EF4-FFF2-40B4-BE49-F238E27FC236}">
                    <a16:creationId xmlns:a16="http://schemas.microsoft.com/office/drawing/2014/main" id="{4AA4D6C4-E560-792C-F2B1-BF857B85F898}"/>
                  </a:ext>
                </a:extLst>
              </p:cNvPr>
              <p:cNvSpPr/>
              <p:nvPr/>
            </p:nvSpPr>
            <p:spPr>
              <a:xfrm rot="16200000">
                <a:off x="7322820" y="219075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a:extLst>
                  <a:ext uri="{FF2B5EF4-FFF2-40B4-BE49-F238E27FC236}">
                    <a16:creationId xmlns:a16="http://schemas.microsoft.com/office/drawing/2014/main" id="{9D103180-D3C8-60FF-9F40-D88A72F8AF62}"/>
                  </a:ext>
                </a:extLst>
              </p:cNvPr>
              <p:cNvSpPr/>
              <p:nvPr/>
            </p:nvSpPr>
            <p:spPr>
              <a:xfrm rot="16200000">
                <a:off x="7143750" y="2289810"/>
                <a:ext cx="53340" cy="1981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a:extLst>
                  <a:ext uri="{FF2B5EF4-FFF2-40B4-BE49-F238E27FC236}">
                    <a16:creationId xmlns:a16="http://schemas.microsoft.com/office/drawing/2014/main" id="{8D360500-261F-D6E7-79BD-069633ED767D}"/>
                  </a:ext>
                </a:extLst>
              </p:cNvPr>
              <p:cNvSpPr/>
              <p:nvPr/>
            </p:nvSpPr>
            <p:spPr>
              <a:xfrm>
                <a:off x="7071360" y="226314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a:extLst>
                  <a:ext uri="{FF2B5EF4-FFF2-40B4-BE49-F238E27FC236}">
                    <a16:creationId xmlns:a16="http://schemas.microsoft.com/office/drawing/2014/main" id="{F91891E8-DEA1-65AA-D223-D99B74D84679}"/>
                  </a:ext>
                </a:extLst>
              </p:cNvPr>
              <p:cNvSpPr/>
              <p:nvPr/>
            </p:nvSpPr>
            <p:spPr>
              <a:xfrm>
                <a:off x="7360920" y="2362200"/>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a:extLst>
                  <a:ext uri="{FF2B5EF4-FFF2-40B4-BE49-F238E27FC236}">
                    <a16:creationId xmlns:a16="http://schemas.microsoft.com/office/drawing/2014/main" id="{FF14259B-5075-8EE6-6925-637EEAE1A8B6}"/>
                  </a:ext>
                </a:extLst>
              </p:cNvPr>
              <p:cNvSpPr/>
              <p:nvPr/>
            </p:nvSpPr>
            <p:spPr>
              <a:xfrm rot="5400000">
                <a:off x="7164705" y="245935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a:extLst>
                  <a:ext uri="{FF2B5EF4-FFF2-40B4-BE49-F238E27FC236}">
                    <a16:creationId xmlns:a16="http://schemas.microsoft.com/office/drawing/2014/main" id="{18519B26-7D11-EBBA-24B1-DAEC134C7D49}"/>
                  </a:ext>
                </a:extLst>
              </p:cNvPr>
              <p:cNvSpPr/>
              <p:nvPr/>
            </p:nvSpPr>
            <p:spPr>
              <a:xfrm rot="5400000">
                <a:off x="7263765" y="2158365"/>
                <a:ext cx="87630" cy="533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a:extLst>
                  <a:ext uri="{FF2B5EF4-FFF2-40B4-BE49-F238E27FC236}">
                    <a16:creationId xmlns:a16="http://schemas.microsoft.com/office/drawing/2014/main" id="{6AC854D7-6873-CFE9-5244-81EA11B8B2B3}"/>
                  </a:ext>
                </a:extLst>
              </p:cNvPr>
              <p:cNvSpPr/>
              <p:nvPr/>
            </p:nvSpPr>
            <p:spPr>
              <a:xfrm>
                <a:off x="7076122"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a:extLst>
                  <a:ext uri="{FF2B5EF4-FFF2-40B4-BE49-F238E27FC236}">
                    <a16:creationId xmlns:a16="http://schemas.microsoft.com/office/drawing/2014/main" id="{8C0C40F5-FE9B-A892-4CC7-97C6136412A7}"/>
                  </a:ext>
                </a:extLst>
              </p:cNvPr>
              <p:cNvSpPr/>
              <p:nvPr/>
            </p:nvSpPr>
            <p:spPr>
              <a:xfrm>
                <a:off x="7383780" y="2460058"/>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a:extLst>
                  <a:ext uri="{FF2B5EF4-FFF2-40B4-BE49-F238E27FC236}">
                    <a16:creationId xmlns:a16="http://schemas.microsoft.com/office/drawing/2014/main" id="{17819B7F-AC2C-0F8D-858D-A4C505821505}"/>
                  </a:ext>
                </a:extLst>
              </p:cNvPr>
              <p:cNvSpPr/>
              <p:nvPr/>
            </p:nvSpPr>
            <p:spPr>
              <a:xfrm>
                <a:off x="7381874"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a:extLst>
                  <a:ext uri="{FF2B5EF4-FFF2-40B4-BE49-F238E27FC236}">
                    <a16:creationId xmlns:a16="http://schemas.microsoft.com/office/drawing/2014/main" id="{00B1D542-0EE4-54DB-3BB4-C0332C04054A}"/>
                  </a:ext>
                </a:extLst>
              </p:cNvPr>
              <p:cNvSpPr/>
              <p:nvPr/>
            </p:nvSpPr>
            <p:spPr>
              <a:xfrm>
                <a:off x="7072312" y="2146934"/>
                <a:ext cx="70486" cy="7048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5" name="文本框 134">
              <a:extLst>
                <a:ext uri="{FF2B5EF4-FFF2-40B4-BE49-F238E27FC236}">
                  <a16:creationId xmlns:a16="http://schemas.microsoft.com/office/drawing/2014/main" id="{BD6224AC-46C8-0A9D-0B4E-226FA7D5DB21}"/>
                </a:ext>
              </a:extLst>
            </p:cNvPr>
            <p:cNvSpPr txBox="1"/>
            <p:nvPr/>
          </p:nvSpPr>
          <p:spPr>
            <a:xfrm>
              <a:off x="9754911" y="1146108"/>
              <a:ext cx="2132430"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COMPLETED</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78317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CEC7D9AC-8811-9D8F-5D49-53EA4C2242E4}"/>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B128FB88-BBFD-E830-D96D-7422D3F3ABF5}"/>
              </a:ext>
            </a:extLst>
          </p:cNvPr>
          <p:cNvSpPr/>
          <p:nvPr/>
        </p:nvSpPr>
        <p:spPr>
          <a:xfrm>
            <a:off x="0" y="0"/>
            <a:ext cx="12192000" cy="6858000"/>
          </a:xfrm>
          <a:prstGeom prst="rect">
            <a:avLst/>
          </a:pr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19D6DFBD-9027-4BEF-CDA1-1F0372C67DAB}"/>
              </a:ext>
            </a:extLst>
          </p:cNvPr>
          <p:cNvSpPr txBox="1"/>
          <p:nvPr/>
        </p:nvSpPr>
        <p:spPr>
          <a:xfrm>
            <a:off x="3514845" y="1859340"/>
            <a:ext cx="5162309" cy="1569660"/>
          </a:xfrm>
          <a:prstGeom prst="rect">
            <a:avLst/>
          </a:prstGeom>
          <a:noFill/>
        </p:spPr>
        <p:txBody>
          <a:bodyPr wrap="square" rtlCol="0">
            <a:spAutoFit/>
          </a:bodyPr>
          <a:lstStyle/>
          <a:p>
            <a:r>
              <a:rPr lang="zh-CN" altLang="en-US" sz="9600" b="1" dirty="0">
                <a:gradFill>
                  <a:gsLst>
                    <a:gs pos="31000">
                      <a:srgbClr val="141616"/>
                    </a:gs>
                    <a:gs pos="0">
                      <a:srgbClr val="1C252E"/>
                    </a:gs>
                    <a:gs pos="100000">
                      <a:srgbClr val="A0AC55"/>
                    </a:gs>
                  </a:gsLst>
                  <a:lin ang="5400000" scaled="1"/>
                </a:gradFill>
                <a:latin typeface="微软雅黑" panose="020B0503020204020204" pitchFamily="34" charset="-122"/>
                <a:ea typeface="微软雅黑" panose="020B0503020204020204" pitchFamily="34" charset="-122"/>
              </a:rPr>
              <a:t>感谢观看</a:t>
            </a:r>
          </a:p>
        </p:txBody>
      </p:sp>
      <p:sp>
        <p:nvSpPr>
          <p:cNvPr id="6" name="任意多边形: 形状 5">
            <a:extLst>
              <a:ext uri="{FF2B5EF4-FFF2-40B4-BE49-F238E27FC236}">
                <a16:creationId xmlns:a16="http://schemas.microsoft.com/office/drawing/2014/main" id="{B774E115-F086-EDBD-8331-015E72A69143}"/>
              </a:ext>
            </a:extLst>
          </p:cNvPr>
          <p:cNvSpPr/>
          <p:nvPr/>
        </p:nvSpPr>
        <p:spPr>
          <a:xfrm rot="5400000" flipH="1">
            <a:off x="1583937" y="893096"/>
            <a:ext cx="334267" cy="3502146"/>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 name="connsiteX0" fmla="*/ 186254 w 328026"/>
              <a:gd name="connsiteY0" fmla="*/ 654360 h 1210803"/>
              <a:gd name="connsiteX1" fmla="*/ 321619 w 328026"/>
              <a:gd name="connsiteY1" fmla="*/ 654360 h 1210803"/>
              <a:gd name="connsiteX2" fmla="*/ 321619 w 328026"/>
              <a:gd name="connsiteY2" fmla="*/ 1206073 h 1210803"/>
              <a:gd name="connsiteX3" fmla="*/ 186254 w 328026"/>
              <a:gd name="connsiteY3" fmla="*/ 1206073 h 1210803"/>
              <a:gd name="connsiteX4" fmla="*/ 186254 w 328026"/>
              <a:gd name="connsiteY4" fmla="*/ 654360 h 1210803"/>
              <a:gd name="connsiteX5" fmla="*/ 0 w 328026"/>
              <a:gd name="connsiteY5" fmla="*/ 4730 h 1210803"/>
              <a:gd name="connsiteX6" fmla="*/ 146621 w 328026"/>
              <a:gd name="connsiteY6" fmla="*/ 4730 h 1210803"/>
              <a:gd name="connsiteX7" fmla="*/ 146621 w 328026"/>
              <a:gd name="connsiteY7" fmla="*/ 359457 h 1210803"/>
              <a:gd name="connsiteX8" fmla="*/ 0 w 328026"/>
              <a:gd name="connsiteY8" fmla="*/ 359457 h 1210803"/>
              <a:gd name="connsiteX9" fmla="*/ 0 w 328026"/>
              <a:gd name="connsiteY9" fmla="*/ 4730 h 1210803"/>
              <a:gd name="connsiteX10" fmla="*/ 174999 w 328026"/>
              <a:gd name="connsiteY10" fmla="*/ 0 h 1210803"/>
              <a:gd name="connsiteX11" fmla="*/ 328026 w 328026"/>
              <a:gd name="connsiteY11" fmla="*/ 743 h 1210803"/>
              <a:gd name="connsiteX12" fmla="*/ 316890 w 328026"/>
              <a:gd name="connsiteY12" fmla="*/ 449322 h 1210803"/>
              <a:gd name="connsiteX13" fmla="*/ 141891 w 328026"/>
              <a:gd name="connsiteY13" fmla="*/ 605402 h 1210803"/>
              <a:gd name="connsiteX14" fmla="*/ 141891 w 328026"/>
              <a:gd name="connsiteY14" fmla="*/ 1210803 h 1210803"/>
              <a:gd name="connsiteX15" fmla="*/ 0 w 328026"/>
              <a:gd name="connsiteY15" fmla="*/ 1210803 h 1210803"/>
              <a:gd name="connsiteX16" fmla="*/ 0 w 328026"/>
              <a:gd name="connsiteY16" fmla="*/ 534456 h 1210803"/>
              <a:gd name="connsiteX17" fmla="*/ 179729 w 328026"/>
              <a:gd name="connsiteY17" fmla="*/ 392565 h 1210803"/>
              <a:gd name="connsiteX18" fmla="*/ 174999 w 328026"/>
              <a:gd name="connsiteY18" fmla="*/ 0 h 1210803"/>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74999 w 328026"/>
              <a:gd name="connsiteY10" fmla="*/ 2757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74999 w 328026"/>
              <a:gd name="connsiteY18" fmla="*/ 2757 h 1210060"/>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82330 w 328026"/>
              <a:gd name="connsiteY10" fmla="*/ 3632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82330 w 328026"/>
              <a:gd name="connsiteY18" fmla="*/ 3632 h 1210060"/>
              <a:gd name="connsiteX0" fmla="*/ 186254 w 321619"/>
              <a:gd name="connsiteY0" fmla="*/ 649985 h 1206428"/>
              <a:gd name="connsiteX1" fmla="*/ 321619 w 321619"/>
              <a:gd name="connsiteY1" fmla="*/ 649985 h 1206428"/>
              <a:gd name="connsiteX2" fmla="*/ 321619 w 321619"/>
              <a:gd name="connsiteY2" fmla="*/ 1201698 h 1206428"/>
              <a:gd name="connsiteX3" fmla="*/ 186254 w 321619"/>
              <a:gd name="connsiteY3" fmla="*/ 1201698 h 1206428"/>
              <a:gd name="connsiteX4" fmla="*/ 186254 w 321619"/>
              <a:gd name="connsiteY4" fmla="*/ 649985 h 1206428"/>
              <a:gd name="connsiteX5" fmla="*/ 0 w 321619"/>
              <a:gd name="connsiteY5" fmla="*/ 355 h 1206428"/>
              <a:gd name="connsiteX6" fmla="*/ 146621 w 321619"/>
              <a:gd name="connsiteY6" fmla="*/ 355 h 1206428"/>
              <a:gd name="connsiteX7" fmla="*/ 146621 w 321619"/>
              <a:gd name="connsiteY7" fmla="*/ 355082 h 1206428"/>
              <a:gd name="connsiteX8" fmla="*/ 0 w 321619"/>
              <a:gd name="connsiteY8" fmla="*/ 355082 h 1206428"/>
              <a:gd name="connsiteX9" fmla="*/ 0 w 321619"/>
              <a:gd name="connsiteY9" fmla="*/ 355 h 1206428"/>
              <a:gd name="connsiteX10" fmla="*/ 182330 w 321619"/>
              <a:gd name="connsiteY10" fmla="*/ 0 h 1206428"/>
              <a:gd name="connsiteX11" fmla="*/ 315806 w 321619"/>
              <a:gd name="connsiteY11" fmla="*/ 1618 h 1206428"/>
              <a:gd name="connsiteX12" fmla="*/ 316890 w 321619"/>
              <a:gd name="connsiteY12" fmla="*/ 444947 h 1206428"/>
              <a:gd name="connsiteX13" fmla="*/ 141891 w 321619"/>
              <a:gd name="connsiteY13" fmla="*/ 601027 h 1206428"/>
              <a:gd name="connsiteX14" fmla="*/ 141891 w 321619"/>
              <a:gd name="connsiteY14" fmla="*/ 1206428 h 1206428"/>
              <a:gd name="connsiteX15" fmla="*/ 0 w 321619"/>
              <a:gd name="connsiteY15" fmla="*/ 1206428 h 1206428"/>
              <a:gd name="connsiteX16" fmla="*/ 0 w 321619"/>
              <a:gd name="connsiteY16" fmla="*/ 530081 h 1206428"/>
              <a:gd name="connsiteX17" fmla="*/ 179729 w 321619"/>
              <a:gd name="connsiteY17" fmla="*/ 388190 h 1206428"/>
              <a:gd name="connsiteX18" fmla="*/ 182330 w 321619"/>
              <a:gd name="connsiteY18" fmla="*/ 0 h 120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1619" h="1206428">
                <a:moveTo>
                  <a:pt x="186254" y="649985"/>
                </a:moveTo>
                <a:lnTo>
                  <a:pt x="321619" y="649985"/>
                </a:lnTo>
                <a:lnTo>
                  <a:pt x="321619" y="1201698"/>
                </a:lnTo>
                <a:lnTo>
                  <a:pt x="186254" y="1201698"/>
                </a:lnTo>
                <a:lnTo>
                  <a:pt x="186254" y="649985"/>
                </a:lnTo>
                <a:close/>
                <a:moveTo>
                  <a:pt x="0" y="355"/>
                </a:moveTo>
                <a:lnTo>
                  <a:pt x="146621" y="355"/>
                </a:lnTo>
                <a:lnTo>
                  <a:pt x="146621" y="355082"/>
                </a:lnTo>
                <a:lnTo>
                  <a:pt x="0" y="355082"/>
                </a:lnTo>
                <a:lnTo>
                  <a:pt x="0" y="355"/>
                </a:lnTo>
                <a:close/>
                <a:moveTo>
                  <a:pt x="182330" y="0"/>
                </a:moveTo>
                <a:lnTo>
                  <a:pt x="315806" y="1618"/>
                </a:lnTo>
                <a:cubicBezTo>
                  <a:pt x="316167" y="149394"/>
                  <a:pt x="316529" y="297171"/>
                  <a:pt x="316890" y="444947"/>
                </a:cubicBezTo>
                <a:lnTo>
                  <a:pt x="141891" y="601027"/>
                </a:lnTo>
                <a:lnTo>
                  <a:pt x="141891" y="1206428"/>
                </a:lnTo>
                <a:lnTo>
                  <a:pt x="0" y="1206428"/>
                </a:lnTo>
                <a:lnTo>
                  <a:pt x="0" y="530081"/>
                </a:lnTo>
                <a:lnTo>
                  <a:pt x="179729" y="388190"/>
                </a:lnTo>
                <a:cubicBezTo>
                  <a:pt x="178152" y="257335"/>
                  <a:pt x="183907" y="130855"/>
                  <a:pt x="182330" y="0"/>
                </a:cubicBezTo>
                <a:close/>
              </a:path>
            </a:pathLst>
          </a:custGeom>
          <a:gradFill flip="none" rotWithShape="1">
            <a:gsLst>
              <a:gs pos="100000">
                <a:srgbClr val="838D48"/>
              </a:gs>
              <a:gs pos="0">
                <a:srgbClr val="181E23">
                  <a:alpha val="80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a:extLst>
              <a:ext uri="{FF2B5EF4-FFF2-40B4-BE49-F238E27FC236}">
                <a16:creationId xmlns:a16="http://schemas.microsoft.com/office/drawing/2014/main" id="{021948CA-EF3C-A6B8-8549-FE6821FC2EAF}"/>
              </a:ext>
            </a:extLst>
          </p:cNvPr>
          <p:cNvSpPr/>
          <p:nvPr/>
        </p:nvSpPr>
        <p:spPr>
          <a:xfrm rot="5400000" flipH="1" flipV="1">
            <a:off x="10273794" y="893098"/>
            <a:ext cx="334267" cy="3502144"/>
          </a:xfrm>
          <a:custGeom>
            <a:avLst/>
            <a:gdLst>
              <a:gd name="connsiteX0" fmla="*/ 186254 w 321619"/>
              <a:gd name="connsiteY0" fmla="*/ 654360 h 1210803"/>
              <a:gd name="connsiteX1" fmla="*/ 321619 w 321619"/>
              <a:gd name="connsiteY1" fmla="*/ 654360 h 1210803"/>
              <a:gd name="connsiteX2" fmla="*/ 321619 w 321619"/>
              <a:gd name="connsiteY2" fmla="*/ 1206073 h 1210803"/>
              <a:gd name="connsiteX3" fmla="*/ 186254 w 321619"/>
              <a:gd name="connsiteY3" fmla="*/ 1206073 h 1210803"/>
              <a:gd name="connsiteX4" fmla="*/ 0 w 321619"/>
              <a:gd name="connsiteY4" fmla="*/ 4730 h 1210803"/>
              <a:gd name="connsiteX5" fmla="*/ 146621 w 321619"/>
              <a:gd name="connsiteY5" fmla="*/ 4730 h 1210803"/>
              <a:gd name="connsiteX6" fmla="*/ 146621 w 321619"/>
              <a:gd name="connsiteY6" fmla="*/ 359457 h 1210803"/>
              <a:gd name="connsiteX7" fmla="*/ 0 w 321619"/>
              <a:gd name="connsiteY7" fmla="*/ 359457 h 1210803"/>
              <a:gd name="connsiteX8" fmla="*/ 174999 w 321619"/>
              <a:gd name="connsiteY8" fmla="*/ 0 h 1210803"/>
              <a:gd name="connsiteX9" fmla="*/ 316890 w 321619"/>
              <a:gd name="connsiteY9" fmla="*/ 4730 h 1210803"/>
              <a:gd name="connsiteX10" fmla="*/ 316890 w 321619"/>
              <a:gd name="connsiteY10" fmla="*/ 449322 h 1210803"/>
              <a:gd name="connsiteX11" fmla="*/ 141891 w 321619"/>
              <a:gd name="connsiteY11" fmla="*/ 605402 h 1210803"/>
              <a:gd name="connsiteX12" fmla="*/ 141891 w 321619"/>
              <a:gd name="connsiteY12" fmla="*/ 1210803 h 1210803"/>
              <a:gd name="connsiteX13" fmla="*/ 0 w 321619"/>
              <a:gd name="connsiteY13" fmla="*/ 1210803 h 1210803"/>
              <a:gd name="connsiteX14" fmla="*/ 0 w 321619"/>
              <a:gd name="connsiteY14" fmla="*/ 534456 h 1210803"/>
              <a:gd name="connsiteX15" fmla="*/ 179729 w 321619"/>
              <a:gd name="connsiteY15" fmla="*/ 392565 h 1210803"/>
              <a:gd name="connsiteX0" fmla="*/ 186254 w 328026"/>
              <a:gd name="connsiteY0" fmla="*/ 654360 h 1210803"/>
              <a:gd name="connsiteX1" fmla="*/ 321619 w 328026"/>
              <a:gd name="connsiteY1" fmla="*/ 654360 h 1210803"/>
              <a:gd name="connsiteX2" fmla="*/ 321619 w 328026"/>
              <a:gd name="connsiteY2" fmla="*/ 1206073 h 1210803"/>
              <a:gd name="connsiteX3" fmla="*/ 186254 w 328026"/>
              <a:gd name="connsiteY3" fmla="*/ 1206073 h 1210803"/>
              <a:gd name="connsiteX4" fmla="*/ 186254 w 328026"/>
              <a:gd name="connsiteY4" fmla="*/ 654360 h 1210803"/>
              <a:gd name="connsiteX5" fmla="*/ 0 w 328026"/>
              <a:gd name="connsiteY5" fmla="*/ 4730 h 1210803"/>
              <a:gd name="connsiteX6" fmla="*/ 146621 w 328026"/>
              <a:gd name="connsiteY6" fmla="*/ 4730 h 1210803"/>
              <a:gd name="connsiteX7" fmla="*/ 146621 w 328026"/>
              <a:gd name="connsiteY7" fmla="*/ 359457 h 1210803"/>
              <a:gd name="connsiteX8" fmla="*/ 0 w 328026"/>
              <a:gd name="connsiteY8" fmla="*/ 359457 h 1210803"/>
              <a:gd name="connsiteX9" fmla="*/ 0 w 328026"/>
              <a:gd name="connsiteY9" fmla="*/ 4730 h 1210803"/>
              <a:gd name="connsiteX10" fmla="*/ 174999 w 328026"/>
              <a:gd name="connsiteY10" fmla="*/ 0 h 1210803"/>
              <a:gd name="connsiteX11" fmla="*/ 328026 w 328026"/>
              <a:gd name="connsiteY11" fmla="*/ 743 h 1210803"/>
              <a:gd name="connsiteX12" fmla="*/ 316890 w 328026"/>
              <a:gd name="connsiteY12" fmla="*/ 449322 h 1210803"/>
              <a:gd name="connsiteX13" fmla="*/ 141891 w 328026"/>
              <a:gd name="connsiteY13" fmla="*/ 605402 h 1210803"/>
              <a:gd name="connsiteX14" fmla="*/ 141891 w 328026"/>
              <a:gd name="connsiteY14" fmla="*/ 1210803 h 1210803"/>
              <a:gd name="connsiteX15" fmla="*/ 0 w 328026"/>
              <a:gd name="connsiteY15" fmla="*/ 1210803 h 1210803"/>
              <a:gd name="connsiteX16" fmla="*/ 0 w 328026"/>
              <a:gd name="connsiteY16" fmla="*/ 534456 h 1210803"/>
              <a:gd name="connsiteX17" fmla="*/ 179729 w 328026"/>
              <a:gd name="connsiteY17" fmla="*/ 392565 h 1210803"/>
              <a:gd name="connsiteX18" fmla="*/ 174999 w 328026"/>
              <a:gd name="connsiteY18" fmla="*/ 0 h 1210803"/>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74999 w 328026"/>
              <a:gd name="connsiteY10" fmla="*/ 2757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74999 w 328026"/>
              <a:gd name="connsiteY18" fmla="*/ 2757 h 1210060"/>
              <a:gd name="connsiteX0" fmla="*/ 186254 w 328026"/>
              <a:gd name="connsiteY0" fmla="*/ 653617 h 1210060"/>
              <a:gd name="connsiteX1" fmla="*/ 321619 w 328026"/>
              <a:gd name="connsiteY1" fmla="*/ 653617 h 1210060"/>
              <a:gd name="connsiteX2" fmla="*/ 321619 w 328026"/>
              <a:gd name="connsiteY2" fmla="*/ 1205330 h 1210060"/>
              <a:gd name="connsiteX3" fmla="*/ 186254 w 328026"/>
              <a:gd name="connsiteY3" fmla="*/ 1205330 h 1210060"/>
              <a:gd name="connsiteX4" fmla="*/ 186254 w 328026"/>
              <a:gd name="connsiteY4" fmla="*/ 653617 h 1210060"/>
              <a:gd name="connsiteX5" fmla="*/ 0 w 328026"/>
              <a:gd name="connsiteY5" fmla="*/ 3987 h 1210060"/>
              <a:gd name="connsiteX6" fmla="*/ 146621 w 328026"/>
              <a:gd name="connsiteY6" fmla="*/ 3987 h 1210060"/>
              <a:gd name="connsiteX7" fmla="*/ 146621 w 328026"/>
              <a:gd name="connsiteY7" fmla="*/ 358714 h 1210060"/>
              <a:gd name="connsiteX8" fmla="*/ 0 w 328026"/>
              <a:gd name="connsiteY8" fmla="*/ 358714 h 1210060"/>
              <a:gd name="connsiteX9" fmla="*/ 0 w 328026"/>
              <a:gd name="connsiteY9" fmla="*/ 3987 h 1210060"/>
              <a:gd name="connsiteX10" fmla="*/ 182330 w 328026"/>
              <a:gd name="connsiteY10" fmla="*/ 3632 h 1210060"/>
              <a:gd name="connsiteX11" fmla="*/ 328026 w 328026"/>
              <a:gd name="connsiteY11" fmla="*/ 0 h 1210060"/>
              <a:gd name="connsiteX12" fmla="*/ 316890 w 328026"/>
              <a:gd name="connsiteY12" fmla="*/ 448579 h 1210060"/>
              <a:gd name="connsiteX13" fmla="*/ 141891 w 328026"/>
              <a:gd name="connsiteY13" fmla="*/ 604659 h 1210060"/>
              <a:gd name="connsiteX14" fmla="*/ 141891 w 328026"/>
              <a:gd name="connsiteY14" fmla="*/ 1210060 h 1210060"/>
              <a:gd name="connsiteX15" fmla="*/ 0 w 328026"/>
              <a:gd name="connsiteY15" fmla="*/ 1210060 h 1210060"/>
              <a:gd name="connsiteX16" fmla="*/ 0 w 328026"/>
              <a:gd name="connsiteY16" fmla="*/ 533713 h 1210060"/>
              <a:gd name="connsiteX17" fmla="*/ 179729 w 328026"/>
              <a:gd name="connsiteY17" fmla="*/ 391822 h 1210060"/>
              <a:gd name="connsiteX18" fmla="*/ 182330 w 328026"/>
              <a:gd name="connsiteY18" fmla="*/ 3632 h 1210060"/>
              <a:gd name="connsiteX0" fmla="*/ 186254 w 321619"/>
              <a:gd name="connsiteY0" fmla="*/ 649985 h 1206428"/>
              <a:gd name="connsiteX1" fmla="*/ 321619 w 321619"/>
              <a:gd name="connsiteY1" fmla="*/ 649985 h 1206428"/>
              <a:gd name="connsiteX2" fmla="*/ 321619 w 321619"/>
              <a:gd name="connsiteY2" fmla="*/ 1201698 h 1206428"/>
              <a:gd name="connsiteX3" fmla="*/ 186254 w 321619"/>
              <a:gd name="connsiteY3" fmla="*/ 1201698 h 1206428"/>
              <a:gd name="connsiteX4" fmla="*/ 186254 w 321619"/>
              <a:gd name="connsiteY4" fmla="*/ 649985 h 1206428"/>
              <a:gd name="connsiteX5" fmla="*/ 0 w 321619"/>
              <a:gd name="connsiteY5" fmla="*/ 355 h 1206428"/>
              <a:gd name="connsiteX6" fmla="*/ 146621 w 321619"/>
              <a:gd name="connsiteY6" fmla="*/ 355 h 1206428"/>
              <a:gd name="connsiteX7" fmla="*/ 146621 w 321619"/>
              <a:gd name="connsiteY7" fmla="*/ 355082 h 1206428"/>
              <a:gd name="connsiteX8" fmla="*/ 0 w 321619"/>
              <a:gd name="connsiteY8" fmla="*/ 355082 h 1206428"/>
              <a:gd name="connsiteX9" fmla="*/ 0 w 321619"/>
              <a:gd name="connsiteY9" fmla="*/ 355 h 1206428"/>
              <a:gd name="connsiteX10" fmla="*/ 182330 w 321619"/>
              <a:gd name="connsiteY10" fmla="*/ 0 h 1206428"/>
              <a:gd name="connsiteX11" fmla="*/ 315806 w 321619"/>
              <a:gd name="connsiteY11" fmla="*/ 1618 h 1206428"/>
              <a:gd name="connsiteX12" fmla="*/ 316890 w 321619"/>
              <a:gd name="connsiteY12" fmla="*/ 444947 h 1206428"/>
              <a:gd name="connsiteX13" fmla="*/ 141891 w 321619"/>
              <a:gd name="connsiteY13" fmla="*/ 601027 h 1206428"/>
              <a:gd name="connsiteX14" fmla="*/ 141891 w 321619"/>
              <a:gd name="connsiteY14" fmla="*/ 1206428 h 1206428"/>
              <a:gd name="connsiteX15" fmla="*/ 0 w 321619"/>
              <a:gd name="connsiteY15" fmla="*/ 1206428 h 1206428"/>
              <a:gd name="connsiteX16" fmla="*/ 0 w 321619"/>
              <a:gd name="connsiteY16" fmla="*/ 530081 h 1206428"/>
              <a:gd name="connsiteX17" fmla="*/ 179729 w 321619"/>
              <a:gd name="connsiteY17" fmla="*/ 388190 h 1206428"/>
              <a:gd name="connsiteX18" fmla="*/ 182330 w 321619"/>
              <a:gd name="connsiteY18" fmla="*/ 0 h 120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1619" h="1206428">
                <a:moveTo>
                  <a:pt x="186254" y="649985"/>
                </a:moveTo>
                <a:lnTo>
                  <a:pt x="321619" y="649985"/>
                </a:lnTo>
                <a:lnTo>
                  <a:pt x="321619" y="1201698"/>
                </a:lnTo>
                <a:lnTo>
                  <a:pt x="186254" y="1201698"/>
                </a:lnTo>
                <a:lnTo>
                  <a:pt x="186254" y="649985"/>
                </a:lnTo>
                <a:close/>
                <a:moveTo>
                  <a:pt x="0" y="355"/>
                </a:moveTo>
                <a:lnTo>
                  <a:pt x="146621" y="355"/>
                </a:lnTo>
                <a:lnTo>
                  <a:pt x="146621" y="355082"/>
                </a:lnTo>
                <a:lnTo>
                  <a:pt x="0" y="355082"/>
                </a:lnTo>
                <a:lnTo>
                  <a:pt x="0" y="355"/>
                </a:lnTo>
                <a:close/>
                <a:moveTo>
                  <a:pt x="182330" y="0"/>
                </a:moveTo>
                <a:lnTo>
                  <a:pt x="315806" y="1618"/>
                </a:lnTo>
                <a:cubicBezTo>
                  <a:pt x="316167" y="149394"/>
                  <a:pt x="316529" y="297171"/>
                  <a:pt x="316890" y="444947"/>
                </a:cubicBezTo>
                <a:lnTo>
                  <a:pt x="141891" y="601027"/>
                </a:lnTo>
                <a:lnTo>
                  <a:pt x="141891" y="1206428"/>
                </a:lnTo>
                <a:lnTo>
                  <a:pt x="0" y="1206428"/>
                </a:lnTo>
                <a:lnTo>
                  <a:pt x="0" y="530081"/>
                </a:lnTo>
                <a:lnTo>
                  <a:pt x="179729" y="388190"/>
                </a:lnTo>
                <a:cubicBezTo>
                  <a:pt x="178152" y="257335"/>
                  <a:pt x="183907" y="130855"/>
                  <a:pt x="182330" y="0"/>
                </a:cubicBezTo>
                <a:close/>
              </a:path>
            </a:pathLst>
          </a:custGeom>
          <a:gradFill flip="none" rotWithShape="1">
            <a:gsLst>
              <a:gs pos="100000">
                <a:srgbClr val="838D48"/>
              </a:gs>
              <a:gs pos="0">
                <a:srgbClr val="181E23">
                  <a:alpha val="80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文本框 7">
            <a:extLst>
              <a:ext uri="{FF2B5EF4-FFF2-40B4-BE49-F238E27FC236}">
                <a16:creationId xmlns:a16="http://schemas.microsoft.com/office/drawing/2014/main" id="{3E8DF8FE-0C44-C9A0-C912-EA5B43AC35AD}"/>
              </a:ext>
            </a:extLst>
          </p:cNvPr>
          <p:cNvSpPr txBox="1"/>
          <p:nvPr/>
        </p:nvSpPr>
        <p:spPr>
          <a:xfrm>
            <a:off x="3642359" y="3244334"/>
            <a:ext cx="4729481" cy="369332"/>
          </a:xfrm>
          <a:prstGeom prst="rect">
            <a:avLst/>
          </a:prstGeom>
          <a:noFill/>
        </p:spPr>
        <p:txBody>
          <a:bodyPr wrap="square" rtlCol="0">
            <a:spAutoFit/>
          </a:bodyPr>
          <a:lstStyle/>
          <a:p>
            <a:pPr algn="dist"/>
            <a:r>
              <a:rPr lang="en-US" altLang="zh-CN" dirty="0">
                <a:gradFill>
                  <a:gsLst>
                    <a:gs pos="33600">
                      <a:srgbClr val="3C432F"/>
                    </a:gs>
                    <a:gs pos="100000">
                      <a:srgbClr val="838D48"/>
                    </a:gs>
                    <a:gs pos="0">
                      <a:srgbClr val="181E23">
                        <a:alpha val="80000"/>
                      </a:srgbClr>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 for watching</a:t>
            </a:r>
            <a:endParaRPr lang="zh-CN" altLang="en-US" dirty="0">
              <a:gradFill>
                <a:gsLst>
                  <a:gs pos="33600">
                    <a:srgbClr val="3C432F"/>
                  </a:gs>
                  <a:gs pos="100000">
                    <a:srgbClr val="838D48"/>
                  </a:gs>
                  <a:gs pos="0">
                    <a:srgbClr val="181E23">
                      <a:alpha val="80000"/>
                    </a:srgbClr>
                  </a:gs>
                </a:gsLst>
                <a:lin ang="54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398468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TotalTime>
  <Words>709</Words>
  <Application>Microsoft Office PowerPoint</Application>
  <PresentationFormat>宽屏</PresentationFormat>
  <Paragraphs>160</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等线</vt:lpstr>
      <vt:lpstr>等线 Light</vt:lpstr>
      <vt:lpstr>思源宋体 CN ExtraLight</vt:lpstr>
      <vt:lpstr>思源宋体 CN Heavy</vt:lpstr>
      <vt:lpstr>思源宋体 CN Light</vt:lpstr>
      <vt:lpstr>微软雅黑</vt:lpstr>
      <vt:lpstr>微软雅黑 Light</vt:lpstr>
      <vt:lpstr>禹卫书法行书简体
</vt:lpstr>
      <vt:lpstr>Arial</vt:lpstr>
      <vt:lpstr>Bahnschrift SemiBold</vt:lpstr>
      <vt:lpstr>Bahnschrift SemiBold Condensed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炳煌 王</dc:creator>
  <cp:lastModifiedBy>dragon sun</cp:lastModifiedBy>
  <cp:revision>12</cp:revision>
  <dcterms:created xsi:type="dcterms:W3CDTF">2024-02-07T08:41:01Z</dcterms:created>
  <dcterms:modified xsi:type="dcterms:W3CDTF">2025-05-20T14:03:44Z</dcterms:modified>
</cp:coreProperties>
</file>