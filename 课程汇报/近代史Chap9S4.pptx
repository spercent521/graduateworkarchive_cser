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4.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5.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6.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heme/themeOverride7.xml" ContentType="application/vnd.openxmlformats-officedocument.themeOverride+xml"/>
  <Override PartName="/ppt/notesSlides/notesSlide20.xml" ContentType="application/vnd.openxmlformats-officedocument.presentationml.notesSlide+xml"/>
  <Override PartName="/ppt/theme/themeOverride8.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75" r:id="rId3"/>
    <p:sldId id="259" r:id="rId4"/>
    <p:sldId id="258" r:id="rId5"/>
    <p:sldId id="269" r:id="rId6"/>
    <p:sldId id="263" r:id="rId7"/>
    <p:sldId id="270" r:id="rId8"/>
    <p:sldId id="278" r:id="rId9"/>
    <p:sldId id="264" r:id="rId10"/>
    <p:sldId id="394" r:id="rId11"/>
    <p:sldId id="393" r:id="rId12"/>
    <p:sldId id="395" r:id="rId13"/>
    <p:sldId id="397" r:id="rId14"/>
    <p:sldId id="398" r:id="rId15"/>
    <p:sldId id="396" r:id="rId16"/>
    <p:sldId id="399" r:id="rId17"/>
    <p:sldId id="265" r:id="rId18"/>
    <p:sldId id="279" r:id="rId19"/>
    <p:sldId id="390" r:id="rId20"/>
    <p:sldId id="391" r:id="rId21"/>
    <p:sldId id="392" r:id="rId22"/>
    <p:sldId id="266" r:id="rId23"/>
    <p:sldId id="271" r:id="rId24"/>
    <p:sldId id="273" r:id="rId25"/>
    <p:sldId id="272" r:id="rId26"/>
    <p:sldId id="276" r:id="rId27"/>
    <p:sldId id="267" r:id="rId28"/>
    <p:sldId id="268" r:id="rId29"/>
    <p:sldId id="262" r:id="rId30"/>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461" autoAdjust="0"/>
  </p:normalViewPr>
  <p:slideViewPr>
    <p:cSldViewPr snapToGrid="0" showGuides="1">
      <p:cViewPr varScale="1">
        <p:scale>
          <a:sx n="68" d="100"/>
          <a:sy n="68" d="100"/>
        </p:scale>
        <p:origin x="126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21DF8E-9C53-474A-8AB7-7956A7F53127}" type="doc">
      <dgm:prSet loTypeId="urn:microsoft.com/office/officeart/2005/8/layout/arrow2" loCatId="process" qsTypeId="urn:microsoft.com/office/officeart/2005/8/quickstyle/simple1" qsCatId="simple" csTypeId="urn:microsoft.com/office/officeart/2005/8/colors/accent1_2" csCatId="accent1" phldr="1"/>
      <dgm:spPr/>
    </dgm:pt>
    <dgm:pt modelId="{82CD9C88-4611-4CCA-AE36-19A02901D7BE}">
      <dgm:prSet phldrT="[文本]" custT="1"/>
      <dgm:spPr/>
      <dgm:t>
        <a:bodyPr/>
        <a:lstStyle/>
        <a:p>
          <a:pPr>
            <a:buNone/>
          </a:pPr>
          <a:r>
            <a:rPr lang="zh-CN" altLang="en-US" sz="2400" dirty="0"/>
            <a:t>国内生产总值翻两番</a:t>
          </a:r>
        </a:p>
      </dgm:t>
    </dgm:pt>
    <dgm:pt modelId="{EBFAAB59-D293-43D2-9806-52ED3CBE9E7B}" type="parTrans" cxnId="{40ABC777-C62F-4246-9402-397181643C4A}">
      <dgm:prSet/>
      <dgm:spPr/>
      <dgm:t>
        <a:bodyPr/>
        <a:lstStyle/>
        <a:p>
          <a:endParaRPr lang="zh-CN" altLang="en-US"/>
        </a:p>
      </dgm:t>
    </dgm:pt>
    <dgm:pt modelId="{0FC263C8-E37A-4097-ABF5-B864ACC62077}" type="sibTrans" cxnId="{40ABC777-C62F-4246-9402-397181643C4A}">
      <dgm:prSet/>
      <dgm:spPr/>
      <dgm:t>
        <a:bodyPr/>
        <a:lstStyle/>
        <a:p>
          <a:endParaRPr lang="zh-CN" altLang="en-US"/>
        </a:p>
      </dgm:t>
    </dgm:pt>
    <dgm:pt modelId="{12DE8012-180A-483C-8D3F-3FEFEECEEF2F}">
      <dgm:prSet phldrT="[文本]" custT="1"/>
      <dgm:spPr/>
      <dgm:t>
        <a:bodyPr/>
        <a:lstStyle/>
        <a:p>
          <a:r>
            <a:rPr lang="zh-CN" altLang="en-US" sz="2400" dirty="0"/>
            <a:t>人均生产总值翻两番</a:t>
          </a:r>
        </a:p>
      </dgm:t>
    </dgm:pt>
    <dgm:pt modelId="{9C3FC6A2-40C0-405A-BA79-41EA9A750C98}" type="parTrans" cxnId="{8714B1C6-CF8F-45A6-8913-35A9B0D6118F}">
      <dgm:prSet/>
      <dgm:spPr/>
      <dgm:t>
        <a:bodyPr/>
        <a:lstStyle/>
        <a:p>
          <a:endParaRPr lang="zh-CN" altLang="en-US"/>
        </a:p>
      </dgm:t>
    </dgm:pt>
    <dgm:pt modelId="{E57E9E56-1E33-45D2-A9CD-5D6AEF3BDC6F}" type="sibTrans" cxnId="{8714B1C6-CF8F-45A6-8913-35A9B0D6118F}">
      <dgm:prSet/>
      <dgm:spPr/>
      <dgm:t>
        <a:bodyPr/>
        <a:lstStyle/>
        <a:p>
          <a:endParaRPr lang="zh-CN" altLang="en-US"/>
        </a:p>
      </dgm:t>
    </dgm:pt>
    <dgm:pt modelId="{8ED59E4E-2642-457A-8962-38826E554D91}" type="pres">
      <dgm:prSet presAssocID="{2721DF8E-9C53-474A-8AB7-7956A7F53127}" presName="arrowDiagram" presStyleCnt="0">
        <dgm:presLayoutVars>
          <dgm:chMax val="5"/>
          <dgm:dir/>
          <dgm:resizeHandles val="exact"/>
        </dgm:presLayoutVars>
      </dgm:prSet>
      <dgm:spPr/>
    </dgm:pt>
    <dgm:pt modelId="{B2D72CA4-FF2C-4247-A7AF-47D7995E8D18}" type="pres">
      <dgm:prSet presAssocID="{2721DF8E-9C53-474A-8AB7-7956A7F53127}" presName="arrow" presStyleLbl="bgShp" presStyleIdx="0" presStyleCnt="1"/>
      <dgm:spPr/>
    </dgm:pt>
    <dgm:pt modelId="{7BF8D727-386E-4FD5-B640-BC02F1CDD23E}" type="pres">
      <dgm:prSet presAssocID="{2721DF8E-9C53-474A-8AB7-7956A7F53127}" presName="arrowDiagram2" presStyleCnt="0"/>
      <dgm:spPr/>
    </dgm:pt>
    <dgm:pt modelId="{57775C00-2456-4A66-82C7-FE81361E59AB}" type="pres">
      <dgm:prSet presAssocID="{82CD9C88-4611-4CCA-AE36-19A02901D7BE}" presName="bullet2a" presStyleLbl="node1" presStyleIdx="0" presStyleCnt="2"/>
      <dgm:spPr/>
    </dgm:pt>
    <dgm:pt modelId="{02373DB3-984C-4245-9AF1-6E3ACBAE71D2}" type="pres">
      <dgm:prSet presAssocID="{82CD9C88-4611-4CCA-AE36-19A02901D7BE}" presName="textBox2a" presStyleLbl="revTx" presStyleIdx="0" presStyleCnt="2" custScaleX="220467" custLinFactNeighborX="-37524" custLinFactNeighborY="11076">
        <dgm:presLayoutVars>
          <dgm:bulletEnabled val="1"/>
        </dgm:presLayoutVars>
      </dgm:prSet>
      <dgm:spPr/>
    </dgm:pt>
    <dgm:pt modelId="{D22AF22A-F50A-4046-AD15-ED78161F6DB2}" type="pres">
      <dgm:prSet presAssocID="{12DE8012-180A-483C-8D3F-3FEFEECEEF2F}" presName="bullet2b" presStyleLbl="node1" presStyleIdx="1" presStyleCnt="2"/>
      <dgm:spPr/>
    </dgm:pt>
    <dgm:pt modelId="{AB74DE5D-90F4-4BF7-AECB-160B7FCCEB75}" type="pres">
      <dgm:prSet presAssocID="{12DE8012-180A-483C-8D3F-3FEFEECEEF2F}" presName="textBox2b" presStyleLbl="revTx" presStyleIdx="1" presStyleCnt="2" custScaleX="215186" custScaleY="94466" custLinFactNeighborX="-41822" custLinFactNeighborY="-36762">
        <dgm:presLayoutVars>
          <dgm:bulletEnabled val="1"/>
        </dgm:presLayoutVars>
      </dgm:prSet>
      <dgm:spPr/>
    </dgm:pt>
  </dgm:ptLst>
  <dgm:cxnLst>
    <dgm:cxn modelId="{D734703D-6C26-4965-932F-799318E85577}" type="presOf" srcId="{12DE8012-180A-483C-8D3F-3FEFEECEEF2F}" destId="{AB74DE5D-90F4-4BF7-AECB-160B7FCCEB75}" srcOrd="0" destOrd="0" presId="urn:microsoft.com/office/officeart/2005/8/layout/arrow2"/>
    <dgm:cxn modelId="{40ABC777-C62F-4246-9402-397181643C4A}" srcId="{2721DF8E-9C53-474A-8AB7-7956A7F53127}" destId="{82CD9C88-4611-4CCA-AE36-19A02901D7BE}" srcOrd="0" destOrd="0" parTransId="{EBFAAB59-D293-43D2-9806-52ED3CBE9E7B}" sibTransId="{0FC263C8-E37A-4097-ABF5-B864ACC62077}"/>
    <dgm:cxn modelId="{E0F6D187-1A54-41BD-B77B-0443A93C7C42}" type="presOf" srcId="{2721DF8E-9C53-474A-8AB7-7956A7F53127}" destId="{8ED59E4E-2642-457A-8962-38826E554D91}" srcOrd="0" destOrd="0" presId="urn:microsoft.com/office/officeart/2005/8/layout/arrow2"/>
    <dgm:cxn modelId="{8714B1C6-CF8F-45A6-8913-35A9B0D6118F}" srcId="{2721DF8E-9C53-474A-8AB7-7956A7F53127}" destId="{12DE8012-180A-483C-8D3F-3FEFEECEEF2F}" srcOrd="1" destOrd="0" parTransId="{9C3FC6A2-40C0-405A-BA79-41EA9A750C98}" sibTransId="{E57E9E56-1E33-45D2-A9CD-5D6AEF3BDC6F}"/>
    <dgm:cxn modelId="{DE19FACA-82CF-46BE-ADF7-D54908AAE398}" type="presOf" srcId="{82CD9C88-4611-4CCA-AE36-19A02901D7BE}" destId="{02373DB3-984C-4245-9AF1-6E3ACBAE71D2}" srcOrd="0" destOrd="0" presId="urn:microsoft.com/office/officeart/2005/8/layout/arrow2"/>
    <dgm:cxn modelId="{1C48FFE4-D4C3-4C60-BF73-691DDA7DEEF3}" type="presParOf" srcId="{8ED59E4E-2642-457A-8962-38826E554D91}" destId="{B2D72CA4-FF2C-4247-A7AF-47D7995E8D18}" srcOrd="0" destOrd="0" presId="urn:microsoft.com/office/officeart/2005/8/layout/arrow2"/>
    <dgm:cxn modelId="{931F49A0-0CF7-4287-A679-4661F4B18A46}" type="presParOf" srcId="{8ED59E4E-2642-457A-8962-38826E554D91}" destId="{7BF8D727-386E-4FD5-B640-BC02F1CDD23E}" srcOrd="1" destOrd="0" presId="urn:microsoft.com/office/officeart/2005/8/layout/arrow2"/>
    <dgm:cxn modelId="{28607B02-A05F-48B5-850B-F22FF6FB22DF}" type="presParOf" srcId="{7BF8D727-386E-4FD5-B640-BC02F1CDD23E}" destId="{57775C00-2456-4A66-82C7-FE81361E59AB}" srcOrd="0" destOrd="0" presId="urn:microsoft.com/office/officeart/2005/8/layout/arrow2"/>
    <dgm:cxn modelId="{5A983989-AD0E-4B67-A77B-67AA7A4FDD98}" type="presParOf" srcId="{7BF8D727-386E-4FD5-B640-BC02F1CDD23E}" destId="{02373DB3-984C-4245-9AF1-6E3ACBAE71D2}" srcOrd="1" destOrd="0" presId="urn:microsoft.com/office/officeart/2005/8/layout/arrow2"/>
    <dgm:cxn modelId="{AEC85FEE-4AE5-41B8-A9E2-28A541DF23AD}" type="presParOf" srcId="{7BF8D727-386E-4FD5-B640-BC02F1CDD23E}" destId="{D22AF22A-F50A-4046-AD15-ED78161F6DB2}" srcOrd="2" destOrd="0" presId="urn:microsoft.com/office/officeart/2005/8/layout/arrow2"/>
    <dgm:cxn modelId="{6CD904B2-70C5-4410-8B3D-9F6D19285BD2}" type="presParOf" srcId="{7BF8D727-386E-4FD5-B640-BC02F1CDD23E}" destId="{AB74DE5D-90F4-4BF7-AECB-160B7FCCEB75}" srcOrd="3"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72CA4-FF2C-4247-A7AF-47D7995E8D18}">
      <dsp:nvSpPr>
        <dsp:cNvPr id="0" name=""/>
        <dsp:cNvSpPr/>
      </dsp:nvSpPr>
      <dsp:spPr>
        <a:xfrm>
          <a:off x="-303875" y="36688"/>
          <a:ext cx="6254044" cy="3908777"/>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75C00-2456-4A66-82C7-FE81361E59AB}">
      <dsp:nvSpPr>
        <dsp:cNvPr id="0" name=""/>
        <dsp:cNvSpPr/>
      </dsp:nvSpPr>
      <dsp:spPr>
        <a:xfrm>
          <a:off x="1150189" y="2166972"/>
          <a:ext cx="218891" cy="21889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373DB3-984C-4245-9AF1-6E3ACBAE71D2}">
      <dsp:nvSpPr>
        <dsp:cNvPr id="0" name=""/>
        <dsp:cNvSpPr/>
      </dsp:nvSpPr>
      <dsp:spPr>
        <a:xfrm>
          <a:off x="0" y="2313107"/>
          <a:ext cx="4481133" cy="1669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986" tIns="0" rIns="0" bIns="0" numCol="1" spcCol="1270" anchor="t" anchorCtr="0">
          <a:noAutofit/>
        </a:bodyPr>
        <a:lstStyle/>
        <a:p>
          <a:pPr marL="0" lvl="0" indent="0" algn="l" defTabSz="1066800">
            <a:lnSpc>
              <a:spcPct val="90000"/>
            </a:lnSpc>
            <a:spcBef>
              <a:spcPct val="0"/>
            </a:spcBef>
            <a:spcAft>
              <a:spcPct val="35000"/>
            </a:spcAft>
            <a:buNone/>
          </a:pPr>
          <a:r>
            <a:rPr lang="zh-CN" altLang="en-US" sz="2400" kern="1200" dirty="0"/>
            <a:t>国内生产总值翻两番</a:t>
          </a:r>
        </a:p>
      </dsp:txBody>
      <dsp:txXfrm>
        <a:off x="0" y="2313107"/>
        <a:ext cx="4481133" cy="1669047"/>
      </dsp:txXfrm>
    </dsp:sp>
    <dsp:sp modelId="{D22AF22A-F50A-4046-AD15-ED78161F6DB2}">
      <dsp:nvSpPr>
        <dsp:cNvPr id="0" name=""/>
        <dsp:cNvSpPr/>
      </dsp:nvSpPr>
      <dsp:spPr>
        <a:xfrm>
          <a:off x="3167119" y="1170234"/>
          <a:ext cx="375242" cy="37524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74DE5D-90F4-4BF7-AECB-160B7FCCEB75}">
      <dsp:nvSpPr>
        <dsp:cNvPr id="0" name=""/>
        <dsp:cNvSpPr/>
      </dsp:nvSpPr>
      <dsp:spPr>
        <a:xfrm>
          <a:off x="1334066" y="478197"/>
          <a:ext cx="4373793" cy="2444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33" tIns="0" rIns="0" bIns="0" numCol="1" spcCol="1270" anchor="t" anchorCtr="0">
          <a:noAutofit/>
        </a:bodyPr>
        <a:lstStyle/>
        <a:p>
          <a:pPr marL="0" lvl="0" indent="0" algn="l" defTabSz="1066800">
            <a:lnSpc>
              <a:spcPct val="90000"/>
            </a:lnSpc>
            <a:spcBef>
              <a:spcPct val="0"/>
            </a:spcBef>
            <a:spcAft>
              <a:spcPct val="35000"/>
            </a:spcAft>
            <a:buNone/>
          </a:pPr>
          <a:r>
            <a:rPr lang="zh-CN" altLang="en-US" sz="2400" kern="1200" dirty="0"/>
            <a:t>人均生产总值翻两番</a:t>
          </a:r>
        </a:p>
      </dsp:txBody>
      <dsp:txXfrm>
        <a:off x="1334066" y="478197"/>
        <a:ext cx="4373793" cy="2444412"/>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2025/5/21</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bilibili.com/video/BV1df4y117Ey"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改革开放已经初见成效，这一章节的任务在决定改革开放以后，也就是邓小平之后如何深化改革开放。</a:t>
            </a:r>
            <a:endParaRPr lang="en-US" altLang="zh-CN" dirty="0"/>
          </a:p>
          <a:p>
            <a:r>
              <a:rPr lang="zh-CN" altLang="en-US" dirty="0"/>
              <a:t>如果说第八章是为邓小平唱赞歌，这一章的主角应该是他之后的领导人。</a:t>
            </a:r>
            <a:endParaRPr lang="en-US" altLang="zh-CN" dirty="0"/>
          </a:p>
          <a:p>
            <a:r>
              <a:rPr lang="zh-CN" altLang="en-US" dirty="0"/>
              <a:t>即</a:t>
            </a:r>
            <a:r>
              <a:rPr lang="en-US" altLang="zh-CN" dirty="0"/>
              <a:t>2000</a:t>
            </a:r>
            <a:r>
              <a:rPr lang="zh-CN" altLang="en-US" dirty="0"/>
              <a:t>年之后至今的中国共产党如何继续领导深化改革开放。</a:t>
            </a:r>
            <a:endParaRPr lang="en-US" altLang="zh-CN" dirty="0"/>
          </a:p>
          <a:p>
            <a:r>
              <a:rPr lang="zh-CN" altLang="en-US" dirty="0"/>
              <a:t>算是很能升华的部分了。</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1</a:t>
            </a:fld>
            <a:endParaRPr lang="zh-CN" altLang="en-US"/>
          </a:p>
        </p:txBody>
      </p:sp>
    </p:spTree>
    <p:extLst>
      <p:ext uri="{BB962C8B-B14F-4D97-AF65-F5344CB8AC3E}">
        <p14:creationId xmlns:p14="http://schemas.microsoft.com/office/powerpoint/2010/main" val="3080764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属于复习已有知识的部分</a:t>
            </a:r>
            <a:endParaRPr lang="en-US" altLang="zh-CN" dirty="0"/>
          </a:p>
          <a:p>
            <a:r>
              <a:rPr lang="zh-CN" altLang="en-US" dirty="0"/>
              <a:t>有一个动画上的小巧思，可以改成你喜欢的动画样式</a:t>
            </a:r>
            <a:endParaRPr lang="en-US" altLang="zh-CN" dirty="0"/>
          </a:p>
          <a:p>
            <a:r>
              <a:rPr lang="zh-CN" altLang="en-US" dirty="0"/>
              <a:t>下面三点是我们需要讲述的近代史内容的概括</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2</a:t>
            </a:fld>
            <a:endParaRPr lang="zh-CN" altLang="en-US"/>
          </a:p>
        </p:txBody>
      </p:sp>
    </p:spTree>
    <p:extLst>
      <p:ext uri="{BB962C8B-B14F-4D97-AF65-F5344CB8AC3E}">
        <p14:creationId xmlns:p14="http://schemas.microsoft.com/office/powerpoint/2010/main" val="1074674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步入新时代，如何发展，从以下几个方面</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3</a:t>
            </a:fld>
            <a:endParaRPr lang="zh-CN" altLang="en-US"/>
          </a:p>
        </p:txBody>
      </p:sp>
    </p:spTree>
    <p:extLst>
      <p:ext uri="{BB962C8B-B14F-4D97-AF65-F5344CB8AC3E}">
        <p14:creationId xmlns:p14="http://schemas.microsoft.com/office/powerpoint/2010/main" val="4603622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主要是借此说明领导人高瞻远瞩，抓住重要历史机遇！什么 中华百年之未有大变局 之类的。</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6</a:t>
            </a:fld>
            <a:endParaRPr lang="zh-CN" altLang="en-US"/>
          </a:p>
        </p:txBody>
      </p:sp>
    </p:spTree>
    <p:extLst>
      <p:ext uri="{BB962C8B-B14F-4D97-AF65-F5344CB8AC3E}">
        <p14:creationId xmlns:p14="http://schemas.microsoft.com/office/powerpoint/2010/main" val="1398207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6818C-8556-2A1E-BA2C-469574225A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D8FF0E-3FE6-AED7-2A21-D01A831C13C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03AF4C-6621-989B-89C1-CE015C21482C}"/>
              </a:ext>
            </a:extLst>
          </p:cNvPr>
          <p:cNvSpPr>
            <a:spLocks noGrp="1"/>
          </p:cNvSpPr>
          <p:nvPr>
            <p:ph type="body" idx="1"/>
          </p:nvPr>
        </p:nvSpPr>
        <p:spPr/>
        <p:txBody>
          <a:bodyPr/>
          <a:lstStyle/>
          <a:p>
            <a:r>
              <a:rPr lang="zh-CN" altLang="en-US" dirty="0"/>
              <a:t>主要是借此说明领导人高瞻远瞩，抓住重要历史机遇！什么 中华百年之未有大变局 之类的。</a:t>
            </a:r>
          </a:p>
        </p:txBody>
      </p:sp>
      <p:sp>
        <p:nvSpPr>
          <p:cNvPr id="4" name="灯片编号占位符 3">
            <a:extLst>
              <a:ext uri="{FF2B5EF4-FFF2-40B4-BE49-F238E27FC236}">
                <a16:creationId xmlns:a16="http://schemas.microsoft.com/office/drawing/2014/main" id="{4ECA3323-0D3E-8689-E5E6-178EE50B4482}"/>
              </a:ext>
            </a:extLst>
          </p:cNvPr>
          <p:cNvSpPr>
            <a:spLocks noGrp="1"/>
          </p:cNvSpPr>
          <p:nvPr>
            <p:ph type="sldNum" sz="quarter" idx="5"/>
          </p:nvPr>
        </p:nvSpPr>
        <p:spPr/>
        <p:txBody>
          <a:bodyPr/>
          <a:lstStyle/>
          <a:p>
            <a:fld id="{A3ED8765-8EF3-408C-9341-152904E414ED}" type="slidenum">
              <a:rPr lang="zh-CN" altLang="en-US" smtClean="0"/>
              <a:t>7</a:t>
            </a:fld>
            <a:endParaRPr lang="zh-CN" altLang="en-US"/>
          </a:p>
        </p:txBody>
      </p:sp>
    </p:spTree>
    <p:extLst>
      <p:ext uri="{BB962C8B-B14F-4D97-AF65-F5344CB8AC3E}">
        <p14:creationId xmlns:p14="http://schemas.microsoft.com/office/powerpoint/2010/main" val="3606816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107DA-9906-33D3-E6AB-180AADCA68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34FC83-AB77-0B83-36CB-EECF0DF8EE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9AA488A-71AB-6715-F6A8-ED11D20F34DB}"/>
              </a:ext>
            </a:extLst>
          </p:cNvPr>
          <p:cNvSpPr>
            <a:spLocks noGrp="1"/>
          </p:cNvSpPr>
          <p:nvPr>
            <p:ph type="body" idx="1"/>
          </p:nvPr>
        </p:nvSpPr>
        <p:spPr/>
        <p:txBody>
          <a:bodyPr/>
          <a:lstStyle/>
          <a:p>
            <a:r>
              <a:rPr lang="zh-CN" altLang="en-US" dirty="0"/>
              <a:t>主要是借此说明领导人高瞻远瞩，抓住重要历史机遇！什么 中华百年之未有大变局 之类的。</a:t>
            </a:r>
          </a:p>
        </p:txBody>
      </p:sp>
      <p:sp>
        <p:nvSpPr>
          <p:cNvPr id="4" name="灯片编号占位符 3">
            <a:extLst>
              <a:ext uri="{FF2B5EF4-FFF2-40B4-BE49-F238E27FC236}">
                <a16:creationId xmlns:a16="http://schemas.microsoft.com/office/drawing/2014/main" id="{CA5C7609-5EBD-33BD-5A3F-2D0F8195A3AE}"/>
              </a:ext>
            </a:extLst>
          </p:cNvPr>
          <p:cNvSpPr>
            <a:spLocks noGrp="1"/>
          </p:cNvSpPr>
          <p:nvPr>
            <p:ph type="sldNum" sz="quarter" idx="5"/>
          </p:nvPr>
        </p:nvSpPr>
        <p:spPr/>
        <p:txBody>
          <a:bodyPr/>
          <a:lstStyle/>
          <a:p>
            <a:fld id="{A3ED8765-8EF3-408C-9341-152904E414ED}" type="slidenum">
              <a:rPr lang="zh-CN" altLang="en-US" smtClean="0"/>
              <a:t>8</a:t>
            </a:fld>
            <a:endParaRPr lang="zh-CN" altLang="en-US"/>
          </a:p>
        </p:txBody>
      </p:sp>
    </p:spTree>
    <p:extLst>
      <p:ext uri="{BB962C8B-B14F-4D97-AF65-F5344CB8AC3E}">
        <p14:creationId xmlns:p14="http://schemas.microsoft.com/office/powerpoint/2010/main" val="2647394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93FFB-E364-3574-92E7-4078F515B6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E6C5590-D6FB-F87E-80FE-17037CA923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0A6287-9AC8-A9BE-DDDF-503FEF87D407}"/>
              </a:ext>
            </a:extLst>
          </p:cNvPr>
          <p:cNvSpPr>
            <a:spLocks noGrp="1"/>
          </p:cNvSpPr>
          <p:nvPr>
            <p:ph type="body" idx="1"/>
          </p:nvPr>
        </p:nvSpPr>
        <p:spPr/>
        <p:txBody>
          <a:bodyPr/>
          <a:lstStyle/>
          <a:p>
            <a:r>
              <a:rPr lang="zh-CN" altLang="en-US" dirty="0"/>
              <a:t>这个部分对应课本 </a:t>
            </a:r>
            <a:r>
              <a:rPr lang="en-US" altLang="zh-CN" dirty="0"/>
              <a:t>P297 </a:t>
            </a:r>
            <a:r>
              <a:rPr lang="zh-CN" altLang="en-US" dirty="0"/>
              <a:t>页前四段，也就是这一部分的前四段内容，主要是政治决策、各种会议的部分。这一节后面更多是在具体方面介绍。</a:t>
            </a:r>
          </a:p>
        </p:txBody>
      </p:sp>
      <p:sp>
        <p:nvSpPr>
          <p:cNvPr id="4" name="灯片编号占位符 3">
            <a:extLst>
              <a:ext uri="{FF2B5EF4-FFF2-40B4-BE49-F238E27FC236}">
                <a16:creationId xmlns:a16="http://schemas.microsoft.com/office/drawing/2014/main" id="{EB855443-2F97-8DD1-5EDE-DBA16F5F253E}"/>
              </a:ext>
            </a:extLst>
          </p:cNvPr>
          <p:cNvSpPr>
            <a:spLocks noGrp="1"/>
          </p:cNvSpPr>
          <p:nvPr>
            <p:ph type="sldNum" sz="quarter" idx="5"/>
          </p:nvPr>
        </p:nvSpPr>
        <p:spPr/>
        <p:txBody>
          <a:bodyPr/>
          <a:lstStyle/>
          <a:p>
            <a:fld id="{A3ED8765-8EF3-408C-9341-152904E414ED}" type="slidenum">
              <a:rPr lang="zh-CN" altLang="en-US" smtClean="0"/>
              <a:t>10</a:t>
            </a:fld>
            <a:endParaRPr lang="zh-CN" altLang="en-US"/>
          </a:p>
        </p:txBody>
      </p:sp>
    </p:spTree>
    <p:extLst>
      <p:ext uri="{BB962C8B-B14F-4D97-AF65-F5344CB8AC3E}">
        <p14:creationId xmlns:p14="http://schemas.microsoft.com/office/powerpoint/2010/main" val="581293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这个部分对应课本 </a:t>
            </a:r>
            <a:r>
              <a:rPr lang="en-US" altLang="zh-CN" dirty="0"/>
              <a:t>P297 </a:t>
            </a:r>
            <a:r>
              <a:rPr lang="zh-CN" altLang="en-US" dirty="0"/>
              <a:t>页前四段，也就是这一部分的前四段内容，主要是政治决策、各种会议的部分。这一节后面更多是在具体方面介绍。</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11</a:t>
            </a:fld>
            <a:endParaRPr lang="zh-CN" altLang="en-US"/>
          </a:p>
        </p:txBody>
      </p:sp>
    </p:spTree>
    <p:extLst>
      <p:ext uri="{BB962C8B-B14F-4D97-AF65-F5344CB8AC3E}">
        <p14:creationId xmlns:p14="http://schemas.microsoft.com/office/powerpoint/2010/main" val="36885192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一些肉眼可见的挑战</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13</a:t>
            </a:fld>
            <a:endParaRPr lang="zh-CN" altLang="en-US"/>
          </a:p>
        </p:txBody>
      </p:sp>
    </p:spTree>
    <p:extLst>
      <p:ext uri="{BB962C8B-B14F-4D97-AF65-F5344CB8AC3E}">
        <p14:creationId xmlns:p14="http://schemas.microsoft.com/office/powerpoint/2010/main" val="18087992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改革措施。</a:t>
            </a:r>
            <a:endParaRPr lang="en-US" altLang="zh-CN" dirty="0"/>
          </a:p>
          <a:p>
            <a:r>
              <a:rPr lang="zh-CN" altLang="en-US" dirty="0"/>
              <a:t>（下面这段被删除了，但有点用）</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effectLst/>
                <a:latin typeface="Calibri" panose="020F0502020204030204" pitchFamily="34" charset="0"/>
                <a:ea typeface="宋体" panose="02010600030101010101" pitchFamily="2" charset="-122"/>
                <a:cs typeface="Arial" panose="020B0604020202020204" pitchFamily="34" charset="0"/>
              </a:rPr>
              <a:t>2010</a:t>
            </a:r>
            <a:r>
              <a:rPr lang="zh-CN" altLang="zh-CN" dirty="0">
                <a:effectLst/>
                <a:latin typeface="Calibri" panose="020F0502020204030204" pitchFamily="34" charset="0"/>
                <a:ea typeface="宋体" panose="02010600030101010101" pitchFamily="2" charset="-122"/>
                <a:cs typeface="Arial" panose="020B0604020202020204" pitchFamily="34" charset="0"/>
              </a:rPr>
              <a:t>年</a:t>
            </a:r>
            <a:r>
              <a:rPr lang="en-US" altLang="zh-CN" dirty="0">
                <a:effectLst/>
                <a:latin typeface="Calibri" panose="020F0502020204030204" pitchFamily="34" charset="0"/>
                <a:ea typeface="宋体" panose="02010600030101010101" pitchFamily="2" charset="-122"/>
                <a:cs typeface="Arial" panose="020B0604020202020204" pitchFamily="34" charset="0"/>
              </a:rPr>
              <a:t>10</a:t>
            </a:r>
            <a:r>
              <a:rPr lang="zh-CN" altLang="zh-CN" dirty="0">
                <a:effectLst/>
                <a:latin typeface="Calibri" panose="020F0502020204030204" pitchFamily="34" charset="0"/>
                <a:ea typeface="宋体" panose="02010600030101010101" pitchFamily="2" charset="-122"/>
                <a:cs typeface="Arial" panose="020B0604020202020204" pitchFamily="34" charset="0"/>
              </a:rPr>
              <a:t>月，党的十七届五中全会对加快转变经济发展方式的基本要求作出新的概括，明确要求把经济结构战略性调整作为主攻方向，把科技进步和创新作为重要支撑，把保障和改善民生作为根本出发点和落脚点，把建设资源节约型、环境友好型社会作为重要着力点，把改革开放作为强大动力。</a:t>
            </a:r>
            <a:endParaRPr lang="en-US" altLang="zh-CN" dirty="0">
              <a:effectLst/>
              <a:latin typeface="Calibri" panose="020F0502020204030204" pitchFamily="34" charset="0"/>
              <a:ea typeface="宋体" panose="02010600030101010101" pitchFamily="2" charset="-122"/>
              <a:cs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14</a:t>
            </a:fld>
            <a:endParaRPr lang="zh-CN" altLang="en-US"/>
          </a:p>
        </p:txBody>
      </p:sp>
    </p:spTree>
    <p:extLst>
      <p:ext uri="{BB962C8B-B14F-4D97-AF65-F5344CB8AC3E}">
        <p14:creationId xmlns:p14="http://schemas.microsoft.com/office/powerpoint/2010/main" val="3904005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15</a:t>
            </a:fld>
            <a:endParaRPr lang="zh-CN" altLang="en-US"/>
          </a:p>
        </p:txBody>
      </p:sp>
    </p:spTree>
    <p:extLst>
      <p:ext uri="{BB962C8B-B14F-4D97-AF65-F5344CB8AC3E}">
        <p14:creationId xmlns:p14="http://schemas.microsoft.com/office/powerpoint/2010/main" val="561243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716A1-ADA3-175E-32B6-B160B65595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BD9A54-F508-0692-F69A-AA321B4CA4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55B0436-760C-3067-7E20-9F8DD424D02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70174FD-AF96-1371-FD7C-391D7EC953ED}"/>
              </a:ext>
            </a:extLst>
          </p:cNvPr>
          <p:cNvSpPr>
            <a:spLocks noGrp="1"/>
          </p:cNvSpPr>
          <p:nvPr>
            <p:ph type="sldNum" sz="quarter" idx="5"/>
          </p:nvPr>
        </p:nvSpPr>
        <p:spPr/>
        <p:txBody>
          <a:bodyPr/>
          <a:lstStyle/>
          <a:p>
            <a:fld id="{A3ED8765-8EF3-408C-9341-152904E414ED}" type="slidenum">
              <a:rPr lang="zh-CN" altLang="en-US" smtClean="0"/>
              <a:t>16</a:t>
            </a:fld>
            <a:endParaRPr lang="zh-CN" altLang="en-US"/>
          </a:p>
        </p:txBody>
      </p:sp>
    </p:spTree>
    <p:extLst>
      <p:ext uri="{BB962C8B-B14F-4D97-AF65-F5344CB8AC3E}">
        <p14:creationId xmlns:p14="http://schemas.microsoft.com/office/powerpoint/2010/main" val="1630875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effectLst/>
                <a:latin typeface="Calibri" panose="020F0502020204030204" pitchFamily="34" charset="0"/>
                <a:ea typeface="宋体" panose="02010600030101010101" pitchFamily="2" charset="-122"/>
                <a:cs typeface="Arial" panose="020B0604020202020204" pitchFamily="34" charset="0"/>
              </a:rPr>
              <a:t>1997</a:t>
            </a:r>
            <a:r>
              <a:rPr lang="zh-CN" altLang="zh-CN" sz="1800" dirty="0">
                <a:effectLst/>
                <a:latin typeface="Calibri" panose="020F0502020204030204" pitchFamily="34" charset="0"/>
                <a:ea typeface="宋体" panose="02010600030101010101" pitchFamily="2" charset="-122"/>
                <a:cs typeface="Arial" panose="020B0604020202020204" pitchFamily="34" charset="0"/>
              </a:rPr>
              <a:t>年</a:t>
            </a:r>
            <a:r>
              <a:rPr lang="en-US" altLang="zh-CN" sz="1800" dirty="0">
                <a:effectLst/>
                <a:latin typeface="Calibri" panose="020F0502020204030204" pitchFamily="34" charset="0"/>
                <a:ea typeface="宋体" panose="02010600030101010101" pitchFamily="2" charset="-122"/>
                <a:cs typeface="Arial" panose="020B0604020202020204" pitchFamily="34" charset="0"/>
              </a:rPr>
              <a:t>7</a:t>
            </a:r>
            <a:r>
              <a:rPr lang="zh-CN" altLang="zh-CN" sz="1800" dirty="0">
                <a:effectLst/>
                <a:latin typeface="Calibri" panose="020F0502020204030204" pitchFamily="34" charset="0"/>
                <a:ea typeface="宋体" panose="02010600030101010101" pitchFamily="2" charset="-122"/>
                <a:cs typeface="Arial" panose="020B0604020202020204" pitchFamily="34" charset="0"/>
              </a:rPr>
              <a:t>月</a:t>
            </a:r>
            <a:r>
              <a:rPr lang="en-US" altLang="zh-CN" sz="1800" dirty="0">
                <a:effectLst/>
                <a:latin typeface="Calibri" panose="020F0502020204030204" pitchFamily="34" charset="0"/>
                <a:ea typeface="宋体" panose="02010600030101010101" pitchFamily="2" charset="-122"/>
                <a:cs typeface="Arial" panose="020B0604020202020204" pitchFamily="34" charset="0"/>
              </a:rPr>
              <a:t>1</a:t>
            </a:r>
            <a:r>
              <a:rPr lang="zh-CN" altLang="zh-CN" sz="1800" dirty="0">
                <a:effectLst/>
                <a:latin typeface="Calibri" panose="020F0502020204030204" pitchFamily="34" charset="0"/>
                <a:ea typeface="宋体" panose="02010600030101010101" pitchFamily="2" charset="-122"/>
                <a:cs typeface="Arial" panose="020B0604020202020204" pitchFamily="34" charset="0"/>
              </a:rPr>
              <a:t>日零点整</a:t>
            </a:r>
            <a:r>
              <a:rPr lang="zh-CN" altLang="en-US" sz="1800" dirty="0">
                <a:effectLst/>
                <a:latin typeface="Calibri" panose="020F0502020204030204" pitchFamily="34" charset="0"/>
                <a:ea typeface="宋体" panose="02010600030101010101" pitchFamily="2" charset="-122"/>
                <a:cs typeface="Arial" panose="020B0604020202020204" pitchFamily="34" charset="0"/>
              </a:rPr>
              <a:t>，香港回归</a:t>
            </a:r>
            <a:endParaRPr lang="en-US" altLang="zh-CN" sz="1800" dirty="0">
              <a:effectLst/>
              <a:latin typeface="Calibri" panose="020F0502020204030204" pitchFamily="34" charset="0"/>
              <a:ea typeface="宋体" panose="02010600030101010101" pitchFamily="2" charset="-122"/>
              <a:cs typeface="Arial" panose="020B0604020202020204" pitchFamily="34" charset="0"/>
            </a:endParaRPr>
          </a:p>
          <a:p>
            <a:r>
              <a:rPr lang="en-US" altLang="zh-CN" sz="1800" dirty="0">
                <a:effectLst/>
                <a:latin typeface="Calibri" panose="020F0502020204030204" pitchFamily="34" charset="0"/>
                <a:ea typeface="宋体" panose="02010600030101010101" pitchFamily="2" charset="-122"/>
                <a:cs typeface="Arial" panose="020B0604020202020204" pitchFamily="34" charset="0"/>
              </a:rPr>
              <a:t>1999</a:t>
            </a:r>
            <a:r>
              <a:rPr lang="zh-CN" altLang="zh-CN" sz="1800" dirty="0">
                <a:effectLst/>
                <a:latin typeface="Calibri" panose="020F0502020204030204" pitchFamily="34" charset="0"/>
                <a:ea typeface="宋体" panose="02010600030101010101" pitchFamily="2" charset="-122"/>
                <a:cs typeface="Arial" panose="020B0604020202020204" pitchFamily="34" charset="0"/>
              </a:rPr>
              <a:t>年</a:t>
            </a:r>
            <a:r>
              <a:rPr lang="en-US" altLang="zh-CN" sz="1800" dirty="0">
                <a:effectLst/>
                <a:latin typeface="Calibri" panose="020F0502020204030204" pitchFamily="34" charset="0"/>
                <a:ea typeface="宋体" panose="02010600030101010101" pitchFamily="2" charset="-122"/>
                <a:cs typeface="Arial" panose="020B0604020202020204" pitchFamily="34" charset="0"/>
              </a:rPr>
              <a:t>12</a:t>
            </a:r>
            <a:r>
              <a:rPr lang="zh-CN" altLang="zh-CN" sz="1800" dirty="0">
                <a:effectLst/>
                <a:latin typeface="Calibri" panose="020F0502020204030204" pitchFamily="34" charset="0"/>
                <a:ea typeface="宋体" panose="02010600030101010101" pitchFamily="2" charset="-122"/>
                <a:cs typeface="Arial" panose="020B0604020202020204" pitchFamily="34" charset="0"/>
              </a:rPr>
              <a:t>月</a:t>
            </a:r>
            <a:r>
              <a:rPr lang="en-US" altLang="zh-CN" sz="1800" dirty="0">
                <a:effectLst/>
                <a:latin typeface="Calibri" panose="020F0502020204030204" pitchFamily="34" charset="0"/>
                <a:ea typeface="宋体" panose="02010600030101010101" pitchFamily="2" charset="-122"/>
                <a:cs typeface="Arial" panose="020B0604020202020204" pitchFamily="34" charset="0"/>
              </a:rPr>
              <a:t>20</a:t>
            </a:r>
            <a:r>
              <a:rPr lang="zh-CN" altLang="zh-CN" sz="1800" dirty="0">
                <a:effectLst/>
                <a:latin typeface="Calibri" panose="020F0502020204030204" pitchFamily="34" charset="0"/>
                <a:ea typeface="宋体" panose="02010600030101010101" pitchFamily="2" charset="-122"/>
                <a:cs typeface="Arial" panose="020B0604020202020204" pitchFamily="34" charset="0"/>
              </a:rPr>
              <a:t>日</a:t>
            </a:r>
            <a:r>
              <a:rPr lang="zh-CN" altLang="en-US" sz="1800" dirty="0">
                <a:effectLst/>
                <a:latin typeface="Calibri" panose="020F0502020204030204" pitchFamily="34" charset="0"/>
                <a:ea typeface="宋体" panose="02010600030101010101" pitchFamily="2" charset="-122"/>
                <a:cs typeface="Arial" panose="020B0604020202020204" pitchFamily="34" charset="0"/>
              </a:rPr>
              <a:t>，澳门回归</a:t>
            </a:r>
            <a:endParaRPr lang="en-US" altLang="zh-CN" sz="1800" dirty="0">
              <a:effectLst/>
              <a:latin typeface="Calibri" panose="020F0502020204030204" pitchFamily="34" charset="0"/>
              <a:ea typeface="宋体" panose="02010600030101010101" pitchFamily="2" charset="-122"/>
              <a:cs typeface="Arial" panose="020B0604020202020204" pitchFamily="34" charset="0"/>
            </a:endParaRPr>
          </a:p>
          <a:p>
            <a:r>
              <a:rPr lang="en-US" altLang="zh-CN" dirty="0"/>
              <a:t>2010</a:t>
            </a:r>
            <a:r>
              <a:rPr lang="zh-CN" altLang="en-US" dirty="0"/>
              <a:t>年</a:t>
            </a:r>
            <a:r>
              <a:rPr lang="en-US" altLang="zh-CN" dirty="0"/>
              <a:t>6</a:t>
            </a:r>
            <a:r>
              <a:rPr lang="zh-CN" altLang="en-US" dirty="0"/>
              <a:t>月</a:t>
            </a:r>
            <a:r>
              <a:rPr lang="en-US" altLang="zh-CN" dirty="0"/>
              <a:t>《</a:t>
            </a:r>
            <a:r>
              <a:rPr lang="zh-CN" altLang="en-US" dirty="0"/>
              <a:t>海峡两岸经济合作框架协议</a:t>
            </a:r>
            <a:r>
              <a:rPr lang="en-US" altLang="zh-CN" dirty="0"/>
              <a:t>》</a:t>
            </a:r>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17</a:t>
            </a:fld>
            <a:endParaRPr lang="zh-CN" altLang="en-US"/>
          </a:p>
        </p:txBody>
      </p:sp>
    </p:spTree>
    <p:extLst>
      <p:ext uri="{BB962C8B-B14F-4D97-AF65-F5344CB8AC3E}">
        <p14:creationId xmlns:p14="http://schemas.microsoft.com/office/powerpoint/2010/main" val="2952140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2005</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3</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月</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4</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日，胡锦涛提出发展两岸关系的四点意见，强调坚持一个中国原则决不动摇，争取和平统一的努力决不放弃，贯彻寄希望于台湾人民的方针决不改变，反对</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台独</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分裂活动决不妥协。</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3</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月</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14</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日，十届全国人大三次会议高票通过《反分裂国家法》。这充分表明全中国人民反对</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台独</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、维护国家统一和领土完整的共同意志和坚定决心。</a:t>
            </a:r>
          </a:p>
          <a:p>
            <a:endParaRPr lang="en-US" altLang="zh-CN" sz="12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a:p>
            <a:r>
              <a:rPr lang="en-US" altLang="zh-CN" sz="12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2010</a:t>
            </a:r>
            <a:r>
              <a:rPr lang="zh-CN" altLang="en-US" sz="12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年，中国政府还妥善处理了台湾参加世界卫生大会、亚太经合组织领导人非正式会议等涉台外交问题，在协助处理台胞涉外纠纷等事务中切实维护台胞的合法权益，照顾台胞福祉。这些举措，既获得台湾岛内民众的欢迎和赞誉，又巩固了国际社会“一个中国”的格局，为两岸关系的和平发展增添了积极因素。</a:t>
            </a:r>
            <a:endParaRPr lang="zh-CN" altLang="en-US" dirty="0"/>
          </a:p>
        </p:txBody>
      </p:sp>
      <p:sp>
        <p:nvSpPr>
          <p:cNvPr id="4" name="灯片编号占位符 3"/>
          <p:cNvSpPr>
            <a:spLocks noGrp="1"/>
          </p:cNvSpPr>
          <p:nvPr>
            <p:ph type="sldNum" sz="quarter" idx="10"/>
          </p:nvPr>
        </p:nvSpPr>
        <p:spPr/>
        <p:txBody>
          <a:bodyPr/>
          <a:lstStyle/>
          <a:p>
            <a:fld id="{6C6BB50F-BD6B-493A-B6D7-F4B32424E664}" type="slidenum">
              <a:rPr lang="zh-CN" altLang="en-US" smtClean="0"/>
              <a:t>19</a:t>
            </a:fld>
            <a:endParaRPr lang="zh-CN" altLang="en-US"/>
          </a:p>
        </p:txBody>
      </p:sp>
    </p:spTree>
    <p:extLst>
      <p:ext uri="{BB962C8B-B14F-4D97-AF65-F5344CB8AC3E}">
        <p14:creationId xmlns:p14="http://schemas.microsoft.com/office/powerpoint/2010/main" val="3817013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【骁话一下：基本法第23条拖了23年，是不是给香港的自由过了火？】 </a:t>
            </a:r>
            <a:r>
              <a:rPr lang="zh-CN" altLang="en-US" dirty="0">
                <a:hlinkClick r:id="rId3"/>
              </a:rPr>
              <a:t>https://www.bilibili.com/video/BV1df4y117Ey</a:t>
            </a:r>
            <a:endParaRPr lang="en-US" altLang="zh-CN" dirty="0"/>
          </a:p>
          <a:p>
            <a:r>
              <a:rPr lang="zh-CN" altLang="en-US" dirty="0"/>
              <a:t>有点长，最后有广告，大概</a:t>
            </a:r>
            <a:r>
              <a:rPr lang="en-US" altLang="zh-CN" dirty="0"/>
              <a:t>7</a:t>
            </a:r>
            <a:r>
              <a:rPr lang="zh-CN" altLang="en-US" dirty="0"/>
              <a:t>分钟，看你想放在哪里</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A3ED8765-8EF3-408C-9341-152904E414ED}" type="slidenum">
              <a:rPr lang="zh-CN" altLang="en-US" smtClean="0"/>
              <a:t>21</a:t>
            </a:fld>
            <a:endParaRPr lang="zh-CN" altLang="en-US"/>
          </a:p>
        </p:txBody>
      </p:sp>
    </p:spTree>
    <p:extLst>
      <p:ext uri="{BB962C8B-B14F-4D97-AF65-F5344CB8AC3E}">
        <p14:creationId xmlns:p14="http://schemas.microsoft.com/office/powerpoint/2010/main" val="30439354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AAB4A-8332-9432-174D-C289143E0E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0B5816-C1CD-704F-49F0-91D41A8C80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3438A0-CF72-020F-94E8-4432091C1093}"/>
              </a:ext>
            </a:extLst>
          </p:cNvPr>
          <p:cNvSpPr>
            <a:spLocks noGrp="1"/>
          </p:cNvSpPr>
          <p:nvPr>
            <p:ph type="body" idx="1"/>
          </p:nvPr>
        </p:nvSpPr>
        <p:spPr/>
        <p:txBody>
          <a:bodyPr/>
          <a:lstStyle/>
          <a:p>
            <a:r>
              <a:rPr lang="zh-CN" altLang="en-US" dirty="0"/>
              <a:t>重点就是加粗的部分，别的看情况。</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effectLst/>
                <a:latin typeface="Arial" panose="020B0604020202020204" pitchFamily="34" charset="0"/>
              </a:rPr>
              <a:t>中国共产党的执政使命是坚持为中国人民谋幸福、为中华民族谋复兴。</a:t>
            </a:r>
            <a:r>
              <a:rPr lang="zh-CN" altLang="en-US" dirty="0">
                <a:solidFill>
                  <a:srgbClr val="000000"/>
                </a:solidFill>
                <a:effectLst/>
                <a:latin typeface="Arial" panose="020B0604020202020204" pitchFamily="34" charset="0"/>
              </a:rPr>
              <a:t>这一初心和使命贯穿党的百年奋斗历程，具体体现在领导人民实现国家富强、民族振兴和人民幸福的伟大目标上。通过坚持和发展中国特色社会主义，党致力于全面建设社会主义现代化强国，推动实现共同富裕，维护社会公平正义，促进人的全面发展，同时为世界和平与发展贡献力量。这一使命在党的二十大报告中被进一步明确，强调以人民为中心，始终同人民同呼吸、共命运、心连心。</a:t>
            </a:r>
          </a:p>
          <a:p>
            <a:endParaRPr lang="zh-CN" altLang="en-US" dirty="0"/>
          </a:p>
        </p:txBody>
      </p:sp>
      <p:sp>
        <p:nvSpPr>
          <p:cNvPr id="4" name="灯片编号占位符 3">
            <a:extLst>
              <a:ext uri="{FF2B5EF4-FFF2-40B4-BE49-F238E27FC236}">
                <a16:creationId xmlns:a16="http://schemas.microsoft.com/office/drawing/2014/main" id="{6665C8C7-9915-159F-D4F2-A98717DDA2A0}"/>
              </a:ext>
            </a:extLst>
          </p:cNvPr>
          <p:cNvSpPr>
            <a:spLocks noGrp="1"/>
          </p:cNvSpPr>
          <p:nvPr>
            <p:ph type="sldNum" sz="quarter" idx="5"/>
          </p:nvPr>
        </p:nvSpPr>
        <p:spPr/>
        <p:txBody>
          <a:bodyPr/>
          <a:lstStyle/>
          <a:p>
            <a:fld id="{A3ED8765-8EF3-408C-9341-152904E414ED}" type="slidenum">
              <a:rPr lang="zh-CN" altLang="en-US" smtClean="0"/>
              <a:t>23</a:t>
            </a:fld>
            <a:endParaRPr lang="zh-CN" altLang="en-US"/>
          </a:p>
        </p:txBody>
      </p:sp>
    </p:spTree>
    <p:extLst>
      <p:ext uri="{BB962C8B-B14F-4D97-AF65-F5344CB8AC3E}">
        <p14:creationId xmlns:p14="http://schemas.microsoft.com/office/powerpoint/2010/main" val="24808740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总要求部分</a:t>
            </a:r>
            <a:endParaRPr lang="en-US" altLang="zh-CN" b="1" dirty="0"/>
          </a:p>
          <a:p>
            <a:r>
              <a:rPr lang="zh-CN" altLang="en-US" dirty="0"/>
              <a:t>核心要素可以加一个动画，看你的风格。其实就是对前面这以长一段话的提炼。</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24</a:t>
            </a:fld>
            <a:endParaRPr lang="zh-CN" altLang="en-US"/>
          </a:p>
        </p:txBody>
      </p:sp>
    </p:spTree>
    <p:extLst>
      <p:ext uri="{BB962C8B-B14F-4D97-AF65-F5344CB8AC3E}">
        <p14:creationId xmlns:p14="http://schemas.microsoft.com/office/powerpoint/2010/main" val="37452117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具体要求部分</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25</a:t>
            </a:fld>
            <a:endParaRPr lang="zh-CN" altLang="en-US"/>
          </a:p>
        </p:txBody>
      </p:sp>
    </p:spTree>
    <p:extLst>
      <p:ext uri="{BB962C8B-B14F-4D97-AF65-F5344CB8AC3E}">
        <p14:creationId xmlns:p14="http://schemas.microsoft.com/office/powerpoint/2010/main" val="2292410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1C56-12B1-60CC-9D61-0CB6F7CE88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B4E4955-1AF6-8549-22CF-6241FA71783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6712F7-C9F2-86CE-24DF-94A8F5AB9118}"/>
              </a:ext>
            </a:extLst>
          </p:cNvPr>
          <p:cNvSpPr>
            <a:spLocks noGrp="1"/>
          </p:cNvSpPr>
          <p:nvPr>
            <p:ph type="body" idx="1"/>
          </p:nvPr>
        </p:nvSpPr>
        <p:spPr/>
        <p:txBody>
          <a:bodyPr/>
          <a:lstStyle/>
          <a:p>
            <a:r>
              <a:rPr lang="zh-CN" altLang="en-US" b="1" dirty="0"/>
              <a:t>具体要求部分</a:t>
            </a:r>
          </a:p>
        </p:txBody>
      </p:sp>
      <p:sp>
        <p:nvSpPr>
          <p:cNvPr id="4" name="灯片编号占位符 3">
            <a:extLst>
              <a:ext uri="{FF2B5EF4-FFF2-40B4-BE49-F238E27FC236}">
                <a16:creationId xmlns:a16="http://schemas.microsoft.com/office/drawing/2014/main" id="{8AA00D1A-06B4-5318-E4D5-0135D2D5166B}"/>
              </a:ext>
            </a:extLst>
          </p:cNvPr>
          <p:cNvSpPr>
            <a:spLocks noGrp="1"/>
          </p:cNvSpPr>
          <p:nvPr>
            <p:ph type="sldNum" sz="quarter" idx="5"/>
          </p:nvPr>
        </p:nvSpPr>
        <p:spPr/>
        <p:txBody>
          <a:bodyPr/>
          <a:lstStyle/>
          <a:p>
            <a:fld id="{A3ED8765-8EF3-408C-9341-152904E414ED}" type="slidenum">
              <a:rPr lang="zh-CN" altLang="en-US" smtClean="0"/>
              <a:t>26</a:t>
            </a:fld>
            <a:endParaRPr lang="zh-CN" altLang="en-US"/>
          </a:p>
        </p:txBody>
      </p:sp>
    </p:spTree>
    <p:extLst>
      <p:ext uri="{BB962C8B-B14F-4D97-AF65-F5344CB8AC3E}">
        <p14:creationId xmlns:p14="http://schemas.microsoft.com/office/powerpoint/2010/main" val="40369431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升华一下，不必照着这段念</a:t>
            </a:r>
          </a:p>
        </p:txBody>
      </p:sp>
      <p:sp>
        <p:nvSpPr>
          <p:cNvPr id="4" name="灯片编号占位符 3"/>
          <p:cNvSpPr>
            <a:spLocks noGrp="1"/>
          </p:cNvSpPr>
          <p:nvPr>
            <p:ph type="sldNum" sz="quarter" idx="5"/>
          </p:nvPr>
        </p:nvSpPr>
        <p:spPr/>
        <p:txBody>
          <a:bodyPr/>
          <a:lstStyle/>
          <a:p>
            <a:fld id="{A3ED8765-8EF3-408C-9341-152904E414ED}" type="slidenum">
              <a:rPr lang="zh-CN" altLang="en-US" smtClean="0"/>
              <a:t>28</a:t>
            </a:fld>
            <a:endParaRPr lang="zh-CN" altLang="en-US"/>
          </a:p>
        </p:txBody>
      </p:sp>
    </p:spTree>
    <p:extLst>
      <p:ext uri="{BB962C8B-B14F-4D97-AF65-F5344CB8AC3E}">
        <p14:creationId xmlns:p14="http://schemas.microsoft.com/office/powerpoint/2010/main" val="18389124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9BE414B-D097-4F98-B37B-BCDC702A13BE}"/>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55" name="组合 54">
            <a:extLst>
              <a:ext uri="{FF2B5EF4-FFF2-40B4-BE49-F238E27FC236}">
                <a16:creationId xmlns:a16="http://schemas.microsoft.com/office/drawing/2014/main" id="{2A04D1DF-CE71-4777-97F7-993E93798AC7}"/>
              </a:ext>
            </a:extLst>
          </p:cNvPr>
          <p:cNvGrpSpPr/>
          <p:nvPr userDrawn="1"/>
        </p:nvGrpSpPr>
        <p:grpSpPr>
          <a:xfrm>
            <a:off x="5983508" y="-921677"/>
            <a:ext cx="6299200" cy="8018952"/>
            <a:chOff x="7914541" y="1592491"/>
            <a:chExt cx="4277459" cy="5445253"/>
          </a:xfrm>
          <a:solidFill>
            <a:schemeClr val="accent1">
              <a:alpha val="50000"/>
            </a:schemeClr>
          </a:solidFill>
        </p:grpSpPr>
        <p:sp>
          <p:nvSpPr>
            <p:cNvPr id="10" name="任意多边形: 形状 9">
              <a:extLst>
                <a:ext uri="{FF2B5EF4-FFF2-40B4-BE49-F238E27FC236}">
                  <a16:creationId xmlns:a16="http://schemas.microsoft.com/office/drawing/2014/main" id="{E1AB1158-0429-4FED-B72D-A2C9B39EA09A}"/>
                </a:ext>
              </a:extLst>
            </p:cNvPr>
            <p:cNvSpPr/>
            <p:nvPr/>
          </p:nvSpPr>
          <p:spPr>
            <a:xfrm>
              <a:off x="11429682" y="5763220"/>
              <a:ext cx="762315" cy="762085"/>
            </a:xfrm>
            <a:custGeom>
              <a:avLst/>
              <a:gdLst>
                <a:gd name="connsiteX0" fmla="*/ 314992 w 314991"/>
                <a:gd name="connsiteY0" fmla="*/ 0 h 314896"/>
                <a:gd name="connsiteX1" fmla="*/ 0 w 314991"/>
                <a:gd name="connsiteY1" fmla="*/ 314896 h 314896"/>
                <a:gd name="connsiteX2" fmla="*/ 314992 w 314991"/>
                <a:gd name="connsiteY2" fmla="*/ 314896 h 314896"/>
              </a:gdLst>
              <a:ahLst/>
              <a:cxnLst>
                <a:cxn ang="0">
                  <a:pos x="connsiteX0" y="connsiteY0"/>
                </a:cxn>
                <a:cxn ang="0">
                  <a:pos x="connsiteX1" y="connsiteY1"/>
                </a:cxn>
                <a:cxn ang="0">
                  <a:pos x="connsiteX2" y="connsiteY2"/>
                </a:cxn>
              </a:cxnLst>
              <a:rect l="l" t="t" r="r" b="b"/>
              <a:pathLst>
                <a:path w="314991" h="314896">
                  <a:moveTo>
                    <a:pt x="314992" y="0"/>
                  </a:moveTo>
                  <a:lnTo>
                    <a:pt x="0" y="314896"/>
                  </a:lnTo>
                  <a:lnTo>
                    <a:pt x="314992" y="314896"/>
                  </a:lnTo>
                  <a:close/>
                </a:path>
              </a:pathLst>
            </a:custGeom>
            <a:grpFill/>
            <a:ln w="9525" cap="flat">
              <a:noFill/>
              <a:prstDash val="solid"/>
              <a:miter/>
            </a:ln>
          </p:spPr>
          <p:txBody>
            <a:bodyPr rtlCol="0" anchor="ctr"/>
            <a:lstStyle/>
            <a:p>
              <a:endParaRPr lang="en-GB"/>
            </a:p>
          </p:txBody>
        </p:sp>
        <p:sp>
          <p:nvSpPr>
            <p:cNvPr id="11" name="任意多边形: 形状 10">
              <a:extLst>
                <a:ext uri="{FF2B5EF4-FFF2-40B4-BE49-F238E27FC236}">
                  <a16:creationId xmlns:a16="http://schemas.microsoft.com/office/drawing/2014/main" id="{2DB263CB-3507-4949-A1E7-7DC7C67FE7E4}"/>
                </a:ext>
              </a:extLst>
            </p:cNvPr>
            <p:cNvSpPr/>
            <p:nvPr/>
          </p:nvSpPr>
          <p:spPr>
            <a:xfrm>
              <a:off x="11687400" y="5088039"/>
              <a:ext cx="504599" cy="1392316"/>
            </a:xfrm>
            <a:custGeom>
              <a:avLst/>
              <a:gdLst>
                <a:gd name="connsiteX0" fmla="*/ 208502 w 208502"/>
                <a:gd name="connsiteY0" fmla="*/ 0 h 575309"/>
                <a:gd name="connsiteX1" fmla="*/ 0 w 208502"/>
                <a:gd name="connsiteY1" fmla="*/ 208502 h 575309"/>
                <a:gd name="connsiteX2" fmla="*/ 0 w 208502"/>
                <a:gd name="connsiteY2" fmla="*/ 575310 h 575309"/>
                <a:gd name="connsiteX3" fmla="*/ 208502 w 208502"/>
                <a:gd name="connsiteY3" fmla="*/ 366808 h 575309"/>
              </a:gdLst>
              <a:ahLst/>
              <a:cxnLst>
                <a:cxn ang="0">
                  <a:pos x="connsiteX0" y="connsiteY0"/>
                </a:cxn>
                <a:cxn ang="0">
                  <a:pos x="connsiteX1" y="connsiteY1"/>
                </a:cxn>
                <a:cxn ang="0">
                  <a:pos x="connsiteX2" y="connsiteY2"/>
                </a:cxn>
                <a:cxn ang="0">
                  <a:pos x="connsiteX3" y="connsiteY3"/>
                </a:cxn>
              </a:cxnLst>
              <a:rect l="l" t="t" r="r" b="b"/>
              <a:pathLst>
                <a:path w="208502" h="575309">
                  <a:moveTo>
                    <a:pt x="208502" y="0"/>
                  </a:moveTo>
                  <a:lnTo>
                    <a:pt x="0" y="208502"/>
                  </a:lnTo>
                  <a:lnTo>
                    <a:pt x="0" y="575310"/>
                  </a:lnTo>
                  <a:lnTo>
                    <a:pt x="208502" y="366808"/>
                  </a:lnTo>
                  <a:close/>
                </a:path>
              </a:pathLst>
            </a:custGeom>
            <a:grpFill/>
            <a:ln w="9525" cap="flat">
              <a:noFill/>
              <a:prstDash val="solid"/>
              <a:miter/>
            </a:ln>
          </p:spPr>
          <p:txBody>
            <a:bodyPr rtlCol="0" anchor="ctr"/>
            <a:lstStyle/>
            <a:p>
              <a:endParaRPr lang="en-GB"/>
            </a:p>
          </p:txBody>
        </p:sp>
        <p:sp>
          <p:nvSpPr>
            <p:cNvPr id="13" name="任意多边形: 形状 12">
              <a:extLst>
                <a:ext uri="{FF2B5EF4-FFF2-40B4-BE49-F238E27FC236}">
                  <a16:creationId xmlns:a16="http://schemas.microsoft.com/office/drawing/2014/main" id="{4380F2B9-91D3-4195-AE18-AB281037230F}"/>
                </a:ext>
              </a:extLst>
            </p:cNvPr>
            <p:cNvSpPr/>
            <p:nvPr/>
          </p:nvSpPr>
          <p:spPr>
            <a:xfrm>
              <a:off x="11758167" y="5716195"/>
              <a:ext cx="333785" cy="333555"/>
            </a:xfrm>
            <a:custGeom>
              <a:avLst/>
              <a:gdLst>
                <a:gd name="connsiteX0" fmla="*/ 87249 w 137921"/>
                <a:gd name="connsiteY0" fmla="*/ 0 h 137826"/>
                <a:gd name="connsiteX1" fmla="*/ 0 w 137921"/>
                <a:gd name="connsiteY1" fmla="*/ 87154 h 137826"/>
                <a:gd name="connsiteX2" fmla="*/ 0 w 137921"/>
                <a:gd name="connsiteY2" fmla="*/ 137827 h 137826"/>
                <a:gd name="connsiteX3" fmla="*/ 137922 w 137921"/>
                <a:gd name="connsiteY3" fmla="*/ 0 h 137826"/>
              </a:gdLst>
              <a:ahLst/>
              <a:cxnLst>
                <a:cxn ang="0">
                  <a:pos x="connsiteX0" y="connsiteY0"/>
                </a:cxn>
                <a:cxn ang="0">
                  <a:pos x="connsiteX1" y="connsiteY1"/>
                </a:cxn>
                <a:cxn ang="0">
                  <a:pos x="connsiteX2" y="connsiteY2"/>
                </a:cxn>
                <a:cxn ang="0">
                  <a:pos x="connsiteX3" y="connsiteY3"/>
                </a:cxn>
              </a:cxnLst>
              <a:rect l="l" t="t" r="r" b="b"/>
              <a:pathLst>
                <a:path w="137921" h="137826">
                  <a:moveTo>
                    <a:pt x="87249" y="0"/>
                  </a:moveTo>
                  <a:lnTo>
                    <a:pt x="0" y="87154"/>
                  </a:lnTo>
                  <a:lnTo>
                    <a:pt x="0" y="137827"/>
                  </a:lnTo>
                  <a:lnTo>
                    <a:pt x="137922" y="0"/>
                  </a:lnTo>
                  <a:close/>
                </a:path>
              </a:pathLst>
            </a:custGeom>
            <a:grpFill/>
            <a:ln w="9525" cap="flat">
              <a:noFill/>
              <a:prstDash val="solid"/>
              <a:miter/>
            </a:ln>
          </p:spPr>
          <p:txBody>
            <a:bodyPr rtlCol="0" anchor="ctr"/>
            <a:lstStyle/>
            <a:p>
              <a:endParaRPr lang="en-GB"/>
            </a:p>
          </p:txBody>
        </p:sp>
        <p:sp>
          <p:nvSpPr>
            <p:cNvPr id="14" name="任意多边形: 形状 13">
              <a:extLst>
                <a:ext uri="{FF2B5EF4-FFF2-40B4-BE49-F238E27FC236}">
                  <a16:creationId xmlns:a16="http://schemas.microsoft.com/office/drawing/2014/main" id="{DB99815D-87CE-4603-9992-EB99DE6AF995}"/>
                </a:ext>
              </a:extLst>
            </p:cNvPr>
            <p:cNvSpPr/>
            <p:nvPr/>
          </p:nvSpPr>
          <p:spPr>
            <a:xfrm>
              <a:off x="11337245" y="1592491"/>
              <a:ext cx="854754" cy="2845260"/>
            </a:xfrm>
            <a:custGeom>
              <a:avLst/>
              <a:gdLst>
                <a:gd name="connsiteX0" fmla="*/ 353187 w 353187"/>
                <a:gd name="connsiteY0" fmla="*/ 0 h 1175670"/>
                <a:gd name="connsiteX1" fmla="*/ 0 w 353187"/>
                <a:gd name="connsiteY1" fmla="*/ 353187 h 1175670"/>
                <a:gd name="connsiteX2" fmla="*/ 0 w 353187"/>
                <a:gd name="connsiteY2" fmla="*/ 1175671 h 1175670"/>
                <a:gd name="connsiteX3" fmla="*/ 353187 w 353187"/>
                <a:gd name="connsiteY3" fmla="*/ 822484 h 1175670"/>
              </a:gdLst>
              <a:ahLst/>
              <a:cxnLst>
                <a:cxn ang="0">
                  <a:pos x="connsiteX0" y="connsiteY0"/>
                </a:cxn>
                <a:cxn ang="0">
                  <a:pos x="connsiteX1" y="connsiteY1"/>
                </a:cxn>
                <a:cxn ang="0">
                  <a:pos x="connsiteX2" y="connsiteY2"/>
                </a:cxn>
                <a:cxn ang="0">
                  <a:pos x="connsiteX3" y="connsiteY3"/>
                </a:cxn>
              </a:cxnLst>
              <a:rect l="l" t="t" r="r" b="b"/>
              <a:pathLst>
                <a:path w="353187" h="1175670">
                  <a:moveTo>
                    <a:pt x="353187" y="0"/>
                  </a:moveTo>
                  <a:lnTo>
                    <a:pt x="0" y="353187"/>
                  </a:lnTo>
                  <a:lnTo>
                    <a:pt x="0" y="1175671"/>
                  </a:lnTo>
                  <a:lnTo>
                    <a:pt x="353187" y="822484"/>
                  </a:lnTo>
                  <a:close/>
                </a:path>
              </a:pathLst>
            </a:custGeom>
            <a:grpFill/>
            <a:ln w="9525" cap="flat">
              <a:noFill/>
              <a:prstDash val="solid"/>
              <a:miter/>
            </a:ln>
          </p:spPr>
          <p:txBody>
            <a:bodyPr rtlCol="0" anchor="ctr"/>
            <a:lstStyle/>
            <a:p>
              <a:endParaRPr lang="en-GB"/>
            </a:p>
          </p:txBody>
        </p:sp>
        <p:sp>
          <p:nvSpPr>
            <p:cNvPr id="15" name="任意多边形: 形状 14">
              <a:extLst>
                <a:ext uri="{FF2B5EF4-FFF2-40B4-BE49-F238E27FC236}">
                  <a16:creationId xmlns:a16="http://schemas.microsoft.com/office/drawing/2014/main" id="{0BB1AA2B-73A6-4078-97FF-B70F3B93CAFF}"/>
                </a:ext>
              </a:extLst>
            </p:cNvPr>
            <p:cNvSpPr/>
            <p:nvPr/>
          </p:nvSpPr>
          <p:spPr>
            <a:xfrm>
              <a:off x="11539867" y="6574868"/>
              <a:ext cx="294598" cy="294599"/>
            </a:xfrm>
            <a:custGeom>
              <a:avLst/>
              <a:gdLst>
                <a:gd name="connsiteX0" fmla="*/ 76962 w 121729"/>
                <a:gd name="connsiteY0" fmla="*/ 0 h 121729"/>
                <a:gd name="connsiteX1" fmla="*/ 0 w 121729"/>
                <a:gd name="connsiteY1" fmla="*/ 76962 h 121729"/>
                <a:gd name="connsiteX2" fmla="*/ 0 w 121729"/>
                <a:gd name="connsiteY2" fmla="*/ 121729 h 121729"/>
                <a:gd name="connsiteX3" fmla="*/ 121729 w 121729"/>
                <a:gd name="connsiteY3" fmla="*/ 0 h 121729"/>
              </a:gdLst>
              <a:ahLst/>
              <a:cxnLst>
                <a:cxn ang="0">
                  <a:pos x="connsiteX0" y="connsiteY0"/>
                </a:cxn>
                <a:cxn ang="0">
                  <a:pos x="connsiteX1" y="connsiteY1"/>
                </a:cxn>
                <a:cxn ang="0">
                  <a:pos x="connsiteX2" y="connsiteY2"/>
                </a:cxn>
                <a:cxn ang="0">
                  <a:pos x="connsiteX3" y="connsiteY3"/>
                </a:cxn>
              </a:cxnLst>
              <a:rect l="l" t="t" r="r" b="b"/>
              <a:pathLst>
                <a:path w="121729" h="121729">
                  <a:moveTo>
                    <a:pt x="76962" y="0"/>
                  </a:moveTo>
                  <a:lnTo>
                    <a:pt x="0" y="76962"/>
                  </a:lnTo>
                  <a:lnTo>
                    <a:pt x="0" y="121729"/>
                  </a:lnTo>
                  <a:lnTo>
                    <a:pt x="121729" y="0"/>
                  </a:lnTo>
                  <a:close/>
                </a:path>
              </a:pathLst>
            </a:custGeom>
            <a:grpFill/>
            <a:ln w="9525" cap="flat">
              <a:noFill/>
              <a:prstDash val="solid"/>
              <a:miter/>
            </a:ln>
          </p:spPr>
          <p:txBody>
            <a:bodyPr rtlCol="0" anchor="ctr"/>
            <a:lstStyle/>
            <a:p>
              <a:endParaRPr lang="en-GB"/>
            </a:p>
          </p:txBody>
        </p:sp>
        <p:sp>
          <p:nvSpPr>
            <p:cNvPr id="16" name="任意多边形: 形状 15">
              <a:extLst>
                <a:ext uri="{FF2B5EF4-FFF2-40B4-BE49-F238E27FC236}">
                  <a16:creationId xmlns:a16="http://schemas.microsoft.com/office/drawing/2014/main" id="{8ADF9B9A-6DCD-4C76-9AA4-A4DBD530A36C}"/>
                </a:ext>
              </a:extLst>
            </p:cNvPr>
            <p:cNvSpPr/>
            <p:nvPr/>
          </p:nvSpPr>
          <p:spPr>
            <a:xfrm>
              <a:off x="9971205" y="4441442"/>
              <a:ext cx="270855" cy="270855"/>
            </a:xfrm>
            <a:custGeom>
              <a:avLst/>
              <a:gdLst>
                <a:gd name="connsiteX0" fmla="*/ 70771 w 111918"/>
                <a:gd name="connsiteY0" fmla="*/ 0 h 111918"/>
                <a:gd name="connsiteX1" fmla="*/ 0 w 111918"/>
                <a:gd name="connsiteY1" fmla="*/ 70771 h 111918"/>
                <a:gd name="connsiteX2" fmla="*/ 0 w 111918"/>
                <a:gd name="connsiteY2" fmla="*/ 111919 h 111918"/>
                <a:gd name="connsiteX3" fmla="*/ 111919 w 111918"/>
                <a:gd name="connsiteY3" fmla="*/ 0 h 111918"/>
              </a:gdLst>
              <a:ahLst/>
              <a:cxnLst>
                <a:cxn ang="0">
                  <a:pos x="connsiteX0" y="connsiteY0"/>
                </a:cxn>
                <a:cxn ang="0">
                  <a:pos x="connsiteX1" y="connsiteY1"/>
                </a:cxn>
                <a:cxn ang="0">
                  <a:pos x="connsiteX2" y="connsiteY2"/>
                </a:cxn>
                <a:cxn ang="0">
                  <a:pos x="connsiteX3" y="connsiteY3"/>
                </a:cxn>
              </a:cxnLst>
              <a:rect l="l" t="t" r="r" b="b"/>
              <a:pathLst>
                <a:path w="111918" h="111918">
                  <a:moveTo>
                    <a:pt x="70771" y="0"/>
                  </a:moveTo>
                  <a:lnTo>
                    <a:pt x="0" y="70771"/>
                  </a:lnTo>
                  <a:lnTo>
                    <a:pt x="0" y="111919"/>
                  </a:lnTo>
                  <a:lnTo>
                    <a:pt x="111919" y="0"/>
                  </a:lnTo>
                  <a:close/>
                </a:path>
              </a:pathLst>
            </a:custGeom>
            <a:grpFill/>
            <a:ln w="9525" cap="flat">
              <a:noFill/>
              <a:prstDash val="solid"/>
              <a:miter/>
            </a:ln>
          </p:spPr>
          <p:txBody>
            <a:bodyPr rtlCol="0" anchor="ctr"/>
            <a:lstStyle/>
            <a:p>
              <a:endParaRPr lang="en-GB"/>
            </a:p>
          </p:txBody>
        </p:sp>
        <p:sp>
          <p:nvSpPr>
            <p:cNvPr id="17" name="任意多边形: 形状 16">
              <a:extLst>
                <a:ext uri="{FF2B5EF4-FFF2-40B4-BE49-F238E27FC236}">
                  <a16:creationId xmlns:a16="http://schemas.microsoft.com/office/drawing/2014/main" id="{541383DE-40A4-4B91-B932-3CCA3D17E940}"/>
                </a:ext>
              </a:extLst>
            </p:cNvPr>
            <p:cNvSpPr/>
            <p:nvPr/>
          </p:nvSpPr>
          <p:spPr>
            <a:xfrm>
              <a:off x="10041514" y="2704961"/>
              <a:ext cx="2150485" cy="3962803"/>
            </a:xfrm>
            <a:custGeom>
              <a:avLst/>
              <a:gdLst>
                <a:gd name="connsiteX0" fmla="*/ 888587 w 888587"/>
                <a:gd name="connsiteY0" fmla="*/ 0 h 1637442"/>
                <a:gd name="connsiteX1" fmla="*/ 0 w 888587"/>
                <a:gd name="connsiteY1" fmla="*/ 888587 h 1637442"/>
                <a:gd name="connsiteX2" fmla="*/ 0 w 888587"/>
                <a:gd name="connsiteY2" fmla="*/ 1637443 h 1637442"/>
                <a:gd name="connsiteX3" fmla="*/ 888587 w 888587"/>
                <a:gd name="connsiteY3" fmla="*/ 748855 h 1637442"/>
              </a:gdLst>
              <a:ahLst/>
              <a:cxnLst>
                <a:cxn ang="0">
                  <a:pos x="connsiteX0" y="connsiteY0"/>
                </a:cxn>
                <a:cxn ang="0">
                  <a:pos x="connsiteX1" y="connsiteY1"/>
                </a:cxn>
                <a:cxn ang="0">
                  <a:pos x="connsiteX2" y="connsiteY2"/>
                </a:cxn>
                <a:cxn ang="0">
                  <a:pos x="connsiteX3" y="connsiteY3"/>
                </a:cxn>
              </a:cxnLst>
              <a:rect l="l" t="t" r="r" b="b"/>
              <a:pathLst>
                <a:path w="888587" h="1637442">
                  <a:moveTo>
                    <a:pt x="888587" y="0"/>
                  </a:moveTo>
                  <a:lnTo>
                    <a:pt x="0" y="888587"/>
                  </a:lnTo>
                  <a:lnTo>
                    <a:pt x="0" y="1637443"/>
                  </a:lnTo>
                  <a:lnTo>
                    <a:pt x="888587" y="748855"/>
                  </a:lnTo>
                  <a:close/>
                </a:path>
              </a:pathLst>
            </a:custGeom>
            <a:grpFill/>
            <a:ln w="9525" cap="flat">
              <a:noFill/>
              <a:prstDash val="solid"/>
              <a:miter/>
            </a:ln>
          </p:spPr>
          <p:txBody>
            <a:bodyPr rtlCol="0" anchor="ctr"/>
            <a:lstStyle/>
            <a:p>
              <a:endParaRPr lang="en-GB"/>
            </a:p>
          </p:txBody>
        </p:sp>
        <p:sp>
          <p:nvSpPr>
            <p:cNvPr id="18" name="任意多边形: 形状 17">
              <a:extLst>
                <a:ext uri="{FF2B5EF4-FFF2-40B4-BE49-F238E27FC236}">
                  <a16:creationId xmlns:a16="http://schemas.microsoft.com/office/drawing/2014/main" id="{5A2EC788-4C13-4D0E-9EA2-16CF91B523B6}"/>
                </a:ext>
              </a:extLst>
            </p:cNvPr>
            <p:cNvSpPr/>
            <p:nvPr/>
          </p:nvSpPr>
          <p:spPr>
            <a:xfrm>
              <a:off x="10832646" y="3089695"/>
              <a:ext cx="1359353" cy="1359354"/>
            </a:xfrm>
            <a:custGeom>
              <a:avLst/>
              <a:gdLst>
                <a:gd name="connsiteX0" fmla="*/ 561689 w 561689"/>
                <a:gd name="connsiteY0" fmla="*/ 0 h 561689"/>
                <a:gd name="connsiteX1" fmla="*/ 0 w 561689"/>
                <a:gd name="connsiteY1" fmla="*/ 561689 h 561689"/>
                <a:gd name="connsiteX2" fmla="*/ 458534 w 561689"/>
                <a:gd name="connsiteY2" fmla="*/ 561689 h 561689"/>
                <a:gd name="connsiteX3" fmla="*/ 561689 w 561689"/>
                <a:gd name="connsiteY3" fmla="*/ 458438 h 561689"/>
              </a:gdLst>
              <a:ahLst/>
              <a:cxnLst>
                <a:cxn ang="0">
                  <a:pos x="connsiteX0" y="connsiteY0"/>
                </a:cxn>
                <a:cxn ang="0">
                  <a:pos x="connsiteX1" y="connsiteY1"/>
                </a:cxn>
                <a:cxn ang="0">
                  <a:pos x="connsiteX2" y="connsiteY2"/>
                </a:cxn>
                <a:cxn ang="0">
                  <a:pos x="connsiteX3" y="connsiteY3"/>
                </a:cxn>
              </a:cxnLst>
              <a:rect l="l" t="t" r="r" b="b"/>
              <a:pathLst>
                <a:path w="561689" h="561689">
                  <a:moveTo>
                    <a:pt x="561689" y="0"/>
                  </a:moveTo>
                  <a:lnTo>
                    <a:pt x="0" y="561689"/>
                  </a:lnTo>
                  <a:lnTo>
                    <a:pt x="458534" y="561689"/>
                  </a:lnTo>
                  <a:lnTo>
                    <a:pt x="561689" y="458438"/>
                  </a:lnTo>
                  <a:close/>
                </a:path>
              </a:pathLst>
            </a:custGeom>
            <a:grpFill/>
            <a:ln w="9525" cap="flat">
              <a:noFill/>
              <a:prstDash val="solid"/>
              <a:miter/>
            </a:ln>
          </p:spPr>
          <p:txBody>
            <a:bodyPr rtlCol="0" anchor="ctr"/>
            <a:lstStyle/>
            <a:p>
              <a:endParaRPr lang="en-GB"/>
            </a:p>
          </p:txBody>
        </p:sp>
        <p:sp>
          <p:nvSpPr>
            <p:cNvPr id="19" name="任意多边形: 形状 18">
              <a:extLst>
                <a:ext uri="{FF2B5EF4-FFF2-40B4-BE49-F238E27FC236}">
                  <a16:creationId xmlns:a16="http://schemas.microsoft.com/office/drawing/2014/main" id="{AF6C605F-C709-4171-BDBD-D7FABCBA4258}"/>
                </a:ext>
              </a:extLst>
            </p:cNvPr>
            <p:cNvSpPr/>
            <p:nvPr/>
          </p:nvSpPr>
          <p:spPr>
            <a:xfrm>
              <a:off x="10195499" y="3329429"/>
              <a:ext cx="1996500" cy="1996500"/>
            </a:xfrm>
            <a:custGeom>
              <a:avLst/>
              <a:gdLst>
                <a:gd name="connsiteX0" fmla="*/ 824960 w 824960"/>
                <a:gd name="connsiteY0" fmla="*/ 0 h 824960"/>
                <a:gd name="connsiteX1" fmla="*/ 0 w 824960"/>
                <a:gd name="connsiteY1" fmla="*/ 824960 h 824960"/>
                <a:gd name="connsiteX2" fmla="*/ 545021 w 824960"/>
                <a:gd name="connsiteY2" fmla="*/ 824960 h 824960"/>
                <a:gd name="connsiteX3" fmla="*/ 824960 w 824960"/>
                <a:gd name="connsiteY3" fmla="*/ 545021 h 824960"/>
              </a:gdLst>
              <a:ahLst/>
              <a:cxnLst>
                <a:cxn ang="0">
                  <a:pos x="connsiteX0" y="connsiteY0"/>
                </a:cxn>
                <a:cxn ang="0">
                  <a:pos x="connsiteX1" y="connsiteY1"/>
                </a:cxn>
                <a:cxn ang="0">
                  <a:pos x="connsiteX2" y="connsiteY2"/>
                </a:cxn>
                <a:cxn ang="0">
                  <a:pos x="connsiteX3" y="connsiteY3"/>
                </a:cxn>
              </a:cxnLst>
              <a:rect l="l" t="t" r="r" b="b"/>
              <a:pathLst>
                <a:path w="824960" h="824960">
                  <a:moveTo>
                    <a:pt x="824960" y="0"/>
                  </a:moveTo>
                  <a:lnTo>
                    <a:pt x="0" y="824960"/>
                  </a:lnTo>
                  <a:lnTo>
                    <a:pt x="545021" y="824960"/>
                  </a:lnTo>
                  <a:lnTo>
                    <a:pt x="824960" y="545021"/>
                  </a:lnTo>
                  <a:close/>
                </a:path>
              </a:pathLst>
            </a:custGeom>
            <a:grpFill/>
            <a:ln w="9525" cap="flat">
              <a:noFill/>
              <a:prstDash val="solid"/>
              <a:miter/>
            </a:ln>
          </p:spPr>
          <p:txBody>
            <a:bodyPr rtlCol="0" anchor="ctr"/>
            <a:lstStyle/>
            <a:p>
              <a:endParaRPr lang="en-GB"/>
            </a:p>
          </p:txBody>
        </p:sp>
        <p:sp>
          <p:nvSpPr>
            <p:cNvPr id="20" name="任意多边形: 形状 19">
              <a:extLst>
                <a:ext uri="{FF2B5EF4-FFF2-40B4-BE49-F238E27FC236}">
                  <a16:creationId xmlns:a16="http://schemas.microsoft.com/office/drawing/2014/main" id="{28ECE8C7-547F-43C5-B58D-F2F1B0864F01}"/>
                </a:ext>
              </a:extLst>
            </p:cNvPr>
            <p:cNvSpPr/>
            <p:nvPr/>
          </p:nvSpPr>
          <p:spPr>
            <a:xfrm>
              <a:off x="9333136" y="4063625"/>
              <a:ext cx="2858861" cy="2858861"/>
            </a:xfrm>
            <a:custGeom>
              <a:avLst/>
              <a:gdLst>
                <a:gd name="connsiteX0" fmla="*/ 820960 w 1181290"/>
                <a:gd name="connsiteY0" fmla="*/ 1181290 h 1181290"/>
                <a:gd name="connsiteX1" fmla="*/ 1181291 w 1181290"/>
                <a:gd name="connsiteY1" fmla="*/ 820864 h 1181290"/>
                <a:gd name="connsiteX2" fmla="*/ 1181291 w 1181290"/>
                <a:gd name="connsiteY2" fmla="*/ 0 h 1181290"/>
                <a:gd name="connsiteX3" fmla="*/ 0 w 1181290"/>
                <a:gd name="connsiteY3" fmla="*/ 1181290 h 1181290"/>
              </a:gdLst>
              <a:ahLst/>
              <a:cxnLst>
                <a:cxn ang="0">
                  <a:pos x="connsiteX0" y="connsiteY0"/>
                </a:cxn>
                <a:cxn ang="0">
                  <a:pos x="connsiteX1" y="connsiteY1"/>
                </a:cxn>
                <a:cxn ang="0">
                  <a:pos x="connsiteX2" y="connsiteY2"/>
                </a:cxn>
                <a:cxn ang="0">
                  <a:pos x="connsiteX3" y="connsiteY3"/>
                </a:cxn>
              </a:cxnLst>
              <a:rect l="l" t="t" r="r" b="b"/>
              <a:pathLst>
                <a:path w="1181290" h="1181290">
                  <a:moveTo>
                    <a:pt x="820960" y="1181290"/>
                  </a:moveTo>
                  <a:lnTo>
                    <a:pt x="1181291" y="820864"/>
                  </a:lnTo>
                  <a:lnTo>
                    <a:pt x="1181291" y="0"/>
                  </a:lnTo>
                  <a:lnTo>
                    <a:pt x="0" y="1181290"/>
                  </a:lnTo>
                  <a:close/>
                </a:path>
              </a:pathLst>
            </a:custGeom>
            <a:grpFill/>
            <a:ln w="9525" cap="flat">
              <a:noFill/>
              <a:prstDash val="solid"/>
              <a:miter/>
            </a:ln>
          </p:spPr>
          <p:txBody>
            <a:bodyPr rtlCol="0" anchor="ctr"/>
            <a:lstStyle/>
            <a:p>
              <a:endParaRPr lang="en-GB"/>
            </a:p>
          </p:txBody>
        </p:sp>
        <p:sp>
          <p:nvSpPr>
            <p:cNvPr id="21" name="任意多边形: 形状 20">
              <a:extLst>
                <a:ext uri="{FF2B5EF4-FFF2-40B4-BE49-F238E27FC236}">
                  <a16:creationId xmlns:a16="http://schemas.microsoft.com/office/drawing/2014/main" id="{D5078D43-F648-4A02-BD37-F331746F8B7F}"/>
                </a:ext>
              </a:extLst>
            </p:cNvPr>
            <p:cNvSpPr/>
            <p:nvPr/>
          </p:nvSpPr>
          <p:spPr>
            <a:xfrm>
              <a:off x="8816088" y="5734177"/>
              <a:ext cx="790899" cy="790899"/>
            </a:xfrm>
            <a:custGeom>
              <a:avLst/>
              <a:gdLst>
                <a:gd name="connsiteX0" fmla="*/ 120205 w 326802"/>
                <a:gd name="connsiteY0" fmla="*/ 326803 h 326802"/>
                <a:gd name="connsiteX1" fmla="*/ 326803 w 326802"/>
                <a:gd name="connsiteY1" fmla="*/ 120205 h 326802"/>
                <a:gd name="connsiteX2" fmla="*/ 326803 w 326802"/>
                <a:gd name="connsiteY2" fmla="*/ 0 h 326802"/>
                <a:gd name="connsiteX3" fmla="*/ 0 w 326802"/>
                <a:gd name="connsiteY3" fmla="*/ 326803 h 326802"/>
              </a:gdLst>
              <a:ahLst/>
              <a:cxnLst>
                <a:cxn ang="0">
                  <a:pos x="connsiteX0" y="connsiteY0"/>
                </a:cxn>
                <a:cxn ang="0">
                  <a:pos x="connsiteX1" y="connsiteY1"/>
                </a:cxn>
                <a:cxn ang="0">
                  <a:pos x="connsiteX2" y="connsiteY2"/>
                </a:cxn>
                <a:cxn ang="0">
                  <a:pos x="connsiteX3" y="connsiteY3"/>
                </a:cxn>
              </a:cxnLst>
              <a:rect l="l" t="t" r="r" b="b"/>
              <a:pathLst>
                <a:path w="326802" h="326802">
                  <a:moveTo>
                    <a:pt x="120205" y="326803"/>
                  </a:moveTo>
                  <a:lnTo>
                    <a:pt x="326803" y="120205"/>
                  </a:lnTo>
                  <a:lnTo>
                    <a:pt x="326803" y="0"/>
                  </a:lnTo>
                  <a:lnTo>
                    <a:pt x="0" y="326803"/>
                  </a:lnTo>
                  <a:close/>
                </a:path>
              </a:pathLst>
            </a:custGeom>
            <a:grpFill/>
            <a:ln w="9525" cap="flat">
              <a:noFill/>
              <a:prstDash val="solid"/>
              <a:miter/>
            </a:ln>
          </p:spPr>
          <p:txBody>
            <a:bodyPr rtlCol="0" anchor="ctr"/>
            <a:lstStyle/>
            <a:p>
              <a:endParaRPr lang="en-GB"/>
            </a:p>
          </p:txBody>
        </p:sp>
        <p:sp>
          <p:nvSpPr>
            <p:cNvPr id="22" name="任意多边形: 形状 21">
              <a:extLst>
                <a:ext uri="{FF2B5EF4-FFF2-40B4-BE49-F238E27FC236}">
                  <a16:creationId xmlns:a16="http://schemas.microsoft.com/office/drawing/2014/main" id="{1CBEAFE3-7AA5-4E98-B2EB-B994105E2D1C}"/>
                </a:ext>
              </a:extLst>
            </p:cNvPr>
            <p:cNvSpPr/>
            <p:nvPr/>
          </p:nvSpPr>
          <p:spPr>
            <a:xfrm>
              <a:off x="10111359" y="6680213"/>
              <a:ext cx="207232" cy="207232"/>
            </a:xfrm>
            <a:custGeom>
              <a:avLst/>
              <a:gdLst>
                <a:gd name="connsiteX0" fmla="*/ 31432 w 85629"/>
                <a:gd name="connsiteY0" fmla="*/ 85630 h 85629"/>
                <a:gd name="connsiteX1" fmla="*/ 85630 w 85629"/>
                <a:gd name="connsiteY1" fmla="*/ 31528 h 85629"/>
                <a:gd name="connsiteX2" fmla="*/ 85630 w 85629"/>
                <a:gd name="connsiteY2" fmla="*/ 0 h 85629"/>
                <a:gd name="connsiteX3" fmla="*/ 0 w 85629"/>
                <a:gd name="connsiteY3" fmla="*/ 85630 h 85629"/>
              </a:gdLst>
              <a:ahLst/>
              <a:cxnLst>
                <a:cxn ang="0">
                  <a:pos x="connsiteX0" y="connsiteY0"/>
                </a:cxn>
                <a:cxn ang="0">
                  <a:pos x="connsiteX1" y="connsiteY1"/>
                </a:cxn>
                <a:cxn ang="0">
                  <a:pos x="connsiteX2" y="connsiteY2"/>
                </a:cxn>
                <a:cxn ang="0">
                  <a:pos x="connsiteX3" y="connsiteY3"/>
                </a:cxn>
              </a:cxnLst>
              <a:rect l="l" t="t" r="r" b="b"/>
              <a:pathLst>
                <a:path w="85629" h="85629">
                  <a:moveTo>
                    <a:pt x="31432" y="85630"/>
                  </a:moveTo>
                  <a:lnTo>
                    <a:pt x="85630" y="31528"/>
                  </a:lnTo>
                  <a:lnTo>
                    <a:pt x="85630" y="0"/>
                  </a:lnTo>
                  <a:lnTo>
                    <a:pt x="0" y="85630"/>
                  </a:lnTo>
                  <a:close/>
                </a:path>
              </a:pathLst>
            </a:custGeom>
            <a:grpFill/>
            <a:ln w="9525" cap="flat">
              <a:noFill/>
              <a:prstDash val="solid"/>
              <a:miter/>
            </a:ln>
          </p:spPr>
          <p:txBody>
            <a:bodyPr rtlCol="0" anchor="ctr"/>
            <a:lstStyle/>
            <a:p>
              <a:endParaRPr lang="en-GB"/>
            </a:p>
          </p:txBody>
        </p:sp>
        <p:sp>
          <p:nvSpPr>
            <p:cNvPr id="23" name="任意多边形: 形状 22">
              <a:extLst>
                <a:ext uri="{FF2B5EF4-FFF2-40B4-BE49-F238E27FC236}">
                  <a16:creationId xmlns:a16="http://schemas.microsoft.com/office/drawing/2014/main" id="{A80AC75B-1578-45E2-A3FA-EC479BD5FE02}"/>
                </a:ext>
              </a:extLst>
            </p:cNvPr>
            <p:cNvSpPr/>
            <p:nvPr/>
          </p:nvSpPr>
          <p:spPr>
            <a:xfrm>
              <a:off x="11427608" y="3784239"/>
              <a:ext cx="764392" cy="3138247"/>
            </a:xfrm>
            <a:custGeom>
              <a:avLst/>
              <a:gdLst>
                <a:gd name="connsiteX0" fmla="*/ 189643 w 315849"/>
                <a:gd name="connsiteY0" fmla="*/ 1296733 h 1296733"/>
                <a:gd name="connsiteX1" fmla="*/ 315849 w 315849"/>
                <a:gd name="connsiteY1" fmla="*/ 1170432 h 1296733"/>
                <a:gd name="connsiteX2" fmla="*/ 315849 w 315849"/>
                <a:gd name="connsiteY2" fmla="*/ 0 h 1296733"/>
                <a:gd name="connsiteX3" fmla="*/ 0 w 315849"/>
                <a:gd name="connsiteY3" fmla="*/ 315849 h 1296733"/>
                <a:gd name="connsiteX4" fmla="*/ 0 w 315849"/>
                <a:gd name="connsiteY4" fmla="*/ 1296733 h 1296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849" h="1296733">
                  <a:moveTo>
                    <a:pt x="189643" y="1296733"/>
                  </a:moveTo>
                  <a:lnTo>
                    <a:pt x="315849" y="1170432"/>
                  </a:lnTo>
                  <a:lnTo>
                    <a:pt x="315849" y="0"/>
                  </a:lnTo>
                  <a:lnTo>
                    <a:pt x="0" y="315849"/>
                  </a:lnTo>
                  <a:lnTo>
                    <a:pt x="0" y="1296733"/>
                  </a:lnTo>
                  <a:close/>
                </a:path>
              </a:pathLst>
            </a:custGeom>
            <a:grpFill/>
            <a:ln w="9525" cap="flat">
              <a:noFill/>
              <a:prstDash val="solid"/>
              <a:miter/>
            </a:ln>
          </p:spPr>
          <p:txBody>
            <a:bodyPr rtlCol="0" anchor="ctr"/>
            <a:lstStyle/>
            <a:p>
              <a:endParaRPr lang="en-GB" dirty="0"/>
            </a:p>
          </p:txBody>
        </p:sp>
        <p:grpSp>
          <p:nvGrpSpPr>
            <p:cNvPr id="24" name="组合 23">
              <a:extLst>
                <a:ext uri="{FF2B5EF4-FFF2-40B4-BE49-F238E27FC236}">
                  <a16:creationId xmlns:a16="http://schemas.microsoft.com/office/drawing/2014/main" id="{3D79E7CD-2900-4A63-879A-F0D0535302A1}"/>
                </a:ext>
              </a:extLst>
            </p:cNvPr>
            <p:cNvGrpSpPr/>
            <p:nvPr/>
          </p:nvGrpSpPr>
          <p:grpSpPr>
            <a:xfrm>
              <a:off x="7914541" y="5088731"/>
              <a:ext cx="4277459" cy="1949013"/>
              <a:chOff x="5216937" y="3751707"/>
              <a:chExt cx="1767459" cy="805338"/>
            </a:xfrm>
            <a:grpFill/>
          </p:grpSpPr>
          <p:sp>
            <p:nvSpPr>
              <p:cNvPr id="25" name="任意多边形: 形状 24">
                <a:extLst>
                  <a:ext uri="{FF2B5EF4-FFF2-40B4-BE49-F238E27FC236}">
                    <a16:creationId xmlns:a16="http://schemas.microsoft.com/office/drawing/2014/main" id="{1857A5E4-3A9F-4D4A-9581-BEFDC66E5345}"/>
                  </a:ext>
                </a:extLst>
              </p:cNvPr>
              <p:cNvSpPr/>
              <p:nvPr/>
            </p:nvSpPr>
            <p:spPr>
              <a:xfrm>
                <a:off x="6767797" y="4464367"/>
                <a:ext cx="203930" cy="45053"/>
              </a:xfrm>
              <a:custGeom>
                <a:avLst/>
                <a:gdLst>
                  <a:gd name="connsiteX0" fmla="*/ 158877 w 203930"/>
                  <a:gd name="connsiteY0" fmla="*/ 45053 h 45053"/>
                  <a:gd name="connsiteX1" fmla="*/ 203930 w 203930"/>
                  <a:gd name="connsiteY1" fmla="*/ 0 h 45053"/>
                  <a:gd name="connsiteX2" fmla="*/ 44958 w 203930"/>
                  <a:gd name="connsiteY2" fmla="*/ 0 h 45053"/>
                  <a:gd name="connsiteX3" fmla="*/ 0 w 203930"/>
                  <a:gd name="connsiteY3" fmla="*/ 45053 h 45053"/>
                </a:gdLst>
                <a:ahLst/>
                <a:cxnLst>
                  <a:cxn ang="0">
                    <a:pos x="connsiteX0" y="connsiteY0"/>
                  </a:cxn>
                  <a:cxn ang="0">
                    <a:pos x="connsiteX1" y="connsiteY1"/>
                  </a:cxn>
                  <a:cxn ang="0">
                    <a:pos x="connsiteX2" y="connsiteY2"/>
                  </a:cxn>
                  <a:cxn ang="0">
                    <a:pos x="connsiteX3" y="connsiteY3"/>
                  </a:cxn>
                </a:cxnLst>
                <a:rect l="l" t="t" r="r" b="b"/>
                <a:pathLst>
                  <a:path w="203930" h="45053">
                    <a:moveTo>
                      <a:pt x="158877" y="45053"/>
                    </a:moveTo>
                    <a:lnTo>
                      <a:pt x="203930" y="0"/>
                    </a:lnTo>
                    <a:lnTo>
                      <a:pt x="44958" y="0"/>
                    </a:lnTo>
                    <a:lnTo>
                      <a:pt x="0" y="45053"/>
                    </a:lnTo>
                    <a:close/>
                  </a:path>
                </a:pathLst>
              </a:custGeom>
              <a:grpFill/>
              <a:ln w="9525" cap="flat">
                <a:noFill/>
                <a:prstDash val="solid"/>
                <a:miter/>
              </a:ln>
            </p:spPr>
            <p:txBody>
              <a:bodyPr rtlCol="0" anchor="ctr"/>
              <a:lstStyle/>
              <a:p>
                <a:endParaRPr lang="en-GB"/>
              </a:p>
            </p:txBody>
          </p:sp>
          <p:sp>
            <p:nvSpPr>
              <p:cNvPr id="26" name="任意多边形: 形状 25">
                <a:extLst>
                  <a:ext uri="{FF2B5EF4-FFF2-40B4-BE49-F238E27FC236}">
                    <a16:creationId xmlns:a16="http://schemas.microsoft.com/office/drawing/2014/main" id="{17DE270D-39E8-46E3-8C7F-5D5E81E30C2E}"/>
                  </a:ext>
                </a:extLst>
              </p:cNvPr>
              <p:cNvSpPr/>
              <p:nvPr/>
            </p:nvSpPr>
            <p:spPr>
              <a:xfrm>
                <a:off x="6099142" y="4276629"/>
                <a:ext cx="727519" cy="232790"/>
              </a:xfrm>
              <a:custGeom>
                <a:avLst/>
                <a:gdLst>
                  <a:gd name="connsiteX0" fmla="*/ 494729 w 727519"/>
                  <a:gd name="connsiteY0" fmla="*/ 232791 h 232790"/>
                  <a:gd name="connsiteX1" fmla="*/ 727520 w 727519"/>
                  <a:gd name="connsiteY1" fmla="*/ 0 h 232790"/>
                  <a:gd name="connsiteX2" fmla="*/ 232696 w 727519"/>
                  <a:gd name="connsiteY2" fmla="*/ 0 h 232790"/>
                  <a:gd name="connsiteX3" fmla="*/ 0 w 727519"/>
                  <a:gd name="connsiteY3" fmla="*/ 232791 h 232790"/>
                </a:gdLst>
                <a:ahLst/>
                <a:cxnLst>
                  <a:cxn ang="0">
                    <a:pos x="connsiteX0" y="connsiteY0"/>
                  </a:cxn>
                  <a:cxn ang="0">
                    <a:pos x="connsiteX1" y="connsiteY1"/>
                  </a:cxn>
                  <a:cxn ang="0">
                    <a:pos x="connsiteX2" y="connsiteY2"/>
                  </a:cxn>
                  <a:cxn ang="0">
                    <a:pos x="connsiteX3" y="connsiteY3"/>
                  </a:cxn>
                </a:cxnLst>
                <a:rect l="l" t="t" r="r" b="b"/>
                <a:pathLst>
                  <a:path w="727519" h="232790">
                    <a:moveTo>
                      <a:pt x="494729" y="232791"/>
                    </a:moveTo>
                    <a:lnTo>
                      <a:pt x="727520" y="0"/>
                    </a:lnTo>
                    <a:lnTo>
                      <a:pt x="232696" y="0"/>
                    </a:lnTo>
                    <a:lnTo>
                      <a:pt x="0" y="232791"/>
                    </a:lnTo>
                    <a:close/>
                  </a:path>
                </a:pathLst>
              </a:custGeom>
              <a:grpFill/>
              <a:ln w="9525" cap="flat">
                <a:noFill/>
                <a:prstDash val="solid"/>
                <a:miter/>
              </a:ln>
            </p:spPr>
            <p:txBody>
              <a:bodyPr rtlCol="0" anchor="ctr"/>
              <a:lstStyle/>
              <a:p>
                <a:endParaRPr lang="en-GB"/>
              </a:p>
            </p:txBody>
          </p:sp>
          <p:sp>
            <p:nvSpPr>
              <p:cNvPr id="27" name="任意多边形: 形状 26">
                <a:extLst>
                  <a:ext uri="{FF2B5EF4-FFF2-40B4-BE49-F238E27FC236}">
                    <a16:creationId xmlns:a16="http://schemas.microsoft.com/office/drawing/2014/main" id="{8431DBE6-8307-4157-80BB-51471BEEE4AF}"/>
                  </a:ext>
                </a:extLst>
              </p:cNvPr>
              <p:cNvSpPr/>
              <p:nvPr/>
            </p:nvSpPr>
            <p:spPr>
              <a:xfrm>
                <a:off x="5331141" y="4140231"/>
                <a:ext cx="369188" cy="369188"/>
              </a:xfrm>
              <a:custGeom>
                <a:avLst/>
                <a:gdLst>
                  <a:gd name="connsiteX0" fmla="*/ 369189 w 369188"/>
                  <a:gd name="connsiteY0" fmla="*/ 369189 h 369188"/>
                  <a:gd name="connsiteX1" fmla="*/ 369189 w 369188"/>
                  <a:gd name="connsiteY1" fmla="*/ 0 h 369188"/>
                  <a:gd name="connsiteX2" fmla="*/ 0 w 369188"/>
                  <a:gd name="connsiteY2" fmla="*/ 369189 h 369188"/>
                </a:gdLst>
                <a:ahLst/>
                <a:cxnLst>
                  <a:cxn ang="0">
                    <a:pos x="connsiteX0" y="connsiteY0"/>
                  </a:cxn>
                  <a:cxn ang="0">
                    <a:pos x="connsiteX1" y="connsiteY1"/>
                  </a:cxn>
                  <a:cxn ang="0">
                    <a:pos x="connsiteX2" y="connsiteY2"/>
                  </a:cxn>
                </a:cxnLst>
                <a:rect l="l" t="t" r="r" b="b"/>
                <a:pathLst>
                  <a:path w="369188" h="369188">
                    <a:moveTo>
                      <a:pt x="369189" y="369189"/>
                    </a:moveTo>
                    <a:lnTo>
                      <a:pt x="369189" y="0"/>
                    </a:lnTo>
                    <a:lnTo>
                      <a:pt x="0" y="369189"/>
                    </a:lnTo>
                    <a:close/>
                  </a:path>
                </a:pathLst>
              </a:custGeom>
              <a:grpFill/>
              <a:ln w="9525" cap="flat">
                <a:noFill/>
                <a:prstDash val="solid"/>
                <a:miter/>
              </a:ln>
            </p:spPr>
            <p:txBody>
              <a:bodyPr rtlCol="0" anchor="ctr"/>
              <a:lstStyle/>
              <a:p>
                <a:endParaRPr lang="en-GB"/>
              </a:p>
            </p:txBody>
          </p:sp>
          <p:sp>
            <p:nvSpPr>
              <p:cNvPr id="28" name="任意多边形: 形状 27">
                <a:extLst>
                  <a:ext uri="{FF2B5EF4-FFF2-40B4-BE49-F238E27FC236}">
                    <a16:creationId xmlns:a16="http://schemas.microsoft.com/office/drawing/2014/main" id="{24C717F7-F8CD-4AFC-ACFB-D1B798442C4C}"/>
                  </a:ext>
                </a:extLst>
              </p:cNvPr>
              <p:cNvSpPr/>
              <p:nvPr/>
            </p:nvSpPr>
            <p:spPr>
              <a:xfrm>
                <a:off x="6559581" y="3918489"/>
                <a:ext cx="424815" cy="424815"/>
              </a:xfrm>
              <a:custGeom>
                <a:avLst/>
                <a:gdLst>
                  <a:gd name="connsiteX0" fmla="*/ 424815 w 424815"/>
                  <a:gd name="connsiteY0" fmla="*/ 0 h 424815"/>
                  <a:gd name="connsiteX1" fmla="*/ 0 w 424815"/>
                  <a:gd name="connsiteY1" fmla="*/ 424815 h 424815"/>
                  <a:gd name="connsiteX2" fmla="*/ 159258 w 424815"/>
                  <a:gd name="connsiteY2" fmla="*/ 424815 h 424815"/>
                  <a:gd name="connsiteX3" fmla="*/ 424815 w 424815"/>
                  <a:gd name="connsiteY3" fmla="*/ 159258 h 424815"/>
                </a:gdLst>
                <a:ahLst/>
                <a:cxnLst>
                  <a:cxn ang="0">
                    <a:pos x="connsiteX0" y="connsiteY0"/>
                  </a:cxn>
                  <a:cxn ang="0">
                    <a:pos x="connsiteX1" y="connsiteY1"/>
                  </a:cxn>
                  <a:cxn ang="0">
                    <a:pos x="connsiteX2" y="connsiteY2"/>
                  </a:cxn>
                  <a:cxn ang="0">
                    <a:pos x="connsiteX3" y="connsiteY3"/>
                  </a:cxn>
                </a:cxnLst>
                <a:rect l="l" t="t" r="r" b="b"/>
                <a:pathLst>
                  <a:path w="424815" h="424815">
                    <a:moveTo>
                      <a:pt x="424815" y="0"/>
                    </a:moveTo>
                    <a:lnTo>
                      <a:pt x="0" y="424815"/>
                    </a:lnTo>
                    <a:lnTo>
                      <a:pt x="159258" y="424815"/>
                    </a:lnTo>
                    <a:lnTo>
                      <a:pt x="424815" y="159258"/>
                    </a:lnTo>
                    <a:close/>
                  </a:path>
                </a:pathLst>
              </a:custGeom>
              <a:grpFill/>
              <a:ln w="9525" cap="flat">
                <a:noFill/>
                <a:prstDash val="solid"/>
                <a:miter/>
              </a:ln>
            </p:spPr>
            <p:txBody>
              <a:bodyPr rtlCol="0" anchor="ctr"/>
              <a:lstStyle/>
              <a:p>
                <a:endParaRPr lang="en-GB"/>
              </a:p>
            </p:txBody>
          </p:sp>
          <p:sp>
            <p:nvSpPr>
              <p:cNvPr id="29" name="任意多边形: 形状 28">
                <a:extLst>
                  <a:ext uri="{FF2B5EF4-FFF2-40B4-BE49-F238E27FC236}">
                    <a16:creationId xmlns:a16="http://schemas.microsoft.com/office/drawing/2014/main" id="{59ADE652-0C06-4F4C-B16C-01409A4B612C}"/>
                  </a:ext>
                </a:extLst>
              </p:cNvPr>
              <p:cNvSpPr/>
              <p:nvPr/>
            </p:nvSpPr>
            <p:spPr>
              <a:xfrm>
                <a:off x="6113334" y="3751707"/>
                <a:ext cx="757713" cy="757713"/>
              </a:xfrm>
              <a:custGeom>
                <a:avLst/>
                <a:gdLst>
                  <a:gd name="connsiteX0" fmla="*/ 344329 w 757713"/>
                  <a:gd name="connsiteY0" fmla="*/ 757714 h 757713"/>
                  <a:gd name="connsiteX1" fmla="*/ 757714 w 757713"/>
                  <a:gd name="connsiteY1" fmla="*/ 344329 h 757713"/>
                  <a:gd name="connsiteX2" fmla="*/ 757714 w 757713"/>
                  <a:gd name="connsiteY2" fmla="*/ 0 h 757713"/>
                  <a:gd name="connsiteX3" fmla="*/ 0 w 757713"/>
                  <a:gd name="connsiteY3" fmla="*/ 757714 h 757713"/>
                </a:gdLst>
                <a:ahLst/>
                <a:cxnLst>
                  <a:cxn ang="0">
                    <a:pos x="connsiteX0" y="connsiteY0"/>
                  </a:cxn>
                  <a:cxn ang="0">
                    <a:pos x="connsiteX1" y="connsiteY1"/>
                  </a:cxn>
                  <a:cxn ang="0">
                    <a:pos x="connsiteX2" y="connsiteY2"/>
                  </a:cxn>
                  <a:cxn ang="0">
                    <a:pos x="connsiteX3" y="connsiteY3"/>
                  </a:cxn>
                </a:cxnLst>
                <a:rect l="l" t="t" r="r" b="b"/>
                <a:pathLst>
                  <a:path w="757713" h="757713">
                    <a:moveTo>
                      <a:pt x="344329" y="757714"/>
                    </a:moveTo>
                    <a:lnTo>
                      <a:pt x="757714" y="344329"/>
                    </a:lnTo>
                    <a:lnTo>
                      <a:pt x="757714" y="0"/>
                    </a:lnTo>
                    <a:lnTo>
                      <a:pt x="0" y="757714"/>
                    </a:lnTo>
                    <a:close/>
                  </a:path>
                </a:pathLst>
              </a:custGeom>
              <a:grpFill/>
              <a:ln w="9525" cap="flat">
                <a:noFill/>
                <a:prstDash val="solid"/>
                <a:miter/>
              </a:ln>
            </p:spPr>
            <p:txBody>
              <a:bodyPr rtlCol="0" anchor="ctr"/>
              <a:lstStyle/>
              <a:p>
                <a:endParaRPr lang="en-GB"/>
              </a:p>
            </p:txBody>
          </p:sp>
          <p:sp>
            <p:nvSpPr>
              <p:cNvPr id="30" name="任意多边形: 形状 29">
                <a:extLst>
                  <a:ext uri="{FF2B5EF4-FFF2-40B4-BE49-F238E27FC236}">
                    <a16:creationId xmlns:a16="http://schemas.microsoft.com/office/drawing/2014/main" id="{B23A4EA9-AE3D-4D61-8E95-1428A34032A3}"/>
                  </a:ext>
                </a:extLst>
              </p:cNvPr>
              <p:cNvSpPr/>
              <p:nvPr/>
            </p:nvSpPr>
            <p:spPr>
              <a:xfrm>
                <a:off x="5216937" y="4246816"/>
                <a:ext cx="310229" cy="310229"/>
              </a:xfrm>
              <a:custGeom>
                <a:avLst/>
                <a:gdLst>
                  <a:gd name="connsiteX0" fmla="*/ 184975 w 310229"/>
                  <a:gd name="connsiteY0" fmla="*/ 310229 h 310229"/>
                  <a:gd name="connsiteX1" fmla="*/ 310229 w 310229"/>
                  <a:gd name="connsiteY1" fmla="*/ 184975 h 310229"/>
                  <a:gd name="connsiteX2" fmla="*/ 310229 w 310229"/>
                  <a:gd name="connsiteY2" fmla="*/ 0 h 310229"/>
                  <a:gd name="connsiteX3" fmla="*/ 0 w 310229"/>
                  <a:gd name="connsiteY3" fmla="*/ 310229 h 310229"/>
                </a:gdLst>
                <a:ahLst/>
                <a:cxnLst>
                  <a:cxn ang="0">
                    <a:pos x="connsiteX0" y="connsiteY0"/>
                  </a:cxn>
                  <a:cxn ang="0">
                    <a:pos x="connsiteX1" y="connsiteY1"/>
                  </a:cxn>
                  <a:cxn ang="0">
                    <a:pos x="connsiteX2" y="connsiteY2"/>
                  </a:cxn>
                  <a:cxn ang="0">
                    <a:pos x="connsiteX3" y="connsiteY3"/>
                  </a:cxn>
                </a:cxnLst>
                <a:rect l="l" t="t" r="r" b="b"/>
                <a:pathLst>
                  <a:path w="310229" h="310229">
                    <a:moveTo>
                      <a:pt x="184975" y="310229"/>
                    </a:moveTo>
                    <a:lnTo>
                      <a:pt x="310229" y="184975"/>
                    </a:lnTo>
                    <a:lnTo>
                      <a:pt x="310229" y="0"/>
                    </a:lnTo>
                    <a:lnTo>
                      <a:pt x="0" y="310229"/>
                    </a:lnTo>
                    <a:close/>
                  </a:path>
                </a:pathLst>
              </a:custGeom>
              <a:grpFill/>
              <a:ln w="9525" cap="flat">
                <a:noFill/>
                <a:prstDash val="solid"/>
                <a:miter/>
              </a:ln>
            </p:spPr>
            <p:txBody>
              <a:bodyPr rtlCol="0" anchor="ctr"/>
              <a:lstStyle/>
              <a:p>
                <a:endParaRPr lang="en-GB"/>
              </a:p>
            </p:txBody>
          </p:sp>
        </p:grpSp>
      </p:gr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1629346" y="2752832"/>
            <a:ext cx="9889553" cy="757130"/>
          </a:xfrm>
        </p:spPr>
        <p:txBody>
          <a:bodyPr vert="horz" wrap="square" lIns="91440" tIns="45720" rIns="91440" bIns="45720" rtlCol="0" anchor="b">
            <a:spAutoFit/>
          </a:bodyPr>
          <a:lstStyle>
            <a:lvl1pPr>
              <a:defRPr lang="zh-CN" altLang="en-US" sz="4800" b="1" dirty="0"/>
            </a:lvl1pPr>
          </a:lstStyle>
          <a:p>
            <a:pPr lvl="0" defTabSz="914354"/>
            <a:r>
              <a:rPr lang="en-US" altLang="zh-CN" dirty="0"/>
              <a:t>Click to edit Master title style</a:t>
            </a:r>
            <a:endParaRPr lang="zh-CN" altLang="en-US" dirty="0"/>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p:nvPr>
        </p:nvSpPr>
        <p:spPr>
          <a:xfrm>
            <a:off x="1629346" y="3509962"/>
            <a:ext cx="9889553" cy="535853"/>
          </a:xfrm>
        </p:spPr>
        <p:txBody>
          <a:bodyPr vert="horz" lIns="91440" tIns="45720" rIns="91440" bIns="45720" rtlCol="0" anchor="t">
            <a:normAutofit/>
          </a:bodyPr>
          <a:lstStyle>
            <a:lvl1pPr marL="0" indent="0">
              <a:spcBef>
                <a:spcPts val="0"/>
              </a:spcBef>
              <a:buNone/>
              <a:defRPr lang="zh-CN" altLang="en-US" sz="1600"/>
            </a:lvl1pPr>
          </a:lstStyle>
          <a:p>
            <a:pPr marL="228600" lvl="0" indent="-228600" defTabSz="914354"/>
            <a:r>
              <a:rPr lang="en-US" altLang="zh-CN"/>
              <a:t>Click to edit Master subtitle style</a:t>
            </a:r>
            <a:endParaRPr lang="zh-CN" altLang="en-US" dirty="0"/>
          </a:p>
        </p:txBody>
      </p:sp>
      <p:sp>
        <p:nvSpPr>
          <p:cNvPr id="8" name="文本占位符 7">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1629346" y="5541558"/>
            <a:ext cx="5072011"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1629346" y="5837829"/>
            <a:ext cx="5072011"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grpSp>
        <p:nvGrpSpPr>
          <p:cNvPr id="54" name="组合 53">
            <a:extLst>
              <a:ext uri="{FF2B5EF4-FFF2-40B4-BE49-F238E27FC236}">
                <a16:creationId xmlns:a16="http://schemas.microsoft.com/office/drawing/2014/main" id="{8BF3BCE4-3133-415E-B005-5EBCF336809F}"/>
              </a:ext>
            </a:extLst>
          </p:cNvPr>
          <p:cNvGrpSpPr/>
          <p:nvPr userDrawn="1"/>
        </p:nvGrpSpPr>
        <p:grpSpPr>
          <a:xfrm>
            <a:off x="0" y="-186450"/>
            <a:ext cx="3232530" cy="4114943"/>
            <a:chOff x="-1083009" y="-1005135"/>
            <a:chExt cx="3232530" cy="4114943"/>
          </a:xfrm>
          <a:solidFill>
            <a:schemeClr val="accent1">
              <a:alpha val="50000"/>
            </a:schemeClr>
          </a:solidFill>
        </p:grpSpPr>
        <p:sp>
          <p:nvSpPr>
            <p:cNvPr id="35" name="任意多边形: 形状 34">
              <a:extLst>
                <a:ext uri="{FF2B5EF4-FFF2-40B4-BE49-F238E27FC236}">
                  <a16:creationId xmlns:a16="http://schemas.microsoft.com/office/drawing/2014/main" id="{DFEFD79B-E2B5-4844-AE74-3FB4B6B5EA74}"/>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36" name="任意多边形: 形状 35">
              <a:extLst>
                <a:ext uri="{FF2B5EF4-FFF2-40B4-BE49-F238E27FC236}">
                  <a16:creationId xmlns:a16="http://schemas.microsoft.com/office/drawing/2014/main" id="{6B11010C-B4A3-46DB-846B-7132C2DD1F48}"/>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37" name="任意多边形: 形状 36">
              <a:extLst>
                <a:ext uri="{FF2B5EF4-FFF2-40B4-BE49-F238E27FC236}">
                  <a16:creationId xmlns:a16="http://schemas.microsoft.com/office/drawing/2014/main" id="{A1A4465A-6C18-4D6C-8674-E7AF03302DFE}"/>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38" name="任意多边形: 形状 37">
              <a:extLst>
                <a:ext uri="{FF2B5EF4-FFF2-40B4-BE49-F238E27FC236}">
                  <a16:creationId xmlns:a16="http://schemas.microsoft.com/office/drawing/2014/main" id="{04359A0E-6AA4-478B-B207-542DC408C93A}"/>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39" name="任意多边形: 形状 38">
              <a:extLst>
                <a:ext uri="{FF2B5EF4-FFF2-40B4-BE49-F238E27FC236}">
                  <a16:creationId xmlns:a16="http://schemas.microsoft.com/office/drawing/2014/main" id="{69681C2A-0BDA-47F8-93BD-DF3C536A284E}"/>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40" name="任意多边形: 形状 39">
              <a:extLst>
                <a:ext uri="{FF2B5EF4-FFF2-40B4-BE49-F238E27FC236}">
                  <a16:creationId xmlns:a16="http://schemas.microsoft.com/office/drawing/2014/main" id="{DF9330A9-963C-434E-B0EF-99178C24F885}"/>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41" name="任意多边形: 形状 40">
              <a:extLst>
                <a:ext uri="{FF2B5EF4-FFF2-40B4-BE49-F238E27FC236}">
                  <a16:creationId xmlns:a16="http://schemas.microsoft.com/office/drawing/2014/main" id="{3653899B-E143-4295-9B8B-DA92E73F26A5}"/>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42" name="任意多边形: 形状 41">
              <a:extLst>
                <a:ext uri="{FF2B5EF4-FFF2-40B4-BE49-F238E27FC236}">
                  <a16:creationId xmlns:a16="http://schemas.microsoft.com/office/drawing/2014/main" id="{AA73F1C7-8FD8-44CC-8DF8-150FFF69630E}"/>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43" name="任意多边形: 形状 42">
              <a:extLst>
                <a:ext uri="{FF2B5EF4-FFF2-40B4-BE49-F238E27FC236}">
                  <a16:creationId xmlns:a16="http://schemas.microsoft.com/office/drawing/2014/main" id="{A9DA661E-4DE4-4793-93C7-72688399CA9E}"/>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44" name="任意多边形: 形状 43">
              <a:extLst>
                <a:ext uri="{FF2B5EF4-FFF2-40B4-BE49-F238E27FC236}">
                  <a16:creationId xmlns:a16="http://schemas.microsoft.com/office/drawing/2014/main" id="{655A8FAC-4B75-4DAE-9B30-A11740093119}"/>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45" name="任意多边形: 形状 44">
              <a:extLst>
                <a:ext uri="{FF2B5EF4-FFF2-40B4-BE49-F238E27FC236}">
                  <a16:creationId xmlns:a16="http://schemas.microsoft.com/office/drawing/2014/main" id="{C8E1D906-A590-48FA-8E32-545D674CF173}"/>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47" name="任意多边形: 形状 46">
              <a:extLst>
                <a:ext uri="{FF2B5EF4-FFF2-40B4-BE49-F238E27FC236}">
                  <a16:creationId xmlns:a16="http://schemas.microsoft.com/office/drawing/2014/main" id="{534AD9CA-DFA3-4D81-9163-71A4BE529F57}"/>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48" name="任意多边形: 形状 47">
              <a:extLst>
                <a:ext uri="{FF2B5EF4-FFF2-40B4-BE49-F238E27FC236}">
                  <a16:creationId xmlns:a16="http://schemas.microsoft.com/office/drawing/2014/main" id="{99A888D9-987E-409C-ABF6-D1F680938B37}"/>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49" name="任意多边形: 形状 48">
              <a:extLst>
                <a:ext uri="{FF2B5EF4-FFF2-40B4-BE49-F238E27FC236}">
                  <a16:creationId xmlns:a16="http://schemas.microsoft.com/office/drawing/2014/main" id="{F16DE85B-4260-449E-8576-8F0E3D4D2BCE}"/>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50" name="任意多边形: 形状 49">
              <a:extLst>
                <a:ext uri="{FF2B5EF4-FFF2-40B4-BE49-F238E27FC236}">
                  <a16:creationId xmlns:a16="http://schemas.microsoft.com/office/drawing/2014/main" id="{0499B914-15AD-480D-83CD-13A243727DC9}"/>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51" name="任意多边形: 形状 50">
              <a:extLst>
                <a:ext uri="{FF2B5EF4-FFF2-40B4-BE49-F238E27FC236}">
                  <a16:creationId xmlns:a16="http://schemas.microsoft.com/office/drawing/2014/main" id="{79C3E883-C48B-49BC-A851-0BDFC5093CBA}"/>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52" name="任意多边形: 形状 51">
              <a:extLst>
                <a:ext uri="{FF2B5EF4-FFF2-40B4-BE49-F238E27FC236}">
                  <a16:creationId xmlns:a16="http://schemas.microsoft.com/office/drawing/2014/main" id="{12879FDD-1D8D-4CB4-ADA6-FCE63190C828}"/>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12" name="文本占位符 11">
            <a:extLst>
              <a:ext uri="{FF2B5EF4-FFF2-40B4-BE49-F238E27FC236}">
                <a16:creationId xmlns:a16="http://schemas.microsoft.com/office/drawing/2014/main" id="{4EF3F9F2-2DBE-4016-9D2B-F5CF4BE8EBCE}"/>
              </a:ext>
            </a:extLst>
          </p:cNvPr>
          <p:cNvSpPr>
            <a:spLocks noGrp="1"/>
          </p:cNvSpPr>
          <p:nvPr>
            <p:ph type="body" sz="quarter" idx="15" hasCustomPrompt="1"/>
          </p:nvPr>
        </p:nvSpPr>
        <p:spPr>
          <a:xfrm>
            <a:off x="1629346" y="1130300"/>
            <a:ext cx="1039091" cy="296271"/>
          </a:xfrm>
        </p:spPr>
        <p:txBody>
          <a:bodyPr vert="horz" wrap="none" lIns="91440" tIns="45720" rIns="91440" bIns="45720" rtlCol="0" anchor="ctr">
            <a:normAutofit/>
          </a:bodyPr>
          <a:lstStyle>
            <a:lvl1pPr marL="0" indent="0">
              <a:buNone/>
              <a:defRPr lang="en-US" altLang="zh-CN" sz="1200" b="0" smtClean="0">
                <a:solidFill>
                  <a:schemeClr val="tx1"/>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Tree>
    <p:extLst>
      <p:ext uri="{BB962C8B-B14F-4D97-AF65-F5344CB8AC3E}">
        <p14:creationId xmlns:p14="http://schemas.microsoft.com/office/powerpoint/2010/main" val="3218541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B090460B-C24A-408C-8574-3F70E0B5DBC5}"/>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26" name="组合 25">
            <a:extLst>
              <a:ext uri="{FF2B5EF4-FFF2-40B4-BE49-F238E27FC236}">
                <a16:creationId xmlns:a16="http://schemas.microsoft.com/office/drawing/2014/main" id="{F2957214-681F-4ACB-AA1F-14ACE229B42B}"/>
              </a:ext>
            </a:extLst>
          </p:cNvPr>
          <p:cNvGrpSpPr/>
          <p:nvPr userDrawn="1"/>
        </p:nvGrpSpPr>
        <p:grpSpPr>
          <a:xfrm flipH="1" flipV="1">
            <a:off x="10033000" y="4342169"/>
            <a:ext cx="2175086" cy="2768839"/>
            <a:chOff x="-1083009" y="-1005135"/>
            <a:chExt cx="3232530" cy="4114943"/>
          </a:xfrm>
          <a:solidFill>
            <a:schemeClr val="accent1">
              <a:alpha val="50000"/>
            </a:schemeClr>
          </a:solidFill>
        </p:grpSpPr>
        <p:sp>
          <p:nvSpPr>
            <p:cNvPr id="27" name="任意多边形: 形状 26">
              <a:extLst>
                <a:ext uri="{FF2B5EF4-FFF2-40B4-BE49-F238E27FC236}">
                  <a16:creationId xmlns:a16="http://schemas.microsoft.com/office/drawing/2014/main" id="{7DDF4E4B-1727-4413-BBC0-94822DEA3BC8}"/>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28" name="任意多边形: 形状 27">
              <a:extLst>
                <a:ext uri="{FF2B5EF4-FFF2-40B4-BE49-F238E27FC236}">
                  <a16:creationId xmlns:a16="http://schemas.microsoft.com/office/drawing/2014/main" id="{7ADAE588-0746-49B6-87C9-A4D73B987E3B}"/>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29" name="任意多边形: 形状 28">
              <a:extLst>
                <a:ext uri="{FF2B5EF4-FFF2-40B4-BE49-F238E27FC236}">
                  <a16:creationId xmlns:a16="http://schemas.microsoft.com/office/drawing/2014/main" id="{AAEEA467-5CEA-42C1-A28B-DAA51D0FFDE7}"/>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30" name="任意多边形: 形状 29">
              <a:extLst>
                <a:ext uri="{FF2B5EF4-FFF2-40B4-BE49-F238E27FC236}">
                  <a16:creationId xmlns:a16="http://schemas.microsoft.com/office/drawing/2014/main" id="{8632F24A-8C3C-4210-AEE7-A0BB7A8650EF}"/>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31" name="任意多边形: 形状 30">
              <a:extLst>
                <a:ext uri="{FF2B5EF4-FFF2-40B4-BE49-F238E27FC236}">
                  <a16:creationId xmlns:a16="http://schemas.microsoft.com/office/drawing/2014/main" id="{E05B2F52-6D86-4075-A559-9A83824B9CB4}"/>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32" name="任意多边形: 形状 31">
              <a:extLst>
                <a:ext uri="{FF2B5EF4-FFF2-40B4-BE49-F238E27FC236}">
                  <a16:creationId xmlns:a16="http://schemas.microsoft.com/office/drawing/2014/main" id="{8B045B33-8512-472B-8615-548A661F892C}"/>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33" name="任意多边形: 形状 32">
              <a:extLst>
                <a:ext uri="{FF2B5EF4-FFF2-40B4-BE49-F238E27FC236}">
                  <a16:creationId xmlns:a16="http://schemas.microsoft.com/office/drawing/2014/main" id="{6C2EE898-9106-42AD-BFE2-32B780C88E8B}"/>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34" name="任意多边形: 形状 33">
              <a:extLst>
                <a:ext uri="{FF2B5EF4-FFF2-40B4-BE49-F238E27FC236}">
                  <a16:creationId xmlns:a16="http://schemas.microsoft.com/office/drawing/2014/main" id="{818A0A75-934C-4A7F-82F6-6320B55B22FB}"/>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35" name="任意多边形: 形状 34">
              <a:extLst>
                <a:ext uri="{FF2B5EF4-FFF2-40B4-BE49-F238E27FC236}">
                  <a16:creationId xmlns:a16="http://schemas.microsoft.com/office/drawing/2014/main" id="{AF80FB2B-A082-4AB7-9753-9B33702259BC}"/>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36" name="任意多边形: 形状 35">
              <a:extLst>
                <a:ext uri="{FF2B5EF4-FFF2-40B4-BE49-F238E27FC236}">
                  <a16:creationId xmlns:a16="http://schemas.microsoft.com/office/drawing/2014/main" id="{A43ECDB7-3B71-45BD-9B12-05C1F36B5145}"/>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37" name="任意多边形: 形状 36">
              <a:extLst>
                <a:ext uri="{FF2B5EF4-FFF2-40B4-BE49-F238E27FC236}">
                  <a16:creationId xmlns:a16="http://schemas.microsoft.com/office/drawing/2014/main" id="{6A5F6947-3C31-4E1A-945E-F2C34FD331DD}"/>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38" name="任意多边形: 形状 37">
              <a:extLst>
                <a:ext uri="{FF2B5EF4-FFF2-40B4-BE49-F238E27FC236}">
                  <a16:creationId xmlns:a16="http://schemas.microsoft.com/office/drawing/2014/main" id="{C3637B9E-6675-4B8C-BD62-EA8969B7A79F}"/>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39" name="任意多边形: 形状 38">
              <a:extLst>
                <a:ext uri="{FF2B5EF4-FFF2-40B4-BE49-F238E27FC236}">
                  <a16:creationId xmlns:a16="http://schemas.microsoft.com/office/drawing/2014/main" id="{9F17CD75-606A-46C7-A0B1-8F7422CE2F86}"/>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40" name="任意多边形: 形状 39">
              <a:extLst>
                <a:ext uri="{FF2B5EF4-FFF2-40B4-BE49-F238E27FC236}">
                  <a16:creationId xmlns:a16="http://schemas.microsoft.com/office/drawing/2014/main" id="{DFE79039-284E-40A4-B8F4-6A2353B3D894}"/>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41" name="任意多边形: 形状 40">
              <a:extLst>
                <a:ext uri="{FF2B5EF4-FFF2-40B4-BE49-F238E27FC236}">
                  <a16:creationId xmlns:a16="http://schemas.microsoft.com/office/drawing/2014/main" id="{402AE2A3-32C0-4E90-B5AF-762314906E2E}"/>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42" name="任意多边形: 形状 41">
              <a:extLst>
                <a:ext uri="{FF2B5EF4-FFF2-40B4-BE49-F238E27FC236}">
                  <a16:creationId xmlns:a16="http://schemas.microsoft.com/office/drawing/2014/main" id="{550C2F6D-1FA8-4B5F-B7F2-C3D7DC119D70}"/>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43" name="任意多边形: 形状 42">
              <a:extLst>
                <a:ext uri="{FF2B5EF4-FFF2-40B4-BE49-F238E27FC236}">
                  <a16:creationId xmlns:a16="http://schemas.microsoft.com/office/drawing/2014/main" id="{FDA91EE5-CBA9-46F3-935D-6AF6FAC83B1E}"/>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grpSp>
        <p:nvGrpSpPr>
          <p:cNvPr id="8" name="组合 7">
            <a:extLst>
              <a:ext uri="{FF2B5EF4-FFF2-40B4-BE49-F238E27FC236}">
                <a16:creationId xmlns:a16="http://schemas.microsoft.com/office/drawing/2014/main" id="{0A646BD6-4D9B-4A2F-92C6-34DDE0E0E1EC}"/>
              </a:ext>
            </a:extLst>
          </p:cNvPr>
          <p:cNvGrpSpPr/>
          <p:nvPr userDrawn="1"/>
        </p:nvGrpSpPr>
        <p:grpSpPr>
          <a:xfrm>
            <a:off x="0" y="-186450"/>
            <a:ext cx="1295400" cy="1649017"/>
            <a:chOff x="-1083009" y="-1005135"/>
            <a:chExt cx="3232530" cy="4114943"/>
          </a:xfrm>
          <a:solidFill>
            <a:schemeClr val="accent1">
              <a:alpha val="50000"/>
            </a:schemeClr>
          </a:solidFill>
        </p:grpSpPr>
        <p:sp>
          <p:nvSpPr>
            <p:cNvPr id="9" name="任意多边形: 形状 8">
              <a:extLst>
                <a:ext uri="{FF2B5EF4-FFF2-40B4-BE49-F238E27FC236}">
                  <a16:creationId xmlns:a16="http://schemas.microsoft.com/office/drawing/2014/main" id="{FDDB6D85-8CF0-41D8-A6D1-FAE4FE791C5F}"/>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10" name="任意多边形: 形状 9">
              <a:extLst>
                <a:ext uri="{FF2B5EF4-FFF2-40B4-BE49-F238E27FC236}">
                  <a16:creationId xmlns:a16="http://schemas.microsoft.com/office/drawing/2014/main" id="{F2123D1E-8117-44C1-815D-DF62CA7936D4}"/>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11" name="任意多边形: 形状 10">
              <a:extLst>
                <a:ext uri="{FF2B5EF4-FFF2-40B4-BE49-F238E27FC236}">
                  <a16:creationId xmlns:a16="http://schemas.microsoft.com/office/drawing/2014/main" id="{AF75BD6F-2EAD-4280-A812-538AE6550552}"/>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12" name="任意多边形: 形状 11">
              <a:extLst>
                <a:ext uri="{FF2B5EF4-FFF2-40B4-BE49-F238E27FC236}">
                  <a16:creationId xmlns:a16="http://schemas.microsoft.com/office/drawing/2014/main" id="{0A13AB88-0BB0-4EB4-BA3D-71811EDD6A83}"/>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13" name="任意多边形: 形状 12">
              <a:extLst>
                <a:ext uri="{FF2B5EF4-FFF2-40B4-BE49-F238E27FC236}">
                  <a16:creationId xmlns:a16="http://schemas.microsoft.com/office/drawing/2014/main" id="{AB66F921-293F-40A0-80B9-23DED99E0772}"/>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14" name="任意多边形: 形状 13">
              <a:extLst>
                <a:ext uri="{FF2B5EF4-FFF2-40B4-BE49-F238E27FC236}">
                  <a16:creationId xmlns:a16="http://schemas.microsoft.com/office/drawing/2014/main" id="{EA919778-7B2E-4092-A713-6442A2520046}"/>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15" name="任意多边形: 形状 14">
              <a:extLst>
                <a:ext uri="{FF2B5EF4-FFF2-40B4-BE49-F238E27FC236}">
                  <a16:creationId xmlns:a16="http://schemas.microsoft.com/office/drawing/2014/main" id="{6F33BA88-C8B7-485B-A286-4ECCDC89D57A}"/>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16" name="任意多边形: 形状 15">
              <a:extLst>
                <a:ext uri="{FF2B5EF4-FFF2-40B4-BE49-F238E27FC236}">
                  <a16:creationId xmlns:a16="http://schemas.microsoft.com/office/drawing/2014/main" id="{A4CA9CA4-D988-492C-B348-53CBE71E5603}"/>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17" name="任意多边形: 形状 16">
              <a:extLst>
                <a:ext uri="{FF2B5EF4-FFF2-40B4-BE49-F238E27FC236}">
                  <a16:creationId xmlns:a16="http://schemas.microsoft.com/office/drawing/2014/main" id="{865ECF2B-145E-4C75-A1D1-0DFD095F7B07}"/>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18" name="任意多边形: 形状 17">
              <a:extLst>
                <a:ext uri="{FF2B5EF4-FFF2-40B4-BE49-F238E27FC236}">
                  <a16:creationId xmlns:a16="http://schemas.microsoft.com/office/drawing/2014/main" id="{4521364F-BA1A-4793-9F09-2EFE3D8F884B}"/>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19" name="任意多边形: 形状 18">
              <a:extLst>
                <a:ext uri="{FF2B5EF4-FFF2-40B4-BE49-F238E27FC236}">
                  <a16:creationId xmlns:a16="http://schemas.microsoft.com/office/drawing/2014/main" id="{057CFEE8-E720-4B09-8C79-F1F9CCA8EDBD}"/>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20" name="任意多边形: 形状 19">
              <a:extLst>
                <a:ext uri="{FF2B5EF4-FFF2-40B4-BE49-F238E27FC236}">
                  <a16:creationId xmlns:a16="http://schemas.microsoft.com/office/drawing/2014/main" id="{5AE181EC-F2EF-470D-9803-1684A2C5D614}"/>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21" name="任意多边形: 形状 20">
              <a:extLst>
                <a:ext uri="{FF2B5EF4-FFF2-40B4-BE49-F238E27FC236}">
                  <a16:creationId xmlns:a16="http://schemas.microsoft.com/office/drawing/2014/main" id="{943FE458-991A-4B30-B3A9-ED7BB4A1F081}"/>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22" name="任意多边形: 形状 21">
              <a:extLst>
                <a:ext uri="{FF2B5EF4-FFF2-40B4-BE49-F238E27FC236}">
                  <a16:creationId xmlns:a16="http://schemas.microsoft.com/office/drawing/2014/main" id="{FCB8E78F-56A4-4A52-B095-9D7B0B7F6F93}"/>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23" name="任意多边形: 形状 22">
              <a:extLst>
                <a:ext uri="{FF2B5EF4-FFF2-40B4-BE49-F238E27FC236}">
                  <a16:creationId xmlns:a16="http://schemas.microsoft.com/office/drawing/2014/main" id="{FFEB27FD-F335-4BF8-BA23-E7D7AFA31EAA}"/>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24" name="任意多边形: 形状 23">
              <a:extLst>
                <a:ext uri="{FF2B5EF4-FFF2-40B4-BE49-F238E27FC236}">
                  <a16:creationId xmlns:a16="http://schemas.microsoft.com/office/drawing/2014/main" id="{E9F22261-5232-415B-8DE2-1D55BBCA7F29}"/>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25" name="任意多边形: 形状 24">
              <a:extLst>
                <a:ext uri="{FF2B5EF4-FFF2-40B4-BE49-F238E27FC236}">
                  <a16:creationId xmlns:a16="http://schemas.microsoft.com/office/drawing/2014/main" id="{2984E978-B360-4080-99CE-6C3E8572043D}"/>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2" name="标题 1">
            <a:extLst>
              <a:ext uri="{FF2B5EF4-FFF2-40B4-BE49-F238E27FC236}">
                <a16:creationId xmlns:a16="http://schemas.microsoft.com/office/drawing/2014/main" id="{95DC6DA8-D137-41D2-A934-63CB8FFB8B81}"/>
              </a:ext>
            </a:extLst>
          </p:cNvPr>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日期占位符 3">
            <a:extLst>
              <a:ext uri="{FF2B5EF4-FFF2-40B4-BE49-F238E27FC236}">
                <a16:creationId xmlns:a16="http://schemas.microsoft.com/office/drawing/2014/main" id="{57FE6FF3-E480-4C96-9DE0-054940E7CBC6}"/>
              </a:ext>
            </a:extLst>
          </p:cNvPr>
          <p:cNvSpPr>
            <a:spLocks noGrp="1"/>
          </p:cNvSpPr>
          <p:nvPr>
            <p:ph type="dt" sz="half" idx="10"/>
          </p:nvPr>
        </p:nvSpPr>
        <p:spPr/>
        <p:txBody>
          <a:bodyPr/>
          <a:lstStyle/>
          <a:p>
            <a:fld id="{3BC5AEBE-086C-4980-A4E1-E89EE17EFFB9}" type="datetime1">
              <a:rPr lang="zh-CN" altLang="en-US" smtClean="0"/>
              <a:t>2025/5/21</a:t>
            </a:fld>
            <a:endParaRPr lang="zh-CN" altLang="en-US"/>
          </a:p>
        </p:txBody>
      </p:sp>
      <p:sp>
        <p:nvSpPr>
          <p:cNvPr id="5" name="页脚占位符 4">
            <a:extLst>
              <a:ext uri="{FF2B5EF4-FFF2-40B4-BE49-F238E27FC236}">
                <a16:creationId xmlns:a16="http://schemas.microsoft.com/office/drawing/2014/main" id="{055DFAA1-D4C3-4306-A3AE-0641E35819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3E0EBE-EC20-4150-A2C6-9837F3449581}"/>
              </a:ext>
            </a:extLst>
          </p:cNvPr>
          <p:cNvSpPr>
            <a:spLocks noGrp="1"/>
          </p:cNvSpPr>
          <p:nvPr>
            <p:ph type="sldNum" sz="quarter" idx="12"/>
          </p:nvPr>
        </p:nvSpPr>
        <p:spPr/>
        <p:txBody>
          <a:bodyPr/>
          <a:lstStyle>
            <a:lvl1pPr>
              <a:defRPr>
                <a:solidFill>
                  <a:schemeClr val="bg1"/>
                </a:solidFill>
              </a:defRPr>
            </a:lvl1pPr>
          </a:lstStyle>
          <a:p>
            <a:fld id="{7F65B630-C7FF-41C0-9923-C5E5E29EED81}" type="slidenum">
              <a:rPr lang="en-GB" smtClean="0"/>
              <a:pPr/>
              <a:t>‹#›</a:t>
            </a:fld>
            <a:endParaRPr lang="en-GB"/>
          </a:p>
        </p:txBody>
      </p:sp>
    </p:spTree>
    <p:extLst>
      <p:ext uri="{BB962C8B-B14F-4D97-AF65-F5344CB8AC3E}">
        <p14:creationId xmlns:p14="http://schemas.microsoft.com/office/powerpoint/2010/main" val="82374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25163942-5938-4B67-9E6B-A4F20C53BBE9}"/>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9" name="文本占位符 8">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0" y="1500188"/>
            <a:ext cx="2836562" cy="594626"/>
          </a:xfrm>
        </p:spPr>
        <p:txBody>
          <a:bodyPr>
            <a:normAutofit/>
          </a:bodyPr>
          <a:lstStyle>
            <a:lvl1pPr marL="0" indent="0" algn="r">
              <a:buFont typeface="+mj-lt"/>
              <a:buNone/>
              <a:defRPr sz="2400" b="1"/>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7" name="文本占位符 6">
            <a:extLst>
              <a:ext uri="{FF2B5EF4-FFF2-40B4-BE49-F238E27FC236}">
                <a16:creationId xmlns:a16="http://schemas.microsoft.com/office/drawing/2014/main" id="{0BEF0FD1-3ACE-43A8-AF57-CC0D436DC7D0}"/>
              </a:ext>
            </a:extLst>
          </p:cNvPr>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3" name="页脚占位符 2">
            <a:extLst>
              <a:ext uri="{FF2B5EF4-FFF2-40B4-BE49-F238E27FC236}">
                <a16:creationId xmlns:a16="http://schemas.microsoft.com/office/drawing/2014/main" id="{CAEA95BB-0FD6-4D94-81DB-8D38069818E5}"/>
              </a:ext>
            </a:extLst>
          </p:cNvPr>
          <p:cNvSpPr>
            <a:spLocks noGrp="1"/>
          </p:cNvSpPr>
          <p:nvPr>
            <p:ph type="ftr" sz="quarter" idx="10"/>
          </p:nvPr>
        </p:nvSpPr>
        <p:spPr/>
        <p:txBody>
          <a:bodyPr/>
          <a:lstStyle/>
          <a:p>
            <a:endParaRPr lang="zh-CN" altLang="en-US" dirty="0"/>
          </a:p>
        </p:txBody>
      </p:sp>
      <p:sp>
        <p:nvSpPr>
          <p:cNvPr id="4" name="日期占位符 3">
            <a:extLst>
              <a:ext uri="{FF2B5EF4-FFF2-40B4-BE49-F238E27FC236}">
                <a16:creationId xmlns:a16="http://schemas.microsoft.com/office/drawing/2014/main" id="{16C2568E-3CA5-4FDE-A375-CB503A7EDE34}"/>
              </a:ext>
            </a:extLst>
          </p:cNvPr>
          <p:cNvSpPr>
            <a:spLocks noGrp="1"/>
          </p:cNvSpPr>
          <p:nvPr>
            <p:ph type="dt" sz="half" idx="11"/>
          </p:nvPr>
        </p:nvSpPr>
        <p:spPr/>
        <p:txBody>
          <a:bodyPr/>
          <a:lstStyle/>
          <a:p>
            <a:fld id="{AC4CC43B-9EB6-4465-8B1A-3F7180DAD0DF}" type="datetime1">
              <a:rPr lang="zh-CN" altLang="en-US" smtClean="0"/>
              <a:t>2025/5/21</a:t>
            </a:fld>
            <a:endParaRPr lang="en-US" altLang="zh-CN"/>
          </a:p>
        </p:txBody>
      </p:sp>
      <p:cxnSp>
        <p:nvCxnSpPr>
          <p:cNvPr id="10" name="直接连接符 9">
            <a:extLst>
              <a:ext uri="{FF2B5EF4-FFF2-40B4-BE49-F238E27FC236}">
                <a16:creationId xmlns:a16="http://schemas.microsoft.com/office/drawing/2014/main" id="{5866F782-5852-4C4E-B3FE-2AD687E8AC1B}"/>
              </a:ext>
            </a:extLst>
          </p:cNvPr>
          <p:cNvCxnSpPr>
            <a:cxnSpLocks/>
          </p:cNvCxnSpPr>
          <p:nvPr userDrawn="1"/>
        </p:nvCxnSpPr>
        <p:spPr>
          <a:xfrm>
            <a:off x="3621019" y="1500188"/>
            <a:ext cx="0" cy="4633913"/>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1" name="任意多边形: 形状 10">
            <a:extLst>
              <a:ext uri="{FF2B5EF4-FFF2-40B4-BE49-F238E27FC236}">
                <a16:creationId xmlns:a16="http://schemas.microsoft.com/office/drawing/2014/main" id="{3CCCD118-A808-47B5-869B-310AF975DC9C}"/>
              </a:ext>
            </a:extLst>
          </p:cNvPr>
          <p:cNvSpPr>
            <a:spLocks noChangeAspect="1"/>
          </p:cNvSpPr>
          <p:nvPr userDrawn="1"/>
        </p:nvSpPr>
        <p:spPr bwMode="auto">
          <a:xfrm>
            <a:off x="2626456" y="5219207"/>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grpSp>
        <p:nvGrpSpPr>
          <p:cNvPr id="13" name="组合 12">
            <a:extLst>
              <a:ext uri="{FF2B5EF4-FFF2-40B4-BE49-F238E27FC236}">
                <a16:creationId xmlns:a16="http://schemas.microsoft.com/office/drawing/2014/main" id="{8A735AF5-C655-447E-B2E4-90D92AD7CC2F}"/>
              </a:ext>
            </a:extLst>
          </p:cNvPr>
          <p:cNvGrpSpPr/>
          <p:nvPr userDrawn="1"/>
        </p:nvGrpSpPr>
        <p:grpSpPr>
          <a:xfrm flipH="1" flipV="1">
            <a:off x="10033000" y="4342169"/>
            <a:ext cx="2175086" cy="2768839"/>
            <a:chOff x="-1083009" y="-1005135"/>
            <a:chExt cx="3232530" cy="4114943"/>
          </a:xfrm>
          <a:solidFill>
            <a:schemeClr val="accent1">
              <a:alpha val="50000"/>
            </a:schemeClr>
          </a:solidFill>
        </p:grpSpPr>
        <p:sp>
          <p:nvSpPr>
            <p:cNvPr id="14" name="任意多边形: 形状 13">
              <a:extLst>
                <a:ext uri="{FF2B5EF4-FFF2-40B4-BE49-F238E27FC236}">
                  <a16:creationId xmlns:a16="http://schemas.microsoft.com/office/drawing/2014/main" id="{62862A72-F18E-4CF8-95BF-EEBAE3CC1AB7}"/>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15" name="任意多边形: 形状 14">
              <a:extLst>
                <a:ext uri="{FF2B5EF4-FFF2-40B4-BE49-F238E27FC236}">
                  <a16:creationId xmlns:a16="http://schemas.microsoft.com/office/drawing/2014/main" id="{2E4F28FA-0E2A-4016-A087-0C62AED555A8}"/>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16" name="任意多边形: 形状 15">
              <a:extLst>
                <a:ext uri="{FF2B5EF4-FFF2-40B4-BE49-F238E27FC236}">
                  <a16:creationId xmlns:a16="http://schemas.microsoft.com/office/drawing/2014/main" id="{126FB535-A1CE-495C-A8E1-367430344430}"/>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17" name="任意多边形: 形状 16">
              <a:extLst>
                <a:ext uri="{FF2B5EF4-FFF2-40B4-BE49-F238E27FC236}">
                  <a16:creationId xmlns:a16="http://schemas.microsoft.com/office/drawing/2014/main" id="{0D8BDE29-3A32-48E9-8D8C-F3AF143BD529}"/>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18" name="任意多边形: 形状 17">
              <a:extLst>
                <a:ext uri="{FF2B5EF4-FFF2-40B4-BE49-F238E27FC236}">
                  <a16:creationId xmlns:a16="http://schemas.microsoft.com/office/drawing/2014/main" id="{0DA861EE-3887-49EE-BD8A-529A6D6438B6}"/>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19" name="任意多边形: 形状 18">
              <a:extLst>
                <a:ext uri="{FF2B5EF4-FFF2-40B4-BE49-F238E27FC236}">
                  <a16:creationId xmlns:a16="http://schemas.microsoft.com/office/drawing/2014/main" id="{9BF6F077-9947-4911-BDC4-D94BBEA8C337}"/>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20" name="任意多边形: 形状 19">
              <a:extLst>
                <a:ext uri="{FF2B5EF4-FFF2-40B4-BE49-F238E27FC236}">
                  <a16:creationId xmlns:a16="http://schemas.microsoft.com/office/drawing/2014/main" id="{2CC1D67B-4B5D-4C8C-B70F-E8D3387A4BFD}"/>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21" name="任意多边形: 形状 20">
              <a:extLst>
                <a:ext uri="{FF2B5EF4-FFF2-40B4-BE49-F238E27FC236}">
                  <a16:creationId xmlns:a16="http://schemas.microsoft.com/office/drawing/2014/main" id="{E3B91CC2-DEB5-41D6-A87C-9BB643F0D955}"/>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22" name="任意多边形: 形状 21">
              <a:extLst>
                <a:ext uri="{FF2B5EF4-FFF2-40B4-BE49-F238E27FC236}">
                  <a16:creationId xmlns:a16="http://schemas.microsoft.com/office/drawing/2014/main" id="{3514FA1D-3DAD-4859-A017-DBC355B65CE6}"/>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23" name="任意多边形: 形状 22">
              <a:extLst>
                <a:ext uri="{FF2B5EF4-FFF2-40B4-BE49-F238E27FC236}">
                  <a16:creationId xmlns:a16="http://schemas.microsoft.com/office/drawing/2014/main" id="{C64D298D-5731-4D31-BFAC-942198430E89}"/>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24" name="任意多边形: 形状 23">
              <a:extLst>
                <a:ext uri="{FF2B5EF4-FFF2-40B4-BE49-F238E27FC236}">
                  <a16:creationId xmlns:a16="http://schemas.microsoft.com/office/drawing/2014/main" id="{172FB3D2-2DA5-489B-A610-0A4F2630DCC5}"/>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25" name="任意多边形: 形状 24">
              <a:extLst>
                <a:ext uri="{FF2B5EF4-FFF2-40B4-BE49-F238E27FC236}">
                  <a16:creationId xmlns:a16="http://schemas.microsoft.com/office/drawing/2014/main" id="{512410B3-6728-4A0B-9451-3FEB35BAC6BF}"/>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26" name="任意多边形: 形状 25">
              <a:extLst>
                <a:ext uri="{FF2B5EF4-FFF2-40B4-BE49-F238E27FC236}">
                  <a16:creationId xmlns:a16="http://schemas.microsoft.com/office/drawing/2014/main" id="{8BFCC086-C433-47BA-9A90-70A36825145E}"/>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27" name="任意多边形: 形状 26">
              <a:extLst>
                <a:ext uri="{FF2B5EF4-FFF2-40B4-BE49-F238E27FC236}">
                  <a16:creationId xmlns:a16="http://schemas.microsoft.com/office/drawing/2014/main" id="{9916078B-D876-403A-9523-C970BED7629E}"/>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28" name="任意多边形: 形状 27">
              <a:extLst>
                <a:ext uri="{FF2B5EF4-FFF2-40B4-BE49-F238E27FC236}">
                  <a16:creationId xmlns:a16="http://schemas.microsoft.com/office/drawing/2014/main" id="{B0DE7114-4F80-4A32-97AC-929DE098BA4D}"/>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29" name="任意多边形: 形状 28">
              <a:extLst>
                <a:ext uri="{FF2B5EF4-FFF2-40B4-BE49-F238E27FC236}">
                  <a16:creationId xmlns:a16="http://schemas.microsoft.com/office/drawing/2014/main" id="{4F7F912F-CA39-4250-A61D-FE3DF1716A2D}"/>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30" name="任意多边形: 形状 29">
              <a:extLst>
                <a:ext uri="{FF2B5EF4-FFF2-40B4-BE49-F238E27FC236}">
                  <a16:creationId xmlns:a16="http://schemas.microsoft.com/office/drawing/2014/main" id="{7850564C-5313-4ECC-B7F8-BF9ABA183DB2}"/>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grpSp>
        <p:nvGrpSpPr>
          <p:cNvPr id="31" name="组合 30">
            <a:extLst>
              <a:ext uri="{FF2B5EF4-FFF2-40B4-BE49-F238E27FC236}">
                <a16:creationId xmlns:a16="http://schemas.microsoft.com/office/drawing/2014/main" id="{89E45DA7-D0D6-434D-A22C-92621863C56A}"/>
              </a:ext>
            </a:extLst>
          </p:cNvPr>
          <p:cNvGrpSpPr/>
          <p:nvPr userDrawn="1"/>
        </p:nvGrpSpPr>
        <p:grpSpPr>
          <a:xfrm>
            <a:off x="0" y="-186450"/>
            <a:ext cx="1295400" cy="1649017"/>
            <a:chOff x="-1083009" y="-1005135"/>
            <a:chExt cx="3232530" cy="4114943"/>
          </a:xfrm>
          <a:solidFill>
            <a:schemeClr val="accent1">
              <a:alpha val="50000"/>
            </a:schemeClr>
          </a:solidFill>
        </p:grpSpPr>
        <p:sp>
          <p:nvSpPr>
            <p:cNvPr id="32" name="任意多边形: 形状 31">
              <a:extLst>
                <a:ext uri="{FF2B5EF4-FFF2-40B4-BE49-F238E27FC236}">
                  <a16:creationId xmlns:a16="http://schemas.microsoft.com/office/drawing/2014/main" id="{872846E6-8A79-4D7F-90D1-FEB60236C166}"/>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33" name="任意多边形: 形状 32">
              <a:extLst>
                <a:ext uri="{FF2B5EF4-FFF2-40B4-BE49-F238E27FC236}">
                  <a16:creationId xmlns:a16="http://schemas.microsoft.com/office/drawing/2014/main" id="{C00F92F6-136E-4A93-8E06-EDE0C3276256}"/>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34" name="任意多边形: 形状 33">
              <a:extLst>
                <a:ext uri="{FF2B5EF4-FFF2-40B4-BE49-F238E27FC236}">
                  <a16:creationId xmlns:a16="http://schemas.microsoft.com/office/drawing/2014/main" id="{45ECA391-8094-49C1-8AF5-472737350663}"/>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35" name="任意多边形: 形状 34">
              <a:extLst>
                <a:ext uri="{FF2B5EF4-FFF2-40B4-BE49-F238E27FC236}">
                  <a16:creationId xmlns:a16="http://schemas.microsoft.com/office/drawing/2014/main" id="{65955434-EA13-42B2-AB41-0193954181BD}"/>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36" name="任意多边形: 形状 35">
              <a:extLst>
                <a:ext uri="{FF2B5EF4-FFF2-40B4-BE49-F238E27FC236}">
                  <a16:creationId xmlns:a16="http://schemas.microsoft.com/office/drawing/2014/main" id="{51A8AA67-8660-4CBF-AE54-4D8F4F1B69EC}"/>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37" name="任意多边形: 形状 36">
              <a:extLst>
                <a:ext uri="{FF2B5EF4-FFF2-40B4-BE49-F238E27FC236}">
                  <a16:creationId xmlns:a16="http://schemas.microsoft.com/office/drawing/2014/main" id="{5F0CF84A-DE31-4A71-A567-835274DCD971}"/>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38" name="任意多边形: 形状 37">
              <a:extLst>
                <a:ext uri="{FF2B5EF4-FFF2-40B4-BE49-F238E27FC236}">
                  <a16:creationId xmlns:a16="http://schemas.microsoft.com/office/drawing/2014/main" id="{B00C8ACA-7A98-42E4-891C-A6E55FEDF519}"/>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39" name="任意多边形: 形状 38">
              <a:extLst>
                <a:ext uri="{FF2B5EF4-FFF2-40B4-BE49-F238E27FC236}">
                  <a16:creationId xmlns:a16="http://schemas.microsoft.com/office/drawing/2014/main" id="{88DE7F79-28D7-4433-840E-887C393F5B45}"/>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40" name="任意多边形: 形状 39">
              <a:extLst>
                <a:ext uri="{FF2B5EF4-FFF2-40B4-BE49-F238E27FC236}">
                  <a16:creationId xmlns:a16="http://schemas.microsoft.com/office/drawing/2014/main" id="{06936BC0-7870-4E0F-8487-C4DCC813DF02}"/>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41" name="任意多边形: 形状 40">
              <a:extLst>
                <a:ext uri="{FF2B5EF4-FFF2-40B4-BE49-F238E27FC236}">
                  <a16:creationId xmlns:a16="http://schemas.microsoft.com/office/drawing/2014/main" id="{7930FF45-91D3-45F5-9FCC-FA9DA03A5F5C}"/>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42" name="任意多边形: 形状 41">
              <a:extLst>
                <a:ext uri="{FF2B5EF4-FFF2-40B4-BE49-F238E27FC236}">
                  <a16:creationId xmlns:a16="http://schemas.microsoft.com/office/drawing/2014/main" id="{A25A9AFF-9C75-4517-A0F0-2006B1346CCC}"/>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43" name="任意多边形: 形状 42">
              <a:extLst>
                <a:ext uri="{FF2B5EF4-FFF2-40B4-BE49-F238E27FC236}">
                  <a16:creationId xmlns:a16="http://schemas.microsoft.com/office/drawing/2014/main" id="{6FA4C258-503E-4A43-A7B0-AD009D4C0BF3}"/>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44" name="任意多边形: 形状 43">
              <a:extLst>
                <a:ext uri="{FF2B5EF4-FFF2-40B4-BE49-F238E27FC236}">
                  <a16:creationId xmlns:a16="http://schemas.microsoft.com/office/drawing/2014/main" id="{8991D743-BB1F-4AFF-8CAB-D06C134D31FB}"/>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45" name="任意多边形: 形状 44">
              <a:extLst>
                <a:ext uri="{FF2B5EF4-FFF2-40B4-BE49-F238E27FC236}">
                  <a16:creationId xmlns:a16="http://schemas.microsoft.com/office/drawing/2014/main" id="{D85339A8-DFAC-4728-A001-C556CA563609}"/>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46" name="任意多边形: 形状 45">
              <a:extLst>
                <a:ext uri="{FF2B5EF4-FFF2-40B4-BE49-F238E27FC236}">
                  <a16:creationId xmlns:a16="http://schemas.microsoft.com/office/drawing/2014/main" id="{A41520C5-7853-49DA-8F31-F22777E8EBAB}"/>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47" name="任意多边形: 形状 46">
              <a:extLst>
                <a:ext uri="{FF2B5EF4-FFF2-40B4-BE49-F238E27FC236}">
                  <a16:creationId xmlns:a16="http://schemas.microsoft.com/office/drawing/2014/main" id="{6E4E9A57-912F-4431-B8D3-6E204A864325}"/>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48" name="任意多边形: 形状 47">
              <a:extLst>
                <a:ext uri="{FF2B5EF4-FFF2-40B4-BE49-F238E27FC236}">
                  <a16:creationId xmlns:a16="http://schemas.microsoft.com/office/drawing/2014/main" id="{097CCA51-BC74-4FF1-9C28-2F24AA458261}"/>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49" name="灯片编号占位符 48">
            <a:extLst>
              <a:ext uri="{FF2B5EF4-FFF2-40B4-BE49-F238E27FC236}">
                <a16:creationId xmlns:a16="http://schemas.microsoft.com/office/drawing/2014/main" id="{0EF1459B-AAE7-4B2B-AE85-FD731B72EF3E}"/>
              </a:ext>
            </a:extLst>
          </p:cNvPr>
          <p:cNvSpPr>
            <a:spLocks noGrp="1"/>
          </p:cNvSpPr>
          <p:nvPr>
            <p:ph type="sldNum" sz="quarter" idx="12"/>
          </p:nvPr>
        </p:nvSpPr>
        <p:spPr>
          <a:xfrm>
            <a:off x="8857452" y="6438900"/>
            <a:ext cx="2661448" cy="215900"/>
          </a:xfrm>
        </p:spPr>
        <p:txBody>
          <a:bodyPr/>
          <a:lstStyle>
            <a:lvl1pPr>
              <a:defRPr>
                <a:solidFill>
                  <a:schemeClr val="bg1"/>
                </a:solidFill>
              </a:defRPr>
            </a:lvl1pPr>
          </a:lstStyle>
          <a:p>
            <a:fld id="{7F65B630-C7FF-41C0-9923-C5E5E29EED81}" type="slidenum">
              <a:rPr lang="en-GB" smtClean="0"/>
              <a:pPr/>
              <a:t>‹#›</a:t>
            </a:fld>
            <a:endParaRPr lang="en-GB" dirty="0"/>
          </a:p>
        </p:txBody>
      </p:sp>
    </p:spTree>
    <p:extLst>
      <p:ext uri="{BB962C8B-B14F-4D97-AF65-F5344CB8AC3E}">
        <p14:creationId xmlns:p14="http://schemas.microsoft.com/office/powerpoint/2010/main" val="1929775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4CAF1410-0F8F-4E20-A240-C993612C6914}"/>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2" name="标题 1">
            <a:extLst>
              <a:ext uri="{FF2B5EF4-FFF2-40B4-BE49-F238E27FC236}">
                <a16:creationId xmlns:a16="http://schemas.microsoft.com/office/drawing/2014/main" id="{000C7662-4F6D-4B06-BB36-235FC06BF816}"/>
              </a:ext>
            </a:extLst>
          </p:cNvPr>
          <p:cNvSpPr>
            <a:spLocks noGrp="1"/>
          </p:cNvSpPr>
          <p:nvPr>
            <p:ph type="title" hasCustomPrompt="1"/>
          </p:nvPr>
        </p:nvSpPr>
        <p:spPr>
          <a:xfrm>
            <a:off x="3656802" y="1843505"/>
            <a:ext cx="5731164" cy="1219886"/>
          </a:xfrm>
        </p:spPr>
        <p:txBody>
          <a:bodyPr vert="horz" lIns="91440" tIns="45720" rIns="91440" bIns="45720" rtlCol="0" anchor="b">
            <a:spAutoFit/>
          </a:bodyPr>
          <a:lstStyle>
            <a:lvl1pPr>
              <a:lnSpc>
                <a:spcPct val="120000"/>
              </a:lnSpc>
              <a:defRPr lang="zh-CN" altLang="en-US" sz="3200"/>
            </a:lvl1pPr>
          </a:lstStyle>
          <a:p>
            <a:pPr lvl="0" defTabSz="914354"/>
            <a:r>
              <a:rPr lang="en-US" altLang="zh-CN" dirty="0"/>
              <a:t>Click to edit Master title style</a:t>
            </a:r>
            <a:endParaRPr lang="zh-CN" altLang="en-US" dirty="0"/>
          </a:p>
        </p:txBody>
      </p:sp>
      <p:sp>
        <p:nvSpPr>
          <p:cNvPr id="3" name="文本占位符 2">
            <a:extLst>
              <a:ext uri="{FF2B5EF4-FFF2-40B4-BE49-F238E27FC236}">
                <a16:creationId xmlns:a16="http://schemas.microsoft.com/office/drawing/2014/main" id="{9FF9930E-40DF-417D-8161-BD38EB172DC1}"/>
              </a:ext>
            </a:extLst>
          </p:cNvPr>
          <p:cNvSpPr>
            <a:spLocks noGrp="1"/>
          </p:cNvSpPr>
          <p:nvPr>
            <p:ph type="body" idx="1"/>
          </p:nvPr>
        </p:nvSpPr>
        <p:spPr>
          <a:xfrm>
            <a:off x="3656802" y="3063392"/>
            <a:ext cx="5731164" cy="951058"/>
          </a:xfrm>
        </p:spPr>
        <p:txBody>
          <a:bodyPr/>
          <a:lstStyle>
            <a:lvl1pPr marL="0" indent="0">
              <a:buNone/>
              <a:defRPr lang="en-US" altLang="zh-CN" sz="12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a:extLst>
              <a:ext uri="{FF2B5EF4-FFF2-40B4-BE49-F238E27FC236}">
                <a16:creationId xmlns:a16="http://schemas.microsoft.com/office/drawing/2014/main" id="{E5279D9A-DC49-4C12-80D3-3D89C2783F3A}"/>
              </a:ext>
            </a:extLst>
          </p:cNvPr>
          <p:cNvSpPr>
            <a:spLocks noGrp="1"/>
          </p:cNvSpPr>
          <p:nvPr>
            <p:ph type="dt" sz="half" idx="10"/>
          </p:nvPr>
        </p:nvSpPr>
        <p:spPr/>
        <p:txBody>
          <a:bodyPr/>
          <a:lstStyle/>
          <a:p>
            <a:fld id="{6834F10D-3A58-4285-A9DB-D9098A7BEDDD}" type="datetime1">
              <a:rPr lang="zh-CN" altLang="en-US" smtClean="0"/>
              <a:t>2025/5/21</a:t>
            </a:fld>
            <a:endParaRPr lang="zh-CN" altLang="en-US"/>
          </a:p>
        </p:txBody>
      </p:sp>
      <p:sp>
        <p:nvSpPr>
          <p:cNvPr id="5" name="页脚占位符 4">
            <a:extLst>
              <a:ext uri="{FF2B5EF4-FFF2-40B4-BE49-F238E27FC236}">
                <a16:creationId xmlns:a16="http://schemas.microsoft.com/office/drawing/2014/main" id="{51EF8C95-8814-4768-850F-851B6434A9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94C1D7-7C5A-49B3-9D05-119C615E16B1}"/>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grpSp>
        <p:nvGrpSpPr>
          <p:cNvPr id="8" name="组合 7">
            <a:extLst>
              <a:ext uri="{FF2B5EF4-FFF2-40B4-BE49-F238E27FC236}">
                <a16:creationId xmlns:a16="http://schemas.microsoft.com/office/drawing/2014/main" id="{C3651864-1CD2-4347-84F8-E72602968E15}"/>
              </a:ext>
            </a:extLst>
          </p:cNvPr>
          <p:cNvGrpSpPr/>
          <p:nvPr userDrawn="1"/>
        </p:nvGrpSpPr>
        <p:grpSpPr>
          <a:xfrm flipH="1">
            <a:off x="-493114" y="-921677"/>
            <a:ext cx="6299200" cy="8018952"/>
            <a:chOff x="7914541" y="1592491"/>
            <a:chExt cx="4277459" cy="5445253"/>
          </a:xfrm>
          <a:solidFill>
            <a:schemeClr val="accent1">
              <a:alpha val="50000"/>
            </a:schemeClr>
          </a:solidFill>
        </p:grpSpPr>
        <p:sp>
          <p:nvSpPr>
            <p:cNvPr id="9" name="任意多边形: 形状 8">
              <a:extLst>
                <a:ext uri="{FF2B5EF4-FFF2-40B4-BE49-F238E27FC236}">
                  <a16:creationId xmlns:a16="http://schemas.microsoft.com/office/drawing/2014/main" id="{43CFB4A1-DA84-4789-A75E-6CE2052230FC}"/>
                </a:ext>
              </a:extLst>
            </p:cNvPr>
            <p:cNvSpPr/>
            <p:nvPr/>
          </p:nvSpPr>
          <p:spPr>
            <a:xfrm>
              <a:off x="11429682" y="5763220"/>
              <a:ext cx="762315" cy="762085"/>
            </a:xfrm>
            <a:custGeom>
              <a:avLst/>
              <a:gdLst>
                <a:gd name="connsiteX0" fmla="*/ 314992 w 314991"/>
                <a:gd name="connsiteY0" fmla="*/ 0 h 314896"/>
                <a:gd name="connsiteX1" fmla="*/ 0 w 314991"/>
                <a:gd name="connsiteY1" fmla="*/ 314896 h 314896"/>
                <a:gd name="connsiteX2" fmla="*/ 314992 w 314991"/>
                <a:gd name="connsiteY2" fmla="*/ 314896 h 314896"/>
              </a:gdLst>
              <a:ahLst/>
              <a:cxnLst>
                <a:cxn ang="0">
                  <a:pos x="connsiteX0" y="connsiteY0"/>
                </a:cxn>
                <a:cxn ang="0">
                  <a:pos x="connsiteX1" y="connsiteY1"/>
                </a:cxn>
                <a:cxn ang="0">
                  <a:pos x="connsiteX2" y="connsiteY2"/>
                </a:cxn>
              </a:cxnLst>
              <a:rect l="l" t="t" r="r" b="b"/>
              <a:pathLst>
                <a:path w="314991" h="314896">
                  <a:moveTo>
                    <a:pt x="314992" y="0"/>
                  </a:moveTo>
                  <a:lnTo>
                    <a:pt x="0" y="314896"/>
                  </a:lnTo>
                  <a:lnTo>
                    <a:pt x="314992" y="314896"/>
                  </a:lnTo>
                  <a:close/>
                </a:path>
              </a:pathLst>
            </a:custGeom>
            <a:grpFill/>
            <a:ln w="9525" cap="flat">
              <a:noFill/>
              <a:prstDash val="solid"/>
              <a:miter/>
            </a:ln>
          </p:spPr>
          <p:txBody>
            <a:bodyPr rtlCol="0" anchor="ctr"/>
            <a:lstStyle/>
            <a:p>
              <a:endParaRPr lang="en-GB"/>
            </a:p>
          </p:txBody>
        </p:sp>
        <p:sp>
          <p:nvSpPr>
            <p:cNvPr id="10" name="任意多边形: 形状 9">
              <a:extLst>
                <a:ext uri="{FF2B5EF4-FFF2-40B4-BE49-F238E27FC236}">
                  <a16:creationId xmlns:a16="http://schemas.microsoft.com/office/drawing/2014/main" id="{0BCC7CD0-06D0-48AC-9999-63B338FFFA88}"/>
                </a:ext>
              </a:extLst>
            </p:cNvPr>
            <p:cNvSpPr/>
            <p:nvPr/>
          </p:nvSpPr>
          <p:spPr>
            <a:xfrm>
              <a:off x="11687400" y="5088039"/>
              <a:ext cx="504599" cy="1392316"/>
            </a:xfrm>
            <a:custGeom>
              <a:avLst/>
              <a:gdLst>
                <a:gd name="connsiteX0" fmla="*/ 208502 w 208502"/>
                <a:gd name="connsiteY0" fmla="*/ 0 h 575309"/>
                <a:gd name="connsiteX1" fmla="*/ 0 w 208502"/>
                <a:gd name="connsiteY1" fmla="*/ 208502 h 575309"/>
                <a:gd name="connsiteX2" fmla="*/ 0 w 208502"/>
                <a:gd name="connsiteY2" fmla="*/ 575310 h 575309"/>
                <a:gd name="connsiteX3" fmla="*/ 208502 w 208502"/>
                <a:gd name="connsiteY3" fmla="*/ 366808 h 575309"/>
              </a:gdLst>
              <a:ahLst/>
              <a:cxnLst>
                <a:cxn ang="0">
                  <a:pos x="connsiteX0" y="connsiteY0"/>
                </a:cxn>
                <a:cxn ang="0">
                  <a:pos x="connsiteX1" y="connsiteY1"/>
                </a:cxn>
                <a:cxn ang="0">
                  <a:pos x="connsiteX2" y="connsiteY2"/>
                </a:cxn>
                <a:cxn ang="0">
                  <a:pos x="connsiteX3" y="connsiteY3"/>
                </a:cxn>
              </a:cxnLst>
              <a:rect l="l" t="t" r="r" b="b"/>
              <a:pathLst>
                <a:path w="208502" h="575309">
                  <a:moveTo>
                    <a:pt x="208502" y="0"/>
                  </a:moveTo>
                  <a:lnTo>
                    <a:pt x="0" y="208502"/>
                  </a:lnTo>
                  <a:lnTo>
                    <a:pt x="0" y="575310"/>
                  </a:lnTo>
                  <a:lnTo>
                    <a:pt x="208502" y="366808"/>
                  </a:lnTo>
                  <a:close/>
                </a:path>
              </a:pathLst>
            </a:custGeom>
            <a:grpFill/>
            <a:ln w="9525" cap="flat">
              <a:noFill/>
              <a:prstDash val="solid"/>
              <a:miter/>
            </a:ln>
          </p:spPr>
          <p:txBody>
            <a:bodyPr rtlCol="0" anchor="ctr"/>
            <a:lstStyle/>
            <a:p>
              <a:endParaRPr lang="en-GB"/>
            </a:p>
          </p:txBody>
        </p:sp>
        <p:sp>
          <p:nvSpPr>
            <p:cNvPr id="11" name="任意多边形: 形状 10">
              <a:extLst>
                <a:ext uri="{FF2B5EF4-FFF2-40B4-BE49-F238E27FC236}">
                  <a16:creationId xmlns:a16="http://schemas.microsoft.com/office/drawing/2014/main" id="{2F359D3C-4D9F-47BA-8251-EB87A9D35AC5}"/>
                </a:ext>
              </a:extLst>
            </p:cNvPr>
            <p:cNvSpPr/>
            <p:nvPr/>
          </p:nvSpPr>
          <p:spPr>
            <a:xfrm>
              <a:off x="11758167" y="5716195"/>
              <a:ext cx="333785" cy="333555"/>
            </a:xfrm>
            <a:custGeom>
              <a:avLst/>
              <a:gdLst>
                <a:gd name="connsiteX0" fmla="*/ 87249 w 137921"/>
                <a:gd name="connsiteY0" fmla="*/ 0 h 137826"/>
                <a:gd name="connsiteX1" fmla="*/ 0 w 137921"/>
                <a:gd name="connsiteY1" fmla="*/ 87154 h 137826"/>
                <a:gd name="connsiteX2" fmla="*/ 0 w 137921"/>
                <a:gd name="connsiteY2" fmla="*/ 137827 h 137826"/>
                <a:gd name="connsiteX3" fmla="*/ 137922 w 137921"/>
                <a:gd name="connsiteY3" fmla="*/ 0 h 137826"/>
              </a:gdLst>
              <a:ahLst/>
              <a:cxnLst>
                <a:cxn ang="0">
                  <a:pos x="connsiteX0" y="connsiteY0"/>
                </a:cxn>
                <a:cxn ang="0">
                  <a:pos x="connsiteX1" y="connsiteY1"/>
                </a:cxn>
                <a:cxn ang="0">
                  <a:pos x="connsiteX2" y="connsiteY2"/>
                </a:cxn>
                <a:cxn ang="0">
                  <a:pos x="connsiteX3" y="connsiteY3"/>
                </a:cxn>
              </a:cxnLst>
              <a:rect l="l" t="t" r="r" b="b"/>
              <a:pathLst>
                <a:path w="137921" h="137826">
                  <a:moveTo>
                    <a:pt x="87249" y="0"/>
                  </a:moveTo>
                  <a:lnTo>
                    <a:pt x="0" y="87154"/>
                  </a:lnTo>
                  <a:lnTo>
                    <a:pt x="0" y="137827"/>
                  </a:lnTo>
                  <a:lnTo>
                    <a:pt x="137922" y="0"/>
                  </a:lnTo>
                  <a:close/>
                </a:path>
              </a:pathLst>
            </a:custGeom>
            <a:grpFill/>
            <a:ln w="9525" cap="flat">
              <a:noFill/>
              <a:prstDash val="solid"/>
              <a:miter/>
            </a:ln>
          </p:spPr>
          <p:txBody>
            <a:bodyPr rtlCol="0" anchor="ctr"/>
            <a:lstStyle/>
            <a:p>
              <a:endParaRPr lang="en-GB"/>
            </a:p>
          </p:txBody>
        </p:sp>
        <p:sp>
          <p:nvSpPr>
            <p:cNvPr id="12" name="任意多边形: 形状 11">
              <a:extLst>
                <a:ext uri="{FF2B5EF4-FFF2-40B4-BE49-F238E27FC236}">
                  <a16:creationId xmlns:a16="http://schemas.microsoft.com/office/drawing/2014/main" id="{1B5824F6-8499-4C0D-9533-ECEE55159F65}"/>
                </a:ext>
              </a:extLst>
            </p:cNvPr>
            <p:cNvSpPr/>
            <p:nvPr/>
          </p:nvSpPr>
          <p:spPr>
            <a:xfrm>
              <a:off x="11337245" y="1592491"/>
              <a:ext cx="854754" cy="2845260"/>
            </a:xfrm>
            <a:custGeom>
              <a:avLst/>
              <a:gdLst>
                <a:gd name="connsiteX0" fmla="*/ 353187 w 353187"/>
                <a:gd name="connsiteY0" fmla="*/ 0 h 1175670"/>
                <a:gd name="connsiteX1" fmla="*/ 0 w 353187"/>
                <a:gd name="connsiteY1" fmla="*/ 353187 h 1175670"/>
                <a:gd name="connsiteX2" fmla="*/ 0 w 353187"/>
                <a:gd name="connsiteY2" fmla="*/ 1175671 h 1175670"/>
                <a:gd name="connsiteX3" fmla="*/ 353187 w 353187"/>
                <a:gd name="connsiteY3" fmla="*/ 822484 h 1175670"/>
              </a:gdLst>
              <a:ahLst/>
              <a:cxnLst>
                <a:cxn ang="0">
                  <a:pos x="connsiteX0" y="connsiteY0"/>
                </a:cxn>
                <a:cxn ang="0">
                  <a:pos x="connsiteX1" y="connsiteY1"/>
                </a:cxn>
                <a:cxn ang="0">
                  <a:pos x="connsiteX2" y="connsiteY2"/>
                </a:cxn>
                <a:cxn ang="0">
                  <a:pos x="connsiteX3" y="connsiteY3"/>
                </a:cxn>
              </a:cxnLst>
              <a:rect l="l" t="t" r="r" b="b"/>
              <a:pathLst>
                <a:path w="353187" h="1175670">
                  <a:moveTo>
                    <a:pt x="353187" y="0"/>
                  </a:moveTo>
                  <a:lnTo>
                    <a:pt x="0" y="353187"/>
                  </a:lnTo>
                  <a:lnTo>
                    <a:pt x="0" y="1175671"/>
                  </a:lnTo>
                  <a:lnTo>
                    <a:pt x="353187" y="822484"/>
                  </a:lnTo>
                  <a:close/>
                </a:path>
              </a:pathLst>
            </a:custGeom>
            <a:grpFill/>
            <a:ln w="9525" cap="flat">
              <a:noFill/>
              <a:prstDash val="solid"/>
              <a:miter/>
            </a:ln>
          </p:spPr>
          <p:txBody>
            <a:bodyPr rtlCol="0" anchor="ctr"/>
            <a:lstStyle/>
            <a:p>
              <a:endParaRPr lang="en-GB"/>
            </a:p>
          </p:txBody>
        </p:sp>
        <p:sp>
          <p:nvSpPr>
            <p:cNvPr id="13" name="任意多边形: 形状 12">
              <a:extLst>
                <a:ext uri="{FF2B5EF4-FFF2-40B4-BE49-F238E27FC236}">
                  <a16:creationId xmlns:a16="http://schemas.microsoft.com/office/drawing/2014/main" id="{0D5A47C6-671F-4E60-B1DD-87FEAC1A60ED}"/>
                </a:ext>
              </a:extLst>
            </p:cNvPr>
            <p:cNvSpPr/>
            <p:nvPr/>
          </p:nvSpPr>
          <p:spPr>
            <a:xfrm>
              <a:off x="11539867" y="6574868"/>
              <a:ext cx="294598" cy="294599"/>
            </a:xfrm>
            <a:custGeom>
              <a:avLst/>
              <a:gdLst>
                <a:gd name="connsiteX0" fmla="*/ 76962 w 121729"/>
                <a:gd name="connsiteY0" fmla="*/ 0 h 121729"/>
                <a:gd name="connsiteX1" fmla="*/ 0 w 121729"/>
                <a:gd name="connsiteY1" fmla="*/ 76962 h 121729"/>
                <a:gd name="connsiteX2" fmla="*/ 0 w 121729"/>
                <a:gd name="connsiteY2" fmla="*/ 121729 h 121729"/>
                <a:gd name="connsiteX3" fmla="*/ 121729 w 121729"/>
                <a:gd name="connsiteY3" fmla="*/ 0 h 121729"/>
              </a:gdLst>
              <a:ahLst/>
              <a:cxnLst>
                <a:cxn ang="0">
                  <a:pos x="connsiteX0" y="connsiteY0"/>
                </a:cxn>
                <a:cxn ang="0">
                  <a:pos x="connsiteX1" y="connsiteY1"/>
                </a:cxn>
                <a:cxn ang="0">
                  <a:pos x="connsiteX2" y="connsiteY2"/>
                </a:cxn>
                <a:cxn ang="0">
                  <a:pos x="connsiteX3" y="connsiteY3"/>
                </a:cxn>
              </a:cxnLst>
              <a:rect l="l" t="t" r="r" b="b"/>
              <a:pathLst>
                <a:path w="121729" h="121729">
                  <a:moveTo>
                    <a:pt x="76962" y="0"/>
                  </a:moveTo>
                  <a:lnTo>
                    <a:pt x="0" y="76962"/>
                  </a:lnTo>
                  <a:lnTo>
                    <a:pt x="0" y="121729"/>
                  </a:lnTo>
                  <a:lnTo>
                    <a:pt x="121729" y="0"/>
                  </a:lnTo>
                  <a:close/>
                </a:path>
              </a:pathLst>
            </a:custGeom>
            <a:grpFill/>
            <a:ln w="9525" cap="flat">
              <a:noFill/>
              <a:prstDash val="solid"/>
              <a:miter/>
            </a:ln>
          </p:spPr>
          <p:txBody>
            <a:bodyPr rtlCol="0" anchor="ctr"/>
            <a:lstStyle/>
            <a:p>
              <a:endParaRPr lang="en-GB"/>
            </a:p>
          </p:txBody>
        </p:sp>
        <p:sp>
          <p:nvSpPr>
            <p:cNvPr id="14" name="任意多边形: 形状 13">
              <a:extLst>
                <a:ext uri="{FF2B5EF4-FFF2-40B4-BE49-F238E27FC236}">
                  <a16:creationId xmlns:a16="http://schemas.microsoft.com/office/drawing/2014/main" id="{D5C887EE-B0BD-43E2-841E-3922DD7A3E30}"/>
                </a:ext>
              </a:extLst>
            </p:cNvPr>
            <p:cNvSpPr/>
            <p:nvPr/>
          </p:nvSpPr>
          <p:spPr>
            <a:xfrm>
              <a:off x="9971205" y="4441442"/>
              <a:ext cx="270855" cy="270855"/>
            </a:xfrm>
            <a:custGeom>
              <a:avLst/>
              <a:gdLst>
                <a:gd name="connsiteX0" fmla="*/ 70771 w 111918"/>
                <a:gd name="connsiteY0" fmla="*/ 0 h 111918"/>
                <a:gd name="connsiteX1" fmla="*/ 0 w 111918"/>
                <a:gd name="connsiteY1" fmla="*/ 70771 h 111918"/>
                <a:gd name="connsiteX2" fmla="*/ 0 w 111918"/>
                <a:gd name="connsiteY2" fmla="*/ 111919 h 111918"/>
                <a:gd name="connsiteX3" fmla="*/ 111919 w 111918"/>
                <a:gd name="connsiteY3" fmla="*/ 0 h 111918"/>
              </a:gdLst>
              <a:ahLst/>
              <a:cxnLst>
                <a:cxn ang="0">
                  <a:pos x="connsiteX0" y="connsiteY0"/>
                </a:cxn>
                <a:cxn ang="0">
                  <a:pos x="connsiteX1" y="connsiteY1"/>
                </a:cxn>
                <a:cxn ang="0">
                  <a:pos x="connsiteX2" y="connsiteY2"/>
                </a:cxn>
                <a:cxn ang="0">
                  <a:pos x="connsiteX3" y="connsiteY3"/>
                </a:cxn>
              </a:cxnLst>
              <a:rect l="l" t="t" r="r" b="b"/>
              <a:pathLst>
                <a:path w="111918" h="111918">
                  <a:moveTo>
                    <a:pt x="70771" y="0"/>
                  </a:moveTo>
                  <a:lnTo>
                    <a:pt x="0" y="70771"/>
                  </a:lnTo>
                  <a:lnTo>
                    <a:pt x="0" y="111919"/>
                  </a:lnTo>
                  <a:lnTo>
                    <a:pt x="111919" y="0"/>
                  </a:lnTo>
                  <a:close/>
                </a:path>
              </a:pathLst>
            </a:custGeom>
            <a:grpFill/>
            <a:ln w="9525" cap="flat">
              <a:noFill/>
              <a:prstDash val="solid"/>
              <a:miter/>
            </a:ln>
          </p:spPr>
          <p:txBody>
            <a:bodyPr rtlCol="0" anchor="ctr"/>
            <a:lstStyle/>
            <a:p>
              <a:endParaRPr lang="en-GB"/>
            </a:p>
          </p:txBody>
        </p:sp>
        <p:sp>
          <p:nvSpPr>
            <p:cNvPr id="15" name="任意多边形: 形状 14">
              <a:extLst>
                <a:ext uri="{FF2B5EF4-FFF2-40B4-BE49-F238E27FC236}">
                  <a16:creationId xmlns:a16="http://schemas.microsoft.com/office/drawing/2014/main" id="{A629FCDE-290A-48A6-9425-89C68DF021BA}"/>
                </a:ext>
              </a:extLst>
            </p:cNvPr>
            <p:cNvSpPr/>
            <p:nvPr/>
          </p:nvSpPr>
          <p:spPr>
            <a:xfrm>
              <a:off x="10041514" y="2704961"/>
              <a:ext cx="2150485" cy="3962803"/>
            </a:xfrm>
            <a:custGeom>
              <a:avLst/>
              <a:gdLst>
                <a:gd name="connsiteX0" fmla="*/ 888587 w 888587"/>
                <a:gd name="connsiteY0" fmla="*/ 0 h 1637442"/>
                <a:gd name="connsiteX1" fmla="*/ 0 w 888587"/>
                <a:gd name="connsiteY1" fmla="*/ 888587 h 1637442"/>
                <a:gd name="connsiteX2" fmla="*/ 0 w 888587"/>
                <a:gd name="connsiteY2" fmla="*/ 1637443 h 1637442"/>
                <a:gd name="connsiteX3" fmla="*/ 888587 w 888587"/>
                <a:gd name="connsiteY3" fmla="*/ 748855 h 1637442"/>
              </a:gdLst>
              <a:ahLst/>
              <a:cxnLst>
                <a:cxn ang="0">
                  <a:pos x="connsiteX0" y="connsiteY0"/>
                </a:cxn>
                <a:cxn ang="0">
                  <a:pos x="connsiteX1" y="connsiteY1"/>
                </a:cxn>
                <a:cxn ang="0">
                  <a:pos x="connsiteX2" y="connsiteY2"/>
                </a:cxn>
                <a:cxn ang="0">
                  <a:pos x="connsiteX3" y="connsiteY3"/>
                </a:cxn>
              </a:cxnLst>
              <a:rect l="l" t="t" r="r" b="b"/>
              <a:pathLst>
                <a:path w="888587" h="1637442">
                  <a:moveTo>
                    <a:pt x="888587" y="0"/>
                  </a:moveTo>
                  <a:lnTo>
                    <a:pt x="0" y="888587"/>
                  </a:lnTo>
                  <a:lnTo>
                    <a:pt x="0" y="1637443"/>
                  </a:lnTo>
                  <a:lnTo>
                    <a:pt x="888587" y="748855"/>
                  </a:lnTo>
                  <a:close/>
                </a:path>
              </a:pathLst>
            </a:custGeom>
            <a:grpFill/>
            <a:ln w="9525" cap="flat">
              <a:noFill/>
              <a:prstDash val="solid"/>
              <a:miter/>
            </a:ln>
          </p:spPr>
          <p:txBody>
            <a:bodyPr rtlCol="0" anchor="ctr"/>
            <a:lstStyle/>
            <a:p>
              <a:endParaRPr lang="en-GB"/>
            </a:p>
          </p:txBody>
        </p:sp>
        <p:sp>
          <p:nvSpPr>
            <p:cNvPr id="16" name="任意多边形: 形状 15">
              <a:extLst>
                <a:ext uri="{FF2B5EF4-FFF2-40B4-BE49-F238E27FC236}">
                  <a16:creationId xmlns:a16="http://schemas.microsoft.com/office/drawing/2014/main" id="{DA7AB72E-15BE-456C-B31D-37155DE488B9}"/>
                </a:ext>
              </a:extLst>
            </p:cNvPr>
            <p:cNvSpPr/>
            <p:nvPr/>
          </p:nvSpPr>
          <p:spPr>
            <a:xfrm>
              <a:off x="10832646" y="3089695"/>
              <a:ext cx="1359353" cy="1359354"/>
            </a:xfrm>
            <a:custGeom>
              <a:avLst/>
              <a:gdLst>
                <a:gd name="connsiteX0" fmla="*/ 561689 w 561689"/>
                <a:gd name="connsiteY0" fmla="*/ 0 h 561689"/>
                <a:gd name="connsiteX1" fmla="*/ 0 w 561689"/>
                <a:gd name="connsiteY1" fmla="*/ 561689 h 561689"/>
                <a:gd name="connsiteX2" fmla="*/ 458534 w 561689"/>
                <a:gd name="connsiteY2" fmla="*/ 561689 h 561689"/>
                <a:gd name="connsiteX3" fmla="*/ 561689 w 561689"/>
                <a:gd name="connsiteY3" fmla="*/ 458438 h 561689"/>
              </a:gdLst>
              <a:ahLst/>
              <a:cxnLst>
                <a:cxn ang="0">
                  <a:pos x="connsiteX0" y="connsiteY0"/>
                </a:cxn>
                <a:cxn ang="0">
                  <a:pos x="connsiteX1" y="connsiteY1"/>
                </a:cxn>
                <a:cxn ang="0">
                  <a:pos x="connsiteX2" y="connsiteY2"/>
                </a:cxn>
                <a:cxn ang="0">
                  <a:pos x="connsiteX3" y="connsiteY3"/>
                </a:cxn>
              </a:cxnLst>
              <a:rect l="l" t="t" r="r" b="b"/>
              <a:pathLst>
                <a:path w="561689" h="561689">
                  <a:moveTo>
                    <a:pt x="561689" y="0"/>
                  </a:moveTo>
                  <a:lnTo>
                    <a:pt x="0" y="561689"/>
                  </a:lnTo>
                  <a:lnTo>
                    <a:pt x="458534" y="561689"/>
                  </a:lnTo>
                  <a:lnTo>
                    <a:pt x="561689" y="458438"/>
                  </a:lnTo>
                  <a:close/>
                </a:path>
              </a:pathLst>
            </a:custGeom>
            <a:grpFill/>
            <a:ln w="9525" cap="flat">
              <a:noFill/>
              <a:prstDash val="solid"/>
              <a:miter/>
            </a:ln>
          </p:spPr>
          <p:txBody>
            <a:bodyPr rtlCol="0" anchor="ctr"/>
            <a:lstStyle/>
            <a:p>
              <a:endParaRPr lang="en-GB"/>
            </a:p>
          </p:txBody>
        </p:sp>
        <p:sp>
          <p:nvSpPr>
            <p:cNvPr id="17" name="任意多边形: 形状 16">
              <a:extLst>
                <a:ext uri="{FF2B5EF4-FFF2-40B4-BE49-F238E27FC236}">
                  <a16:creationId xmlns:a16="http://schemas.microsoft.com/office/drawing/2014/main" id="{7457471D-FD87-430B-9C75-0D6634D22B2F}"/>
                </a:ext>
              </a:extLst>
            </p:cNvPr>
            <p:cNvSpPr/>
            <p:nvPr/>
          </p:nvSpPr>
          <p:spPr>
            <a:xfrm>
              <a:off x="10195499" y="3329429"/>
              <a:ext cx="1996500" cy="1996500"/>
            </a:xfrm>
            <a:custGeom>
              <a:avLst/>
              <a:gdLst>
                <a:gd name="connsiteX0" fmla="*/ 824960 w 824960"/>
                <a:gd name="connsiteY0" fmla="*/ 0 h 824960"/>
                <a:gd name="connsiteX1" fmla="*/ 0 w 824960"/>
                <a:gd name="connsiteY1" fmla="*/ 824960 h 824960"/>
                <a:gd name="connsiteX2" fmla="*/ 545021 w 824960"/>
                <a:gd name="connsiteY2" fmla="*/ 824960 h 824960"/>
                <a:gd name="connsiteX3" fmla="*/ 824960 w 824960"/>
                <a:gd name="connsiteY3" fmla="*/ 545021 h 824960"/>
              </a:gdLst>
              <a:ahLst/>
              <a:cxnLst>
                <a:cxn ang="0">
                  <a:pos x="connsiteX0" y="connsiteY0"/>
                </a:cxn>
                <a:cxn ang="0">
                  <a:pos x="connsiteX1" y="connsiteY1"/>
                </a:cxn>
                <a:cxn ang="0">
                  <a:pos x="connsiteX2" y="connsiteY2"/>
                </a:cxn>
                <a:cxn ang="0">
                  <a:pos x="connsiteX3" y="connsiteY3"/>
                </a:cxn>
              </a:cxnLst>
              <a:rect l="l" t="t" r="r" b="b"/>
              <a:pathLst>
                <a:path w="824960" h="824960">
                  <a:moveTo>
                    <a:pt x="824960" y="0"/>
                  </a:moveTo>
                  <a:lnTo>
                    <a:pt x="0" y="824960"/>
                  </a:lnTo>
                  <a:lnTo>
                    <a:pt x="545021" y="824960"/>
                  </a:lnTo>
                  <a:lnTo>
                    <a:pt x="824960" y="545021"/>
                  </a:lnTo>
                  <a:close/>
                </a:path>
              </a:pathLst>
            </a:custGeom>
            <a:grpFill/>
            <a:ln w="9525" cap="flat">
              <a:noFill/>
              <a:prstDash val="solid"/>
              <a:miter/>
            </a:ln>
          </p:spPr>
          <p:txBody>
            <a:bodyPr rtlCol="0" anchor="ctr"/>
            <a:lstStyle/>
            <a:p>
              <a:endParaRPr lang="en-GB"/>
            </a:p>
          </p:txBody>
        </p:sp>
        <p:sp>
          <p:nvSpPr>
            <p:cNvPr id="18" name="任意多边形: 形状 17">
              <a:extLst>
                <a:ext uri="{FF2B5EF4-FFF2-40B4-BE49-F238E27FC236}">
                  <a16:creationId xmlns:a16="http://schemas.microsoft.com/office/drawing/2014/main" id="{8E71E8F3-F94B-4401-961D-11AE38DC55E8}"/>
                </a:ext>
              </a:extLst>
            </p:cNvPr>
            <p:cNvSpPr/>
            <p:nvPr/>
          </p:nvSpPr>
          <p:spPr>
            <a:xfrm>
              <a:off x="9333136" y="4063625"/>
              <a:ext cx="2858861" cy="2858861"/>
            </a:xfrm>
            <a:custGeom>
              <a:avLst/>
              <a:gdLst>
                <a:gd name="connsiteX0" fmla="*/ 820960 w 1181290"/>
                <a:gd name="connsiteY0" fmla="*/ 1181290 h 1181290"/>
                <a:gd name="connsiteX1" fmla="*/ 1181291 w 1181290"/>
                <a:gd name="connsiteY1" fmla="*/ 820864 h 1181290"/>
                <a:gd name="connsiteX2" fmla="*/ 1181291 w 1181290"/>
                <a:gd name="connsiteY2" fmla="*/ 0 h 1181290"/>
                <a:gd name="connsiteX3" fmla="*/ 0 w 1181290"/>
                <a:gd name="connsiteY3" fmla="*/ 1181290 h 1181290"/>
              </a:gdLst>
              <a:ahLst/>
              <a:cxnLst>
                <a:cxn ang="0">
                  <a:pos x="connsiteX0" y="connsiteY0"/>
                </a:cxn>
                <a:cxn ang="0">
                  <a:pos x="connsiteX1" y="connsiteY1"/>
                </a:cxn>
                <a:cxn ang="0">
                  <a:pos x="connsiteX2" y="connsiteY2"/>
                </a:cxn>
                <a:cxn ang="0">
                  <a:pos x="connsiteX3" y="connsiteY3"/>
                </a:cxn>
              </a:cxnLst>
              <a:rect l="l" t="t" r="r" b="b"/>
              <a:pathLst>
                <a:path w="1181290" h="1181290">
                  <a:moveTo>
                    <a:pt x="820960" y="1181290"/>
                  </a:moveTo>
                  <a:lnTo>
                    <a:pt x="1181291" y="820864"/>
                  </a:lnTo>
                  <a:lnTo>
                    <a:pt x="1181291" y="0"/>
                  </a:lnTo>
                  <a:lnTo>
                    <a:pt x="0" y="1181290"/>
                  </a:lnTo>
                  <a:close/>
                </a:path>
              </a:pathLst>
            </a:custGeom>
            <a:grpFill/>
            <a:ln w="9525" cap="flat">
              <a:noFill/>
              <a:prstDash val="solid"/>
              <a:miter/>
            </a:ln>
          </p:spPr>
          <p:txBody>
            <a:bodyPr rtlCol="0" anchor="ctr"/>
            <a:lstStyle/>
            <a:p>
              <a:endParaRPr lang="en-GB"/>
            </a:p>
          </p:txBody>
        </p:sp>
        <p:sp>
          <p:nvSpPr>
            <p:cNvPr id="19" name="任意多边形: 形状 18">
              <a:extLst>
                <a:ext uri="{FF2B5EF4-FFF2-40B4-BE49-F238E27FC236}">
                  <a16:creationId xmlns:a16="http://schemas.microsoft.com/office/drawing/2014/main" id="{D00012DC-961C-44A3-9334-0E2BECDA422C}"/>
                </a:ext>
              </a:extLst>
            </p:cNvPr>
            <p:cNvSpPr/>
            <p:nvPr/>
          </p:nvSpPr>
          <p:spPr>
            <a:xfrm>
              <a:off x="8816088" y="5734177"/>
              <a:ext cx="790899" cy="790899"/>
            </a:xfrm>
            <a:custGeom>
              <a:avLst/>
              <a:gdLst>
                <a:gd name="connsiteX0" fmla="*/ 120205 w 326802"/>
                <a:gd name="connsiteY0" fmla="*/ 326803 h 326802"/>
                <a:gd name="connsiteX1" fmla="*/ 326803 w 326802"/>
                <a:gd name="connsiteY1" fmla="*/ 120205 h 326802"/>
                <a:gd name="connsiteX2" fmla="*/ 326803 w 326802"/>
                <a:gd name="connsiteY2" fmla="*/ 0 h 326802"/>
                <a:gd name="connsiteX3" fmla="*/ 0 w 326802"/>
                <a:gd name="connsiteY3" fmla="*/ 326803 h 326802"/>
              </a:gdLst>
              <a:ahLst/>
              <a:cxnLst>
                <a:cxn ang="0">
                  <a:pos x="connsiteX0" y="connsiteY0"/>
                </a:cxn>
                <a:cxn ang="0">
                  <a:pos x="connsiteX1" y="connsiteY1"/>
                </a:cxn>
                <a:cxn ang="0">
                  <a:pos x="connsiteX2" y="connsiteY2"/>
                </a:cxn>
                <a:cxn ang="0">
                  <a:pos x="connsiteX3" y="connsiteY3"/>
                </a:cxn>
              </a:cxnLst>
              <a:rect l="l" t="t" r="r" b="b"/>
              <a:pathLst>
                <a:path w="326802" h="326802">
                  <a:moveTo>
                    <a:pt x="120205" y="326803"/>
                  </a:moveTo>
                  <a:lnTo>
                    <a:pt x="326803" y="120205"/>
                  </a:lnTo>
                  <a:lnTo>
                    <a:pt x="326803" y="0"/>
                  </a:lnTo>
                  <a:lnTo>
                    <a:pt x="0" y="326803"/>
                  </a:lnTo>
                  <a:close/>
                </a:path>
              </a:pathLst>
            </a:custGeom>
            <a:grpFill/>
            <a:ln w="9525" cap="flat">
              <a:noFill/>
              <a:prstDash val="solid"/>
              <a:miter/>
            </a:ln>
          </p:spPr>
          <p:txBody>
            <a:bodyPr rtlCol="0" anchor="ctr"/>
            <a:lstStyle/>
            <a:p>
              <a:endParaRPr lang="en-GB"/>
            </a:p>
          </p:txBody>
        </p:sp>
        <p:sp>
          <p:nvSpPr>
            <p:cNvPr id="20" name="任意多边形: 形状 19">
              <a:extLst>
                <a:ext uri="{FF2B5EF4-FFF2-40B4-BE49-F238E27FC236}">
                  <a16:creationId xmlns:a16="http://schemas.microsoft.com/office/drawing/2014/main" id="{030A47F0-ECBE-4B5C-8805-0C72C660D648}"/>
                </a:ext>
              </a:extLst>
            </p:cNvPr>
            <p:cNvSpPr/>
            <p:nvPr/>
          </p:nvSpPr>
          <p:spPr>
            <a:xfrm>
              <a:off x="10111359" y="6680213"/>
              <a:ext cx="207232" cy="207232"/>
            </a:xfrm>
            <a:custGeom>
              <a:avLst/>
              <a:gdLst>
                <a:gd name="connsiteX0" fmla="*/ 31432 w 85629"/>
                <a:gd name="connsiteY0" fmla="*/ 85630 h 85629"/>
                <a:gd name="connsiteX1" fmla="*/ 85630 w 85629"/>
                <a:gd name="connsiteY1" fmla="*/ 31528 h 85629"/>
                <a:gd name="connsiteX2" fmla="*/ 85630 w 85629"/>
                <a:gd name="connsiteY2" fmla="*/ 0 h 85629"/>
                <a:gd name="connsiteX3" fmla="*/ 0 w 85629"/>
                <a:gd name="connsiteY3" fmla="*/ 85630 h 85629"/>
              </a:gdLst>
              <a:ahLst/>
              <a:cxnLst>
                <a:cxn ang="0">
                  <a:pos x="connsiteX0" y="connsiteY0"/>
                </a:cxn>
                <a:cxn ang="0">
                  <a:pos x="connsiteX1" y="connsiteY1"/>
                </a:cxn>
                <a:cxn ang="0">
                  <a:pos x="connsiteX2" y="connsiteY2"/>
                </a:cxn>
                <a:cxn ang="0">
                  <a:pos x="connsiteX3" y="connsiteY3"/>
                </a:cxn>
              </a:cxnLst>
              <a:rect l="l" t="t" r="r" b="b"/>
              <a:pathLst>
                <a:path w="85629" h="85629">
                  <a:moveTo>
                    <a:pt x="31432" y="85630"/>
                  </a:moveTo>
                  <a:lnTo>
                    <a:pt x="85630" y="31528"/>
                  </a:lnTo>
                  <a:lnTo>
                    <a:pt x="85630" y="0"/>
                  </a:lnTo>
                  <a:lnTo>
                    <a:pt x="0" y="85630"/>
                  </a:lnTo>
                  <a:close/>
                </a:path>
              </a:pathLst>
            </a:custGeom>
            <a:grpFill/>
            <a:ln w="9525" cap="flat">
              <a:noFill/>
              <a:prstDash val="solid"/>
              <a:miter/>
            </a:ln>
          </p:spPr>
          <p:txBody>
            <a:bodyPr rtlCol="0" anchor="ctr"/>
            <a:lstStyle/>
            <a:p>
              <a:endParaRPr lang="en-GB"/>
            </a:p>
          </p:txBody>
        </p:sp>
        <p:sp>
          <p:nvSpPr>
            <p:cNvPr id="21" name="任意多边形: 形状 20">
              <a:extLst>
                <a:ext uri="{FF2B5EF4-FFF2-40B4-BE49-F238E27FC236}">
                  <a16:creationId xmlns:a16="http://schemas.microsoft.com/office/drawing/2014/main" id="{99CD8055-793B-433F-B44C-E2A2CC7CEEA1}"/>
                </a:ext>
              </a:extLst>
            </p:cNvPr>
            <p:cNvSpPr/>
            <p:nvPr/>
          </p:nvSpPr>
          <p:spPr>
            <a:xfrm>
              <a:off x="11427608" y="3784239"/>
              <a:ext cx="764392" cy="3138247"/>
            </a:xfrm>
            <a:custGeom>
              <a:avLst/>
              <a:gdLst>
                <a:gd name="connsiteX0" fmla="*/ 189643 w 315849"/>
                <a:gd name="connsiteY0" fmla="*/ 1296733 h 1296733"/>
                <a:gd name="connsiteX1" fmla="*/ 315849 w 315849"/>
                <a:gd name="connsiteY1" fmla="*/ 1170432 h 1296733"/>
                <a:gd name="connsiteX2" fmla="*/ 315849 w 315849"/>
                <a:gd name="connsiteY2" fmla="*/ 0 h 1296733"/>
                <a:gd name="connsiteX3" fmla="*/ 0 w 315849"/>
                <a:gd name="connsiteY3" fmla="*/ 315849 h 1296733"/>
                <a:gd name="connsiteX4" fmla="*/ 0 w 315849"/>
                <a:gd name="connsiteY4" fmla="*/ 1296733 h 1296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849" h="1296733">
                  <a:moveTo>
                    <a:pt x="189643" y="1296733"/>
                  </a:moveTo>
                  <a:lnTo>
                    <a:pt x="315849" y="1170432"/>
                  </a:lnTo>
                  <a:lnTo>
                    <a:pt x="315849" y="0"/>
                  </a:lnTo>
                  <a:lnTo>
                    <a:pt x="0" y="315849"/>
                  </a:lnTo>
                  <a:lnTo>
                    <a:pt x="0" y="1296733"/>
                  </a:lnTo>
                  <a:close/>
                </a:path>
              </a:pathLst>
            </a:custGeom>
            <a:grpFill/>
            <a:ln w="9525" cap="flat">
              <a:noFill/>
              <a:prstDash val="solid"/>
              <a:miter/>
            </a:ln>
          </p:spPr>
          <p:txBody>
            <a:bodyPr rtlCol="0" anchor="ctr"/>
            <a:lstStyle/>
            <a:p>
              <a:endParaRPr lang="en-GB" dirty="0"/>
            </a:p>
          </p:txBody>
        </p:sp>
        <p:grpSp>
          <p:nvGrpSpPr>
            <p:cNvPr id="22" name="组合 21">
              <a:extLst>
                <a:ext uri="{FF2B5EF4-FFF2-40B4-BE49-F238E27FC236}">
                  <a16:creationId xmlns:a16="http://schemas.microsoft.com/office/drawing/2014/main" id="{211801E3-E40C-46E9-B3B7-9316111199DB}"/>
                </a:ext>
              </a:extLst>
            </p:cNvPr>
            <p:cNvGrpSpPr/>
            <p:nvPr/>
          </p:nvGrpSpPr>
          <p:grpSpPr>
            <a:xfrm>
              <a:off x="7914541" y="5088731"/>
              <a:ext cx="4277459" cy="1949013"/>
              <a:chOff x="5216937" y="3751707"/>
              <a:chExt cx="1767459" cy="805338"/>
            </a:xfrm>
            <a:grpFill/>
          </p:grpSpPr>
          <p:sp>
            <p:nvSpPr>
              <p:cNvPr id="23" name="任意多边形: 形状 22">
                <a:extLst>
                  <a:ext uri="{FF2B5EF4-FFF2-40B4-BE49-F238E27FC236}">
                    <a16:creationId xmlns:a16="http://schemas.microsoft.com/office/drawing/2014/main" id="{4FB393B8-35E1-4EEF-B83A-52C88D09CE63}"/>
                  </a:ext>
                </a:extLst>
              </p:cNvPr>
              <p:cNvSpPr/>
              <p:nvPr/>
            </p:nvSpPr>
            <p:spPr>
              <a:xfrm>
                <a:off x="6767797" y="4464367"/>
                <a:ext cx="203930" cy="45053"/>
              </a:xfrm>
              <a:custGeom>
                <a:avLst/>
                <a:gdLst>
                  <a:gd name="connsiteX0" fmla="*/ 158877 w 203930"/>
                  <a:gd name="connsiteY0" fmla="*/ 45053 h 45053"/>
                  <a:gd name="connsiteX1" fmla="*/ 203930 w 203930"/>
                  <a:gd name="connsiteY1" fmla="*/ 0 h 45053"/>
                  <a:gd name="connsiteX2" fmla="*/ 44958 w 203930"/>
                  <a:gd name="connsiteY2" fmla="*/ 0 h 45053"/>
                  <a:gd name="connsiteX3" fmla="*/ 0 w 203930"/>
                  <a:gd name="connsiteY3" fmla="*/ 45053 h 45053"/>
                </a:gdLst>
                <a:ahLst/>
                <a:cxnLst>
                  <a:cxn ang="0">
                    <a:pos x="connsiteX0" y="connsiteY0"/>
                  </a:cxn>
                  <a:cxn ang="0">
                    <a:pos x="connsiteX1" y="connsiteY1"/>
                  </a:cxn>
                  <a:cxn ang="0">
                    <a:pos x="connsiteX2" y="connsiteY2"/>
                  </a:cxn>
                  <a:cxn ang="0">
                    <a:pos x="connsiteX3" y="connsiteY3"/>
                  </a:cxn>
                </a:cxnLst>
                <a:rect l="l" t="t" r="r" b="b"/>
                <a:pathLst>
                  <a:path w="203930" h="45053">
                    <a:moveTo>
                      <a:pt x="158877" y="45053"/>
                    </a:moveTo>
                    <a:lnTo>
                      <a:pt x="203930" y="0"/>
                    </a:lnTo>
                    <a:lnTo>
                      <a:pt x="44958" y="0"/>
                    </a:lnTo>
                    <a:lnTo>
                      <a:pt x="0" y="45053"/>
                    </a:lnTo>
                    <a:close/>
                  </a:path>
                </a:pathLst>
              </a:custGeom>
              <a:grpFill/>
              <a:ln w="9525" cap="flat">
                <a:noFill/>
                <a:prstDash val="solid"/>
                <a:miter/>
              </a:ln>
            </p:spPr>
            <p:txBody>
              <a:bodyPr rtlCol="0" anchor="ctr"/>
              <a:lstStyle/>
              <a:p>
                <a:endParaRPr lang="en-GB"/>
              </a:p>
            </p:txBody>
          </p:sp>
          <p:sp>
            <p:nvSpPr>
              <p:cNvPr id="24" name="任意多边形: 形状 23">
                <a:extLst>
                  <a:ext uri="{FF2B5EF4-FFF2-40B4-BE49-F238E27FC236}">
                    <a16:creationId xmlns:a16="http://schemas.microsoft.com/office/drawing/2014/main" id="{2BF1E68B-4F09-4082-8BCD-ADDB4D044407}"/>
                  </a:ext>
                </a:extLst>
              </p:cNvPr>
              <p:cNvSpPr/>
              <p:nvPr/>
            </p:nvSpPr>
            <p:spPr>
              <a:xfrm>
                <a:off x="6099142" y="4276629"/>
                <a:ext cx="727519" cy="232790"/>
              </a:xfrm>
              <a:custGeom>
                <a:avLst/>
                <a:gdLst>
                  <a:gd name="connsiteX0" fmla="*/ 494729 w 727519"/>
                  <a:gd name="connsiteY0" fmla="*/ 232791 h 232790"/>
                  <a:gd name="connsiteX1" fmla="*/ 727520 w 727519"/>
                  <a:gd name="connsiteY1" fmla="*/ 0 h 232790"/>
                  <a:gd name="connsiteX2" fmla="*/ 232696 w 727519"/>
                  <a:gd name="connsiteY2" fmla="*/ 0 h 232790"/>
                  <a:gd name="connsiteX3" fmla="*/ 0 w 727519"/>
                  <a:gd name="connsiteY3" fmla="*/ 232791 h 232790"/>
                </a:gdLst>
                <a:ahLst/>
                <a:cxnLst>
                  <a:cxn ang="0">
                    <a:pos x="connsiteX0" y="connsiteY0"/>
                  </a:cxn>
                  <a:cxn ang="0">
                    <a:pos x="connsiteX1" y="connsiteY1"/>
                  </a:cxn>
                  <a:cxn ang="0">
                    <a:pos x="connsiteX2" y="connsiteY2"/>
                  </a:cxn>
                  <a:cxn ang="0">
                    <a:pos x="connsiteX3" y="connsiteY3"/>
                  </a:cxn>
                </a:cxnLst>
                <a:rect l="l" t="t" r="r" b="b"/>
                <a:pathLst>
                  <a:path w="727519" h="232790">
                    <a:moveTo>
                      <a:pt x="494729" y="232791"/>
                    </a:moveTo>
                    <a:lnTo>
                      <a:pt x="727520" y="0"/>
                    </a:lnTo>
                    <a:lnTo>
                      <a:pt x="232696" y="0"/>
                    </a:lnTo>
                    <a:lnTo>
                      <a:pt x="0" y="232791"/>
                    </a:lnTo>
                    <a:close/>
                  </a:path>
                </a:pathLst>
              </a:custGeom>
              <a:grpFill/>
              <a:ln w="9525" cap="flat">
                <a:noFill/>
                <a:prstDash val="solid"/>
                <a:miter/>
              </a:ln>
            </p:spPr>
            <p:txBody>
              <a:bodyPr rtlCol="0" anchor="ctr"/>
              <a:lstStyle/>
              <a:p>
                <a:endParaRPr lang="en-GB"/>
              </a:p>
            </p:txBody>
          </p:sp>
          <p:sp>
            <p:nvSpPr>
              <p:cNvPr id="25" name="任意多边形: 形状 24">
                <a:extLst>
                  <a:ext uri="{FF2B5EF4-FFF2-40B4-BE49-F238E27FC236}">
                    <a16:creationId xmlns:a16="http://schemas.microsoft.com/office/drawing/2014/main" id="{4DD867E4-BBE8-4E26-B1F5-F0BE4D515535}"/>
                  </a:ext>
                </a:extLst>
              </p:cNvPr>
              <p:cNvSpPr/>
              <p:nvPr/>
            </p:nvSpPr>
            <p:spPr>
              <a:xfrm>
                <a:off x="5331141" y="4140231"/>
                <a:ext cx="369188" cy="369188"/>
              </a:xfrm>
              <a:custGeom>
                <a:avLst/>
                <a:gdLst>
                  <a:gd name="connsiteX0" fmla="*/ 369189 w 369188"/>
                  <a:gd name="connsiteY0" fmla="*/ 369189 h 369188"/>
                  <a:gd name="connsiteX1" fmla="*/ 369189 w 369188"/>
                  <a:gd name="connsiteY1" fmla="*/ 0 h 369188"/>
                  <a:gd name="connsiteX2" fmla="*/ 0 w 369188"/>
                  <a:gd name="connsiteY2" fmla="*/ 369189 h 369188"/>
                </a:gdLst>
                <a:ahLst/>
                <a:cxnLst>
                  <a:cxn ang="0">
                    <a:pos x="connsiteX0" y="connsiteY0"/>
                  </a:cxn>
                  <a:cxn ang="0">
                    <a:pos x="connsiteX1" y="connsiteY1"/>
                  </a:cxn>
                  <a:cxn ang="0">
                    <a:pos x="connsiteX2" y="connsiteY2"/>
                  </a:cxn>
                </a:cxnLst>
                <a:rect l="l" t="t" r="r" b="b"/>
                <a:pathLst>
                  <a:path w="369188" h="369188">
                    <a:moveTo>
                      <a:pt x="369189" y="369189"/>
                    </a:moveTo>
                    <a:lnTo>
                      <a:pt x="369189" y="0"/>
                    </a:lnTo>
                    <a:lnTo>
                      <a:pt x="0" y="369189"/>
                    </a:lnTo>
                    <a:close/>
                  </a:path>
                </a:pathLst>
              </a:custGeom>
              <a:grpFill/>
              <a:ln w="9525" cap="flat">
                <a:noFill/>
                <a:prstDash val="solid"/>
                <a:miter/>
              </a:ln>
            </p:spPr>
            <p:txBody>
              <a:bodyPr rtlCol="0" anchor="ctr"/>
              <a:lstStyle/>
              <a:p>
                <a:endParaRPr lang="en-GB"/>
              </a:p>
            </p:txBody>
          </p:sp>
          <p:sp>
            <p:nvSpPr>
              <p:cNvPr id="26" name="任意多边形: 形状 25">
                <a:extLst>
                  <a:ext uri="{FF2B5EF4-FFF2-40B4-BE49-F238E27FC236}">
                    <a16:creationId xmlns:a16="http://schemas.microsoft.com/office/drawing/2014/main" id="{B38F6D8B-4D6C-4357-AEFE-EFBB131D100B}"/>
                  </a:ext>
                </a:extLst>
              </p:cNvPr>
              <p:cNvSpPr/>
              <p:nvPr/>
            </p:nvSpPr>
            <p:spPr>
              <a:xfrm>
                <a:off x="6559581" y="3918489"/>
                <a:ext cx="424815" cy="424815"/>
              </a:xfrm>
              <a:custGeom>
                <a:avLst/>
                <a:gdLst>
                  <a:gd name="connsiteX0" fmla="*/ 424815 w 424815"/>
                  <a:gd name="connsiteY0" fmla="*/ 0 h 424815"/>
                  <a:gd name="connsiteX1" fmla="*/ 0 w 424815"/>
                  <a:gd name="connsiteY1" fmla="*/ 424815 h 424815"/>
                  <a:gd name="connsiteX2" fmla="*/ 159258 w 424815"/>
                  <a:gd name="connsiteY2" fmla="*/ 424815 h 424815"/>
                  <a:gd name="connsiteX3" fmla="*/ 424815 w 424815"/>
                  <a:gd name="connsiteY3" fmla="*/ 159258 h 424815"/>
                </a:gdLst>
                <a:ahLst/>
                <a:cxnLst>
                  <a:cxn ang="0">
                    <a:pos x="connsiteX0" y="connsiteY0"/>
                  </a:cxn>
                  <a:cxn ang="0">
                    <a:pos x="connsiteX1" y="connsiteY1"/>
                  </a:cxn>
                  <a:cxn ang="0">
                    <a:pos x="connsiteX2" y="connsiteY2"/>
                  </a:cxn>
                  <a:cxn ang="0">
                    <a:pos x="connsiteX3" y="connsiteY3"/>
                  </a:cxn>
                </a:cxnLst>
                <a:rect l="l" t="t" r="r" b="b"/>
                <a:pathLst>
                  <a:path w="424815" h="424815">
                    <a:moveTo>
                      <a:pt x="424815" y="0"/>
                    </a:moveTo>
                    <a:lnTo>
                      <a:pt x="0" y="424815"/>
                    </a:lnTo>
                    <a:lnTo>
                      <a:pt x="159258" y="424815"/>
                    </a:lnTo>
                    <a:lnTo>
                      <a:pt x="424815" y="159258"/>
                    </a:lnTo>
                    <a:close/>
                  </a:path>
                </a:pathLst>
              </a:custGeom>
              <a:grpFill/>
              <a:ln w="9525" cap="flat">
                <a:noFill/>
                <a:prstDash val="solid"/>
                <a:miter/>
              </a:ln>
            </p:spPr>
            <p:txBody>
              <a:bodyPr rtlCol="0" anchor="ctr"/>
              <a:lstStyle/>
              <a:p>
                <a:endParaRPr lang="en-GB"/>
              </a:p>
            </p:txBody>
          </p:sp>
          <p:sp>
            <p:nvSpPr>
              <p:cNvPr id="27" name="任意多边形: 形状 26">
                <a:extLst>
                  <a:ext uri="{FF2B5EF4-FFF2-40B4-BE49-F238E27FC236}">
                    <a16:creationId xmlns:a16="http://schemas.microsoft.com/office/drawing/2014/main" id="{FFF627F7-517F-493B-8E02-26B555AE5C22}"/>
                  </a:ext>
                </a:extLst>
              </p:cNvPr>
              <p:cNvSpPr/>
              <p:nvPr/>
            </p:nvSpPr>
            <p:spPr>
              <a:xfrm>
                <a:off x="6113334" y="3751707"/>
                <a:ext cx="757713" cy="757713"/>
              </a:xfrm>
              <a:custGeom>
                <a:avLst/>
                <a:gdLst>
                  <a:gd name="connsiteX0" fmla="*/ 344329 w 757713"/>
                  <a:gd name="connsiteY0" fmla="*/ 757714 h 757713"/>
                  <a:gd name="connsiteX1" fmla="*/ 757714 w 757713"/>
                  <a:gd name="connsiteY1" fmla="*/ 344329 h 757713"/>
                  <a:gd name="connsiteX2" fmla="*/ 757714 w 757713"/>
                  <a:gd name="connsiteY2" fmla="*/ 0 h 757713"/>
                  <a:gd name="connsiteX3" fmla="*/ 0 w 757713"/>
                  <a:gd name="connsiteY3" fmla="*/ 757714 h 757713"/>
                </a:gdLst>
                <a:ahLst/>
                <a:cxnLst>
                  <a:cxn ang="0">
                    <a:pos x="connsiteX0" y="connsiteY0"/>
                  </a:cxn>
                  <a:cxn ang="0">
                    <a:pos x="connsiteX1" y="connsiteY1"/>
                  </a:cxn>
                  <a:cxn ang="0">
                    <a:pos x="connsiteX2" y="connsiteY2"/>
                  </a:cxn>
                  <a:cxn ang="0">
                    <a:pos x="connsiteX3" y="connsiteY3"/>
                  </a:cxn>
                </a:cxnLst>
                <a:rect l="l" t="t" r="r" b="b"/>
                <a:pathLst>
                  <a:path w="757713" h="757713">
                    <a:moveTo>
                      <a:pt x="344329" y="757714"/>
                    </a:moveTo>
                    <a:lnTo>
                      <a:pt x="757714" y="344329"/>
                    </a:lnTo>
                    <a:lnTo>
                      <a:pt x="757714" y="0"/>
                    </a:lnTo>
                    <a:lnTo>
                      <a:pt x="0" y="757714"/>
                    </a:lnTo>
                    <a:close/>
                  </a:path>
                </a:pathLst>
              </a:custGeom>
              <a:grpFill/>
              <a:ln w="9525" cap="flat">
                <a:noFill/>
                <a:prstDash val="solid"/>
                <a:miter/>
              </a:ln>
            </p:spPr>
            <p:txBody>
              <a:bodyPr rtlCol="0" anchor="ctr"/>
              <a:lstStyle/>
              <a:p>
                <a:endParaRPr lang="en-GB"/>
              </a:p>
            </p:txBody>
          </p:sp>
          <p:sp>
            <p:nvSpPr>
              <p:cNvPr id="28" name="任意多边形: 形状 27">
                <a:extLst>
                  <a:ext uri="{FF2B5EF4-FFF2-40B4-BE49-F238E27FC236}">
                    <a16:creationId xmlns:a16="http://schemas.microsoft.com/office/drawing/2014/main" id="{C7DC5773-5B60-46A3-A90C-7AB091C02EC7}"/>
                  </a:ext>
                </a:extLst>
              </p:cNvPr>
              <p:cNvSpPr/>
              <p:nvPr/>
            </p:nvSpPr>
            <p:spPr>
              <a:xfrm>
                <a:off x="5216937" y="4246816"/>
                <a:ext cx="310229" cy="310229"/>
              </a:xfrm>
              <a:custGeom>
                <a:avLst/>
                <a:gdLst>
                  <a:gd name="connsiteX0" fmla="*/ 184975 w 310229"/>
                  <a:gd name="connsiteY0" fmla="*/ 310229 h 310229"/>
                  <a:gd name="connsiteX1" fmla="*/ 310229 w 310229"/>
                  <a:gd name="connsiteY1" fmla="*/ 184975 h 310229"/>
                  <a:gd name="connsiteX2" fmla="*/ 310229 w 310229"/>
                  <a:gd name="connsiteY2" fmla="*/ 0 h 310229"/>
                  <a:gd name="connsiteX3" fmla="*/ 0 w 310229"/>
                  <a:gd name="connsiteY3" fmla="*/ 310229 h 310229"/>
                </a:gdLst>
                <a:ahLst/>
                <a:cxnLst>
                  <a:cxn ang="0">
                    <a:pos x="connsiteX0" y="connsiteY0"/>
                  </a:cxn>
                  <a:cxn ang="0">
                    <a:pos x="connsiteX1" y="connsiteY1"/>
                  </a:cxn>
                  <a:cxn ang="0">
                    <a:pos x="connsiteX2" y="connsiteY2"/>
                  </a:cxn>
                  <a:cxn ang="0">
                    <a:pos x="connsiteX3" y="connsiteY3"/>
                  </a:cxn>
                </a:cxnLst>
                <a:rect l="l" t="t" r="r" b="b"/>
                <a:pathLst>
                  <a:path w="310229" h="310229">
                    <a:moveTo>
                      <a:pt x="184975" y="310229"/>
                    </a:moveTo>
                    <a:lnTo>
                      <a:pt x="310229" y="184975"/>
                    </a:lnTo>
                    <a:lnTo>
                      <a:pt x="310229" y="0"/>
                    </a:lnTo>
                    <a:lnTo>
                      <a:pt x="0" y="310229"/>
                    </a:lnTo>
                    <a:close/>
                  </a:path>
                </a:pathLst>
              </a:custGeom>
              <a:grpFill/>
              <a:ln w="9525" cap="flat">
                <a:noFill/>
                <a:prstDash val="solid"/>
                <a:miter/>
              </a:ln>
            </p:spPr>
            <p:txBody>
              <a:bodyPr rtlCol="0" anchor="ctr"/>
              <a:lstStyle/>
              <a:p>
                <a:endParaRPr lang="en-GB"/>
              </a:p>
            </p:txBody>
          </p:sp>
        </p:grpSp>
      </p:grpSp>
      <p:grpSp>
        <p:nvGrpSpPr>
          <p:cNvPr id="31" name="组合 30">
            <a:extLst>
              <a:ext uri="{FF2B5EF4-FFF2-40B4-BE49-F238E27FC236}">
                <a16:creationId xmlns:a16="http://schemas.microsoft.com/office/drawing/2014/main" id="{964C0461-1E47-4F91-AB43-9BA6092D73C6}"/>
              </a:ext>
            </a:extLst>
          </p:cNvPr>
          <p:cNvGrpSpPr/>
          <p:nvPr userDrawn="1"/>
        </p:nvGrpSpPr>
        <p:grpSpPr>
          <a:xfrm flipH="1">
            <a:off x="9048610" y="-186450"/>
            <a:ext cx="3232530" cy="4114943"/>
            <a:chOff x="-1083009" y="-1005135"/>
            <a:chExt cx="3232530" cy="4114943"/>
          </a:xfrm>
          <a:solidFill>
            <a:schemeClr val="accent1">
              <a:alpha val="50000"/>
            </a:schemeClr>
          </a:solidFill>
        </p:grpSpPr>
        <p:sp>
          <p:nvSpPr>
            <p:cNvPr id="32" name="任意多边形: 形状 31">
              <a:extLst>
                <a:ext uri="{FF2B5EF4-FFF2-40B4-BE49-F238E27FC236}">
                  <a16:creationId xmlns:a16="http://schemas.microsoft.com/office/drawing/2014/main" id="{AD960AB5-2AED-4F99-9DCF-D39C69B263DD}"/>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33" name="任意多边形: 形状 32">
              <a:extLst>
                <a:ext uri="{FF2B5EF4-FFF2-40B4-BE49-F238E27FC236}">
                  <a16:creationId xmlns:a16="http://schemas.microsoft.com/office/drawing/2014/main" id="{01011A3D-6B65-46B4-A241-C3FCF50BF8B2}"/>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34" name="任意多边形: 形状 33">
              <a:extLst>
                <a:ext uri="{FF2B5EF4-FFF2-40B4-BE49-F238E27FC236}">
                  <a16:creationId xmlns:a16="http://schemas.microsoft.com/office/drawing/2014/main" id="{C0755668-4E59-4D8D-B86C-2DEABBB2AC7E}"/>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35" name="任意多边形: 形状 34">
              <a:extLst>
                <a:ext uri="{FF2B5EF4-FFF2-40B4-BE49-F238E27FC236}">
                  <a16:creationId xmlns:a16="http://schemas.microsoft.com/office/drawing/2014/main" id="{40D1741D-9F74-48B9-B704-AE923887F019}"/>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36" name="任意多边形: 形状 35">
              <a:extLst>
                <a:ext uri="{FF2B5EF4-FFF2-40B4-BE49-F238E27FC236}">
                  <a16:creationId xmlns:a16="http://schemas.microsoft.com/office/drawing/2014/main" id="{656203E4-74FC-4457-8E39-158E1C5B6BC6}"/>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37" name="任意多边形: 形状 36">
              <a:extLst>
                <a:ext uri="{FF2B5EF4-FFF2-40B4-BE49-F238E27FC236}">
                  <a16:creationId xmlns:a16="http://schemas.microsoft.com/office/drawing/2014/main" id="{A79D708E-3677-4B00-8A97-3DC66BEE651F}"/>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38" name="任意多边形: 形状 37">
              <a:extLst>
                <a:ext uri="{FF2B5EF4-FFF2-40B4-BE49-F238E27FC236}">
                  <a16:creationId xmlns:a16="http://schemas.microsoft.com/office/drawing/2014/main" id="{026387AD-9750-44B3-A54D-462BB014A0D5}"/>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39" name="任意多边形: 形状 38">
              <a:extLst>
                <a:ext uri="{FF2B5EF4-FFF2-40B4-BE49-F238E27FC236}">
                  <a16:creationId xmlns:a16="http://schemas.microsoft.com/office/drawing/2014/main" id="{98BAFBCA-9798-424B-A8CF-0BB0A681F927}"/>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40" name="任意多边形: 形状 39">
              <a:extLst>
                <a:ext uri="{FF2B5EF4-FFF2-40B4-BE49-F238E27FC236}">
                  <a16:creationId xmlns:a16="http://schemas.microsoft.com/office/drawing/2014/main" id="{555CBEF8-73CD-4A35-8D3E-3550AE8759B5}"/>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41" name="任意多边形: 形状 40">
              <a:extLst>
                <a:ext uri="{FF2B5EF4-FFF2-40B4-BE49-F238E27FC236}">
                  <a16:creationId xmlns:a16="http://schemas.microsoft.com/office/drawing/2014/main" id="{03CE8E9D-61BB-4A1F-9E96-0C2264214300}"/>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42" name="任意多边形: 形状 41">
              <a:extLst>
                <a:ext uri="{FF2B5EF4-FFF2-40B4-BE49-F238E27FC236}">
                  <a16:creationId xmlns:a16="http://schemas.microsoft.com/office/drawing/2014/main" id="{9D65DD1B-2212-4E2B-B0E9-91B2887D6457}"/>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43" name="任意多边形: 形状 42">
              <a:extLst>
                <a:ext uri="{FF2B5EF4-FFF2-40B4-BE49-F238E27FC236}">
                  <a16:creationId xmlns:a16="http://schemas.microsoft.com/office/drawing/2014/main" id="{0F439D1E-9E77-4249-9D50-ACF4B7AE07FC}"/>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44" name="任意多边形: 形状 43">
              <a:extLst>
                <a:ext uri="{FF2B5EF4-FFF2-40B4-BE49-F238E27FC236}">
                  <a16:creationId xmlns:a16="http://schemas.microsoft.com/office/drawing/2014/main" id="{75B417B1-1E4A-4889-96B4-190018B3C464}"/>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45" name="任意多边形: 形状 44">
              <a:extLst>
                <a:ext uri="{FF2B5EF4-FFF2-40B4-BE49-F238E27FC236}">
                  <a16:creationId xmlns:a16="http://schemas.microsoft.com/office/drawing/2014/main" id="{A89090A8-C3AA-490F-8C08-10736408AB3C}"/>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46" name="任意多边形: 形状 45">
              <a:extLst>
                <a:ext uri="{FF2B5EF4-FFF2-40B4-BE49-F238E27FC236}">
                  <a16:creationId xmlns:a16="http://schemas.microsoft.com/office/drawing/2014/main" id="{B5B9B23C-DD3A-4118-BD8C-0B89CFC8B05B}"/>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47" name="任意多边形: 形状 46">
              <a:extLst>
                <a:ext uri="{FF2B5EF4-FFF2-40B4-BE49-F238E27FC236}">
                  <a16:creationId xmlns:a16="http://schemas.microsoft.com/office/drawing/2014/main" id="{5B1071D8-2D45-47CA-9B79-4082EABBE5EC}"/>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48" name="任意多边形: 形状 47">
              <a:extLst>
                <a:ext uri="{FF2B5EF4-FFF2-40B4-BE49-F238E27FC236}">
                  <a16:creationId xmlns:a16="http://schemas.microsoft.com/office/drawing/2014/main" id="{1CC7B445-69BA-4858-ACDC-C7BC09A918AD}"/>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30" name="文本占位符 29">
            <a:extLst>
              <a:ext uri="{FF2B5EF4-FFF2-40B4-BE49-F238E27FC236}">
                <a16:creationId xmlns:a16="http://schemas.microsoft.com/office/drawing/2014/main" id="{8EF89420-B92A-42B9-817B-1E53EC2FC973}"/>
              </a:ext>
            </a:extLst>
          </p:cNvPr>
          <p:cNvSpPr>
            <a:spLocks noGrp="1"/>
          </p:cNvSpPr>
          <p:nvPr>
            <p:ph type="body" sz="quarter" idx="13" hasCustomPrompt="1"/>
          </p:nvPr>
        </p:nvSpPr>
        <p:spPr>
          <a:xfrm>
            <a:off x="9477106" y="2271041"/>
            <a:ext cx="1127232" cy="1107996"/>
          </a:xfrm>
        </p:spPr>
        <p:txBody>
          <a:bodyPr wrap="none" anchor="b">
            <a:spAutoFit/>
          </a:bodyPr>
          <a:lstStyle>
            <a:lvl1pPr marL="0" indent="0">
              <a:lnSpc>
                <a:spcPct val="100000"/>
              </a:lnSpc>
              <a:spcBef>
                <a:spcPts val="0"/>
              </a:spcBef>
              <a:buFontTx/>
              <a:buNone/>
              <a:defRPr sz="6600" b="1"/>
            </a:lvl1pPr>
            <a:lvl2pPr indent="0">
              <a:lnSpc>
                <a:spcPct val="100000"/>
              </a:lnSpc>
              <a:buFontTx/>
              <a:buNone/>
              <a:defRPr/>
            </a:lvl2pPr>
            <a:lvl3pPr indent="0">
              <a:lnSpc>
                <a:spcPct val="100000"/>
              </a:lnSpc>
              <a:buFontTx/>
              <a:buNone/>
              <a:defRPr/>
            </a:lvl3pPr>
            <a:lvl4pPr indent="0">
              <a:lnSpc>
                <a:spcPct val="100000"/>
              </a:lnSpc>
              <a:buFontTx/>
              <a:buNone/>
              <a:defRPr/>
            </a:lvl4pPr>
            <a:lvl5pPr indent="0">
              <a:lnSpc>
                <a:spcPct val="100000"/>
              </a:lnSpc>
              <a:buFontTx/>
              <a:buNone/>
              <a:defRPr/>
            </a:lvl5pPr>
          </a:lstStyle>
          <a:p>
            <a:pPr lvl="0"/>
            <a:r>
              <a:rPr lang="en-GB" altLang="zh-CN" dirty="0"/>
              <a:t>01</a:t>
            </a:r>
            <a:endParaRPr lang="en-GB" dirty="0"/>
          </a:p>
        </p:txBody>
      </p:sp>
    </p:spTree>
    <p:extLst>
      <p:ext uri="{BB962C8B-B14F-4D97-AF65-F5344CB8AC3E}">
        <p14:creationId xmlns:p14="http://schemas.microsoft.com/office/powerpoint/2010/main" val="641220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4" name="矩形 43">
            <a:extLst>
              <a:ext uri="{FF2B5EF4-FFF2-40B4-BE49-F238E27FC236}">
                <a16:creationId xmlns:a16="http://schemas.microsoft.com/office/drawing/2014/main" id="{78F582E5-439C-4EFA-9391-48C95AF6E856}"/>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45" name="组合 44">
            <a:extLst>
              <a:ext uri="{FF2B5EF4-FFF2-40B4-BE49-F238E27FC236}">
                <a16:creationId xmlns:a16="http://schemas.microsoft.com/office/drawing/2014/main" id="{DE28D137-8F0C-4AD3-A2FD-832277466CB7}"/>
              </a:ext>
            </a:extLst>
          </p:cNvPr>
          <p:cNvGrpSpPr/>
          <p:nvPr userDrawn="1"/>
        </p:nvGrpSpPr>
        <p:grpSpPr>
          <a:xfrm flipH="1" flipV="1">
            <a:off x="10033000" y="4342169"/>
            <a:ext cx="2175086" cy="2768839"/>
            <a:chOff x="-1083009" y="-1005135"/>
            <a:chExt cx="3232530" cy="4114943"/>
          </a:xfrm>
          <a:solidFill>
            <a:schemeClr val="accent1">
              <a:alpha val="50000"/>
            </a:schemeClr>
          </a:solidFill>
        </p:grpSpPr>
        <p:sp>
          <p:nvSpPr>
            <p:cNvPr id="46" name="任意多边形: 形状 45">
              <a:extLst>
                <a:ext uri="{FF2B5EF4-FFF2-40B4-BE49-F238E27FC236}">
                  <a16:creationId xmlns:a16="http://schemas.microsoft.com/office/drawing/2014/main" id="{28E66CF1-611E-4357-A02F-8277EC37406B}"/>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47" name="任意多边形: 形状 46">
              <a:extLst>
                <a:ext uri="{FF2B5EF4-FFF2-40B4-BE49-F238E27FC236}">
                  <a16:creationId xmlns:a16="http://schemas.microsoft.com/office/drawing/2014/main" id="{1348CFF5-8BC1-4807-B7F1-EF1473A6DD38}"/>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48" name="任意多边形: 形状 47">
              <a:extLst>
                <a:ext uri="{FF2B5EF4-FFF2-40B4-BE49-F238E27FC236}">
                  <a16:creationId xmlns:a16="http://schemas.microsoft.com/office/drawing/2014/main" id="{9B88BBCD-AE93-459D-B16E-D5C8B828061F}"/>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49" name="任意多边形: 形状 48">
              <a:extLst>
                <a:ext uri="{FF2B5EF4-FFF2-40B4-BE49-F238E27FC236}">
                  <a16:creationId xmlns:a16="http://schemas.microsoft.com/office/drawing/2014/main" id="{8661A1C2-8DBF-4E7B-BDF6-2259AE5FD08E}"/>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50" name="任意多边形: 形状 49">
              <a:extLst>
                <a:ext uri="{FF2B5EF4-FFF2-40B4-BE49-F238E27FC236}">
                  <a16:creationId xmlns:a16="http://schemas.microsoft.com/office/drawing/2014/main" id="{50738BDC-E2ED-45A0-80E4-4816F4751D4E}"/>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51" name="任意多边形: 形状 50">
              <a:extLst>
                <a:ext uri="{FF2B5EF4-FFF2-40B4-BE49-F238E27FC236}">
                  <a16:creationId xmlns:a16="http://schemas.microsoft.com/office/drawing/2014/main" id="{732C7904-1AB3-49CF-9844-342732C62497}"/>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52" name="任意多边形: 形状 51">
              <a:extLst>
                <a:ext uri="{FF2B5EF4-FFF2-40B4-BE49-F238E27FC236}">
                  <a16:creationId xmlns:a16="http://schemas.microsoft.com/office/drawing/2014/main" id="{A2201735-738B-4077-9A02-3A58D64CA53F}"/>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53" name="任意多边形: 形状 52">
              <a:extLst>
                <a:ext uri="{FF2B5EF4-FFF2-40B4-BE49-F238E27FC236}">
                  <a16:creationId xmlns:a16="http://schemas.microsoft.com/office/drawing/2014/main" id="{A0B1EB6B-5FD2-428D-8C37-61C72C88B588}"/>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54" name="任意多边形: 形状 53">
              <a:extLst>
                <a:ext uri="{FF2B5EF4-FFF2-40B4-BE49-F238E27FC236}">
                  <a16:creationId xmlns:a16="http://schemas.microsoft.com/office/drawing/2014/main" id="{D6B6DE19-3C4B-4E31-8B7B-7EC0C0AF715B}"/>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55" name="任意多边形: 形状 54">
              <a:extLst>
                <a:ext uri="{FF2B5EF4-FFF2-40B4-BE49-F238E27FC236}">
                  <a16:creationId xmlns:a16="http://schemas.microsoft.com/office/drawing/2014/main" id="{E82ED300-D935-4DAC-993C-4FAD75943D93}"/>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56" name="任意多边形: 形状 55">
              <a:extLst>
                <a:ext uri="{FF2B5EF4-FFF2-40B4-BE49-F238E27FC236}">
                  <a16:creationId xmlns:a16="http://schemas.microsoft.com/office/drawing/2014/main" id="{EE71B518-E653-4BA6-B984-AA3A567B9017}"/>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57" name="任意多边形: 形状 56">
              <a:extLst>
                <a:ext uri="{FF2B5EF4-FFF2-40B4-BE49-F238E27FC236}">
                  <a16:creationId xmlns:a16="http://schemas.microsoft.com/office/drawing/2014/main" id="{2B8A2129-4A60-4698-BD2B-D8131D48FFA3}"/>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58" name="任意多边形: 形状 57">
              <a:extLst>
                <a:ext uri="{FF2B5EF4-FFF2-40B4-BE49-F238E27FC236}">
                  <a16:creationId xmlns:a16="http://schemas.microsoft.com/office/drawing/2014/main" id="{7846CFF9-B0B4-44C8-A31B-6E713F36F93A}"/>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59" name="任意多边形: 形状 58">
              <a:extLst>
                <a:ext uri="{FF2B5EF4-FFF2-40B4-BE49-F238E27FC236}">
                  <a16:creationId xmlns:a16="http://schemas.microsoft.com/office/drawing/2014/main" id="{9998BBF3-8275-460B-AF14-FE7AD5D86687}"/>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60" name="任意多边形: 形状 59">
              <a:extLst>
                <a:ext uri="{FF2B5EF4-FFF2-40B4-BE49-F238E27FC236}">
                  <a16:creationId xmlns:a16="http://schemas.microsoft.com/office/drawing/2014/main" id="{1E583A75-22C4-4BFC-B61B-D80642DEC972}"/>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61" name="任意多边形: 形状 60">
              <a:extLst>
                <a:ext uri="{FF2B5EF4-FFF2-40B4-BE49-F238E27FC236}">
                  <a16:creationId xmlns:a16="http://schemas.microsoft.com/office/drawing/2014/main" id="{CD7A636B-F52E-4EA9-A54D-0631B10CE145}"/>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62" name="任意多边形: 形状 61">
              <a:extLst>
                <a:ext uri="{FF2B5EF4-FFF2-40B4-BE49-F238E27FC236}">
                  <a16:creationId xmlns:a16="http://schemas.microsoft.com/office/drawing/2014/main" id="{0C681552-8309-47DB-9A48-61C514203817}"/>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grpSp>
        <p:nvGrpSpPr>
          <p:cNvPr id="63" name="组合 62">
            <a:extLst>
              <a:ext uri="{FF2B5EF4-FFF2-40B4-BE49-F238E27FC236}">
                <a16:creationId xmlns:a16="http://schemas.microsoft.com/office/drawing/2014/main" id="{7E6F37A2-B8C3-4F3F-8899-88E1F112D72C}"/>
              </a:ext>
            </a:extLst>
          </p:cNvPr>
          <p:cNvGrpSpPr/>
          <p:nvPr userDrawn="1"/>
        </p:nvGrpSpPr>
        <p:grpSpPr>
          <a:xfrm>
            <a:off x="0" y="-186450"/>
            <a:ext cx="1295400" cy="1649017"/>
            <a:chOff x="-1083009" y="-1005135"/>
            <a:chExt cx="3232530" cy="4114943"/>
          </a:xfrm>
          <a:solidFill>
            <a:schemeClr val="accent1">
              <a:alpha val="50000"/>
            </a:schemeClr>
          </a:solidFill>
        </p:grpSpPr>
        <p:sp>
          <p:nvSpPr>
            <p:cNvPr id="64" name="任意多边形: 形状 63">
              <a:extLst>
                <a:ext uri="{FF2B5EF4-FFF2-40B4-BE49-F238E27FC236}">
                  <a16:creationId xmlns:a16="http://schemas.microsoft.com/office/drawing/2014/main" id="{3FB0F7FC-17F6-4DF2-B710-6C7D89BEC323}"/>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65" name="任意多边形: 形状 64">
              <a:extLst>
                <a:ext uri="{FF2B5EF4-FFF2-40B4-BE49-F238E27FC236}">
                  <a16:creationId xmlns:a16="http://schemas.microsoft.com/office/drawing/2014/main" id="{E91F8FE7-65C8-44ED-B4D2-513634A19027}"/>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66" name="任意多边形: 形状 65">
              <a:extLst>
                <a:ext uri="{FF2B5EF4-FFF2-40B4-BE49-F238E27FC236}">
                  <a16:creationId xmlns:a16="http://schemas.microsoft.com/office/drawing/2014/main" id="{3899AEE2-0D6E-4598-847D-E86D4BE731C6}"/>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67" name="任意多边形: 形状 66">
              <a:extLst>
                <a:ext uri="{FF2B5EF4-FFF2-40B4-BE49-F238E27FC236}">
                  <a16:creationId xmlns:a16="http://schemas.microsoft.com/office/drawing/2014/main" id="{C3B63FCF-D497-4859-85E0-39714BE584C1}"/>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68" name="任意多边形: 形状 67">
              <a:extLst>
                <a:ext uri="{FF2B5EF4-FFF2-40B4-BE49-F238E27FC236}">
                  <a16:creationId xmlns:a16="http://schemas.microsoft.com/office/drawing/2014/main" id="{E8D1C113-8D30-4338-9289-BD7013A6B1BD}"/>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69" name="任意多边形: 形状 68">
              <a:extLst>
                <a:ext uri="{FF2B5EF4-FFF2-40B4-BE49-F238E27FC236}">
                  <a16:creationId xmlns:a16="http://schemas.microsoft.com/office/drawing/2014/main" id="{609B540B-3D16-49D2-9AF2-66B53A313EC4}"/>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70" name="任意多边形: 形状 69">
              <a:extLst>
                <a:ext uri="{FF2B5EF4-FFF2-40B4-BE49-F238E27FC236}">
                  <a16:creationId xmlns:a16="http://schemas.microsoft.com/office/drawing/2014/main" id="{EC43DFFE-8F4C-46AE-AB32-56E99D3B6523}"/>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71" name="任意多边形: 形状 70">
              <a:extLst>
                <a:ext uri="{FF2B5EF4-FFF2-40B4-BE49-F238E27FC236}">
                  <a16:creationId xmlns:a16="http://schemas.microsoft.com/office/drawing/2014/main" id="{6DE9787E-AAFB-4BCA-B60D-DCEF2117D542}"/>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72" name="任意多边形: 形状 71">
              <a:extLst>
                <a:ext uri="{FF2B5EF4-FFF2-40B4-BE49-F238E27FC236}">
                  <a16:creationId xmlns:a16="http://schemas.microsoft.com/office/drawing/2014/main" id="{BA44B9C1-2C13-4D9E-9181-3468944DA90B}"/>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73" name="任意多边形: 形状 72">
              <a:extLst>
                <a:ext uri="{FF2B5EF4-FFF2-40B4-BE49-F238E27FC236}">
                  <a16:creationId xmlns:a16="http://schemas.microsoft.com/office/drawing/2014/main" id="{4BE09D20-964F-4966-874E-7311D0AC4A11}"/>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74" name="任意多边形: 形状 73">
              <a:extLst>
                <a:ext uri="{FF2B5EF4-FFF2-40B4-BE49-F238E27FC236}">
                  <a16:creationId xmlns:a16="http://schemas.microsoft.com/office/drawing/2014/main" id="{FAE866DE-FAFD-4CD2-86A8-9F5BF5C2C13B}"/>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75" name="任意多边形: 形状 74">
              <a:extLst>
                <a:ext uri="{FF2B5EF4-FFF2-40B4-BE49-F238E27FC236}">
                  <a16:creationId xmlns:a16="http://schemas.microsoft.com/office/drawing/2014/main" id="{A1539CB3-71D8-4590-9E40-04AA77E1101B}"/>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76" name="任意多边形: 形状 75">
              <a:extLst>
                <a:ext uri="{FF2B5EF4-FFF2-40B4-BE49-F238E27FC236}">
                  <a16:creationId xmlns:a16="http://schemas.microsoft.com/office/drawing/2014/main" id="{DAEA64AF-2B1A-470E-B33C-4C1B5732C36F}"/>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77" name="任意多边形: 形状 76">
              <a:extLst>
                <a:ext uri="{FF2B5EF4-FFF2-40B4-BE49-F238E27FC236}">
                  <a16:creationId xmlns:a16="http://schemas.microsoft.com/office/drawing/2014/main" id="{3ECEE138-96DD-4FE6-B2E0-3862C82C3324}"/>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78" name="任意多边形: 形状 77">
              <a:extLst>
                <a:ext uri="{FF2B5EF4-FFF2-40B4-BE49-F238E27FC236}">
                  <a16:creationId xmlns:a16="http://schemas.microsoft.com/office/drawing/2014/main" id="{2A7294C8-768D-4DEE-B823-3AE015946EE0}"/>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79" name="任意多边形: 形状 78">
              <a:extLst>
                <a:ext uri="{FF2B5EF4-FFF2-40B4-BE49-F238E27FC236}">
                  <a16:creationId xmlns:a16="http://schemas.microsoft.com/office/drawing/2014/main" id="{60A8E9B9-E9F9-444E-94C2-15F71A093A69}"/>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80" name="任意多边形: 形状 79">
              <a:extLst>
                <a:ext uri="{FF2B5EF4-FFF2-40B4-BE49-F238E27FC236}">
                  <a16:creationId xmlns:a16="http://schemas.microsoft.com/office/drawing/2014/main" id="{7662E2A0-8CE9-491A-AE49-80EC07773684}"/>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81" name="灯片编号占位符 80">
            <a:extLst>
              <a:ext uri="{FF2B5EF4-FFF2-40B4-BE49-F238E27FC236}">
                <a16:creationId xmlns:a16="http://schemas.microsoft.com/office/drawing/2014/main" id="{CCDA6AE5-A4AB-4BC8-85ED-50D43EEF3B89}"/>
              </a:ext>
            </a:extLst>
          </p:cNvPr>
          <p:cNvSpPr>
            <a:spLocks noGrp="1"/>
          </p:cNvSpPr>
          <p:nvPr>
            <p:ph type="sldNum" sz="quarter" idx="12"/>
          </p:nvPr>
        </p:nvSpPr>
        <p:spPr>
          <a:xfrm>
            <a:off x="8857452" y="6438900"/>
            <a:ext cx="2661448" cy="215900"/>
          </a:xfrm>
        </p:spPr>
        <p:txBody>
          <a:bodyPr/>
          <a:lstStyle>
            <a:lvl1pPr>
              <a:defRPr>
                <a:solidFill>
                  <a:schemeClr val="bg1"/>
                </a:solidFill>
              </a:defRPr>
            </a:lvl1pPr>
          </a:lstStyle>
          <a:p>
            <a:fld id="{7F65B630-C7FF-41C0-9923-C5E5E29EED81}" type="slidenum">
              <a:rPr lang="en-GB" smtClean="0"/>
              <a:pPr/>
              <a:t>‹#›</a:t>
            </a:fld>
            <a:endParaRPr lang="en-GB"/>
          </a:p>
        </p:txBody>
      </p:sp>
      <p:sp>
        <p:nvSpPr>
          <p:cNvPr id="2" name="标题 1">
            <a:extLst>
              <a:ext uri="{FF2B5EF4-FFF2-40B4-BE49-F238E27FC236}">
                <a16:creationId xmlns:a16="http://schemas.microsoft.com/office/drawing/2014/main" id="{652EDE83-63CC-4B33-B715-3953EADE2100}"/>
              </a:ext>
            </a:extLst>
          </p:cNvPr>
          <p:cNvSpPr>
            <a:spLocks noGrp="1"/>
          </p:cNvSpPr>
          <p:nvPr>
            <p:ph type="title"/>
          </p:nvPr>
        </p:nvSpPr>
        <p:spPr/>
        <p:txBody>
          <a:bodyPr/>
          <a:lstStyle/>
          <a:p>
            <a:r>
              <a:rPr lang="en-US" altLang="zh-CN"/>
              <a:t>Click to edit Master title style</a:t>
            </a:r>
            <a:endParaRPr lang="zh-CN" altLang="en-US"/>
          </a:p>
        </p:txBody>
      </p:sp>
      <p:sp>
        <p:nvSpPr>
          <p:cNvPr id="3" name="日期占位符 2">
            <a:extLst>
              <a:ext uri="{FF2B5EF4-FFF2-40B4-BE49-F238E27FC236}">
                <a16:creationId xmlns:a16="http://schemas.microsoft.com/office/drawing/2014/main" id="{1514619F-25D0-4307-81CD-C24C74EF140E}"/>
              </a:ext>
            </a:extLst>
          </p:cNvPr>
          <p:cNvSpPr>
            <a:spLocks noGrp="1"/>
          </p:cNvSpPr>
          <p:nvPr>
            <p:ph type="dt" sz="half" idx="10"/>
          </p:nvPr>
        </p:nvSpPr>
        <p:spPr/>
        <p:txBody>
          <a:bodyPr/>
          <a:lstStyle/>
          <a:p>
            <a:fld id="{748B5987-9647-4253-899C-3B9819D6D8A0}" type="datetime1">
              <a:rPr lang="zh-CN" altLang="en-US" smtClean="0"/>
              <a:t>2025/5/21</a:t>
            </a:fld>
            <a:endParaRPr lang="zh-CN" altLang="en-US"/>
          </a:p>
        </p:txBody>
      </p:sp>
      <p:sp>
        <p:nvSpPr>
          <p:cNvPr id="4" name="页脚占位符 3">
            <a:extLst>
              <a:ext uri="{FF2B5EF4-FFF2-40B4-BE49-F238E27FC236}">
                <a16:creationId xmlns:a16="http://schemas.microsoft.com/office/drawing/2014/main" id="{C802B25F-898B-4C1A-94A9-699B8B55DF0F}"/>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257642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2025/5/21</a:t>
            </a:fld>
            <a:endParaRPr lang="zh-CN" altLang="en-US"/>
          </a:p>
        </p:txBody>
      </p:sp>
      <p:sp>
        <p:nvSpPr>
          <p:cNvPr id="3" name="页脚占位符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77162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3A45EEF-FA14-4954-99F6-877B3E2C0C9C}"/>
              </a:ext>
            </a:extLst>
          </p:cNvPr>
          <p:cNvSpPr>
            <a:spLocks noChangeAspect="1"/>
          </p:cNvSpPr>
          <p:nvPr userDrawn="1"/>
        </p:nvSpPr>
        <p:spPr>
          <a:xfrm>
            <a:off x="0" y="-17020"/>
            <a:ext cx="12192000" cy="6885026"/>
          </a:xfrm>
          <a:prstGeom prst="rect">
            <a:avLst/>
          </a:prstGeom>
          <a:blipFill dpi="0" rotWithShape="1">
            <a:blip r:embed="rId2" cstate="email">
              <a:duotone>
                <a:schemeClr val="bg2">
                  <a:shade val="45000"/>
                  <a:satMod val="135000"/>
                </a:schemeClr>
                <a:prstClr val="white"/>
              </a:duotone>
              <a:alphaModFix amt="12000"/>
              <a:extLst>
                <a:ext uri="{28A0092B-C50C-407E-A947-70E740481C1C}">
                  <a14:useLocalDpi xmlns:a14="http://schemas.microsoft.com/office/drawing/2010/main"/>
                </a:ext>
              </a:extLst>
            </a:blip>
            <a:srcRect/>
            <a:stretch>
              <a:fillRect/>
            </a:stretch>
          </a:blipFill>
          <a:ln w="12700" cap="flat" cmpd="sng" algn="ctr">
            <a:noFill/>
            <a:prstDash val="solid"/>
            <a:miter lim="800000"/>
          </a:ln>
          <a:effectLst/>
          <a:extLst>
            <a:ext uri="{91240B29-F687-4F45-9708-019B960494DF}">
              <a14:hiddenLine xmlns:a14="http://schemas.microsoft.com/office/drawing/2010/main" w="12700" cap="flat" cmpd="sng" algn="ctr">
                <a:solidFill>
                  <a:schemeClr val="dk1"/>
                </a:solidFill>
                <a:prstDash val="solid"/>
                <a:miter lim="800000"/>
              </a14:hiddenLine>
            </a:ext>
          </a:extLst>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grpSp>
        <p:nvGrpSpPr>
          <p:cNvPr id="6" name="组合 5">
            <a:extLst>
              <a:ext uri="{FF2B5EF4-FFF2-40B4-BE49-F238E27FC236}">
                <a16:creationId xmlns:a16="http://schemas.microsoft.com/office/drawing/2014/main" id="{411D47FC-89B0-49C0-88D9-2DB855458FB5}"/>
              </a:ext>
            </a:extLst>
          </p:cNvPr>
          <p:cNvGrpSpPr/>
          <p:nvPr userDrawn="1"/>
        </p:nvGrpSpPr>
        <p:grpSpPr>
          <a:xfrm>
            <a:off x="5983508" y="-921677"/>
            <a:ext cx="6299200" cy="8018952"/>
            <a:chOff x="7914541" y="1592491"/>
            <a:chExt cx="4277459" cy="5445253"/>
          </a:xfrm>
          <a:solidFill>
            <a:schemeClr val="accent1">
              <a:alpha val="50000"/>
            </a:schemeClr>
          </a:solidFill>
        </p:grpSpPr>
        <p:sp>
          <p:nvSpPr>
            <p:cNvPr id="10" name="任意多边形: 形状 9">
              <a:extLst>
                <a:ext uri="{FF2B5EF4-FFF2-40B4-BE49-F238E27FC236}">
                  <a16:creationId xmlns:a16="http://schemas.microsoft.com/office/drawing/2014/main" id="{B649A4BD-A814-4F7A-ABC2-83F189AEB82B}"/>
                </a:ext>
              </a:extLst>
            </p:cNvPr>
            <p:cNvSpPr/>
            <p:nvPr/>
          </p:nvSpPr>
          <p:spPr>
            <a:xfrm>
              <a:off x="11429682" y="5763220"/>
              <a:ext cx="762315" cy="762085"/>
            </a:xfrm>
            <a:custGeom>
              <a:avLst/>
              <a:gdLst>
                <a:gd name="connsiteX0" fmla="*/ 314992 w 314991"/>
                <a:gd name="connsiteY0" fmla="*/ 0 h 314896"/>
                <a:gd name="connsiteX1" fmla="*/ 0 w 314991"/>
                <a:gd name="connsiteY1" fmla="*/ 314896 h 314896"/>
                <a:gd name="connsiteX2" fmla="*/ 314992 w 314991"/>
                <a:gd name="connsiteY2" fmla="*/ 314896 h 314896"/>
              </a:gdLst>
              <a:ahLst/>
              <a:cxnLst>
                <a:cxn ang="0">
                  <a:pos x="connsiteX0" y="connsiteY0"/>
                </a:cxn>
                <a:cxn ang="0">
                  <a:pos x="connsiteX1" y="connsiteY1"/>
                </a:cxn>
                <a:cxn ang="0">
                  <a:pos x="connsiteX2" y="connsiteY2"/>
                </a:cxn>
              </a:cxnLst>
              <a:rect l="l" t="t" r="r" b="b"/>
              <a:pathLst>
                <a:path w="314991" h="314896">
                  <a:moveTo>
                    <a:pt x="314992" y="0"/>
                  </a:moveTo>
                  <a:lnTo>
                    <a:pt x="0" y="314896"/>
                  </a:lnTo>
                  <a:lnTo>
                    <a:pt x="314992" y="314896"/>
                  </a:lnTo>
                  <a:close/>
                </a:path>
              </a:pathLst>
            </a:custGeom>
            <a:grpFill/>
            <a:ln w="9525" cap="flat">
              <a:noFill/>
              <a:prstDash val="solid"/>
              <a:miter/>
            </a:ln>
          </p:spPr>
          <p:txBody>
            <a:bodyPr rtlCol="0" anchor="ctr"/>
            <a:lstStyle/>
            <a:p>
              <a:endParaRPr lang="en-GB"/>
            </a:p>
          </p:txBody>
        </p:sp>
        <p:sp>
          <p:nvSpPr>
            <p:cNvPr id="11" name="任意多边形: 形状 10">
              <a:extLst>
                <a:ext uri="{FF2B5EF4-FFF2-40B4-BE49-F238E27FC236}">
                  <a16:creationId xmlns:a16="http://schemas.microsoft.com/office/drawing/2014/main" id="{CC318E83-AD22-4897-B37E-0984744976C9}"/>
                </a:ext>
              </a:extLst>
            </p:cNvPr>
            <p:cNvSpPr/>
            <p:nvPr/>
          </p:nvSpPr>
          <p:spPr>
            <a:xfrm>
              <a:off x="11687400" y="5088039"/>
              <a:ext cx="504599" cy="1392316"/>
            </a:xfrm>
            <a:custGeom>
              <a:avLst/>
              <a:gdLst>
                <a:gd name="connsiteX0" fmla="*/ 208502 w 208502"/>
                <a:gd name="connsiteY0" fmla="*/ 0 h 575309"/>
                <a:gd name="connsiteX1" fmla="*/ 0 w 208502"/>
                <a:gd name="connsiteY1" fmla="*/ 208502 h 575309"/>
                <a:gd name="connsiteX2" fmla="*/ 0 w 208502"/>
                <a:gd name="connsiteY2" fmla="*/ 575310 h 575309"/>
                <a:gd name="connsiteX3" fmla="*/ 208502 w 208502"/>
                <a:gd name="connsiteY3" fmla="*/ 366808 h 575309"/>
              </a:gdLst>
              <a:ahLst/>
              <a:cxnLst>
                <a:cxn ang="0">
                  <a:pos x="connsiteX0" y="connsiteY0"/>
                </a:cxn>
                <a:cxn ang="0">
                  <a:pos x="connsiteX1" y="connsiteY1"/>
                </a:cxn>
                <a:cxn ang="0">
                  <a:pos x="connsiteX2" y="connsiteY2"/>
                </a:cxn>
                <a:cxn ang="0">
                  <a:pos x="connsiteX3" y="connsiteY3"/>
                </a:cxn>
              </a:cxnLst>
              <a:rect l="l" t="t" r="r" b="b"/>
              <a:pathLst>
                <a:path w="208502" h="575309">
                  <a:moveTo>
                    <a:pt x="208502" y="0"/>
                  </a:moveTo>
                  <a:lnTo>
                    <a:pt x="0" y="208502"/>
                  </a:lnTo>
                  <a:lnTo>
                    <a:pt x="0" y="575310"/>
                  </a:lnTo>
                  <a:lnTo>
                    <a:pt x="208502" y="366808"/>
                  </a:lnTo>
                  <a:close/>
                </a:path>
              </a:pathLst>
            </a:custGeom>
            <a:grpFill/>
            <a:ln w="9525" cap="flat">
              <a:noFill/>
              <a:prstDash val="solid"/>
              <a:miter/>
            </a:ln>
          </p:spPr>
          <p:txBody>
            <a:bodyPr rtlCol="0" anchor="ctr"/>
            <a:lstStyle/>
            <a:p>
              <a:endParaRPr lang="en-GB"/>
            </a:p>
          </p:txBody>
        </p:sp>
        <p:sp>
          <p:nvSpPr>
            <p:cNvPr id="12" name="任意多边形: 形状 11">
              <a:extLst>
                <a:ext uri="{FF2B5EF4-FFF2-40B4-BE49-F238E27FC236}">
                  <a16:creationId xmlns:a16="http://schemas.microsoft.com/office/drawing/2014/main" id="{99196DA9-4AA3-4B99-91C6-467783C6B19F}"/>
                </a:ext>
              </a:extLst>
            </p:cNvPr>
            <p:cNvSpPr/>
            <p:nvPr/>
          </p:nvSpPr>
          <p:spPr>
            <a:xfrm>
              <a:off x="11758167" y="5716195"/>
              <a:ext cx="333785" cy="333555"/>
            </a:xfrm>
            <a:custGeom>
              <a:avLst/>
              <a:gdLst>
                <a:gd name="connsiteX0" fmla="*/ 87249 w 137921"/>
                <a:gd name="connsiteY0" fmla="*/ 0 h 137826"/>
                <a:gd name="connsiteX1" fmla="*/ 0 w 137921"/>
                <a:gd name="connsiteY1" fmla="*/ 87154 h 137826"/>
                <a:gd name="connsiteX2" fmla="*/ 0 w 137921"/>
                <a:gd name="connsiteY2" fmla="*/ 137827 h 137826"/>
                <a:gd name="connsiteX3" fmla="*/ 137922 w 137921"/>
                <a:gd name="connsiteY3" fmla="*/ 0 h 137826"/>
              </a:gdLst>
              <a:ahLst/>
              <a:cxnLst>
                <a:cxn ang="0">
                  <a:pos x="connsiteX0" y="connsiteY0"/>
                </a:cxn>
                <a:cxn ang="0">
                  <a:pos x="connsiteX1" y="connsiteY1"/>
                </a:cxn>
                <a:cxn ang="0">
                  <a:pos x="connsiteX2" y="connsiteY2"/>
                </a:cxn>
                <a:cxn ang="0">
                  <a:pos x="connsiteX3" y="connsiteY3"/>
                </a:cxn>
              </a:cxnLst>
              <a:rect l="l" t="t" r="r" b="b"/>
              <a:pathLst>
                <a:path w="137921" h="137826">
                  <a:moveTo>
                    <a:pt x="87249" y="0"/>
                  </a:moveTo>
                  <a:lnTo>
                    <a:pt x="0" y="87154"/>
                  </a:lnTo>
                  <a:lnTo>
                    <a:pt x="0" y="137827"/>
                  </a:lnTo>
                  <a:lnTo>
                    <a:pt x="137922" y="0"/>
                  </a:lnTo>
                  <a:close/>
                </a:path>
              </a:pathLst>
            </a:custGeom>
            <a:grpFill/>
            <a:ln w="9525" cap="flat">
              <a:noFill/>
              <a:prstDash val="solid"/>
              <a:miter/>
            </a:ln>
          </p:spPr>
          <p:txBody>
            <a:bodyPr rtlCol="0" anchor="ctr"/>
            <a:lstStyle/>
            <a:p>
              <a:endParaRPr lang="en-GB"/>
            </a:p>
          </p:txBody>
        </p:sp>
        <p:sp>
          <p:nvSpPr>
            <p:cNvPr id="13" name="任意多边形: 形状 12">
              <a:extLst>
                <a:ext uri="{FF2B5EF4-FFF2-40B4-BE49-F238E27FC236}">
                  <a16:creationId xmlns:a16="http://schemas.microsoft.com/office/drawing/2014/main" id="{7A6A9805-D06B-4053-8D38-C20430C09504}"/>
                </a:ext>
              </a:extLst>
            </p:cNvPr>
            <p:cNvSpPr/>
            <p:nvPr/>
          </p:nvSpPr>
          <p:spPr>
            <a:xfrm>
              <a:off x="11337245" y="1592491"/>
              <a:ext cx="854754" cy="2845260"/>
            </a:xfrm>
            <a:custGeom>
              <a:avLst/>
              <a:gdLst>
                <a:gd name="connsiteX0" fmla="*/ 353187 w 353187"/>
                <a:gd name="connsiteY0" fmla="*/ 0 h 1175670"/>
                <a:gd name="connsiteX1" fmla="*/ 0 w 353187"/>
                <a:gd name="connsiteY1" fmla="*/ 353187 h 1175670"/>
                <a:gd name="connsiteX2" fmla="*/ 0 w 353187"/>
                <a:gd name="connsiteY2" fmla="*/ 1175671 h 1175670"/>
                <a:gd name="connsiteX3" fmla="*/ 353187 w 353187"/>
                <a:gd name="connsiteY3" fmla="*/ 822484 h 1175670"/>
              </a:gdLst>
              <a:ahLst/>
              <a:cxnLst>
                <a:cxn ang="0">
                  <a:pos x="connsiteX0" y="connsiteY0"/>
                </a:cxn>
                <a:cxn ang="0">
                  <a:pos x="connsiteX1" y="connsiteY1"/>
                </a:cxn>
                <a:cxn ang="0">
                  <a:pos x="connsiteX2" y="connsiteY2"/>
                </a:cxn>
                <a:cxn ang="0">
                  <a:pos x="connsiteX3" y="connsiteY3"/>
                </a:cxn>
              </a:cxnLst>
              <a:rect l="l" t="t" r="r" b="b"/>
              <a:pathLst>
                <a:path w="353187" h="1175670">
                  <a:moveTo>
                    <a:pt x="353187" y="0"/>
                  </a:moveTo>
                  <a:lnTo>
                    <a:pt x="0" y="353187"/>
                  </a:lnTo>
                  <a:lnTo>
                    <a:pt x="0" y="1175671"/>
                  </a:lnTo>
                  <a:lnTo>
                    <a:pt x="353187" y="822484"/>
                  </a:lnTo>
                  <a:close/>
                </a:path>
              </a:pathLst>
            </a:custGeom>
            <a:grpFill/>
            <a:ln w="9525" cap="flat">
              <a:noFill/>
              <a:prstDash val="solid"/>
              <a:miter/>
            </a:ln>
          </p:spPr>
          <p:txBody>
            <a:bodyPr rtlCol="0" anchor="ctr"/>
            <a:lstStyle/>
            <a:p>
              <a:endParaRPr lang="en-GB"/>
            </a:p>
          </p:txBody>
        </p:sp>
        <p:sp>
          <p:nvSpPr>
            <p:cNvPr id="14" name="任意多边形: 形状 13">
              <a:extLst>
                <a:ext uri="{FF2B5EF4-FFF2-40B4-BE49-F238E27FC236}">
                  <a16:creationId xmlns:a16="http://schemas.microsoft.com/office/drawing/2014/main" id="{3BB0AFB8-AE3E-45C9-AAB1-93985E369211}"/>
                </a:ext>
              </a:extLst>
            </p:cNvPr>
            <p:cNvSpPr/>
            <p:nvPr/>
          </p:nvSpPr>
          <p:spPr>
            <a:xfrm>
              <a:off x="11539867" y="6574868"/>
              <a:ext cx="294598" cy="294599"/>
            </a:xfrm>
            <a:custGeom>
              <a:avLst/>
              <a:gdLst>
                <a:gd name="connsiteX0" fmla="*/ 76962 w 121729"/>
                <a:gd name="connsiteY0" fmla="*/ 0 h 121729"/>
                <a:gd name="connsiteX1" fmla="*/ 0 w 121729"/>
                <a:gd name="connsiteY1" fmla="*/ 76962 h 121729"/>
                <a:gd name="connsiteX2" fmla="*/ 0 w 121729"/>
                <a:gd name="connsiteY2" fmla="*/ 121729 h 121729"/>
                <a:gd name="connsiteX3" fmla="*/ 121729 w 121729"/>
                <a:gd name="connsiteY3" fmla="*/ 0 h 121729"/>
              </a:gdLst>
              <a:ahLst/>
              <a:cxnLst>
                <a:cxn ang="0">
                  <a:pos x="connsiteX0" y="connsiteY0"/>
                </a:cxn>
                <a:cxn ang="0">
                  <a:pos x="connsiteX1" y="connsiteY1"/>
                </a:cxn>
                <a:cxn ang="0">
                  <a:pos x="connsiteX2" y="connsiteY2"/>
                </a:cxn>
                <a:cxn ang="0">
                  <a:pos x="connsiteX3" y="connsiteY3"/>
                </a:cxn>
              </a:cxnLst>
              <a:rect l="l" t="t" r="r" b="b"/>
              <a:pathLst>
                <a:path w="121729" h="121729">
                  <a:moveTo>
                    <a:pt x="76962" y="0"/>
                  </a:moveTo>
                  <a:lnTo>
                    <a:pt x="0" y="76962"/>
                  </a:lnTo>
                  <a:lnTo>
                    <a:pt x="0" y="121729"/>
                  </a:lnTo>
                  <a:lnTo>
                    <a:pt x="121729" y="0"/>
                  </a:lnTo>
                  <a:close/>
                </a:path>
              </a:pathLst>
            </a:custGeom>
            <a:grpFill/>
            <a:ln w="9525" cap="flat">
              <a:noFill/>
              <a:prstDash val="solid"/>
              <a:miter/>
            </a:ln>
          </p:spPr>
          <p:txBody>
            <a:bodyPr rtlCol="0" anchor="ctr"/>
            <a:lstStyle/>
            <a:p>
              <a:endParaRPr lang="en-GB"/>
            </a:p>
          </p:txBody>
        </p:sp>
        <p:sp>
          <p:nvSpPr>
            <p:cNvPr id="15" name="任意多边形: 形状 14">
              <a:extLst>
                <a:ext uri="{FF2B5EF4-FFF2-40B4-BE49-F238E27FC236}">
                  <a16:creationId xmlns:a16="http://schemas.microsoft.com/office/drawing/2014/main" id="{ABF3371C-E75A-4348-B1E3-7A024A857216}"/>
                </a:ext>
              </a:extLst>
            </p:cNvPr>
            <p:cNvSpPr/>
            <p:nvPr/>
          </p:nvSpPr>
          <p:spPr>
            <a:xfrm>
              <a:off x="9971205" y="4441442"/>
              <a:ext cx="270855" cy="270855"/>
            </a:xfrm>
            <a:custGeom>
              <a:avLst/>
              <a:gdLst>
                <a:gd name="connsiteX0" fmla="*/ 70771 w 111918"/>
                <a:gd name="connsiteY0" fmla="*/ 0 h 111918"/>
                <a:gd name="connsiteX1" fmla="*/ 0 w 111918"/>
                <a:gd name="connsiteY1" fmla="*/ 70771 h 111918"/>
                <a:gd name="connsiteX2" fmla="*/ 0 w 111918"/>
                <a:gd name="connsiteY2" fmla="*/ 111919 h 111918"/>
                <a:gd name="connsiteX3" fmla="*/ 111919 w 111918"/>
                <a:gd name="connsiteY3" fmla="*/ 0 h 111918"/>
              </a:gdLst>
              <a:ahLst/>
              <a:cxnLst>
                <a:cxn ang="0">
                  <a:pos x="connsiteX0" y="connsiteY0"/>
                </a:cxn>
                <a:cxn ang="0">
                  <a:pos x="connsiteX1" y="connsiteY1"/>
                </a:cxn>
                <a:cxn ang="0">
                  <a:pos x="connsiteX2" y="connsiteY2"/>
                </a:cxn>
                <a:cxn ang="0">
                  <a:pos x="connsiteX3" y="connsiteY3"/>
                </a:cxn>
              </a:cxnLst>
              <a:rect l="l" t="t" r="r" b="b"/>
              <a:pathLst>
                <a:path w="111918" h="111918">
                  <a:moveTo>
                    <a:pt x="70771" y="0"/>
                  </a:moveTo>
                  <a:lnTo>
                    <a:pt x="0" y="70771"/>
                  </a:lnTo>
                  <a:lnTo>
                    <a:pt x="0" y="111919"/>
                  </a:lnTo>
                  <a:lnTo>
                    <a:pt x="111919" y="0"/>
                  </a:lnTo>
                  <a:close/>
                </a:path>
              </a:pathLst>
            </a:custGeom>
            <a:grpFill/>
            <a:ln w="9525" cap="flat">
              <a:noFill/>
              <a:prstDash val="solid"/>
              <a:miter/>
            </a:ln>
          </p:spPr>
          <p:txBody>
            <a:bodyPr rtlCol="0" anchor="ctr"/>
            <a:lstStyle/>
            <a:p>
              <a:endParaRPr lang="en-GB"/>
            </a:p>
          </p:txBody>
        </p:sp>
        <p:sp>
          <p:nvSpPr>
            <p:cNvPr id="16" name="任意多边形: 形状 15">
              <a:extLst>
                <a:ext uri="{FF2B5EF4-FFF2-40B4-BE49-F238E27FC236}">
                  <a16:creationId xmlns:a16="http://schemas.microsoft.com/office/drawing/2014/main" id="{427EE38B-0388-4DA4-984C-E1F1B9A01BF7}"/>
                </a:ext>
              </a:extLst>
            </p:cNvPr>
            <p:cNvSpPr/>
            <p:nvPr/>
          </p:nvSpPr>
          <p:spPr>
            <a:xfrm>
              <a:off x="10041514" y="2704961"/>
              <a:ext cx="2150485" cy="3962803"/>
            </a:xfrm>
            <a:custGeom>
              <a:avLst/>
              <a:gdLst>
                <a:gd name="connsiteX0" fmla="*/ 888587 w 888587"/>
                <a:gd name="connsiteY0" fmla="*/ 0 h 1637442"/>
                <a:gd name="connsiteX1" fmla="*/ 0 w 888587"/>
                <a:gd name="connsiteY1" fmla="*/ 888587 h 1637442"/>
                <a:gd name="connsiteX2" fmla="*/ 0 w 888587"/>
                <a:gd name="connsiteY2" fmla="*/ 1637443 h 1637442"/>
                <a:gd name="connsiteX3" fmla="*/ 888587 w 888587"/>
                <a:gd name="connsiteY3" fmla="*/ 748855 h 1637442"/>
              </a:gdLst>
              <a:ahLst/>
              <a:cxnLst>
                <a:cxn ang="0">
                  <a:pos x="connsiteX0" y="connsiteY0"/>
                </a:cxn>
                <a:cxn ang="0">
                  <a:pos x="connsiteX1" y="connsiteY1"/>
                </a:cxn>
                <a:cxn ang="0">
                  <a:pos x="connsiteX2" y="connsiteY2"/>
                </a:cxn>
                <a:cxn ang="0">
                  <a:pos x="connsiteX3" y="connsiteY3"/>
                </a:cxn>
              </a:cxnLst>
              <a:rect l="l" t="t" r="r" b="b"/>
              <a:pathLst>
                <a:path w="888587" h="1637442">
                  <a:moveTo>
                    <a:pt x="888587" y="0"/>
                  </a:moveTo>
                  <a:lnTo>
                    <a:pt x="0" y="888587"/>
                  </a:lnTo>
                  <a:lnTo>
                    <a:pt x="0" y="1637443"/>
                  </a:lnTo>
                  <a:lnTo>
                    <a:pt x="888587" y="748855"/>
                  </a:lnTo>
                  <a:close/>
                </a:path>
              </a:pathLst>
            </a:custGeom>
            <a:grpFill/>
            <a:ln w="9525" cap="flat">
              <a:noFill/>
              <a:prstDash val="solid"/>
              <a:miter/>
            </a:ln>
          </p:spPr>
          <p:txBody>
            <a:bodyPr rtlCol="0" anchor="ctr"/>
            <a:lstStyle/>
            <a:p>
              <a:endParaRPr lang="en-GB"/>
            </a:p>
          </p:txBody>
        </p:sp>
        <p:sp>
          <p:nvSpPr>
            <p:cNvPr id="17" name="任意多边形: 形状 16">
              <a:extLst>
                <a:ext uri="{FF2B5EF4-FFF2-40B4-BE49-F238E27FC236}">
                  <a16:creationId xmlns:a16="http://schemas.microsoft.com/office/drawing/2014/main" id="{1A1AB375-6EB9-4761-91C6-56E7ECA60351}"/>
                </a:ext>
              </a:extLst>
            </p:cNvPr>
            <p:cNvSpPr/>
            <p:nvPr/>
          </p:nvSpPr>
          <p:spPr>
            <a:xfrm>
              <a:off x="10832646" y="3089695"/>
              <a:ext cx="1359353" cy="1359354"/>
            </a:xfrm>
            <a:custGeom>
              <a:avLst/>
              <a:gdLst>
                <a:gd name="connsiteX0" fmla="*/ 561689 w 561689"/>
                <a:gd name="connsiteY0" fmla="*/ 0 h 561689"/>
                <a:gd name="connsiteX1" fmla="*/ 0 w 561689"/>
                <a:gd name="connsiteY1" fmla="*/ 561689 h 561689"/>
                <a:gd name="connsiteX2" fmla="*/ 458534 w 561689"/>
                <a:gd name="connsiteY2" fmla="*/ 561689 h 561689"/>
                <a:gd name="connsiteX3" fmla="*/ 561689 w 561689"/>
                <a:gd name="connsiteY3" fmla="*/ 458438 h 561689"/>
              </a:gdLst>
              <a:ahLst/>
              <a:cxnLst>
                <a:cxn ang="0">
                  <a:pos x="connsiteX0" y="connsiteY0"/>
                </a:cxn>
                <a:cxn ang="0">
                  <a:pos x="connsiteX1" y="connsiteY1"/>
                </a:cxn>
                <a:cxn ang="0">
                  <a:pos x="connsiteX2" y="connsiteY2"/>
                </a:cxn>
                <a:cxn ang="0">
                  <a:pos x="connsiteX3" y="connsiteY3"/>
                </a:cxn>
              </a:cxnLst>
              <a:rect l="l" t="t" r="r" b="b"/>
              <a:pathLst>
                <a:path w="561689" h="561689">
                  <a:moveTo>
                    <a:pt x="561689" y="0"/>
                  </a:moveTo>
                  <a:lnTo>
                    <a:pt x="0" y="561689"/>
                  </a:lnTo>
                  <a:lnTo>
                    <a:pt x="458534" y="561689"/>
                  </a:lnTo>
                  <a:lnTo>
                    <a:pt x="561689" y="458438"/>
                  </a:lnTo>
                  <a:close/>
                </a:path>
              </a:pathLst>
            </a:custGeom>
            <a:grpFill/>
            <a:ln w="9525" cap="flat">
              <a:noFill/>
              <a:prstDash val="solid"/>
              <a:miter/>
            </a:ln>
          </p:spPr>
          <p:txBody>
            <a:bodyPr rtlCol="0" anchor="ctr"/>
            <a:lstStyle/>
            <a:p>
              <a:endParaRPr lang="en-GB"/>
            </a:p>
          </p:txBody>
        </p:sp>
        <p:sp>
          <p:nvSpPr>
            <p:cNvPr id="18" name="任意多边形: 形状 17">
              <a:extLst>
                <a:ext uri="{FF2B5EF4-FFF2-40B4-BE49-F238E27FC236}">
                  <a16:creationId xmlns:a16="http://schemas.microsoft.com/office/drawing/2014/main" id="{A5FD43BD-F66B-4689-9A61-D6F29D1A9AD1}"/>
                </a:ext>
              </a:extLst>
            </p:cNvPr>
            <p:cNvSpPr/>
            <p:nvPr/>
          </p:nvSpPr>
          <p:spPr>
            <a:xfrm>
              <a:off x="10195499" y="3329429"/>
              <a:ext cx="1996500" cy="1996500"/>
            </a:xfrm>
            <a:custGeom>
              <a:avLst/>
              <a:gdLst>
                <a:gd name="connsiteX0" fmla="*/ 824960 w 824960"/>
                <a:gd name="connsiteY0" fmla="*/ 0 h 824960"/>
                <a:gd name="connsiteX1" fmla="*/ 0 w 824960"/>
                <a:gd name="connsiteY1" fmla="*/ 824960 h 824960"/>
                <a:gd name="connsiteX2" fmla="*/ 545021 w 824960"/>
                <a:gd name="connsiteY2" fmla="*/ 824960 h 824960"/>
                <a:gd name="connsiteX3" fmla="*/ 824960 w 824960"/>
                <a:gd name="connsiteY3" fmla="*/ 545021 h 824960"/>
              </a:gdLst>
              <a:ahLst/>
              <a:cxnLst>
                <a:cxn ang="0">
                  <a:pos x="connsiteX0" y="connsiteY0"/>
                </a:cxn>
                <a:cxn ang="0">
                  <a:pos x="connsiteX1" y="connsiteY1"/>
                </a:cxn>
                <a:cxn ang="0">
                  <a:pos x="connsiteX2" y="connsiteY2"/>
                </a:cxn>
                <a:cxn ang="0">
                  <a:pos x="connsiteX3" y="connsiteY3"/>
                </a:cxn>
              </a:cxnLst>
              <a:rect l="l" t="t" r="r" b="b"/>
              <a:pathLst>
                <a:path w="824960" h="824960">
                  <a:moveTo>
                    <a:pt x="824960" y="0"/>
                  </a:moveTo>
                  <a:lnTo>
                    <a:pt x="0" y="824960"/>
                  </a:lnTo>
                  <a:lnTo>
                    <a:pt x="545021" y="824960"/>
                  </a:lnTo>
                  <a:lnTo>
                    <a:pt x="824960" y="545021"/>
                  </a:lnTo>
                  <a:close/>
                </a:path>
              </a:pathLst>
            </a:custGeom>
            <a:grpFill/>
            <a:ln w="9525" cap="flat">
              <a:noFill/>
              <a:prstDash val="solid"/>
              <a:miter/>
            </a:ln>
          </p:spPr>
          <p:txBody>
            <a:bodyPr rtlCol="0" anchor="ctr"/>
            <a:lstStyle/>
            <a:p>
              <a:endParaRPr lang="en-GB"/>
            </a:p>
          </p:txBody>
        </p:sp>
        <p:sp>
          <p:nvSpPr>
            <p:cNvPr id="19" name="任意多边形: 形状 18">
              <a:extLst>
                <a:ext uri="{FF2B5EF4-FFF2-40B4-BE49-F238E27FC236}">
                  <a16:creationId xmlns:a16="http://schemas.microsoft.com/office/drawing/2014/main" id="{08680C26-BE61-4B80-BE34-A8BD51FBA99A}"/>
                </a:ext>
              </a:extLst>
            </p:cNvPr>
            <p:cNvSpPr/>
            <p:nvPr/>
          </p:nvSpPr>
          <p:spPr>
            <a:xfrm>
              <a:off x="9333136" y="4063625"/>
              <a:ext cx="2858861" cy="2858861"/>
            </a:xfrm>
            <a:custGeom>
              <a:avLst/>
              <a:gdLst>
                <a:gd name="connsiteX0" fmla="*/ 820960 w 1181290"/>
                <a:gd name="connsiteY0" fmla="*/ 1181290 h 1181290"/>
                <a:gd name="connsiteX1" fmla="*/ 1181291 w 1181290"/>
                <a:gd name="connsiteY1" fmla="*/ 820864 h 1181290"/>
                <a:gd name="connsiteX2" fmla="*/ 1181291 w 1181290"/>
                <a:gd name="connsiteY2" fmla="*/ 0 h 1181290"/>
                <a:gd name="connsiteX3" fmla="*/ 0 w 1181290"/>
                <a:gd name="connsiteY3" fmla="*/ 1181290 h 1181290"/>
              </a:gdLst>
              <a:ahLst/>
              <a:cxnLst>
                <a:cxn ang="0">
                  <a:pos x="connsiteX0" y="connsiteY0"/>
                </a:cxn>
                <a:cxn ang="0">
                  <a:pos x="connsiteX1" y="connsiteY1"/>
                </a:cxn>
                <a:cxn ang="0">
                  <a:pos x="connsiteX2" y="connsiteY2"/>
                </a:cxn>
                <a:cxn ang="0">
                  <a:pos x="connsiteX3" y="connsiteY3"/>
                </a:cxn>
              </a:cxnLst>
              <a:rect l="l" t="t" r="r" b="b"/>
              <a:pathLst>
                <a:path w="1181290" h="1181290">
                  <a:moveTo>
                    <a:pt x="820960" y="1181290"/>
                  </a:moveTo>
                  <a:lnTo>
                    <a:pt x="1181291" y="820864"/>
                  </a:lnTo>
                  <a:lnTo>
                    <a:pt x="1181291" y="0"/>
                  </a:lnTo>
                  <a:lnTo>
                    <a:pt x="0" y="1181290"/>
                  </a:lnTo>
                  <a:close/>
                </a:path>
              </a:pathLst>
            </a:custGeom>
            <a:grpFill/>
            <a:ln w="9525" cap="flat">
              <a:noFill/>
              <a:prstDash val="solid"/>
              <a:miter/>
            </a:ln>
          </p:spPr>
          <p:txBody>
            <a:bodyPr rtlCol="0" anchor="ctr"/>
            <a:lstStyle/>
            <a:p>
              <a:endParaRPr lang="en-GB"/>
            </a:p>
          </p:txBody>
        </p:sp>
        <p:sp>
          <p:nvSpPr>
            <p:cNvPr id="20" name="任意多边形: 形状 19">
              <a:extLst>
                <a:ext uri="{FF2B5EF4-FFF2-40B4-BE49-F238E27FC236}">
                  <a16:creationId xmlns:a16="http://schemas.microsoft.com/office/drawing/2014/main" id="{97D48237-DC5D-4711-9D69-67ACC9787E65}"/>
                </a:ext>
              </a:extLst>
            </p:cNvPr>
            <p:cNvSpPr/>
            <p:nvPr/>
          </p:nvSpPr>
          <p:spPr>
            <a:xfrm>
              <a:off x="8816088" y="5734177"/>
              <a:ext cx="790899" cy="790899"/>
            </a:xfrm>
            <a:custGeom>
              <a:avLst/>
              <a:gdLst>
                <a:gd name="connsiteX0" fmla="*/ 120205 w 326802"/>
                <a:gd name="connsiteY0" fmla="*/ 326803 h 326802"/>
                <a:gd name="connsiteX1" fmla="*/ 326803 w 326802"/>
                <a:gd name="connsiteY1" fmla="*/ 120205 h 326802"/>
                <a:gd name="connsiteX2" fmla="*/ 326803 w 326802"/>
                <a:gd name="connsiteY2" fmla="*/ 0 h 326802"/>
                <a:gd name="connsiteX3" fmla="*/ 0 w 326802"/>
                <a:gd name="connsiteY3" fmla="*/ 326803 h 326802"/>
              </a:gdLst>
              <a:ahLst/>
              <a:cxnLst>
                <a:cxn ang="0">
                  <a:pos x="connsiteX0" y="connsiteY0"/>
                </a:cxn>
                <a:cxn ang="0">
                  <a:pos x="connsiteX1" y="connsiteY1"/>
                </a:cxn>
                <a:cxn ang="0">
                  <a:pos x="connsiteX2" y="connsiteY2"/>
                </a:cxn>
                <a:cxn ang="0">
                  <a:pos x="connsiteX3" y="connsiteY3"/>
                </a:cxn>
              </a:cxnLst>
              <a:rect l="l" t="t" r="r" b="b"/>
              <a:pathLst>
                <a:path w="326802" h="326802">
                  <a:moveTo>
                    <a:pt x="120205" y="326803"/>
                  </a:moveTo>
                  <a:lnTo>
                    <a:pt x="326803" y="120205"/>
                  </a:lnTo>
                  <a:lnTo>
                    <a:pt x="326803" y="0"/>
                  </a:lnTo>
                  <a:lnTo>
                    <a:pt x="0" y="326803"/>
                  </a:lnTo>
                  <a:close/>
                </a:path>
              </a:pathLst>
            </a:custGeom>
            <a:grpFill/>
            <a:ln w="9525" cap="flat">
              <a:noFill/>
              <a:prstDash val="solid"/>
              <a:miter/>
            </a:ln>
          </p:spPr>
          <p:txBody>
            <a:bodyPr rtlCol="0" anchor="ctr"/>
            <a:lstStyle/>
            <a:p>
              <a:endParaRPr lang="en-GB"/>
            </a:p>
          </p:txBody>
        </p:sp>
        <p:sp>
          <p:nvSpPr>
            <p:cNvPr id="21" name="任意多边形: 形状 20">
              <a:extLst>
                <a:ext uri="{FF2B5EF4-FFF2-40B4-BE49-F238E27FC236}">
                  <a16:creationId xmlns:a16="http://schemas.microsoft.com/office/drawing/2014/main" id="{7DC83200-1D39-45DA-81EC-540423E0319C}"/>
                </a:ext>
              </a:extLst>
            </p:cNvPr>
            <p:cNvSpPr/>
            <p:nvPr/>
          </p:nvSpPr>
          <p:spPr>
            <a:xfrm>
              <a:off x="10111359" y="6680213"/>
              <a:ext cx="207232" cy="207232"/>
            </a:xfrm>
            <a:custGeom>
              <a:avLst/>
              <a:gdLst>
                <a:gd name="connsiteX0" fmla="*/ 31432 w 85629"/>
                <a:gd name="connsiteY0" fmla="*/ 85630 h 85629"/>
                <a:gd name="connsiteX1" fmla="*/ 85630 w 85629"/>
                <a:gd name="connsiteY1" fmla="*/ 31528 h 85629"/>
                <a:gd name="connsiteX2" fmla="*/ 85630 w 85629"/>
                <a:gd name="connsiteY2" fmla="*/ 0 h 85629"/>
                <a:gd name="connsiteX3" fmla="*/ 0 w 85629"/>
                <a:gd name="connsiteY3" fmla="*/ 85630 h 85629"/>
              </a:gdLst>
              <a:ahLst/>
              <a:cxnLst>
                <a:cxn ang="0">
                  <a:pos x="connsiteX0" y="connsiteY0"/>
                </a:cxn>
                <a:cxn ang="0">
                  <a:pos x="connsiteX1" y="connsiteY1"/>
                </a:cxn>
                <a:cxn ang="0">
                  <a:pos x="connsiteX2" y="connsiteY2"/>
                </a:cxn>
                <a:cxn ang="0">
                  <a:pos x="connsiteX3" y="connsiteY3"/>
                </a:cxn>
              </a:cxnLst>
              <a:rect l="l" t="t" r="r" b="b"/>
              <a:pathLst>
                <a:path w="85629" h="85629">
                  <a:moveTo>
                    <a:pt x="31432" y="85630"/>
                  </a:moveTo>
                  <a:lnTo>
                    <a:pt x="85630" y="31528"/>
                  </a:lnTo>
                  <a:lnTo>
                    <a:pt x="85630" y="0"/>
                  </a:lnTo>
                  <a:lnTo>
                    <a:pt x="0" y="85630"/>
                  </a:lnTo>
                  <a:close/>
                </a:path>
              </a:pathLst>
            </a:custGeom>
            <a:grpFill/>
            <a:ln w="9525" cap="flat">
              <a:noFill/>
              <a:prstDash val="solid"/>
              <a:miter/>
            </a:ln>
          </p:spPr>
          <p:txBody>
            <a:bodyPr rtlCol="0" anchor="ctr"/>
            <a:lstStyle/>
            <a:p>
              <a:endParaRPr lang="en-GB"/>
            </a:p>
          </p:txBody>
        </p:sp>
        <p:sp>
          <p:nvSpPr>
            <p:cNvPr id="22" name="任意多边形: 形状 21">
              <a:extLst>
                <a:ext uri="{FF2B5EF4-FFF2-40B4-BE49-F238E27FC236}">
                  <a16:creationId xmlns:a16="http://schemas.microsoft.com/office/drawing/2014/main" id="{4064F6DC-DD29-41F8-A6E0-2719F41240E8}"/>
                </a:ext>
              </a:extLst>
            </p:cNvPr>
            <p:cNvSpPr/>
            <p:nvPr/>
          </p:nvSpPr>
          <p:spPr>
            <a:xfrm>
              <a:off x="11427608" y="3784239"/>
              <a:ext cx="764392" cy="3138247"/>
            </a:xfrm>
            <a:custGeom>
              <a:avLst/>
              <a:gdLst>
                <a:gd name="connsiteX0" fmla="*/ 189643 w 315849"/>
                <a:gd name="connsiteY0" fmla="*/ 1296733 h 1296733"/>
                <a:gd name="connsiteX1" fmla="*/ 315849 w 315849"/>
                <a:gd name="connsiteY1" fmla="*/ 1170432 h 1296733"/>
                <a:gd name="connsiteX2" fmla="*/ 315849 w 315849"/>
                <a:gd name="connsiteY2" fmla="*/ 0 h 1296733"/>
                <a:gd name="connsiteX3" fmla="*/ 0 w 315849"/>
                <a:gd name="connsiteY3" fmla="*/ 315849 h 1296733"/>
                <a:gd name="connsiteX4" fmla="*/ 0 w 315849"/>
                <a:gd name="connsiteY4" fmla="*/ 1296733 h 1296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849" h="1296733">
                  <a:moveTo>
                    <a:pt x="189643" y="1296733"/>
                  </a:moveTo>
                  <a:lnTo>
                    <a:pt x="315849" y="1170432"/>
                  </a:lnTo>
                  <a:lnTo>
                    <a:pt x="315849" y="0"/>
                  </a:lnTo>
                  <a:lnTo>
                    <a:pt x="0" y="315849"/>
                  </a:lnTo>
                  <a:lnTo>
                    <a:pt x="0" y="1296733"/>
                  </a:lnTo>
                  <a:close/>
                </a:path>
              </a:pathLst>
            </a:custGeom>
            <a:grpFill/>
            <a:ln w="9525" cap="flat">
              <a:noFill/>
              <a:prstDash val="solid"/>
              <a:miter/>
            </a:ln>
          </p:spPr>
          <p:txBody>
            <a:bodyPr rtlCol="0" anchor="ctr"/>
            <a:lstStyle/>
            <a:p>
              <a:endParaRPr lang="en-GB" dirty="0"/>
            </a:p>
          </p:txBody>
        </p:sp>
        <p:grpSp>
          <p:nvGrpSpPr>
            <p:cNvPr id="23" name="组合 22">
              <a:extLst>
                <a:ext uri="{FF2B5EF4-FFF2-40B4-BE49-F238E27FC236}">
                  <a16:creationId xmlns:a16="http://schemas.microsoft.com/office/drawing/2014/main" id="{5E415305-059B-4326-9E15-C80CFA06BE46}"/>
                </a:ext>
              </a:extLst>
            </p:cNvPr>
            <p:cNvGrpSpPr/>
            <p:nvPr/>
          </p:nvGrpSpPr>
          <p:grpSpPr>
            <a:xfrm>
              <a:off x="7914541" y="5088731"/>
              <a:ext cx="4277459" cy="1949013"/>
              <a:chOff x="5216937" y="3751707"/>
              <a:chExt cx="1767459" cy="805338"/>
            </a:xfrm>
            <a:grpFill/>
          </p:grpSpPr>
          <p:sp>
            <p:nvSpPr>
              <p:cNvPr id="24" name="任意多边形: 形状 23">
                <a:extLst>
                  <a:ext uri="{FF2B5EF4-FFF2-40B4-BE49-F238E27FC236}">
                    <a16:creationId xmlns:a16="http://schemas.microsoft.com/office/drawing/2014/main" id="{EF089BEE-0E79-4192-A403-FD0AAA63CFBB}"/>
                  </a:ext>
                </a:extLst>
              </p:cNvPr>
              <p:cNvSpPr/>
              <p:nvPr/>
            </p:nvSpPr>
            <p:spPr>
              <a:xfrm>
                <a:off x="6767797" y="4464367"/>
                <a:ext cx="203930" cy="45053"/>
              </a:xfrm>
              <a:custGeom>
                <a:avLst/>
                <a:gdLst>
                  <a:gd name="connsiteX0" fmla="*/ 158877 w 203930"/>
                  <a:gd name="connsiteY0" fmla="*/ 45053 h 45053"/>
                  <a:gd name="connsiteX1" fmla="*/ 203930 w 203930"/>
                  <a:gd name="connsiteY1" fmla="*/ 0 h 45053"/>
                  <a:gd name="connsiteX2" fmla="*/ 44958 w 203930"/>
                  <a:gd name="connsiteY2" fmla="*/ 0 h 45053"/>
                  <a:gd name="connsiteX3" fmla="*/ 0 w 203930"/>
                  <a:gd name="connsiteY3" fmla="*/ 45053 h 45053"/>
                </a:gdLst>
                <a:ahLst/>
                <a:cxnLst>
                  <a:cxn ang="0">
                    <a:pos x="connsiteX0" y="connsiteY0"/>
                  </a:cxn>
                  <a:cxn ang="0">
                    <a:pos x="connsiteX1" y="connsiteY1"/>
                  </a:cxn>
                  <a:cxn ang="0">
                    <a:pos x="connsiteX2" y="connsiteY2"/>
                  </a:cxn>
                  <a:cxn ang="0">
                    <a:pos x="connsiteX3" y="connsiteY3"/>
                  </a:cxn>
                </a:cxnLst>
                <a:rect l="l" t="t" r="r" b="b"/>
                <a:pathLst>
                  <a:path w="203930" h="45053">
                    <a:moveTo>
                      <a:pt x="158877" y="45053"/>
                    </a:moveTo>
                    <a:lnTo>
                      <a:pt x="203930" y="0"/>
                    </a:lnTo>
                    <a:lnTo>
                      <a:pt x="44958" y="0"/>
                    </a:lnTo>
                    <a:lnTo>
                      <a:pt x="0" y="45053"/>
                    </a:lnTo>
                    <a:close/>
                  </a:path>
                </a:pathLst>
              </a:custGeom>
              <a:grpFill/>
              <a:ln w="9525" cap="flat">
                <a:noFill/>
                <a:prstDash val="solid"/>
                <a:miter/>
              </a:ln>
            </p:spPr>
            <p:txBody>
              <a:bodyPr rtlCol="0" anchor="ctr"/>
              <a:lstStyle/>
              <a:p>
                <a:endParaRPr lang="en-GB"/>
              </a:p>
            </p:txBody>
          </p:sp>
          <p:sp>
            <p:nvSpPr>
              <p:cNvPr id="25" name="任意多边形: 形状 24">
                <a:extLst>
                  <a:ext uri="{FF2B5EF4-FFF2-40B4-BE49-F238E27FC236}">
                    <a16:creationId xmlns:a16="http://schemas.microsoft.com/office/drawing/2014/main" id="{F1181C18-456B-4074-9D03-AEFB2C72B6D2}"/>
                  </a:ext>
                </a:extLst>
              </p:cNvPr>
              <p:cNvSpPr/>
              <p:nvPr/>
            </p:nvSpPr>
            <p:spPr>
              <a:xfrm>
                <a:off x="6099142" y="4276629"/>
                <a:ext cx="727519" cy="232790"/>
              </a:xfrm>
              <a:custGeom>
                <a:avLst/>
                <a:gdLst>
                  <a:gd name="connsiteX0" fmla="*/ 494729 w 727519"/>
                  <a:gd name="connsiteY0" fmla="*/ 232791 h 232790"/>
                  <a:gd name="connsiteX1" fmla="*/ 727520 w 727519"/>
                  <a:gd name="connsiteY1" fmla="*/ 0 h 232790"/>
                  <a:gd name="connsiteX2" fmla="*/ 232696 w 727519"/>
                  <a:gd name="connsiteY2" fmla="*/ 0 h 232790"/>
                  <a:gd name="connsiteX3" fmla="*/ 0 w 727519"/>
                  <a:gd name="connsiteY3" fmla="*/ 232791 h 232790"/>
                </a:gdLst>
                <a:ahLst/>
                <a:cxnLst>
                  <a:cxn ang="0">
                    <a:pos x="connsiteX0" y="connsiteY0"/>
                  </a:cxn>
                  <a:cxn ang="0">
                    <a:pos x="connsiteX1" y="connsiteY1"/>
                  </a:cxn>
                  <a:cxn ang="0">
                    <a:pos x="connsiteX2" y="connsiteY2"/>
                  </a:cxn>
                  <a:cxn ang="0">
                    <a:pos x="connsiteX3" y="connsiteY3"/>
                  </a:cxn>
                </a:cxnLst>
                <a:rect l="l" t="t" r="r" b="b"/>
                <a:pathLst>
                  <a:path w="727519" h="232790">
                    <a:moveTo>
                      <a:pt x="494729" y="232791"/>
                    </a:moveTo>
                    <a:lnTo>
                      <a:pt x="727520" y="0"/>
                    </a:lnTo>
                    <a:lnTo>
                      <a:pt x="232696" y="0"/>
                    </a:lnTo>
                    <a:lnTo>
                      <a:pt x="0" y="232791"/>
                    </a:lnTo>
                    <a:close/>
                  </a:path>
                </a:pathLst>
              </a:custGeom>
              <a:grpFill/>
              <a:ln w="9525" cap="flat">
                <a:noFill/>
                <a:prstDash val="solid"/>
                <a:miter/>
              </a:ln>
            </p:spPr>
            <p:txBody>
              <a:bodyPr rtlCol="0" anchor="ctr"/>
              <a:lstStyle/>
              <a:p>
                <a:endParaRPr lang="en-GB"/>
              </a:p>
            </p:txBody>
          </p:sp>
          <p:sp>
            <p:nvSpPr>
              <p:cNvPr id="26" name="任意多边形: 形状 25">
                <a:extLst>
                  <a:ext uri="{FF2B5EF4-FFF2-40B4-BE49-F238E27FC236}">
                    <a16:creationId xmlns:a16="http://schemas.microsoft.com/office/drawing/2014/main" id="{1804D2F2-922F-4A6C-B9C1-1ACD57576C79}"/>
                  </a:ext>
                </a:extLst>
              </p:cNvPr>
              <p:cNvSpPr/>
              <p:nvPr/>
            </p:nvSpPr>
            <p:spPr>
              <a:xfrm>
                <a:off x="5331141" y="4140231"/>
                <a:ext cx="369188" cy="369188"/>
              </a:xfrm>
              <a:custGeom>
                <a:avLst/>
                <a:gdLst>
                  <a:gd name="connsiteX0" fmla="*/ 369189 w 369188"/>
                  <a:gd name="connsiteY0" fmla="*/ 369189 h 369188"/>
                  <a:gd name="connsiteX1" fmla="*/ 369189 w 369188"/>
                  <a:gd name="connsiteY1" fmla="*/ 0 h 369188"/>
                  <a:gd name="connsiteX2" fmla="*/ 0 w 369188"/>
                  <a:gd name="connsiteY2" fmla="*/ 369189 h 369188"/>
                </a:gdLst>
                <a:ahLst/>
                <a:cxnLst>
                  <a:cxn ang="0">
                    <a:pos x="connsiteX0" y="connsiteY0"/>
                  </a:cxn>
                  <a:cxn ang="0">
                    <a:pos x="connsiteX1" y="connsiteY1"/>
                  </a:cxn>
                  <a:cxn ang="0">
                    <a:pos x="connsiteX2" y="connsiteY2"/>
                  </a:cxn>
                </a:cxnLst>
                <a:rect l="l" t="t" r="r" b="b"/>
                <a:pathLst>
                  <a:path w="369188" h="369188">
                    <a:moveTo>
                      <a:pt x="369189" y="369189"/>
                    </a:moveTo>
                    <a:lnTo>
                      <a:pt x="369189" y="0"/>
                    </a:lnTo>
                    <a:lnTo>
                      <a:pt x="0" y="369189"/>
                    </a:lnTo>
                    <a:close/>
                  </a:path>
                </a:pathLst>
              </a:custGeom>
              <a:grpFill/>
              <a:ln w="9525" cap="flat">
                <a:noFill/>
                <a:prstDash val="solid"/>
                <a:miter/>
              </a:ln>
            </p:spPr>
            <p:txBody>
              <a:bodyPr rtlCol="0" anchor="ctr"/>
              <a:lstStyle/>
              <a:p>
                <a:endParaRPr lang="en-GB"/>
              </a:p>
            </p:txBody>
          </p:sp>
          <p:sp>
            <p:nvSpPr>
              <p:cNvPr id="27" name="任意多边形: 形状 26">
                <a:extLst>
                  <a:ext uri="{FF2B5EF4-FFF2-40B4-BE49-F238E27FC236}">
                    <a16:creationId xmlns:a16="http://schemas.microsoft.com/office/drawing/2014/main" id="{485C95D9-91F6-4C15-855E-635DB2437C1A}"/>
                  </a:ext>
                </a:extLst>
              </p:cNvPr>
              <p:cNvSpPr/>
              <p:nvPr/>
            </p:nvSpPr>
            <p:spPr>
              <a:xfrm>
                <a:off x="6559581" y="3918489"/>
                <a:ext cx="424815" cy="424815"/>
              </a:xfrm>
              <a:custGeom>
                <a:avLst/>
                <a:gdLst>
                  <a:gd name="connsiteX0" fmla="*/ 424815 w 424815"/>
                  <a:gd name="connsiteY0" fmla="*/ 0 h 424815"/>
                  <a:gd name="connsiteX1" fmla="*/ 0 w 424815"/>
                  <a:gd name="connsiteY1" fmla="*/ 424815 h 424815"/>
                  <a:gd name="connsiteX2" fmla="*/ 159258 w 424815"/>
                  <a:gd name="connsiteY2" fmla="*/ 424815 h 424815"/>
                  <a:gd name="connsiteX3" fmla="*/ 424815 w 424815"/>
                  <a:gd name="connsiteY3" fmla="*/ 159258 h 424815"/>
                </a:gdLst>
                <a:ahLst/>
                <a:cxnLst>
                  <a:cxn ang="0">
                    <a:pos x="connsiteX0" y="connsiteY0"/>
                  </a:cxn>
                  <a:cxn ang="0">
                    <a:pos x="connsiteX1" y="connsiteY1"/>
                  </a:cxn>
                  <a:cxn ang="0">
                    <a:pos x="connsiteX2" y="connsiteY2"/>
                  </a:cxn>
                  <a:cxn ang="0">
                    <a:pos x="connsiteX3" y="connsiteY3"/>
                  </a:cxn>
                </a:cxnLst>
                <a:rect l="l" t="t" r="r" b="b"/>
                <a:pathLst>
                  <a:path w="424815" h="424815">
                    <a:moveTo>
                      <a:pt x="424815" y="0"/>
                    </a:moveTo>
                    <a:lnTo>
                      <a:pt x="0" y="424815"/>
                    </a:lnTo>
                    <a:lnTo>
                      <a:pt x="159258" y="424815"/>
                    </a:lnTo>
                    <a:lnTo>
                      <a:pt x="424815" y="159258"/>
                    </a:lnTo>
                    <a:close/>
                  </a:path>
                </a:pathLst>
              </a:custGeom>
              <a:grpFill/>
              <a:ln w="9525" cap="flat">
                <a:noFill/>
                <a:prstDash val="solid"/>
                <a:miter/>
              </a:ln>
            </p:spPr>
            <p:txBody>
              <a:bodyPr rtlCol="0" anchor="ctr"/>
              <a:lstStyle/>
              <a:p>
                <a:endParaRPr lang="en-GB"/>
              </a:p>
            </p:txBody>
          </p:sp>
          <p:sp>
            <p:nvSpPr>
              <p:cNvPr id="28" name="任意多边形: 形状 27">
                <a:extLst>
                  <a:ext uri="{FF2B5EF4-FFF2-40B4-BE49-F238E27FC236}">
                    <a16:creationId xmlns:a16="http://schemas.microsoft.com/office/drawing/2014/main" id="{2DFADE78-7711-4F18-BA00-817F3086044C}"/>
                  </a:ext>
                </a:extLst>
              </p:cNvPr>
              <p:cNvSpPr/>
              <p:nvPr/>
            </p:nvSpPr>
            <p:spPr>
              <a:xfrm>
                <a:off x="6113334" y="3751707"/>
                <a:ext cx="757713" cy="757713"/>
              </a:xfrm>
              <a:custGeom>
                <a:avLst/>
                <a:gdLst>
                  <a:gd name="connsiteX0" fmla="*/ 344329 w 757713"/>
                  <a:gd name="connsiteY0" fmla="*/ 757714 h 757713"/>
                  <a:gd name="connsiteX1" fmla="*/ 757714 w 757713"/>
                  <a:gd name="connsiteY1" fmla="*/ 344329 h 757713"/>
                  <a:gd name="connsiteX2" fmla="*/ 757714 w 757713"/>
                  <a:gd name="connsiteY2" fmla="*/ 0 h 757713"/>
                  <a:gd name="connsiteX3" fmla="*/ 0 w 757713"/>
                  <a:gd name="connsiteY3" fmla="*/ 757714 h 757713"/>
                </a:gdLst>
                <a:ahLst/>
                <a:cxnLst>
                  <a:cxn ang="0">
                    <a:pos x="connsiteX0" y="connsiteY0"/>
                  </a:cxn>
                  <a:cxn ang="0">
                    <a:pos x="connsiteX1" y="connsiteY1"/>
                  </a:cxn>
                  <a:cxn ang="0">
                    <a:pos x="connsiteX2" y="connsiteY2"/>
                  </a:cxn>
                  <a:cxn ang="0">
                    <a:pos x="connsiteX3" y="connsiteY3"/>
                  </a:cxn>
                </a:cxnLst>
                <a:rect l="l" t="t" r="r" b="b"/>
                <a:pathLst>
                  <a:path w="757713" h="757713">
                    <a:moveTo>
                      <a:pt x="344329" y="757714"/>
                    </a:moveTo>
                    <a:lnTo>
                      <a:pt x="757714" y="344329"/>
                    </a:lnTo>
                    <a:lnTo>
                      <a:pt x="757714" y="0"/>
                    </a:lnTo>
                    <a:lnTo>
                      <a:pt x="0" y="757714"/>
                    </a:lnTo>
                    <a:close/>
                  </a:path>
                </a:pathLst>
              </a:custGeom>
              <a:grpFill/>
              <a:ln w="9525" cap="flat">
                <a:noFill/>
                <a:prstDash val="solid"/>
                <a:miter/>
              </a:ln>
            </p:spPr>
            <p:txBody>
              <a:bodyPr rtlCol="0" anchor="ctr"/>
              <a:lstStyle/>
              <a:p>
                <a:endParaRPr lang="en-GB"/>
              </a:p>
            </p:txBody>
          </p:sp>
          <p:sp>
            <p:nvSpPr>
              <p:cNvPr id="29" name="任意多边形: 形状 28">
                <a:extLst>
                  <a:ext uri="{FF2B5EF4-FFF2-40B4-BE49-F238E27FC236}">
                    <a16:creationId xmlns:a16="http://schemas.microsoft.com/office/drawing/2014/main" id="{E23DC248-5B36-4BD8-A702-057BA66FB0C9}"/>
                  </a:ext>
                </a:extLst>
              </p:cNvPr>
              <p:cNvSpPr/>
              <p:nvPr/>
            </p:nvSpPr>
            <p:spPr>
              <a:xfrm>
                <a:off x="5216937" y="4246816"/>
                <a:ext cx="310229" cy="310229"/>
              </a:xfrm>
              <a:custGeom>
                <a:avLst/>
                <a:gdLst>
                  <a:gd name="connsiteX0" fmla="*/ 184975 w 310229"/>
                  <a:gd name="connsiteY0" fmla="*/ 310229 h 310229"/>
                  <a:gd name="connsiteX1" fmla="*/ 310229 w 310229"/>
                  <a:gd name="connsiteY1" fmla="*/ 184975 h 310229"/>
                  <a:gd name="connsiteX2" fmla="*/ 310229 w 310229"/>
                  <a:gd name="connsiteY2" fmla="*/ 0 h 310229"/>
                  <a:gd name="connsiteX3" fmla="*/ 0 w 310229"/>
                  <a:gd name="connsiteY3" fmla="*/ 310229 h 310229"/>
                </a:gdLst>
                <a:ahLst/>
                <a:cxnLst>
                  <a:cxn ang="0">
                    <a:pos x="connsiteX0" y="connsiteY0"/>
                  </a:cxn>
                  <a:cxn ang="0">
                    <a:pos x="connsiteX1" y="connsiteY1"/>
                  </a:cxn>
                  <a:cxn ang="0">
                    <a:pos x="connsiteX2" y="connsiteY2"/>
                  </a:cxn>
                  <a:cxn ang="0">
                    <a:pos x="connsiteX3" y="connsiteY3"/>
                  </a:cxn>
                </a:cxnLst>
                <a:rect l="l" t="t" r="r" b="b"/>
                <a:pathLst>
                  <a:path w="310229" h="310229">
                    <a:moveTo>
                      <a:pt x="184975" y="310229"/>
                    </a:moveTo>
                    <a:lnTo>
                      <a:pt x="310229" y="184975"/>
                    </a:lnTo>
                    <a:lnTo>
                      <a:pt x="310229" y="0"/>
                    </a:lnTo>
                    <a:lnTo>
                      <a:pt x="0" y="310229"/>
                    </a:lnTo>
                    <a:close/>
                  </a:path>
                </a:pathLst>
              </a:custGeom>
              <a:grpFill/>
              <a:ln w="9525" cap="flat">
                <a:noFill/>
                <a:prstDash val="solid"/>
                <a:miter/>
              </a:ln>
            </p:spPr>
            <p:txBody>
              <a:bodyPr rtlCol="0" anchor="ctr"/>
              <a:lstStyle/>
              <a:p>
                <a:endParaRPr lang="en-GB"/>
              </a:p>
            </p:txBody>
          </p:sp>
        </p:grpSp>
      </p:grpSp>
      <p:grpSp>
        <p:nvGrpSpPr>
          <p:cNvPr id="30" name="组合 29">
            <a:extLst>
              <a:ext uri="{FF2B5EF4-FFF2-40B4-BE49-F238E27FC236}">
                <a16:creationId xmlns:a16="http://schemas.microsoft.com/office/drawing/2014/main" id="{9D4EE691-2ECE-4DD1-8E2E-B25AD8F64581}"/>
              </a:ext>
            </a:extLst>
          </p:cNvPr>
          <p:cNvGrpSpPr/>
          <p:nvPr userDrawn="1"/>
        </p:nvGrpSpPr>
        <p:grpSpPr>
          <a:xfrm>
            <a:off x="0" y="-186450"/>
            <a:ext cx="3232530" cy="4114943"/>
            <a:chOff x="-1083009" y="-1005135"/>
            <a:chExt cx="3232530" cy="4114943"/>
          </a:xfrm>
          <a:solidFill>
            <a:schemeClr val="accent1">
              <a:alpha val="50000"/>
            </a:schemeClr>
          </a:solidFill>
        </p:grpSpPr>
        <p:sp>
          <p:nvSpPr>
            <p:cNvPr id="31" name="任意多边形: 形状 30">
              <a:extLst>
                <a:ext uri="{FF2B5EF4-FFF2-40B4-BE49-F238E27FC236}">
                  <a16:creationId xmlns:a16="http://schemas.microsoft.com/office/drawing/2014/main" id="{0B82D7EA-D319-4ECA-81C3-E47D27D3CFD3}"/>
                </a:ext>
              </a:extLst>
            </p:cNvPr>
            <p:cNvSpPr/>
            <p:nvPr/>
          </p:nvSpPr>
          <p:spPr>
            <a:xfrm>
              <a:off x="-1083009" y="-618098"/>
              <a:ext cx="576058" cy="576058"/>
            </a:xfrm>
            <a:custGeom>
              <a:avLst/>
              <a:gdLst>
                <a:gd name="connsiteX0" fmla="*/ 0 w 238029"/>
                <a:gd name="connsiteY0" fmla="*/ 238030 h 238029"/>
                <a:gd name="connsiteX1" fmla="*/ 238030 w 238029"/>
                <a:gd name="connsiteY1" fmla="*/ 0 h 238029"/>
                <a:gd name="connsiteX2" fmla="*/ 0 w 238029"/>
                <a:gd name="connsiteY2" fmla="*/ 0 h 238029"/>
              </a:gdLst>
              <a:ahLst/>
              <a:cxnLst>
                <a:cxn ang="0">
                  <a:pos x="connsiteX0" y="connsiteY0"/>
                </a:cxn>
                <a:cxn ang="0">
                  <a:pos x="connsiteX1" y="connsiteY1"/>
                </a:cxn>
                <a:cxn ang="0">
                  <a:pos x="connsiteX2" y="connsiteY2"/>
                </a:cxn>
              </a:cxnLst>
              <a:rect l="l" t="t" r="r" b="b"/>
              <a:pathLst>
                <a:path w="238029" h="238029">
                  <a:moveTo>
                    <a:pt x="0" y="238030"/>
                  </a:moveTo>
                  <a:lnTo>
                    <a:pt x="238030" y="0"/>
                  </a:lnTo>
                  <a:lnTo>
                    <a:pt x="0" y="0"/>
                  </a:lnTo>
                  <a:close/>
                </a:path>
              </a:pathLst>
            </a:custGeom>
            <a:grpFill/>
            <a:ln w="9525" cap="flat">
              <a:noFill/>
              <a:prstDash val="solid"/>
              <a:miter/>
            </a:ln>
          </p:spPr>
          <p:txBody>
            <a:bodyPr rtlCol="0" anchor="ctr"/>
            <a:lstStyle/>
            <a:p>
              <a:endParaRPr lang="en-GB"/>
            </a:p>
          </p:txBody>
        </p:sp>
        <p:sp>
          <p:nvSpPr>
            <p:cNvPr id="32" name="任意多边形: 形状 31">
              <a:extLst>
                <a:ext uri="{FF2B5EF4-FFF2-40B4-BE49-F238E27FC236}">
                  <a16:creationId xmlns:a16="http://schemas.microsoft.com/office/drawing/2014/main" id="{27F9D4C8-5A9A-4EBC-959E-890DF5051F7C}"/>
                </a:ext>
              </a:extLst>
            </p:cNvPr>
            <p:cNvSpPr/>
            <p:nvPr/>
          </p:nvSpPr>
          <p:spPr>
            <a:xfrm>
              <a:off x="-1083009" y="-583982"/>
              <a:ext cx="381502" cy="1052076"/>
            </a:xfrm>
            <a:custGeom>
              <a:avLst/>
              <a:gdLst>
                <a:gd name="connsiteX0" fmla="*/ 0 w 157638"/>
                <a:gd name="connsiteY0" fmla="*/ 434721 h 434721"/>
                <a:gd name="connsiteX1" fmla="*/ 157639 w 157638"/>
                <a:gd name="connsiteY1" fmla="*/ 277178 h 434721"/>
                <a:gd name="connsiteX2" fmla="*/ 157544 w 157638"/>
                <a:gd name="connsiteY2" fmla="*/ 0 h 434721"/>
                <a:gd name="connsiteX3" fmla="*/ 0 w 157638"/>
                <a:gd name="connsiteY3" fmla="*/ 157544 h 434721"/>
              </a:gdLst>
              <a:ahLst/>
              <a:cxnLst>
                <a:cxn ang="0">
                  <a:pos x="connsiteX0" y="connsiteY0"/>
                </a:cxn>
                <a:cxn ang="0">
                  <a:pos x="connsiteX1" y="connsiteY1"/>
                </a:cxn>
                <a:cxn ang="0">
                  <a:pos x="connsiteX2" y="connsiteY2"/>
                </a:cxn>
                <a:cxn ang="0">
                  <a:pos x="connsiteX3" y="connsiteY3"/>
                </a:cxn>
              </a:cxnLst>
              <a:rect l="l" t="t" r="r" b="b"/>
              <a:pathLst>
                <a:path w="157638" h="434721">
                  <a:moveTo>
                    <a:pt x="0" y="434721"/>
                  </a:moveTo>
                  <a:lnTo>
                    <a:pt x="157639" y="277178"/>
                  </a:lnTo>
                  <a:lnTo>
                    <a:pt x="157544" y="0"/>
                  </a:lnTo>
                  <a:lnTo>
                    <a:pt x="0" y="157544"/>
                  </a:lnTo>
                  <a:close/>
                </a:path>
              </a:pathLst>
            </a:custGeom>
            <a:grpFill/>
            <a:ln w="9525" cap="flat">
              <a:noFill/>
              <a:prstDash val="solid"/>
              <a:miter/>
            </a:ln>
          </p:spPr>
          <p:txBody>
            <a:bodyPr rtlCol="0" anchor="ctr"/>
            <a:lstStyle/>
            <a:p>
              <a:endParaRPr lang="en-GB"/>
            </a:p>
          </p:txBody>
        </p:sp>
        <p:sp>
          <p:nvSpPr>
            <p:cNvPr id="33" name="任意多边形: 形状 32">
              <a:extLst>
                <a:ext uri="{FF2B5EF4-FFF2-40B4-BE49-F238E27FC236}">
                  <a16:creationId xmlns:a16="http://schemas.microsoft.com/office/drawing/2014/main" id="{27E20194-DD3C-442A-836D-8D8A77BAE902}"/>
                </a:ext>
              </a:extLst>
            </p:cNvPr>
            <p:cNvSpPr/>
            <p:nvPr/>
          </p:nvSpPr>
          <p:spPr>
            <a:xfrm>
              <a:off x="-1007170" y="-258493"/>
              <a:ext cx="251954" cy="251954"/>
            </a:xfrm>
            <a:custGeom>
              <a:avLst/>
              <a:gdLst>
                <a:gd name="connsiteX0" fmla="*/ 38291 w 104108"/>
                <a:gd name="connsiteY0" fmla="*/ 104108 h 104108"/>
                <a:gd name="connsiteX1" fmla="*/ 104108 w 104108"/>
                <a:gd name="connsiteY1" fmla="*/ 38291 h 104108"/>
                <a:gd name="connsiteX2" fmla="*/ 104108 w 104108"/>
                <a:gd name="connsiteY2" fmla="*/ 0 h 104108"/>
                <a:gd name="connsiteX3" fmla="*/ 0 w 104108"/>
                <a:gd name="connsiteY3" fmla="*/ 104108 h 104108"/>
              </a:gdLst>
              <a:ahLst/>
              <a:cxnLst>
                <a:cxn ang="0">
                  <a:pos x="connsiteX0" y="connsiteY0"/>
                </a:cxn>
                <a:cxn ang="0">
                  <a:pos x="connsiteX1" y="connsiteY1"/>
                </a:cxn>
                <a:cxn ang="0">
                  <a:pos x="connsiteX2" y="connsiteY2"/>
                </a:cxn>
                <a:cxn ang="0">
                  <a:pos x="connsiteX3" y="connsiteY3"/>
                </a:cxn>
              </a:cxnLst>
              <a:rect l="l" t="t" r="r" b="b"/>
              <a:pathLst>
                <a:path w="104108" h="104108">
                  <a:moveTo>
                    <a:pt x="38291" y="104108"/>
                  </a:moveTo>
                  <a:lnTo>
                    <a:pt x="104108" y="38291"/>
                  </a:lnTo>
                  <a:lnTo>
                    <a:pt x="104108" y="0"/>
                  </a:lnTo>
                  <a:lnTo>
                    <a:pt x="0" y="104108"/>
                  </a:lnTo>
                  <a:close/>
                </a:path>
              </a:pathLst>
            </a:custGeom>
            <a:grpFill/>
            <a:ln w="9525" cap="flat">
              <a:noFill/>
              <a:prstDash val="solid"/>
              <a:miter/>
            </a:ln>
          </p:spPr>
          <p:txBody>
            <a:bodyPr rtlCol="0" anchor="ctr"/>
            <a:lstStyle/>
            <a:p>
              <a:endParaRPr lang="en-GB"/>
            </a:p>
          </p:txBody>
        </p:sp>
        <p:sp>
          <p:nvSpPr>
            <p:cNvPr id="34" name="任意多边形: 形状 33">
              <a:extLst>
                <a:ext uri="{FF2B5EF4-FFF2-40B4-BE49-F238E27FC236}">
                  <a16:creationId xmlns:a16="http://schemas.microsoft.com/office/drawing/2014/main" id="{C596CAE2-AB38-4070-9AC3-11143EED5E65}"/>
                </a:ext>
              </a:extLst>
            </p:cNvPr>
            <p:cNvSpPr/>
            <p:nvPr/>
          </p:nvSpPr>
          <p:spPr>
            <a:xfrm>
              <a:off x="-1083009" y="959555"/>
              <a:ext cx="645905" cy="2150253"/>
            </a:xfrm>
            <a:custGeom>
              <a:avLst/>
              <a:gdLst>
                <a:gd name="connsiteX0" fmla="*/ 0 w 266890"/>
                <a:gd name="connsiteY0" fmla="*/ 888492 h 888491"/>
                <a:gd name="connsiteX1" fmla="*/ 266891 w 266890"/>
                <a:gd name="connsiteY1" fmla="*/ 621602 h 888491"/>
                <a:gd name="connsiteX2" fmla="*/ 266891 w 266890"/>
                <a:gd name="connsiteY2" fmla="*/ 0 h 888491"/>
                <a:gd name="connsiteX3" fmla="*/ 0 w 266890"/>
                <a:gd name="connsiteY3" fmla="*/ 266890 h 888491"/>
              </a:gdLst>
              <a:ahLst/>
              <a:cxnLst>
                <a:cxn ang="0">
                  <a:pos x="connsiteX0" y="connsiteY0"/>
                </a:cxn>
                <a:cxn ang="0">
                  <a:pos x="connsiteX1" y="connsiteY1"/>
                </a:cxn>
                <a:cxn ang="0">
                  <a:pos x="connsiteX2" y="connsiteY2"/>
                </a:cxn>
                <a:cxn ang="0">
                  <a:pos x="connsiteX3" y="connsiteY3"/>
                </a:cxn>
              </a:cxnLst>
              <a:rect l="l" t="t" r="r" b="b"/>
              <a:pathLst>
                <a:path w="266890" h="888491">
                  <a:moveTo>
                    <a:pt x="0" y="888492"/>
                  </a:moveTo>
                  <a:lnTo>
                    <a:pt x="266891" y="621602"/>
                  </a:lnTo>
                  <a:lnTo>
                    <a:pt x="266891" y="0"/>
                  </a:lnTo>
                  <a:lnTo>
                    <a:pt x="0" y="266890"/>
                  </a:lnTo>
                  <a:close/>
                </a:path>
              </a:pathLst>
            </a:custGeom>
            <a:grpFill/>
            <a:ln w="9525" cap="flat">
              <a:noFill/>
              <a:prstDash val="solid"/>
              <a:miter/>
            </a:ln>
          </p:spPr>
          <p:txBody>
            <a:bodyPr rtlCol="0" anchor="ctr"/>
            <a:lstStyle/>
            <a:p>
              <a:endParaRPr lang="en-GB"/>
            </a:p>
          </p:txBody>
        </p:sp>
        <p:sp>
          <p:nvSpPr>
            <p:cNvPr id="35" name="任意多边形: 形状 34">
              <a:extLst>
                <a:ext uri="{FF2B5EF4-FFF2-40B4-BE49-F238E27FC236}">
                  <a16:creationId xmlns:a16="http://schemas.microsoft.com/office/drawing/2014/main" id="{BEF7656F-82AD-4DD5-8BF0-5A5AB6F987A4}"/>
                </a:ext>
              </a:extLst>
            </p:cNvPr>
            <p:cNvSpPr/>
            <p:nvPr/>
          </p:nvSpPr>
          <p:spPr>
            <a:xfrm>
              <a:off x="-812844" y="-878120"/>
              <a:ext cx="222677" cy="222677"/>
            </a:xfrm>
            <a:custGeom>
              <a:avLst/>
              <a:gdLst>
                <a:gd name="connsiteX0" fmla="*/ 33814 w 92011"/>
                <a:gd name="connsiteY0" fmla="*/ 92012 h 92011"/>
                <a:gd name="connsiteX1" fmla="*/ 92011 w 92011"/>
                <a:gd name="connsiteY1" fmla="*/ 33909 h 92011"/>
                <a:gd name="connsiteX2" fmla="*/ 92011 w 92011"/>
                <a:gd name="connsiteY2" fmla="*/ 0 h 92011"/>
                <a:gd name="connsiteX3" fmla="*/ 0 w 92011"/>
                <a:gd name="connsiteY3" fmla="*/ 92012 h 92011"/>
              </a:gdLst>
              <a:ahLst/>
              <a:cxnLst>
                <a:cxn ang="0">
                  <a:pos x="connsiteX0" y="connsiteY0"/>
                </a:cxn>
                <a:cxn ang="0">
                  <a:pos x="connsiteX1" y="connsiteY1"/>
                </a:cxn>
                <a:cxn ang="0">
                  <a:pos x="connsiteX2" y="connsiteY2"/>
                </a:cxn>
                <a:cxn ang="0">
                  <a:pos x="connsiteX3" y="connsiteY3"/>
                </a:cxn>
              </a:cxnLst>
              <a:rect l="l" t="t" r="r" b="b"/>
              <a:pathLst>
                <a:path w="92011" h="92011">
                  <a:moveTo>
                    <a:pt x="33814" y="92012"/>
                  </a:moveTo>
                  <a:lnTo>
                    <a:pt x="92011" y="33909"/>
                  </a:lnTo>
                  <a:lnTo>
                    <a:pt x="92011" y="0"/>
                  </a:lnTo>
                  <a:lnTo>
                    <a:pt x="0" y="92012"/>
                  </a:lnTo>
                  <a:close/>
                </a:path>
              </a:pathLst>
            </a:custGeom>
            <a:grpFill/>
            <a:ln w="9525" cap="flat">
              <a:noFill/>
              <a:prstDash val="solid"/>
              <a:miter/>
            </a:ln>
          </p:spPr>
          <p:txBody>
            <a:bodyPr rtlCol="0" anchor="ctr"/>
            <a:lstStyle/>
            <a:p>
              <a:endParaRPr lang="en-GB"/>
            </a:p>
          </p:txBody>
        </p:sp>
        <p:sp>
          <p:nvSpPr>
            <p:cNvPr id="36" name="任意多边形: 形状 35">
              <a:extLst>
                <a:ext uri="{FF2B5EF4-FFF2-40B4-BE49-F238E27FC236}">
                  <a16:creationId xmlns:a16="http://schemas.microsoft.com/office/drawing/2014/main" id="{2FA13677-8149-4F72-B231-925EF0745867}"/>
                </a:ext>
              </a:extLst>
            </p:cNvPr>
            <p:cNvSpPr/>
            <p:nvPr/>
          </p:nvSpPr>
          <p:spPr>
            <a:xfrm>
              <a:off x="-1083009" y="-725750"/>
              <a:ext cx="1625138" cy="2994864"/>
            </a:xfrm>
            <a:custGeom>
              <a:avLst/>
              <a:gdLst>
                <a:gd name="connsiteX0" fmla="*/ 0 w 671512"/>
                <a:gd name="connsiteY0" fmla="*/ 1237488 h 1237487"/>
                <a:gd name="connsiteX1" fmla="*/ 671513 w 671512"/>
                <a:gd name="connsiteY1" fmla="*/ 565976 h 1237487"/>
                <a:gd name="connsiteX2" fmla="*/ 671513 w 671512"/>
                <a:gd name="connsiteY2" fmla="*/ 0 h 1237487"/>
                <a:gd name="connsiteX3" fmla="*/ 0 w 671512"/>
                <a:gd name="connsiteY3" fmla="*/ 671608 h 1237487"/>
              </a:gdLst>
              <a:ahLst/>
              <a:cxnLst>
                <a:cxn ang="0">
                  <a:pos x="connsiteX0" y="connsiteY0"/>
                </a:cxn>
                <a:cxn ang="0">
                  <a:pos x="connsiteX1" y="connsiteY1"/>
                </a:cxn>
                <a:cxn ang="0">
                  <a:pos x="connsiteX2" y="connsiteY2"/>
                </a:cxn>
                <a:cxn ang="0">
                  <a:pos x="connsiteX3" y="connsiteY3"/>
                </a:cxn>
              </a:cxnLst>
              <a:rect l="l" t="t" r="r" b="b"/>
              <a:pathLst>
                <a:path w="671512" h="1237487">
                  <a:moveTo>
                    <a:pt x="0" y="1237488"/>
                  </a:moveTo>
                  <a:lnTo>
                    <a:pt x="671513" y="565976"/>
                  </a:lnTo>
                  <a:lnTo>
                    <a:pt x="671513" y="0"/>
                  </a:lnTo>
                  <a:lnTo>
                    <a:pt x="0" y="671608"/>
                  </a:lnTo>
                  <a:close/>
                </a:path>
              </a:pathLst>
            </a:custGeom>
            <a:grpFill/>
            <a:ln w="9525" cap="flat">
              <a:noFill/>
              <a:prstDash val="solid"/>
              <a:miter/>
            </a:ln>
          </p:spPr>
          <p:txBody>
            <a:bodyPr rtlCol="0" anchor="ctr"/>
            <a:lstStyle/>
            <a:p>
              <a:endParaRPr lang="en-GB"/>
            </a:p>
          </p:txBody>
        </p:sp>
        <p:sp>
          <p:nvSpPr>
            <p:cNvPr id="37" name="任意多边形: 形状 36">
              <a:extLst>
                <a:ext uri="{FF2B5EF4-FFF2-40B4-BE49-F238E27FC236}">
                  <a16:creationId xmlns:a16="http://schemas.microsoft.com/office/drawing/2014/main" id="{E8B71ED5-264F-46DD-872B-C284AFA45EC2}"/>
                </a:ext>
              </a:extLst>
            </p:cNvPr>
            <p:cNvSpPr/>
            <p:nvPr/>
          </p:nvSpPr>
          <p:spPr>
            <a:xfrm>
              <a:off x="-1083009" y="288292"/>
              <a:ext cx="1508728" cy="1508728"/>
            </a:xfrm>
            <a:custGeom>
              <a:avLst/>
              <a:gdLst>
                <a:gd name="connsiteX0" fmla="*/ 0 w 623411"/>
                <a:gd name="connsiteY0" fmla="*/ 623411 h 623411"/>
                <a:gd name="connsiteX1" fmla="*/ 623411 w 623411"/>
                <a:gd name="connsiteY1" fmla="*/ 0 h 623411"/>
                <a:gd name="connsiteX2" fmla="*/ 211550 w 623411"/>
                <a:gd name="connsiteY2" fmla="*/ 0 h 623411"/>
                <a:gd name="connsiteX3" fmla="*/ 0 w 623411"/>
                <a:gd name="connsiteY3" fmla="*/ 211550 h 623411"/>
              </a:gdLst>
              <a:ahLst/>
              <a:cxnLst>
                <a:cxn ang="0">
                  <a:pos x="connsiteX0" y="connsiteY0"/>
                </a:cxn>
                <a:cxn ang="0">
                  <a:pos x="connsiteX1" y="connsiteY1"/>
                </a:cxn>
                <a:cxn ang="0">
                  <a:pos x="connsiteX2" y="connsiteY2"/>
                </a:cxn>
                <a:cxn ang="0">
                  <a:pos x="connsiteX3" y="connsiteY3"/>
                </a:cxn>
              </a:cxnLst>
              <a:rect l="l" t="t" r="r" b="b"/>
              <a:pathLst>
                <a:path w="623411" h="623411">
                  <a:moveTo>
                    <a:pt x="0" y="623411"/>
                  </a:moveTo>
                  <a:lnTo>
                    <a:pt x="623411" y="0"/>
                  </a:lnTo>
                  <a:lnTo>
                    <a:pt x="211550" y="0"/>
                  </a:lnTo>
                  <a:lnTo>
                    <a:pt x="0" y="211550"/>
                  </a:lnTo>
                  <a:close/>
                </a:path>
              </a:pathLst>
            </a:custGeom>
            <a:grpFill/>
            <a:ln w="9525" cap="flat">
              <a:noFill/>
              <a:prstDash val="solid"/>
              <a:miter/>
            </a:ln>
          </p:spPr>
          <p:txBody>
            <a:bodyPr rtlCol="0" anchor="ctr"/>
            <a:lstStyle/>
            <a:p>
              <a:endParaRPr lang="en-GB"/>
            </a:p>
          </p:txBody>
        </p:sp>
        <p:sp>
          <p:nvSpPr>
            <p:cNvPr id="38" name="任意多边形: 形状 37">
              <a:extLst>
                <a:ext uri="{FF2B5EF4-FFF2-40B4-BE49-F238E27FC236}">
                  <a16:creationId xmlns:a16="http://schemas.microsoft.com/office/drawing/2014/main" id="{99FE1E02-6138-417F-8C8D-159B9D05ADD4}"/>
                </a:ext>
              </a:extLst>
            </p:cNvPr>
            <p:cNvSpPr/>
            <p:nvPr/>
          </p:nvSpPr>
          <p:spPr>
            <a:xfrm>
              <a:off x="-1083009" y="-917999"/>
              <a:ext cx="2160627" cy="2160395"/>
            </a:xfrm>
            <a:custGeom>
              <a:avLst/>
              <a:gdLst>
                <a:gd name="connsiteX0" fmla="*/ 272320 w 892778"/>
                <a:gd name="connsiteY0" fmla="*/ 0 h 892682"/>
                <a:gd name="connsiteX1" fmla="*/ 0 w 892778"/>
                <a:gd name="connsiteY1" fmla="*/ 272320 h 892682"/>
                <a:gd name="connsiteX2" fmla="*/ 0 w 892778"/>
                <a:gd name="connsiteY2" fmla="*/ 892683 h 892682"/>
                <a:gd name="connsiteX3" fmla="*/ 892778 w 892778"/>
                <a:gd name="connsiteY3" fmla="*/ 0 h 892682"/>
              </a:gdLst>
              <a:ahLst/>
              <a:cxnLst>
                <a:cxn ang="0">
                  <a:pos x="connsiteX0" y="connsiteY0"/>
                </a:cxn>
                <a:cxn ang="0">
                  <a:pos x="connsiteX1" y="connsiteY1"/>
                </a:cxn>
                <a:cxn ang="0">
                  <a:pos x="connsiteX2" y="connsiteY2"/>
                </a:cxn>
                <a:cxn ang="0">
                  <a:pos x="connsiteX3" y="connsiteY3"/>
                </a:cxn>
              </a:cxnLst>
              <a:rect l="l" t="t" r="r" b="b"/>
              <a:pathLst>
                <a:path w="892778" h="892682">
                  <a:moveTo>
                    <a:pt x="272320" y="0"/>
                  </a:moveTo>
                  <a:lnTo>
                    <a:pt x="0" y="272320"/>
                  </a:lnTo>
                  <a:lnTo>
                    <a:pt x="0" y="892683"/>
                  </a:lnTo>
                  <a:lnTo>
                    <a:pt x="892778" y="0"/>
                  </a:lnTo>
                  <a:close/>
                </a:path>
              </a:pathLst>
            </a:custGeom>
            <a:grpFill/>
            <a:ln w="9525" cap="flat">
              <a:noFill/>
              <a:prstDash val="solid"/>
              <a:miter/>
            </a:ln>
          </p:spPr>
          <p:txBody>
            <a:bodyPr rtlCol="0" anchor="ctr"/>
            <a:lstStyle/>
            <a:p>
              <a:endParaRPr lang="en-GB"/>
            </a:p>
          </p:txBody>
        </p:sp>
        <p:sp>
          <p:nvSpPr>
            <p:cNvPr id="39" name="任意多边形: 形状 38">
              <a:extLst>
                <a:ext uri="{FF2B5EF4-FFF2-40B4-BE49-F238E27FC236}">
                  <a16:creationId xmlns:a16="http://schemas.microsoft.com/office/drawing/2014/main" id="{DC40CF76-6318-4A7B-A1E5-B61D3CD47322}"/>
                </a:ext>
              </a:extLst>
            </p:cNvPr>
            <p:cNvSpPr/>
            <p:nvPr/>
          </p:nvSpPr>
          <p:spPr>
            <a:xfrm>
              <a:off x="870616" y="-617868"/>
              <a:ext cx="597728" cy="597728"/>
            </a:xfrm>
            <a:custGeom>
              <a:avLst/>
              <a:gdLst>
                <a:gd name="connsiteX0" fmla="*/ 156115 w 246983"/>
                <a:gd name="connsiteY0" fmla="*/ 0 h 246983"/>
                <a:gd name="connsiteX1" fmla="*/ 0 w 246983"/>
                <a:gd name="connsiteY1" fmla="*/ 156210 h 246983"/>
                <a:gd name="connsiteX2" fmla="*/ 0 w 246983"/>
                <a:gd name="connsiteY2" fmla="*/ 246983 h 246983"/>
                <a:gd name="connsiteX3" fmla="*/ 246983 w 246983"/>
                <a:gd name="connsiteY3" fmla="*/ 0 h 246983"/>
              </a:gdLst>
              <a:ahLst/>
              <a:cxnLst>
                <a:cxn ang="0">
                  <a:pos x="connsiteX0" y="connsiteY0"/>
                </a:cxn>
                <a:cxn ang="0">
                  <a:pos x="connsiteX1" y="connsiteY1"/>
                </a:cxn>
                <a:cxn ang="0">
                  <a:pos x="connsiteX2" y="connsiteY2"/>
                </a:cxn>
                <a:cxn ang="0">
                  <a:pos x="connsiteX3" y="connsiteY3"/>
                </a:cxn>
              </a:cxnLst>
              <a:rect l="l" t="t" r="r" b="b"/>
              <a:pathLst>
                <a:path w="246983" h="246983">
                  <a:moveTo>
                    <a:pt x="156115" y="0"/>
                  </a:moveTo>
                  <a:lnTo>
                    <a:pt x="0" y="156210"/>
                  </a:lnTo>
                  <a:lnTo>
                    <a:pt x="0" y="246983"/>
                  </a:lnTo>
                  <a:lnTo>
                    <a:pt x="246983" y="0"/>
                  </a:lnTo>
                  <a:close/>
                </a:path>
              </a:pathLst>
            </a:custGeom>
            <a:grpFill/>
            <a:ln w="9525" cap="flat">
              <a:noFill/>
              <a:prstDash val="solid"/>
              <a:miter/>
            </a:ln>
          </p:spPr>
          <p:txBody>
            <a:bodyPr rtlCol="0" anchor="ctr"/>
            <a:lstStyle/>
            <a:p>
              <a:endParaRPr lang="en-GB"/>
            </a:p>
          </p:txBody>
        </p:sp>
        <p:sp>
          <p:nvSpPr>
            <p:cNvPr id="40" name="任意多边形: 形状 39">
              <a:extLst>
                <a:ext uri="{FF2B5EF4-FFF2-40B4-BE49-F238E27FC236}">
                  <a16:creationId xmlns:a16="http://schemas.microsoft.com/office/drawing/2014/main" id="{97793644-CF02-4CFC-B078-0300116E5447}"/>
                </a:ext>
              </a:extLst>
            </p:cNvPr>
            <p:cNvSpPr/>
            <p:nvPr/>
          </p:nvSpPr>
          <p:spPr>
            <a:xfrm>
              <a:off x="332820" y="-891491"/>
              <a:ext cx="156519" cy="156289"/>
            </a:xfrm>
            <a:custGeom>
              <a:avLst/>
              <a:gdLst>
                <a:gd name="connsiteX0" fmla="*/ 40958 w 64674"/>
                <a:gd name="connsiteY0" fmla="*/ 0 h 64579"/>
                <a:gd name="connsiteX1" fmla="*/ 0 w 64674"/>
                <a:gd name="connsiteY1" fmla="*/ 40862 h 64579"/>
                <a:gd name="connsiteX2" fmla="*/ 0 w 64674"/>
                <a:gd name="connsiteY2" fmla="*/ 64580 h 64579"/>
                <a:gd name="connsiteX3" fmla="*/ 64675 w 64674"/>
                <a:gd name="connsiteY3" fmla="*/ 0 h 64579"/>
              </a:gdLst>
              <a:ahLst/>
              <a:cxnLst>
                <a:cxn ang="0">
                  <a:pos x="connsiteX0" y="connsiteY0"/>
                </a:cxn>
                <a:cxn ang="0">
                  <a:pos x="connsiteX1" y="connsiteY1"/>
                </a:cxn>
                <a:cxn ang="0">
                  <a:pos x="connsiteX2" y="connsiteY2"/>
                </a:cxn>
                <a:cxn ang="0">
                  <a:pos x="connsiteX3" y="connsiteY3"/>
                </a:cxn>
              </a:cxnLst>
              <a:rect l="l" t="t" r="r" b="b"/>
              <a:pathLst>
                <a:path w="64674" h="64579">
                  <a:moveTo>
                    <a:pt x="40958" y="0"/>
                  </a:moveTo>
                  <a:lnTo>
                    <a:pt x="0" y="40862"/>
                  </a:lnTo>
                  <a:lnTo>
                    <a:pt x="0" y="64580"/>
                  </a:lnTo>
                  <a:lnTo>
                    <a:pt x="64675" y="0"/>
                  </a:lnTo>
                  <a:close/>
                </a:path>
              </a:pathLst>
            </a:custGeom>
            <a:grpFill/>
            <a:ln w="9525" cap="flat">
              <a:noFill/>
              <a:prstDash val="solid"/>
              <a:miter/>
            </a:ln>
          </p:spPr>
          <p:txBody>
            <a:bodyPr rtlCol="0" anchor="ctr"/>
            <a:lstStyle/>
            <a:p>
              <a:endParaRPr lang="en-GB"/>
            </a:p>
          </p:txBody>
        </p:sp>
        <p:sp>
          <p:nvSpPr>
            <p:cNvPr id="41" name="任意多边形: 形状 40">
              <a:extLst>
                <a:ext uri="{FF2B5EF4-FFF2-40B4-BE49-F238E27FC236}">
                  <a16:creationId xmlns:a16="http://schemas.microsoft.com/office/drawing/2014/main" id="{8BF5CD80-E38C-4590-A0C1-A940432FE654}"/>
                </a:ext>
              </a:extLst>
            </p:cNvPr>
            <p:cNvSpPr/>
            <p:nvPr/>
          </p:nvSpPr>
          <p:spPr>
            <a:xfrm>
              <a:off x="-1083009" y="-917999"/>
              <a:ext cx="577672" cy="2371551"/>
            </a:xfrm>
            <a:custGeom>
              <a:avLst/>
              <a:gdLst>
                <a:gd name="connsiteX0" fmla="*/ 95441 w 238696"/>
                <a:gd name="connsiteY0" fmla="*/ 0 h 979932"/>
                <a:gd name="connsiteX1" fmla="*/ 0 w 238696"/>
                <a:gd name="connsiteY1" fmla="*/ 95345 h 979932"/>
                <a:gd name="connsiteX2" fmla="*/ 0 w 238696"/>
                <a:gd name="connsiteY2" fmla="*/ 979932 h 979932"/>
                <a:gd name="connsiteX3" fmla="*/ 238697 w 238696"/>
                <a:gd name="connsiteY3" fmla="*/ 741236 h 979932"/>
                <a:gd name="connsiteX4" fmla="*/ 238697 w 238696"/>
                <a:gd name="connsiteY4" fmla="*/ 0 h 9799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96" h="979932">
                  <a:moveTo>
                    <a:pt x="95441" y="0"/>
                  </a:moveTo>
                  <a:lnTo>
                    <a:pt x="0" y="95345"/>
                  </a:lnTo>
                  <a:lnTo>
                    <a:pt x="0" y="979932"/>
                  </a:lnTo>
                  <a:lnTo>
                    <a:pt x="238697" y="741236"/>
                  </a:lnTo>
                  <a:lnTo>
                    <a:pt x="238697" y="0"/>
                  </a:lnTo>
                  <a:close/>
                </a:path>
              </a:pathLst>
            </a:custGeom>
            <a:grpFill/>
            <a:ln w="9525" cap="flat">
              <a:noFill/>
              <a:prstDash val="solid"/>
              <a:miter/>
            </a:ln>
          </p:spPr>
          <p:txBody>
            <a:bodyPr rtlCol="0" anchor="ctr"/>
            <a:lstStyle/>
            <a:p>
              <a:endParaRPr lang="en-GB"/>
            </a:p>
          </p:txBody>
        </p:sp>
        <p:sp>
          <p:nvSpPr>
            <p:cNvPr id="42" name="任意多边形: 形状 41">
              <a:extLst>
                <a:ext uri="{FF2B5EF4-FFF2-40B4-BE49-F238E27FC236}">
                  <a16:creationId xmlns:a16="http://schemas.microsoft.com/office/drawing/2014/main" id="{C935EFC7-9A26-424B-8189-E4F4C086B192}"/>
                </a:ext>
              </a:extLst>
            </p:cNvPr>
            <p:cNvSpPr/>
            <p:nvPr/>
          </p:nvSpPr>
          <p:spPr>
            <a:xfrm>
              <a:off x="-1059727" y="-917999"/>
              <a:ext cx="372974" cy="82294"/>
            </a:xfrm>
            <a:custGeom>
              <a:avLst/>
              <a:gdLst>
                <a:gd name="connsiteX0" fmla="*/ 34004 w 154114"/>
                <a:gd name="connsiteY0" fmla="*/ 0 h 34004"/>
                <a:gd name="connsiteX1" fmla="*/ 0 w 154114"/>
                <a:gd name="connsiteY1" fmla="*/ 34004 h 34004"/>
                <a:gd name="connsiteX2" fmla="*/ 120110 w 154114"/>
                <a:gd name="connsiteY2" fmla="*/ 34004 h 34004"/>
                <a:gd name="connsiteX3" fmla="*/ 154115 w 154114"/>
                <a:gd name="connsiteY3" fmla="*/ 0 h 34004"/>
              </a:gdLst>
              <a:ahLst/>
              <a:cxnLst>
                <a:cxn ang="0">
                  <a:pos x="connsiteX0" y="connsiteY0"/>
                </a:cxn>
                <a:cxn ang="0">
                  <a:pos x="connsiteX1" y="connsiteY1"/>
                </a:cxn>
                <a:cxn ang="0">
                  <a:pos x="connsiteX2" y="connsiteY2"/>
                </a:cxn>
                <a:cxn ang="0">
                  <a:pos x="connsiteX3" y="connsiteY3"/>
                </a:cxn>
              </a:cxnLst>
              <a:rect l="l" t="t" r="r" b="b"/>
              <a:pathLst>
                <a:path w="154114" h="34004">
                  <a:moveTo>
                    <a:pt x="34004" y="0"/>
                  </a:moveTo>
                  <a:lnTo>
                    <a:pt x="0" y="34004"/>
                  </a:lnTo>
                  <a:lnTo>
                    <a:pt x="120110" y="34004"/>
                  </a:lnTo>
                  <a:lnTo>
                    <a:pt x="154115" y="0"/>
                  </a:lnTo>
                  <a:close/>
                </a:path>
              </a:pathLst>
            </a:custGeom>
            <a:grpFill/>
            <a:ln w="9525" cap="flat">
              <a:noFill/>
              <a:prstDash val="solid"/>
              <a:miter/>
            </a:ln>
          </p:spPr>
          <p:txBody>
            <a:bodyPr rtlCol="0" anchor="ctr"/>
            <a:lstStyle/>
            <a:p>
              <a:endParaRPr lang="en-GB"/>
            </a:p>
          </p:txBody>
        </p:sp>
        <p:sp>
          <p:nvSpPr>
            <p:cNvPr id="43" name="任意多边形: 形状 42">
              <a:extLst>
                <a:ext uri="{FF2B5EF4-FFF2-40B4-BE49-F238E27FC236}">
                  <a16:creationId xmlns:a16="http://schemas.microsoft.com/office/drawing/2014/main" id="{41F30919-0695-469A-BF81-A4E7E6A76005}"/>
                </a:ext>
              </a:extLst>
            </p:cNvPr>
            <p:cNvSpPr/>
            <p:nvPr/>
          </p:nvSpPr>
          <p:spPr>
            <a:xfrm>
              <a:off x="-794403" y="-917999"/>
              <a:ext cx="1330537" cy="425532"/>
            </a:xfrm>
            <a:custGeom>
              <a:avLst/>
              <a:gdLst>
                <a:gd name="connsiteX0" fmla="*/ 175927 w 549782"/>
                <a:gd name="connsiteY0" fmla="*/ 0 h 175831"/>
                <a:gd name="connsiteX1" fmla="*/ 0 w 549782"/>
                <a:gd name="connsiteY1" fmla="*/ 175832 h 175831"/>
                <a:gd name="connsiteX2" fmla="*/ 373856 w 549782"/>
                <a:gd name="connsiteY2" fmla="*/ 175832 h 175831"/>
                <a:gd name="connsiteX3" fmla="*/ 549783 w 549782"/>
                <a:gd name="connsiteY3" fmla="*/ 0 h 175831"/>
              </a:gdLst>
              <a:ahLst/>
              <a:cxnLst>
                <a:cxn ang="0">
                  <a:pos x="connsiteX0" y="connsiteY0"/>
                </a:cxn>
                <a:cxn ang="0">
                  <a:pos x="connsiteX1" y="connsiteY1"/>
                </a:cxn>
                <a:cxn ang="0">
                  <a:pos x="connsiteX2" y="connsiteY2"/>
                </a:cxn>
                <a:cxn ang="0">
                  <a:pos x="connsiteX3" y="connsiteY3"/>
                </a:cxn>
              </a:cxnLst>
              <a:rect l="l" t="t" r="r" b="b"/>
              <a:pathLst>
                <a:path w="549782" h="175831">
                  <a:moveTo>
                    <a:pt x="175927" y="0"/>
                  </a:moveTo>
                  <a:lnTo>
                    <a:pt x="0" y="175832"/>
                  </a:lnTo>
                  <a:lnTo>
                    <a:pt x="373856" y="175832"/>
                  </a:lnTo>
                  <a:lnTo>
                    <a:pt x="549783" y="0"/>
                  </a:lnTo>
                  <a:close/>
                </a:path>
              </a:pathLst>
            </a:custGeom>
            <a:grpFill/>
            <a:ln w="9525" cap="flat">
              <a:noFill/>
              <a:prstDash val="solid"/>
              <a:miter/>
            </a:ln>
          </p:spPr>
          <p:txBody>
            <a:bodyPr rtlCol="0" anchor="ctr"/>
            <a:lstStyle/>
            <a:p>
              <a:endParaRPr lang="en-GB"/>
            </a:p>
          </p:txBody>
        </p:sp>
        <p:sp>
          <p:nvSpPr>
            <p:cNvPr id="44" name="任意多边形: 形状 43">
              <a:extLst>
                <a:ext uri="{FF2B5EF4-FFF2-40B4-BE49-F238E27FC236}">
                  <a16:creationId xmlns:a16="http://schemas.microsoft.com/office/drawing/2014/main" id="{5D7E8E92-CDFC-419C-8CB5-D0069207C25F}"/>
                </a:ext>
              </a:extLst>
            </p:cNvPr>
            <p:cNvSpPr/>
            <p:nvPr/>
          </p:nvSpPr>
          <p:spPr>
            <a:xfrm>
              <a:off x="1265490" y="-917999"/>
              <a:ext cx="675181" cy="675181"/>
            </a:xfrm>
            <a:custGeom>
              <a:avLst/>
              <a:gdLst>
                <a:gd name="connsiteX0" fmla="*/ 0 w 278987"/>
                <a:gd name="connsiteY0" fmla="*/ 0 h 278987"/>
                <a:gd name="connsiteX1" fmla="*/ 0 w 278987"/>
                <a:gd name="connsiteY1" fmla="*/ 278987 h 278987"/>
                <a:gd name="connsiteX2" fmla="*/ 278987 w 278987"/>
                <a:gd name="connsiteY2" fmla="*/ 0 h 278987"/>
              </a:gdLst>
              <a:ahLst/>
              <a:cxnLst>
                <a:cxn ang="0">
                  <a:pos x="connsiteX0" y="connsiteY0"/>
                </a:cxn>
                <a:cxn ang="0">
                  <a:pos x="connsiteX1" y="connsiteY1"/>
                </a:cxn>
                <a:cxn ang="0">
                  <a:pos x="connsiteX2" y="connsiteY2"/>
                </a:cxn>
              </a:cxnLst>
              <a:rect l="l" t="t" r="r" b="b"/>
              <a:pathLst>
                <a:path w="278987" h="278987">
                  <a:moveTo>
                    <a:pt x="0" y="0"/>
                  </a:moveTo>
                  <a:lnTo>
                    <a:pt x="0" y="278987"/>
                  </a:lnTo>
                  <a:lnTo>
                    <a:pt x="278987" y="0"/>
                  </a:lnTo>
                  <a:close/>
                </a:path>
              </a:pathLst>
            </a:custGeom>
            <a:grpFill/>
            <a:ln w="9525" cap="flat">
              <a:noFill/>
              <a:prstDash val="solid"/>
              <a:miter/>
            </a:ln>
          </p:spPr>
          <p:txBody>
            <a:bodyPr rtlCol="0" anchor="ctr"/>
            <a:lstStyle/>
            <a:p>
              <a:endParaRPr lang="en-GB"/>
            </a:p>
          </p:txBody>
        </p:sp>
        <p:sp>
          <p:nvSpPr>
            <p:cNvPr id="45" name="任意多边形: 形状 44">
              <a:extLst>
                <a:ext uri="{FF2B5EF4-FFF2-40B4-BE49-F238E27FC236}">
                  <a16:creationId xmlns:a16="http://schemas.microsoft.com/office/drawing/2014/main" id="{FBB10ADC-848B-4227-859E-4199909AFE19}"/>
                </a:ext>
              </a:extLst>
            </p:cNvPr>
            <p:cNvSpPr/>
            <p:nvPr/>
          </p:nvSpPr>
          <p:spPr>
            <a:xfrm>
              <a:off x="-1083009" y="-614180"/>
              <a:ext cx="777068" cy="776838"/>
            </a:xfrm>
            <a:custGeom>
              <a:avLst/>
              <a:gdLst>
                <a:gd name="connsiteX0" fmla="*/ 0 w 321087"/>
                <a:gd name="connsiteY0" fmla="*/ 320993 h 320992"/>
                <a:gd name="connsiteX1" fmla="*/ 321088 w 321087"/>
                <a:gd name="connsiteY1" fmla="*/ 0 h 320992"/>
                <a:gd name="connsiteX2" fmla="*/ 200692 w 321087"/>
                <a:gd name="connsiteY2" fmla="*/ 0 h 320992"/>
                <a:gd name="connsiteX3" fmla="*/ 0 w 321087"/>
                <a:gd name="connsiteY3" fmla="*/ 200692 h 320992"/>
              </a:gdLst>
              <a:ahLst/>
              <a:cxnLst>
                <a:cxn ang="0">
                  <a:pos x="connsiteX0" y="connsiteY0"/>
                </a:cxn>
                <a:cxn ang="0">
                  <a:pos x="connsiteX1" y="connsiteY1"/>
                </a:cxn>
                <a:cxn ang="0">
                  <a:pos x="connsiteX2" y="connsiteY2"/>
                </a:cxn>
                <a:cxn ang="0">
                  <a:pos x="connsiteX3" y="connsiteY3"/>
                </a:cxn>
              </a:cxnLst>
              <a:rect l="l" t="t" r="r" b="b"/>
              <a:pathLst>
                <a:path w="321087" h="320992">
                  <a:moveTo>
                    <a:pt x="0" y="320993"/>
                  </a:moveTo>
                  <a:lnTo>
                    <a:pt x="321088" y="0"/>
                  </a:lnTo>
                  <a:lnTo>
                    <a:pt x="200692" y="0"/>
                  </a:lnTo>
                  <a:lnTo>
                    <a:pt x="0" y="200692"/>
                  </a:lnTo>
                  <a:close/>
                </a:path>
              </a:pathLst>
            </a:custGeom>
            <a:grpFill/>
            <a:ln w="9525" cap="flat">
              <a:noFill/>
              <a:prstDash val="solid"/>
              <a:miter/>
            </a:ln>
          </p:spPr>
          <p:txBody>
            <a:bodyPr rtlCol="0" anchor="ctr"/>
            <a:lstStyle/>
            <a:p>
              <a:endParaRPr lang="en-GB"/>
            </a:p>
          </p:txBody>
        </p:sp>
        <p:sp>
          <p:nvSpPr>
            <p:cNvPr id="46" name="任意多边形: 形状 45">
              <a:extLst>
                <a:ext uri="{FF2B5EF4-FFF2-40B4-BE49-F238E27FC236}">
                  <a16:creationId xmlns:a16="http://schemas.microsoft.com/office/drawing/2014/main" id="{BF21E6A6-38FD-4ADA-B8B9-7105A6D38BA8}"/>
                </a:ext>
              </a:extLst>
            </p:cNvPr>
            <p:cNvSpPr/>
            <p:nvPr/>
          </p:nvSpPr>
          <p:spPr>
            <a:xfrm>
              <a:off x="-875774" y="-917999"/>
              <a:ext cx="1385863" cy="1385631"/>
            </a:xfrm>
            <a:custGeom>
              <a:avLst/>
              <a:gdLst>
                <a:gd name="connsiteX0" fmla="*/ 312420 w 572643"/>
                <a:gd name="connsiteY0" fmla="*/ 0 h 572547"/>
                <a:gd name="connsiteX1" fmla="*/ 0 w 572643"/>
                <a:gd name="connsiteY1" fmla="*/ 312325 h 572547"/>
                <a:gd name="connsiteX2" fmla="*/ 0 w 572643"/>
                <a:gd name="connsiteY2" fmla="*/ 572548 h 572547"/>
                <a:gd name="connsiteX3" fmla="*/ 572643 w 572643"/>
                <a:gd name="connsiteY3" fmla="*/ 0 h 572547"/>
              </a:gdLst>
              <a:ahLst/>
              <a:cxnLst>
                <a:cxn ang="0">
                  <a:pos x="connsiteX0" y="connsiteY0"/>
                </a:cxn>
                <a:cxn ang="0">
                  <a:pos x="connsiteX1" y="connsiteY1"/>
                </a:cxn>
                <a:cxn ang="0">
                  <a:pos x="connsiteX2" y="connsiteY2"/>
                </a:cxn>
                <a:cxn ang="0">
                  <a:pos x="connsiteX3" y="connsiteY3"/>
                </a:cxn>
              </a:cxnLst>
              <a:rect l="l" t="t" r="r" b="b"/>
              <a:pathLst>
                <a:path w="572643" h="572547">
                  <a:moveTo>
                    <a:pt x="312420" y="0"/>
                  </a:moveTo>
                  <a:lnTo>
                    <a:pt x="0" y="312325"/>
                  </a:lnTo>
                  <a:lnTo>
                    <a:pt x="0" y="572548"/>
                  </a:lnTo>
                  <a:lnTo>
                    <a:pt x="572643" y="0"/>
                  </a:lnTo>
                  <a:close/>
                </a:path>
              </a:pathLst>
            </a:custGeom>
            <a:grpFill/>
            <a:ln w="9525" cap="flat">
              <a:noFill/>
              <a:prstDash val="solid"/>
              <a:miter/>
            </a:ln>
          </p:spPr>
          <p:txBody>
            <a:bodyPr rtlCol="0" anchor="ctr"/>
            <a:lstStyle/>
            <a:p>
              <a:endParaRPr lang="en-GB"/>
            </a:p>
          </p:txBody>
        </p:sp>
        <p:sp>
          <p:nvSpPr>
            <p:cNvPr id="47" name="任意多边形: 形状 46">
              <a:extLst>
                <a:ext uri="{FF2B5EF4-FFF2-40B4-BE49-F238E27FC236}">
                  <a16:creationId xmlns:a16="http://schemas.microsoft.com/office/drawing/2014/main" id="{53C71421-A6FF-4475-ADFB-E5F6D5A8AD21}"/>
                </a:ext>
              </a:extLst>
            </p:cNvPr>
            <p:cNvSpPr/>
            <p:nvPr/>
          </p:nvSpPr>
          <p:spPr>
            <a:xfrm>
              <a:off x="1582221" y="-1005135"/>
              <a:ext cx="567300" cy="567300"/>
            </a:xfrm>
            <a:custGeom>
              <a:avLst/>
              <a:gdLst>
                <a:gd name="connsiteX0" fmla="*/ 94583 w 234410"/>
                <a:gd name="connsiteY0" fmla="*/ 0 h 234410"/>
                <a:gd name="connsiteX1" fmla="*/ 0 w 234410"/>
                <a:gd name="connsiteY1" fmla="*/ 94583 h 234410"/>
                <a:gd name="connsiteX2" fmla="*/ 0 w 234410"/>
                <a:gd name="connsiteY2" fmla="*/ 234410 h 234410"/>
                <a:gd name="connsiteX3" fmla="*/ 234410 w 234410"/>
                <a:gd name="connsiteY3" fmla="*/ 0 h 234410"/>
              </a:gdLst>
              <a:ahLst/>
              <a:cxnLst>
                <a:cxn ang="0">
                  <a:pos x="connsiteX0" y="connsiteY0"/>
                </a:cxn>
                <a:cxn ang="0">
                  <a:pos x="connsiteX1" y="connsiteY1"/>
                </a:cxn>
                <a:cxn ang="0">
                  <a:pos x="connsiteX2" y="connsiteY2"/>
                </a:cxn>
                <a:cxn ang="0">
                  <a:pos x="connsiteX3" y="connsiteY3"/>
                </a:cxn>
              </a:cxnLst>
              <a:rect l="l" t="t" r="r" b="b"/>
              <a:pathLst>
                <a:path w="234410" h="234410">
                  <a:moveTo>
                    <a:pt x="94583" y="0"/>
                  </a:moveTo>
                  <a:lnTo>
                    <a:pt x="0" y="94583"/>
                  </a:lnTo>
                  <a:lnTo>
                    <a:pt x="0" y="234410"/>
                  </a:lnTo>
                  <a:lnTo>
                    <a:pt x="234410" y="0"/>
                  </a:lnTo>
                  <a:close/>
                </a:path>
              </a:pathLst>
            </a:custGeom>
            <a:grpFill/>
            <a:ln w="9525" cap="flat">
              <a:noFill/>
              <a:prstDash val="solid"/>
              <a:miter/>
            </a:ln>
          </p:spPr>
          <p:txBody>
            <a:bodyPr rtlCol="0" anchor="ctr"/>
            <a:lstStyle/>
            <a:p>
              <a:endParaRPr lang="en-GB"/>
            </a:p>
          </p:txBody>
        </p:sp>
      </p:grpSp>
      <p:sp>
        <p:nvSpPr>
          <p:cNvPr id="7" name="文本占位符 6">
            <a:extLst>
              <a:ext uri="{FF2B5EF4-FFF2-40B4-BE49-F238E27FC236}">
                <a16:creationId xmlns:a16="http://schemas.microsoft.com/office/drawing/2014/main" id="{C2320649-ACD7-42E9-A261-E6ED46ACB452}"/>
              </a:ext>
            </a:extLst>
          </p:cNvPr>
          <p:cNvSpPr>
            <a:spLocks noGrp="1"/>
          </p:cNvSpPr>
          <p:nvPr>
            <p:ph type="body" sz="quarter" idx="13"/>
          </p:nvPr>
        </p:nvSpPr>
        <p:spPr>
          <a:xfrm>
            <a:off x="1953624" y="1777424"/>
            <a:ext cx="9565275" cy="1643062"/>
          </a:xfrm>
        </p:spPr>
        <p:txBody>
          <a:bodyPr vert="horz" lIns="91440" tIns="45720" rIns="91440" bIns="45720" rtlCol="0" anchor="b">
            <a:normAutofit/>
          </a:bodyPr>
          <a:lstStyle>
            <a:lvl1pPr marL="0" indent="0">
              <a:buNone/>
              <a:defRPr lang="en-US" altLang="zh-CN" sz="4400" b="1" smtClean="0">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en-US" altLang="zh-CN" dirty="0"/>
              <a:t>Click to edit Master text styles</a:t>
            </a:r>
          </a:p>
        </p:txBody>
      </p:sp>
      <p:sp>
        <p:nvSpPr>
          <p:cNvPr id="8" name="文本占位符 7">
            <a:extLst>
              <a:ext uri="{FF2B5EF4-FFF2-40B4-BE49-F238E27FC236}">
                <a16:creationId xmlns:a16="http://schemas.microsoft.com/office/drawing/2014/main" id="{DC428848-58C6-4501-8214-B803889F273E}"/>
              </a:ext>
            </a:extLst>
          </p:cNvPr>
          <p:cNvSpPr>
            <a:spLocks noGrp="1"/>
          </p:cNvSpPr>
          <p:nvPr>
            <p:ph type="body" sz="quarter" idx="14" hasCustomPrompt="1"/>
          </p:nvPr>
        </p:nvSpPr>
        <p:spPr>
          <a:xfrm>
            <a:off x="1953624" y="5558378"/>
            <a:ext cx="9565275"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A01EED25-4D2A-435D-A5F9-01DCC2F07486}"/>
              </a:ext>
            </a:extLst>
          </p:cNvPr>
          <p:cNvSpPr>
            <a:spLocks noGrp="1"/>
          </p:cNvSpPr>
          <p:nvPr>
            <p:ph type="body" sz="quarter" idx="15" hasCustomPrompt="1"/>
          </p:nvPr>
        </p:nvSpPr>
        <p:spPr>
          <a:xfrm>
            <a:off x="1953624" y="5854649"/>
            <a:ext cx="9565275"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Tree>
    <p:extLst>
      <p:ext uri="{BB962C8B-B14F-4D97-AF65-F5344CB8AC3E}">
        <p14:creationId xmlns:p14="http://schemas.microsoft.com/office/powerpoint/2010/main" val="3444805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A0788CC9-69FA-4EED-A250-9640AD4A90AF}" type="datetimeFigureOut">
              <a:rPr lang="zh-CN" altLang="en-US" smtClean="0"/>
              <a:t>2025/5/21</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9A63AC07-663C-4C26-9A8C-560590F39D90}" type="slidenum">
              <a:rPr lang="zh-CN" altLang="en-US" smtClean="0"/>
              <a:t>‹#›</a:t>
            </a:fld>
            <a:endParaRPr lang="zh-CN" altLang="en-US"/>
          </a:p>
        </p:txBody>
      </p:sp>
    </p:spTree>
    <p:extLst>
      <p:ext uri="{BB962C8B-B14F-4D97-AF65-F5344CB8AC3E}">
        <p14:creationId xmlns:p14="http://schemas.microsoft.com/office/powerpoint/2010/main" val="2488851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307103-D92B-4D3C-B386-9FD58793CACA}"/>
              </a:ext>
            </a:extLst>
          </p:cNvPr>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354"/>
            <a:r>
              <a:rPr lang="en-US" altLang="zh-CN"/>
              <a:t>Click to edit Master title style</a:t>
            </a:r>
            <a:endParaRPr lang="zh-CN" altLang="en-US" dirty="0"/>
          </a:p>
        </p:txBody>
      </p:sp>
      <p:sp>
        <p:nvSpPr>
          <p:cNvPr id="3" name="文本占位符 2">
            <a:extLst>
              <a:ext uri="{FF2B5EF4-FFF2-40B4-BE49-F238E27FC236}">
                <a16:creationId xmlns:a16="http://schemas.microsoft.com/office/drawing/2014/main" id="{0F8920D0-E0E5-40BB-AEDA-3D7A0909240E}"/>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a:extLst>
              <a:ext uri="{FF2B5EF4-FFF2-40B4-BE49-F238E27FC236}">
                <a16:creationId xmlns:a16="http://schemas.microsoft.com/office/drawing/2014/main" id="{0C12D871-753D-4991-B44B-EFAE9F8682B5}"/>
              </a:ext>
            </a:extLst>
          </p:cNvPr>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2025/5/21</a:t>
            </a:fld>
            <a:endParaRPr lang="en-US" altLang="zh-CN"/>
          </a:p>
        </p:txBody>
      </p:sp>
      <p:sp>
        <p:nvSpPr>
          <p:cNvPr id="6" name="灯片编号占位符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4" r:id="rId5"/>
    <p:sldLayoutId id="2147483655" r:id="rId6"/>
    <p:sldLayoutId id="2147483656" r:id="rId7"/>
    <p:sldLayoutId id="2147483658" r:id="rId8"/>
  </p:sldLayoutIdLs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hemeOverride" Target="../theme/themeOverride5.xml"/></Relationships>
</file>

<file path=ppt/slides/_rels/slide18.xml.rels><?xml version="1.0" encoding="UTF-8" standalone="yes"?>
<Relationships xmlns="http://schemas.openxmlformats.org/package/2006/relationships"><Relationship Id="rId3" Type="http://schemas.openxmlformats.org/officeDocument/2006/relationships/hyperlink" Target="https://www.bilibili.com/video/BV1A94y117tS" TargetMode="External"/><Relationship Id="rId2" Type="http://schemas.openxmlformats.org/officeDocument/2006/relationships/hyperlink" Target="https://www.bilibili.com/video/BV1LDQ3YFE8m" TargetMode="External"/><Relationship Id="rId1" Type="http://schemas.openxmlformats.org/officeDocument/2006/relationships/slideLayout" Target="../slideLayouts/slideLayout2.xml"/><Relationship Id="rId4" Type="http://schemas.openxmlformats.org/officeDocument/2006/relationships/hyperlink" Target="https://www.bilibili.com/video/BV1VW4y1M77b"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bilibili.com/video/BV1824y1v7S9"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a:xfrm>
            <a:off x="948209" y="3064588"/>
            <a:ext cx="9889553" cy="1421928"/>
          </a:xfrm>
        </p:spPr>
        <p:txBody>
          <a:bodyPr/>
          <a:lstStyle/>
          <a:p>
            <a:r>
              <a:rPr lang="zh-CN" altLang="en-US" dirty="0"/>
              <a:t>在新形势下</a:t>
            </a:r>
            <a:br>
              <a:rPr lang="zh-CN" altLang="en-US" dirty="0"/>
            </a:br>
            <a:r>
              <a:rPr lang="zh-CN" altLang="en-US" dirty="0"/>
              <a:t>坚持和发展中国特色社会主义</a:t>
            </a: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a:xfrm>
            <a:off x="948210" y="2697751"/>
            <a:ext cx="9889553" cy="535853"/>
          </a:xfrm>
        </p:spPr>
        <p:txBody>
          <a:bodyPr>
            <a:normAutofit/>
          </a:bodyPr>
          <a:lstStyle/>
          <a:p>
            <a:r>
              <a:rPr lang="zh-CN" altLang="en-US" sz="1800" b="1" kern="100" dirty="0">
                <a:latin typeface="Calibri" panose="020F0502020204030204" pitchFamily="34" charset="0"/>
                <a:ea typeface="宋体" panose="02010600030101010101" pitchFamily="2" charset="-122"/>
                <a:cs typeface="Times New Roman" panose="02020603050405020304" pitchFamily="18" charset="0"/>
              </a:rPr>
              <a:t>第四节</a:t>
            </a:r>
            <a:endPar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1" name="文本占位符 10">
            <a:extLst>
              <a:ext uri="{FF2B5EF4-FFF2-40B4-BE49-F238E27FC236}">
                <a16:creationId xmlns:a16="http://schemas.microsoft.com/office/drawing/2014/main" id="{7E21516B-4ABB-4E09-987D-1ABA411225D2}"/>
              </a:ext>
            </a:extLst>
          </p:cNvPr>
          <p:cNvSpPr>
            <a:spLocks noGrp="1"/>
          </p:cNvSpPr>
          <p:nvPr>
            <p:ph type="body" sz="quarter" idx="13"/>
          </p:nvPr>
        </p:nvSpPr>
        <p:spPr>
          <a:xfrm>
            <a:off x="948211" y="5345615"/>
            <a:ext cx="5072011" cy="296271"/>
          </a:xfrm>
        </p:spPr>
        <p:txBody>
          <a:bodyPr/>
          <a:lstStyle/>
          <a:p>
            <a:r>
              <a:rPr lang="zh-CN" altLang="en-US" b="1" dirty="0"/>
              <a:t>最后需要更改！！！！！！！！演讲人等！！！！！</a:t>
            </a:r>
            <a:endParaRPr lang="en-GB" altLang="zh-CN" b="1" dirty="0"/>
          </a:p>
        </p:txBody>
      </p:sp>
      <p:sp>
        <p:nvSpPr>
          <p:cNvPr id="12" name="文本占位符 11">
            <a:extLst>
              <a:ext uri="{FF2B5EF4-FFF2-40B4-BE49-F238E27FC236}">
                <a16:creationId xmlns:a16="http://schemas.microsoft.com/office/drawing/2014/main" id="{BFF7D8B0-524B-4065-95EB-00BAEDA26918}"/>
              </a:ext>
            </a:extLst>
          </p:cNvPr>
          <p:cNvSpPr>
            <a:spLocks noGrp="1"/>
          </p:cNvSpPr>
          <p:nvPr>
            <p:ph type="body" sz="quarter" idx="14"/>
          </p:nvPr>
        </p:nvSpPr>
        <p:spPr>
          <a:xfrm>
            <a:off x="948211" y="5641886"/>
            <a:ext cx="5072011" cy="296271"/>
          </a:xfrm>
        </p:spPr>
        <p:txBody>
          <a:bodyPr/>
          <a:lstStyle/>
          <a:p>
            <a:r>
              <a:rPr lang="en-GB" altLang="zh-CN" dirty="0"/>
              <a:t>OfficePLUS</a:t>
            </a:r>
          </a:p>
        </p:txBody>
      </p:sp>
      <p:sp>
        <p:nvSpPr>
          <p:cNvPr id="17" name="文本框 16">
            <a:extLst>
              <a:ext uri="{FF2B5EF4-FFF2-40B4-BE49-F238E27FC236}">
                <a16:creationId xmlns:a16="http://schemas.microsoft.com/office/drawing/2014/main" id="{CBE4F1C0-9A4E-446B-BDF9-2D9EDA60E25E}"/>
              </a:ext>
            </a:extLst>
          </p:cNvPr>
          <p:cNvSpPr txBox="1"/>
          <p:nvPr/>
        </p:nvSpPr>
        <p:spPr>
          <a:xfrm>
            <a:off x="948212" y="2300075"/>
            <a:ext cx="5391219" cy="369332"/>
          </a:xfrm>
          <a:prstGeom prst="rect">
            <a:avLst/>
          </a:prstGeom>
          <a:noFill/>
        </p:spPr>
        <p:txBody>
          <a:bodyPr wrap="none" rtlCol="0">
            <a:spAutoFit/>
          </a:bodyPr>
          <a:lstStyle/>
          <a:p>
            <a:r>
              <a:rPr lang="zh-CN" altLang="en-US" dirty="0">
                <a:solidFill>
                  <a:schemeClr val="accent1"/>
                </a:solidFill>
              </a:rPr>
              <a:t>第九章 改革开放与中国特色社会主义的开创和发展 </a:t>
            </a:r>
            <a:endParaRPr lang="en-GB" dirty="0">
              <a:solidFill>
                <a:schemeClr val="accent1"/>
              </a:solidFill>
            </a:endParaRPr>
          </a:p>
        </p:txBody>
      </p:sp>
    </p:spTree>
    <p:extLst>
      <p:ext uri="{BB962C8B-B14F-4D97-AF65-F5344CB8AC3E}">
        <p14:creationId xmlns:p14="http://schemas.microsoft.com/office/powerpoint/2010/main" val="1421421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91ED3B49-5BDF-2461-41C1-65ECE44229D3}"/>
              </a:ext>
            </a:extLst>
          </p:cNvPr>
          <p:cNvSpPr>
            <a:spLocks noGrp="1"/>
          </p:cNvSpPr>
          <p:nvPr>
            <p:ph type="title"/>
          </p:nvPr>
        </p:nvSpPr>
        <p:spPr/>
        <p:txBody>
          <a:bodyPr>
            <a:normAutofit/>
          </a:bodyPr>
          <a:lstStyle/>
          <a:p>
            <a:pPr>
              <a:lnSpc>
                <a:spcPct val="100000"/>
              </a:lnSpc>
            </a:pPr>
            <a:r>
              <a:rPr lang="zh-CN" altLang="en-US" sz="3200" dirty="0">
                <a:latin typeface="+mj-ea"/>
              </a:rPr>
              <a:t>旧知回顾</a:t>
            </a:r>
          </a:p>
        </p:txBody>
      </p:sp>
      <p:sp>
        <p:nvSpPr>
          <p:cNvPr id="3" name="内容占位符 2">
            <a:extLst>
              <a:ext uri="{FF2B5EF4-FFF2-40B4-BE49-F238E27FC236}">
                <a16:creationId xmlns:a16="http://schemas.microsoft.com/office/drawing/2014/main" id="{E214116D-DD20-95A1-4185-D462A8779FF0}"/>
              </a:ext>
            </a:extLst>
          </p:cNvPr>
          <p:cNvSpPr>
            <a:spLocks noGrp="1"/>
          </p:cNvSpPr>
          <p:nvPr>
            <p:ph idx="1"/>
          </p:nvPr>
        </p:nvSpPr>
        <p:spPr>
          <a:xfrm>
            <a:off x="660400" y="1130300"/>
            <a:ext cx="10858500" cy="863600"/>
          </a:xfrm>
        </p:spPr>
        <p:txBody>
          <a:bodyPr/>
          <a:lstStyle/>
          <a:p>
            <a:pPr marL="0" indent="0">
              <a:buNone/>
            </a:pPr>
            <a:r>
              <a:rPr lang="en-US" altLang="zh-CN" sz="1800" dirty="0">
                <a:latin typeface="仿宋" panose="02010609060101010101" pitchFamily="49" charset="-122"/>
                <a:ea typeface="仿宋" panose="02010609060101010101" pitchFamily="49" charset="-122"/>
              </a:rPr>
              <a:t>	1978</a:t>
            </a:r>
            <a:r>
              <a:rPr lang="zh-CN" altLang="en-US" sz="1800" dirty="0">
                <a:latin typeface="仿宋" panose="02010609060101010101" pitchFamily="49" charset="-122"/>
                <a:ea typeface="仿宋" panose="02010609060101010101" pitchFamily="49" charset="-122"/>
              </a:rPr>
              <a:t>年</a:t>
            </a:r>
            <a:r>
              <a:rPr lang="en-US" altLang="zh-CN" sz="1800" dirty="0">
                <a:latin typeface="仿宋" panose="02010609060101010101" pitchFamily="49" charset="-122"/>
                <a:ea typeface="仿宋" panose="02010609060101010101" pitchFamily="49" charset="-122"/>
              </a:rPr>
              <a:t>12</a:t>
            </a:r>
            <a:r>
              <a:rPr lang="zh-CN" altLang="en-US" sz="1800" dirty="0">
                <a:latin typeface="仿宋" panose="02010609060101010101" pitchFamily="49" charset="-122"/>
                <a:ea typeface="仿宋" panose="02010609060101010101" pitchFamily="49" charset="-122"/>
              </a:rPr>
              <a:t>月召开的党的十一届三中全会实现了历史性伟大转折，开启了改革开放和社会主义现代化建设的历史新时期。从此，中国共产党带领全国各族人民踏上了中国特色社会主义开创和接续发展的征程。</a:t>
            </a:r>
            <a:endParaRPr lang="en-US" altLang="zh-CN" sz="1800" dirty="0">
              <a:latin typeface="仿宋" panose="02010609060101010101" pitchFamily="49" charset="-122"/>
              <a:ea typeface="仿宋" panose="02010609060101010101" pitchFamily="49" charset="-122"/>
            </a:endParaRPr>
          </a:p>
          <a:p>
            <a:endParaRPr lang="en-US" altLang="zh-CN" dirty="0">
              <a:latin typeface="仿宋" panose="02010609060101010101" pitchFamily="49" charset="-122"/>
              <a:ea typeface="仿宋" panose="02010609060101010101" pitchFamily="49" charset="-122"/>
            </a:endParaRPr>
          </a:p>
          <a:p>
            <a:endParaRPr lang="zh-CN" altLang="en-US" dirty="0"/>
          </a:p>
        </p:txBody>
      </p:sp>
      <p:sp>
        <p:nvSpPr>
          <p:cNvPr id="2" name="灯片编号占位符 1">
            <a:extLst>
              <a:ext uri="{FF2B5EF4-FFF2-40B4-BE49-F238E27FC236}">
                <a16:creationId xmlns:a16="http://schemas.microsoft.com/office/drawing/2014/main" id="{12488226-CF7E-77DC-2559-8F498E2450E5}"/>
              </a:ext>
            </a:extLst>
          </p:cNvPr>
          <p:cNvSpPr>
            <a:spLocks noGrp="1"/>
          </p:cNvSpPr>
          <p:nvPr>
            <p:ph type="sldNum" sz="quarter" idx="12"/>
          </p:nvPr>
        </p:nvSpPr>
        <p:spPr/>
        <p:txBody>
          <a:bodyPr/>
          <a:lstStyle/>
          <a:p>
            <a:fld id="{7F65B630-C7FF-41C0-9923-C5E5E29EED81}" type="slidenum">
              <a:rPr lang="en-GB" smtClean="0"/>
              <a:pPr/>
              <a:t>2</a:t>
            </a:fld>
            <a:endParaRPr lang="en-GB"/>
          </a:p>
        </p:txBody>
      </p:sp>
      <p:sp>
        <p:nvSpPr>
          <p:cNvPr id="5" name="文本框 4">
            <a:extLst>
              <a:ext uri="{FF2B5EF4-FFF2-40B4-BE49-F238E27FC236}">
                <a16:creationId xmlns:a16="http://schemas.microsoft.com/office/drawing/2014/main" id="{7CF7ADD3-FE72-5622-E220-873B331B7F4B}"/>
              </a:ext>
            </a:extLst>
          </p:cNvPr>
          <p:cNvSpPr txBox="1"/>
          <p:nvPr/>
        </p:nvSpPr>
        <p:spPr>
          <a:xfrm>
            <a:off x="673100" y="3959820"/>
            <a:ext cx="9240684" cy="646331"/>
          </a:xfrm>
          <a:prstGeom prst="rect">
            <a:avLst/>
          </a:prstGeom>
          <a:noFill/>
        </p:spPr>
        <p:txBody>
          <a:bodyPr wrap="square">
            <a:spAutoFit/>
          </a:bodyPr>
          <a:lstStyle/>
          <a:p>
            <a:pPr marL="285750" indent="-285750">
              <a:buFont typeface="Arial" panose="020B0604020202020204" pitchFamily="34" charset="0"/>
              <a:buChar char="•"/>
            </a:pPr>
            <a:r>
              <a:rPr lang="zh-CN" altLang="en-US" sz="1800" dirty="0">
                <a:latin typeface="仿宋" panose="02010609060101010101" pitchFamily="49" charset="-122"/>
                <a:ea typeface="仿宋" panose="02010609060101010101" pitchFamily="49" charset="-122"/>
              </a:rPr>
              <a:t>以江泽民为主要代表的中国共产党人，成功把中国特色社会主义推向</a:t>
            </a:r>
            <a:r>
              <a:rPr lang="en-US" altLang="zh-CN" sz="1800" dirty="0">
                <a:latin typeface="仿宋" panose="02010609060101010101" pitchFamily="49" charset="-122"/>
                <a:ea typeface="仿宋" panose="02010609060101010101" pitchFamily="49" charset="-122"/>
              </a:rPr>
              <a:t>21</a:t>
            </a:r>
            <a:r>
              <a:rPr lang="zh-CN" altLang="en-US" sz="1800" dirty="0">
                <a:latin typeface="仿宋" panose="02010609060101010101" pitchFamily="49" charset="-122"/>
                <a:ea typeface="仿宋" panose="02010609060101010101" pitchFamily="49" charset="-122"/>
              </a:rPr>
              <a:t>世纪。</a:t>
            </a:r>
            <a:endParaRPr lang="en-US" altLang="zh-CN" sz="1800" dirty="0">
              <a:latin typeface="仿宋" panose="02010609060101010101" pitchFamily="49" charset="-122"/>
              <a:ea typeface="仿宋" panose="02010609060101010101" pitchFamily="49" charset="-122"/>
            </a:endParaRPr>
          </a:p>
          <a:p>
            <a:pPr marL="285750" indent="-285750">
              <a:buFont typeface="Arial" panose="020B0604020202020204" pitchFamily="34" charset="0"/>
              <a:buChar char="•"/>
            </a:pPr>
            <a:r>
              <a:rPr lang="zh-CN" altLang="en-US" sz="1800" dirty="0">
                <a:latin typeface="仿宋" panose="02010609060101010101" pitchFamily="49" charset="-122"/>
                <a:ea typeface="仿宋" panose="02010609060101010101" pitchFamily="49" charset="-122"/>
              </a:rPr>
              <a:t>以胡锦涛为主要代表的中国共产党人，在新的形势下坚持和发展了中国特色社会主义。</a:t>
            </a:r>
            <a:endParaRPr lang="zh-CN" altLang="en-US" dirty="0"/>
          </a:p>
        </p:txBody>
      </p:sp>
      <p:sp>
        <p:nvSpPr>
          <p:cNvPr id="7" name="标题 5">
            <a:extLst>
              <a:ext uri="{FF2B5EF4-FFF2-40B4-BE49-F238E27FC236}">
                <a16:creationId xmlns:a16="http://schemas.microsoft.com/office/drawing/2014/main" id="{95878B2A-2F7C-CD92-5F3E-BCFD2261C10D}"/>
              </a:ext>
            </a:extLst>
          </p:cNvPr>
          <p:cNvSpPr txBox="1">
            <a:spLocks/>
          </p:cNvSpPr>
          <p:nvPr/>
        </p:nvSpPr>
        <p:spPr>
          <a:xfrm>
            <a:off x="673100" y="2462510"/>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pPr>
              <a:lnSpc>
                <a:spcPct val="100000"/>
              </a:lnSpc>
            </a:pPr>
            <a:r>
              <a:rPr lang="zh-CN" altLang="en-US" sz="3200" dirty="0">
                <a:latin typeface="+mj-ea"/>
              </a:rPr>
              <a:t>接下来我们带大家了解</a:t>
            </a:r>
          </a:p>
        </p:txBody>
      </p:sp>
      <p:sp>
        <p:nvSpPr>
          <p:cNvPr id="9" name="文本框 8">
            <a:extLst>
              <a:ext uri="{FF2B5EF4-FFF2-40B4-BE49-F238E27FC236}">
                <a16:creationId xmlns:a16="http://schemas.microsoft.com/office/drawing/2014/main" id="{4F641AEC-36DE-30F0-71BF-C267B5E59D70}"/>
              </a:ext>
            </a:extLst>
          </p:cNvPr>
          <p:cNvSpPr txBox="1"/>
          <p:nvPr/>
        </p:nvSpPr>
        <p:spPr>
          <a:xfrm>
            <a:off x="673100" y="3689776"/>
            <a:ext cx="7359445" cy="369332"/>
          </a:xfrm>
          <a:prstGeom prst="rect">
            <a:avLst/>
          </a:prstGeom>
          <a:noFill/>
        </p:spPr>
        <p:txBody>
          <a:bodyPr wrap="square">
            <a:spAutoFit/>
          </a:bodyPr>
          <a:lstStyle/>
          <a:p>
            <a:pPr marL="285750" indent="-285750">
              <a:buFont typeface="Arial" panose="020B0604020202020204" pitchFamily="34" charset="0"/>
              <a:buChar char="•"/>
            </a:pPr>
            <a:r>
              <a:rPr lang="zh-CN" altLang="en-US" sz="1800" dirty="0">
                <a:latin typeface="仿宋" panose="02010609060101010101" pitchFamily="49" charset="-122"/>
                <a:ea typeface="仿宋" panose="02010609060101010101" pitchFamily="49" charset="-122"/>
              </a:rPr>
              <a:t>以邓小平为主要代表的中国共产党人，成功开创中国特色社会主义。</a:t>
            </a:r>
            <a:endParaRPr lang="en-US" altLang="zh-CN" sz="18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107092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7BBC5F1D-2F12-47ED-BD76-3F60ED1D9999}"/>
              </a:ext>
            </a:extLst>
          </p:cNvPr>
          <p:cNvSpPr>
            <a:spLocks noGrp="1"/>
          </p:cNvSpPr>
          <p:nvPr>
            <p:ph type="body" sz="quarter" idx="14"/>
          </p:nvPr>
        </p:nvSpPr>
        <p:spPr/>
        <p:txBody>
          <a:bodyPr/>
          <a:lstStyle/>
          <a:p>
            <a:r>
              <a:rPr lang="en-GB" altLang="zh-CN" dirty="0"/>
              <a:t>CONTENTS</a:t>
            </a:r>
          </a:p>
        </p:txBody>
      </p:sp>
      <p:sp>
        <p:nvSpPr>
          <p:cNvPr id="4" name="文本占位符 3">
            <a:extLst>
              <a:ext uri="{FF2B5EF4-FFF2-40B4-BE49-F238E27FC236}">
                <a16:creationId xmlns:a16="http://schemas.microsoft.com/office/drawing/2014/main" id="{7E146E7C-0D83-410E-B360-7847E2675D8E}"/>
              </a:ext>
            </a:extLst>
          </p:cNvPr>
          <p:cNvSpPr>
            <a:spLocks noGrp="1"/>
          </p:cNvSpPr>
          <p:nvPr>
            <p:ph type="body" sz="quarter" idx="13"/>
          </p:nvPr>
        </p:nvSpPr>
        <p:spPr>
          <a:xfrm>
            <a:off x="3702265" y="1889125"/>
            <a:ext cx="8155388" cy="4633913"/>
          </a:xfrm>
        </p:spPr>
        <p:txBody>
          <a:bodyPr>
            <a:normAutofit/>
          </a:bodyPr>
          <a:lstStyle/>
          <a:p>
            <a:pPr>
              <a:lnSpc>
                <a:spcPct val="100000"/>
              </a:lnSpc>
            </a:pPr>
            <a:r>
              <a:rPr lang="zh-CN" altLang="en-US" sz="2800" dirty="0">
                <a:latin typeface="+mj-ea"/>
                <a:ea typeface="+mj-ea"/>
              </a:rPr>
              <a:t>全面建设小康社会宏伟目标提出</a:t>
            </a:r>
          </a:p>
          <a:p>
            <a:pPr>
              <a:lnSpc>
                <a:spcPct val="100000"/>
              </a:lnSpc>
            </a:pPr>
            <a:r>
              <a:rPr lang="zh-CN" altLang="en-US" sz="2800" dirty="0">
                <a:latin typeface="+mj-ea"/>
                <a:ea typeface="+mj-ea"/>
              </a:rPr>
              <a:t>全面建成小康社会新部署和改革开放的深化</a:t>
            </a:r>
            <a:endParaRPr lang="en-GB" altLang="zh-CN" sz="2800" dirty="0">
              <a:latin typeface="+mj-ea"/>
              <a:ea typeface="+mj-ea"/>
            </a:endParaRPr>
          </a:p>
          <a:p>
            <a:pPr>
              <a:lnSpc>
                <a:spcPct val="100000"/>
              </a:lnSpc>
            </a:pPr>
            <a:r>
              <a:rPr lang="zh-CN" altLang="en-US" sz="2800" dirty="0">
                <a:latin typeface="+mj-ea"/>
                <a:ea typeface="+mj-ea"/>
              </a:rPr>
              <a:t>推进一国两制实践和祖国和平大业</a:t>
            </a:r>
            <a:endParaRPr lang="en-GB" altLang="zh-CN" sz="2800" dirty="0">
              <a:latin typeface="+mj-ea"/>
              <a:ea typeface="+mj-ea"/>
            </a:endParaRPr>
          </a:p>
          <a:p>
            <a:pPr>
              <a:lnSpc>
                <a:spcPct val="100000"/>
              </a:lnSpc>
            </a:pPr>
            <a:r>
              <a:rPr lang="zh-CN" altLang="en-US" sz="2800" dirty="0">
                <a:latin typeface="+mj-ea"/>
                <a:ea typeface="+mj-ea"/>
              </a:rPr>
              <a:t>提高党的建设和科学化水平</a:t>
            </a:r>
          </a:p>
        </p:txBody>
      </p:sp>
      <p:sp>
        <p:nvSpPr>
          <p:cNvPr id="2" name="灯片编号占位符 1">
            <a:extLst>
              <a:ext uri="{FF2B5EF4-FFF2-40B4-BE49-F238E27FC236}">
                <a16:creationId xmlns:a16="http://schemas.microsoft.com/office/drawing/2014/main" id="{0B40080D-F44F-4286-BA93-F1AF2537C377}"/>
              </a:ext>
            </a:extLst>
          </p:cNvPr>
          <p:cNvSpPr>
            <a:spLocks noGrp="1"/>
          </p:cNvSpPr>
          <p:nvPr>
            <p:ph type="sldNum" sz="quarter" idx="12"/>
          </p:nvPr>
        </p:nvSpPr>
        <p:spPr>
          <a:xfrm>
            <a:off x="8857452" y="6438900"/>
            <a:ext cx="2661448" cy="215900"/>
          </a:xfrm>
        </p:spPr>
        <p:txBody>
          <a:bodyPr/>
          <a:lstStyle/>
          <a:p>
            <a:fld id="{7F65B630-C7FF-41C0-9923-C5E5E29EED81}" type="slidenum">
              <a:rPr lang="en-US" altLang="zh-CN" smtClean="0"/>
              <a:pPr/>
              <a:t>3</a:t>
            </a:fld>
            <a:endParaRPr lang="en-US" altLang="zh-CN"/>
          </a:p>
        </p:txBody>
      </p:sp>
    </p:spTree>
    <p:extLst>
      <p:ext uri="{BB962C8B-B14F-4D97-AF65-F5344CB8AC3E}">
        <p14:creationId xmlns:p14="http://schemas.microsoft.com/office/powerpoint/2010/main" val="1290999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E7816B9-4368-481C-AF7D-011CB1B5D3BB}"/>
              </a:ext>
            </a:extLst>
          </p:cNvPr>
          <p:cNvSpPr>
            <a:spLocks noGrp="1"/>
          </p:cNvSpPr>
          <p:nvPr>
            <p:ph type="title"/>
          </p:nvPr>
        </p:nvSpPr>
        <p:spPr>
          <a:xfrm>
            <a:off x="3656802" y="1986173"/>
            <a:ext cx="5907076" cy="1077218"/>
          </a:xfrm>
        </p:spPr>
        <p:txBody>
          <a:bodyPr/>
          <a:lstStyle/>
          <a:p>
            <a:pPr>
              <a:lnSpc>
                <a:spcPct val="100000"/>
              </a:lnSpc>
            </a:pPr>
            <a:r>
              <a:rPr lang="zh-CN" altLang="en-US" sz="3200" dirty="0">
                <a:latin typeface="+mj-ea"/>
                <a:ea typeface="+mj-ea"/>
              </a:rPr>
              <a:t>全面建设小康社会宏伟目标提出</a:t>
            </a:r>
          </a:p>
        </p:txBody>
      </p:sp>
      <p:sp>
        <p:nvSpPr>
          <p:cNvPr id="5" name="文本占位符 4">
            <a:extLst>
              <a:ext uri="{FF2B5EF4-FFF2-40B4-BE49-F238E27FC236}">
                <a16:creationId xmlns:a16="http://schemas.microsoft.com/office/drawing/2014/main" id="{7239E965-33B6-4BC1-B1B3-CD2DC6B7EA81}"/>
              </a:ext>
            </a:extLst>
          </p:cNvPr>
          <p:cNvSpPr>
            <a:spLocks noGrp="1"/>
          </p:cNvSpPr>
          <p:nvPr>
            <p:ph type="body" idx="1"/>
          </p:nvPr>
        </p:nvSpPr>
        <p:spPr/>
        <p:txBody>
          <a:bodyPr>
            <a:normAutofit/>
          </a:bodyPr>
          <a:lstStyle/>
          <a:p>
            <a:r>
              <a:rPr lang="en-GB" altLang="zh-CN" sz="1600" dirty="0"/>
              <a:t>2002</a:t>
            </a:r>
            <a:r>
              <a:rPr lang="zh-CN" altLang="en-US" sz="1600" dirty="0"/>
              <a:t>年</a:t>
            </a:r>
            <a:r>
              <a:rPr lang="en-US" altLang="zh-CN" sz="1600" dirty="0"/>
              <a:t>11</a:t>
            </a:r>
            <a:r>
              <a:rPr lang="zh-CN" altLang="en-US" sz="1600" dirty="0"/>
              <a:t>月</a:t>
            </a:r>
            <a:r>
              <a:rPr lang="en-US" altLang="zh-CN" sz="1600"/>
              <a:t>--</a:t>
            </a:r>
            <a:r>
              <a:rPr lang="en-GB" altLang="zh-CN" sz="1600"/>
              <a:t>2006</a:t>
            </a:r>
            <a:r>
              <a:rPr lang="zh-CN" altLang="en-US" sz="1600" dirty="0"/>
              <a:t>年</a:t>
            </a:r>
            <a:r>
              <a:rPr lang="en-US" altLang="zh-CN" sz="1600" dirty="0"/>
              <a:t>3</a:t>
            </a:r>
            <a:r>
              <a:rPr lang="zh-CN" altLang="en-US" sz="1600" dirty="0"/>
              <a:t>月</a:t>
            </a:r>
            <a:endParaRPr lang="en-GB" altLang="zh-CN" sz="1600" dirty="0"/>
          </a:p>
        </p:txBody>
      </p:sp>
      <p:sp>
        <p:nvSpPr>
          <p:cNvPr id="2" name="灯片编号占位符 1">
            <a:extLst>
              <a:ext uri="{FF2B5EF4-FFF2-40B4-BE49-F238E27FC236}">
                <a16:creationId xmlns:a16="http://schemas.microsoft.com/office/drawing/2014/main" id="{1BC2B274-6096-4E6F-B8DF-3F118E2D97ED}"/>
              </a:ext>
            </a:extLst>
          </p:cNvPr>
          <p:cNvSpPr>
            <a:spLocks noGrp="1"/>
          </p:cNvSpPr>
          <p:nvPr>
            <p:ph type="sldNum" sz="quarter" idx="12"/>
          </p:nvPr>
        </p:nvSpPr>
        <p:spPr/>
        <p:txBody>
          <a:bodyPr/>
          <a:lstStyle/>
          <a:p>
            <a:fld id="{7F65B630-C7FF-41C0-9923-C5E5E29EED81}" type="slidenum">
              <a:rPr lang="zh-CN" altLang="en-US" smtClean="0"/>
              <a:pPr/>
              <a:t>4</a:t>
            </a:fld>
            <a:endParaRPr lang="zh-CN" altLang="en-US"/>
          </a:p>
        </p:txBody>
      </p:sp>
      <p:sp>
        <p:nvSpPr>
          <p:cNvPr id="8" name="文本占位符 7">
            <a:extLst>
              <a:ext uri="{FF2B5EF4-FFF2-40B4-BE49-F238E27FC236}">
                <a16:creationId xmlns:a16="http://schemas.microsoft.com/office/drawing/2014/main" id="{A96F477B-D9F7-46E0-BDD1-83E6B5A920C5}"/>
              </a:ext>
            </a:extLst>
          </p:cNvPr>
          <p:cNvSpPr>
            <a:spLocks noGrp="1"/>
          </p:cNvSpPr>
          <p:nvPr>
            <p:ph type="body" sz="quarter" idx="13"/>
          </p:nvPr>
        </p:nvSpPr>
        <p:spPr>
          <a:xfrm>
            <a:off x="9477106" y="2271041"/>
            <a:ext cx="1127232" cy="1107996"/>
          </a:xfrm>
        </p:spPr>
        <p:txBody>
          <a:bodyPr/>
          <a:lstStyle/>
          <a:p>
            <a:r>
              <a:rPr lang="en-GB" dirty="0"/>
              <a:t>01</a:t>
            </a:r>
          </a:p>
        </p:txBody>
      </p:sp>
    </p:spTree>
    <p:extLst>
      <p:ext uri="{BB962C8B-B14F-4D97-AF65-F5344CB8AC3E}">
        <p14:creationId xmlns:p14="http://schemas.microsoft.com/office/powerpoint/2010/main" val="342089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99647-B536-ABCC-4E30-283A6163189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1A83AF-CEEC-1118-B14B-A1A146E4180F}"/>
              </a:ext>
            </a:extLst>
          </p:cNvPr>
          <p:cNvSpPr>
            <a:spLocks noGrp="1"/>
          </p:cNvSpPr>
          <p:nvPr>
            <p:ph type="sldNum" sz="quarter" idx="12"/>
          </p:nvPr>
        </p:nvSpPr>
        <p:spPr/>
        <p:txBody>
          <a:bodyPr/>
          <a:lstStyle/>
          <a:p>
            <a:fld id="{7F65B630-C7FF-41C0-9923-C5E5E29EED81}" type="slidenum">
              <a:rPr lang="en-GB" smtClean="0"/>
              <a:pPr/>
              <a:t>5</a:t>
            </a:fld>
            <a:endParaRPr lang="en-GB"/>
          </a:p>
        </p:txBody>
      </p:sp>
      <p:sp>
        <p:nvSpPr>
          <p:cNvPr id="3" name="标题 2">
            <a:extLst>
              <a:ext uri="{FF2B5EF4-FFF2-40B4-BE49-F238E27FC236}">
                <a16:creationId xmlns:a16="http://schemas.microsoft.com/office/drawing/2014/main" id="{F3565542-1A7E-1814-17A0-7E7FBAF3507F}"/>
              </a:ext>
            </a:extLst>
          </p:cNvPr>
          <p:cNvSpPr>
            <a:spLocks noGrp="1"/>
          </p:cNvSpPr>
          <p:nvPr>
            <p:ph type="title"/>
          </p:nvPr>
        </p:nvSpPr>
        <p:spPr/>
        <p:txBody>
          <a:bodyPr/>
          <a:lstStyle/>
          <a:p>
            <a:r>
              <a:rPr lang="zh-CN" altLang="en-US" dirty="0"/>
              <a:t>新世纪头</a:t>
            </a:r>
            <a:r>
              <a:rPr lang="en-US" altLang="zh-CN" dirty="0"/>
              <a:t>20</a:t>
            </a:r>
            <a:r>
              <a:rPr lang="zh-CN" altLang="en-US" dirty="0"/>
              <a:t>年奋斗目标的确立</a:t>
            </a:r>
          </a:p>
        </p:txBody>
      </p:sp>
      <p:sp>
        <p:nvSpPr>
          <p:cNvPr id="4" name="文本框 3">
            <a:extLst>
              <a:ext uri="{FF2B5EF4-FFF2-40B4-BE49-F238E27FC236}">
                <a16:creationId xmlns:a16="http://schemas.microsoft.com/office/drawing/2014/main" id="{2640927F-FADF-BD10-05C9-83DFED256775}"/>
              </a:ext>
            </a:extLst>
          </p:cNvPr>
          <p:cNvSpPr txBox="1"/>
          <p:nvPr/>
        </p:nvSpPr>
        <p:spPr>
          <a:xfrm>
            <a:off x="660402" y="1352939"/>
            <a:ext cx="10060472" cy="3139321"/>
          </a:xfrm>
          <a:prstGeom prst="rect">
            <a:avLst/>
          </a:prstGeom>
          <a:noFill/>
        </p:spPr>
        <p:txBody>
          <a:bodyPr wrap="square" rtlCol="0">
            <a:spAutoFit/>
          </a:bodyPr>
          <a:lstStyle/>
          <a:p>
            <a:endParaRPr lang="en-US" altLang="zh-CN" kern="100" dirty="0">
              <a:latin typeface="Calibri" panose="020F0502020204030204" pitchFamily="34" charset="0"/>
              <a:ea typeface="宋体" panose="02010600030101010101" pitchFamily="2" charset="-122"/>
              <a:cs typeface="Arial" panose="020B0604020202020204" pitchFamily="34" charset="0"/>
            </a:endParaRPr>
          </a:p>
          <a:p>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中国共产党第十六次全国代表大会于</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2002</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11</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月</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8</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日至</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14</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日</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在北京举行。大会正式代表</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2114</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人，特邀代表</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40</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人，代表全国</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6600</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多万党员。党的十六大，是中国共产党在新世纪召开的第一次全国代表大会，也是在我国进入全面建设小康社会、加快推进社会主义现代化的新的发展阶段召开的一次十分重要的代表大会。</a:t>
            </a:r>
            <a:endParaRPr lang="en-US" altLang="zh-CN" sz="1800" kern="100" dirty="0">
              <a:effectLst/>
              <a:latin typeface="Calibri" panose="020F0502020204030204" pitchFamily="34" charset="0"/>
              <a:ea typeface="宋体" panose="02010600030101010101" pitchFamily="2" charset="-122"/>
              <a:cs typeface="Arial" panose="020B0604020202020204" pitchFamily="34" charset="0"/>
            </a:endParaRPr>
          </a:p>
          <a:p>
            <a:endParaRPr lang="en-US" altLang="zh-CN" kern="100" dirty="0">
              <a:latin typeface="Calibri" panose="020F0502020204030204" pitchFamily="34" charset="0"/>
              <a:ea typeface="宋体" panose="02010600030101010101" pitchFamily="2" charset="-122"/>
              <a:cs typeface="Arial" panose="020B0604020202020204" pitchFamily="34" charset="0"/>
            </a:endParaRPr>
          </a:p>
          <a:p>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大会的主题是：</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高举邓小平理论伟大旗帜，全面贯彻</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三个代表</a:t>
            </a:r>
            <a:r>
              <a:rPr lang="en-US" altLang="zh-CN" sz="1800" b="1"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sz="1800" b="1" kern="100" dirty="0">
                <a:effectLst/>
                <a:latin typeface="Calibri" panose="020F0502020204030204" pitchFamily="34" charset="0"/>
                <a:ea typeface="宋体" panose="02010600030101010101" pitchFamily="2" charset="-122"/>
                <a:cs typeface="Arial" panose="020B0604020202020204" pitchFamily="34" charset="0"/>
              </a:rPr>
              <a:t>重要思想，继往开来，与时俱进，全面建设小康社会，加快推进社会主义现代化，为开创中国特色社会主义事业新局面而奋斗。</a:t>
            </a:r>
          </a:p>
          <a:p>
            <a:endParaRPr lang="en-US" altLang="zh-CN" dirty="0"/>
          </a:p>
          <a:p>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在新的历史起点上，党的十六大提出全面建设小康社会的宏伟目标，这是实现现代化建设第三步战略目标必经的承上启下的发展阶段。</a:t>
            </a:r>
          </a:p>
        </p:txBody>
      </p:sp>
    </p:spTree>
    <p:extLst>
      <p:ext uri="{BB962C8B-B14F-4D97-AF65-F5344CB8AC3E}">
        <p14:creationId xmlns:p14="http://schemas.microsoft.com/office/powerpoint/2010/main" val="837367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9BE57FE-13D7-48A7-A602-509E2B389730}"/>
              </a:ext>
            </a:extLst>
          </p:cNvPr>
          <p:cNvSpPr>
            <a:spLocks noGrp="1"/>
          </p:cNvSpPr>
          <p:nvPr>
            <p:ph type="sldNum" sz="quarter" idx="12"/>
          </p:nvPr>
        </p:nvSpPr>
        <p:spPr/>
        <p:txBody>
          <a:bodyPr/>
          <a:lstStyle/>
          <a:p>
            <a:fld id="{7F65B630-C7FF-41C0-9923-C5E5E29EED81}" type="slidenum">
              <a:rPr lang="en-GB" smtClean="0"/>
              <a:pPr/>
              <a:t>6</a:t>
            </a:fld>
            <a:endParaRPr lang="en-GB"/>
          </a:p>
        </p:txBody>
      </p:sp>
      <p:sp>
        <p:nvSpPr>
          <p:cNvPr id="3" name="标题 2">
            <a:extLst>
              <a:ext uri="{FF2B5EF4-FFF2-40B4-BE49-F238E27FC236}">
                <a16:creationId xmlns:a16="http://schemas.microsoft.com/office/drawing/2014/main" id="{882E8463-E84B-4E42-BE1B-3BDBD5BFD1DF}"/>
              </a:ext>
            </a:extLst>
          </p:cNvPr>
          <p:cNvSpPr>
            <a:spLocks noGrp="1"/>
          </p:cNvSpPr>
          <p:nvPr>
            <p:ph type="title"/>
          </p:nvPr>
        </p:nvSpPr>
        <p:spPr/>
        <p:txBody>
          <a:bodyPr/>
          <a:lstStyle/>
          <a:p>
            <a:r>
              <a:rPr lang="zh-CN" altLang="en-US" dirty="0"/>
              <a:t>为何</a:t>
            </a:r>
            <a:r>
              <a:rPr lang="en-US" altLang="zh-CN" dirty="0"/>
              <a:t>21</a:t>
            </a:r>
            <a:r>
              <a:rPr lang="zh-CN" altLang="en-US" dirty="0"/>
              <a:t>世纪头二十年如此重要</a:t>
            </a:r>
          </a:p>
        </p:txBody>
      </p:sp>
      <p:sp>
        <p:nvSpPr>
          <p:cNvPr id="4" name="文本框 3">
            <a:extLst>
              <a:ext uri="{FF2B5EF4-FFF2-40B4-BE49-F238E27FC236}">
                <a16:creationId xmlns:a16="http://schemas.microsoft.com/office/drawing/2014/main" id="{C303F978-9ACD-C735-00E9-EEF18EA1301A}"/>
              </a:ext>
            </a:extLst>
          </p:cNvPr>
          <p:cNvSpPr txBox="1"/>
          <p:nvPr/>
        </p:nvSpPr>
        <p:spPr>
          <a:xfrm>
            <a:off x="660400" y="1240971"/>
            <a:ext cx="9265298" cy="2308324"/>
          </a:xfrm>
          <a:prstGeom prst="rect">
            <a:avLst/>
          </a:prstGeom>
          <a:noFill/>
        </p:spPr>
        <p:txBody>
          <a:bodyPr wrap="square" rtlCol="0">
            <a:spAutoFit/>
          </a:bodyPr>
          <a:lstStyle/>
          <a:p>
            <a:r>
              <a:rPr lang="en-US" altLang="zh-CN" b="0" i="0" dirty="0">
                <a:solidFill>
                  <a:srgbClr val="404040"/>
                </a:solidFill>
                <a:effectLst/>
                <a:latin typeface="+mn-ea"/>
              </a:rPr>
              <a:t>21</a:t>
            </a:r>
            <a:r>
              <a:rPr lang="zh-CN" altLang="en-US" b="0" i="0" dirty="0">
                <a:solidFill>
                  <a:srgbClr val="404040"/>
                </a:solidFill>
                <a:effectLst/>
                <a:latin typeface="+mn-ea"/>
              </a:rPr>
              <a:t>世纪的头二十年是中国发展历程中至关重要的</a:t>
            </a:r>
            <a:r>
              <a:rPr lang="zh-CN" altLang="en-US" b="1" i="0" dirty="0">
                <a:solidFill>
                  <a:srgbClr val="404040"/>
                </a:solidFill>
                <a:effectLst/>
                <a:latin typeface="+mn-ea"/>
              </a:rPr>
              <a:t>战略机遇期</a:t>
            </a:r>
            <a:r>
              <a:rPr lang="zh-CN" altLang="en-US" dirty="0">
                <a:solidFill>
                  <a:srgbClr val="404040"/>
                </a:solidFill>
                <a:latin typeface="+mn-ea"/>
              </a:rPr>
              <a:t>。</a:t>
            </a:r>
            <a:endParaRPr lang="en-US" altLang="zh-CN" dirty="0">
              <a:solidFill>
                <a:srgbClr val="404040"/>
              </a:solidFill>
              <a:latin typeface="+mn-ea"/>
            </a:endParaRPr>
          </a:p>
          <a:p>
            <a:r>
              <a:rPr lang="zh-CN" altLang="en-US" b="0" i="0" dirty="0">
                <a:solidFill>
                  <a:srgbClr val="404040"/>
                </a:solidFill>
                <a:effectLst/>
                <a:latin typeface="DeepSeek-CJK-patch"/>
              </a:rPr>
              <a:t>要理解</a:t>
            </a:r>
            <a:r>
              <a:rPr lang="en-US" altLang="zh-CN" b="0" i="0" dirty="0">
                <a:solidFill>
                  <a:srgbClr val="404040"/>
                </a:solidFill>
                <a:effectLst/>
                <a:latin typeface="DeepSeek-CJK-patch"/>
              </a:rPr>
              <a:t>21</a:t>
            </a:r>
            <a:r>
              <a:rPr lang="zh-CN" altLang="en-US" b="0" i="0" dirty="0">
                <a:solidFill>
                  <a:srgbClr val="404040"/>
                </a:solidFill>
                <a:effectLst/>
                <a:latin typeface="DeepSeek-CJK-patch"/>
              </a:rPr>
              <a:t>世纪头二十年（</a:t>
            </a:r>
            <a:r>
              <a:rPr lang="en-US" altLang="zh-CN" b="0" i="0" dirty="0">
                <a:solidFill>
                  <a:srgbClr val="404040"/>
                </a:solidFill>
                <a:effectLst/>
                <a:latin typeface="DeepSeek-CJK-patch"/>
              </a:rPr>
              <a:t>2001—2020</a:t>
            </a:r>
            <a:r>
              <a:rPr lang="zh-CN" altLang="en-US" b="0" i="0" dirty="0">
                <a:solidFill>
                  <a:srgbClr val="404040"/>
                </a:solidFill>
                <a:effectLst/>
                <a:latin typeface="DeepSeek-CJK-patch"/>
              </a:rPr>
              <a:t>年）为什么能成为中国发展的关键时期，必须回到当时的国内外形势，分析中国面临的</a:t>
            </a:r>
            <a:r>
              <a:rPr lang="zh-CN" altLang="en-US" b="1" i="0" dirty="0">
                <a:solidFill>
                  <a:srgbClr val="404040"/>
                </a:solidFill>
                <a:effectLst/>
                <a:latin typeface="DeepSeek-CJK-patch"/>
              </a:rPr>
              <a:t>机遇与挑战</a:t>
            </a:r>
            <a:r>
              <a:rPr lang="zh-CN" altLang="en-US" b="0" i="0" dirty="0">
                <a:solidFill>
                  <a:srgbClr val="404040"/>
                </a:solidFill>
                <a:effectLst/>
                <a:latin typeface="+mn-ea"/>
              </a:rPr>
              <a:t>。其重要性主要体现在以下几个方面：</a:t>
            </a:r>
            <a:endParaRPr lang="en-US" altLang="zh-CN" b="0" i="0" dirty="0">
              <a:solidFill>
                <a:srgbClr val="404040"/>
              </a:solidFill>
              <a:effectLst/>
              <a:latin typeface="+mn-ea"/>
            </a:endParaRPr>
          </a:p>
          <a:p>
            <a:endParaRPr lang="en-US" altLang="zh-CN" dirty="0">
              <a:solidFill>
                <a:srgbClr val="404040"/>
              </a:solidFill>
              <a:latin typeface="+mn-ea"/>
            </a:endParaRPr>
          </a:p>
          <a:p>
            <a:pPr marL="285750" indent="-285750">
              <a:buFont typeface="Wingdings" panose="05000000000000000000" pitchFamily="2" charset="2"/>
              <a:buChar char="Ø"/>
            </a:pPr>
            <a:r>
              <a:rPr lang="zh-CN" altLang="en-US" b="1" i="0" dirty="0">
                <a:solidFill>
                  <a:srgbClr val="404040"/>
                </a:solidFill>
                <a:effectLst/>
                <a:latin typeface="DeepSeek-CJK-patch"/>
              </a:rPr>
              <a:t>国际形势：全球格局剧变带来的“战略窗口期”</a:t>
            </a:r>
            <a:endParaRPr lang="en-US" altLang="zh-CN" b="1" i="0" dirty="0">
              <a:solidFill>
                <a:srgbClr val="404040"/>
              </a:solidFill>
              <a:effectLst/>
              <a:latin typeface="DeepSeek-CJK-patch"/>
            </a:endParaRPr>
          </a:p>
          <a:p>
            <a:pPr marL="742950" lvl="1" indent="-285750">
              <a:buFont typeface="Wingdings" panose="05000000000000000000" pitchFamily="2" charset="2"/>
              <a:buChar char="Ø"/>
            </a:pPr>
            <a:r>
              <a:rPr lang="zh-CN" altLang="en-US" b="1" i="0" dirty="0">
                <a:solidFill>
                  <a:srgbClr val="404040"/>
                </a:solidFill>
                <a:effectLst/>
                <a:latin typeface="DeepSeek-CJK-patch"/>
              </a:rPr>
              <a:t>美国战略重心转移（反恐战争）</a:t>
            </a:r>
          </a:p>
          <a:p>
            <a:pPr marL="1200150" lvl="2" indent="-285750">
              <a:buFont typeface="Wingdings" panose="05000000000000000000" pitchFamily="2" charset="2"/>
              <a:buChar char="Ø"/>
            </a:pPr>
            <a:r>
              <a:rPr lang="zh-CN" altLang="en-US" b="1" i="0" dirty="0">
                <a:solidFill>
                  <a:srgbClr val="404040"/>
                </a:solidFill>
                <a:effectLst/>
                <a:latin typeface="DeepSeek-CJK-patch"/>
              </a:rPr>
              <a:t>美国陷入中东泥潭</a:t>
            </a:r>
            <a:endParaRPr lang="en-US" altLang="zh-CN" b="1" dirty="0">
              <a:solidFill>
                <a:srgbClr val="404040"/>
              </a:solidFill>
              <a:latin typeface="DeepSeek-CJK-patch"/>
            </a:endParaRPr>
          </a:p>
          <a:p>
            <a:pPr marL="1200150" lvl="2" indent="-285750">
              <a:buFont typeface="Wingdings" panose="05000000000000000000" pitchFamily="2" charset="2"/>
              <a:buChar char="Ø"/>
            </a:pPr>
            <a:r>
              <a:rPr lang="zh-CN" altLang="en-US" b="1" i="0" dirty="0">
                <a:solidFill>
                  <a:srgbClr val="404040"/>
                </a:solidFill>
                <a:effectLst/>
                <a:latin typeface="DeepSeek-CJK-patch"/>
              </a:rPr>
              <a:t>西方对华技术封锁阶段性放松</a:t>
            </a:r>
            <a:endParaRPr lang="en-US" altLang="zh-CN" b="1" i="0" strike="sngStrike" dirty="0">
              <a:solidFill>
                <a:srgbClr val="404040"/>
              </a:solidFill>
              <a:effectLst/>
              <a:latin typeface="+mn-ea"/>
            </a:endParaRPr>
          </a:p>
        </p:txBody>
      </p:sp>
      <p:sp>
        <p:nvSpPr>
          <p:cNvPr id="6" name="文本框 5">
            <a:extLst>
              <a:ext uri="{FF2B5EF4-FFF2-40B4-BE49-F238E27FC236}">
                <a16:creationId xmlns:a16="http://schemas.microsoft.com/office/drawing/2014/main" id="{8ECCB622-8ADD-DA00-577C-ADAF9F41C15D}"/>
              </a:ext>
            </a:extLst>
          </p:cNvPr>
          <p:cNvSpPr txBox="1"/>
          <p:nvPr/>
        </p:nvSpPr>
        <p:spPr>
          <a:xfrm>
            <a:off x="660400" y="3738239"/>
            <a:ext cx="10685624"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i="0" dirty="0">
                <a:solidFill>
                  <a:srgbClr val="404040"/>
                </a:solidFill>
                <a:effectLst/>
                <a:latin typeface="DeepSeek-CJK-patch"/>
              </a:rPr>
              <a:t>全球化红利达到顶峰</a:t>
            </a:r>
            <a:endParaRPr lang="en-US" altLang="zh-CN" b="1" i="0" dirty="0">
              <a:solidFill>
                <a:srgbClr val="404040"/>
              </a:solidFill>
              <a:effectLst/>
              <a:latin typeface="DeepSeek-CJK-patch"/>
            </a:endParaRPr>
          </a:p>
          <a:p>
            <a:pPr marL="742950" lvl="1" indent="-285750">
              <a:buFont typeface="Wingdings" panose="05000000000000000000" pitchFamily="2" charset="2"/>
              <a:buChar char="Ø"/>
            </a:pPr>
            <a:r>
              <a:rPr lang="en-US" altLang="zh-CN" b="1" i="0" dirty="0">
                <a:solidFill>
                  <a:srgbClr val="404040"/>
                </a:solidFill>
                <a:effectLst/>
                <a:latin typeface="DeepSeek-CJK-patch"/>
              </a:rPr>
              <a:t>2001</a:t>
            </a:r>
            <a:r>
              <a:rPr lang="zh-CN" altLang="en-US" b="1" i="0" dirty="0">
                <a:solidFill>
                  <a:srgbClr val="404040"/>
                </a:solidFill>
                <a:effectLst/>
                <a:latin typeface="DeepSeek-CJK-patch"/>
              </a:rPr>
              <a:t>年中国加入</a:t>
            </a:r>
            <a:r>
              <a:rPr lang="en-US" altLang="zh-CN" b="1" i="0" dirty="0">
                <a:solidFill>
                  <a:srgbClr val="404040"/>
                </a:solidFill>
                <a:effectLst/>
                <a:latin typeface="DeepSeek-CJK-patch"/>
              </a:rPr>
              <a:t>WTO</a:t>
            </a:r>
            <a:r>
              <a:rPr lang="zh-CN" altLang="en-US" b="1" i="0" dirty="0">
                <a:solidFill>
                  <a:srgbClr val="404040"/>
                </a:solidFill>
                <a:effectLst/>
                <a:latin typeface="DeepSeek-CJK-patch"/>
              </a:rPr>
              <a:t>准入：</a:t>
            </a:r>
            <a:r>
              <a:rPr lang="zh-CN" altLang="en-US" b="0" i="0" dirty="0">
                <a:solidFill>
                  <a:srgbClr val="404040"/>
                </a:solidFill>
                <a:effectLst/>
                <a:latin typeface="DeepSeek-CJK-patch"/>
              </a:rPr>
              <a:t>获得低关税出口待遇，同时利用规则保护本土产业（如汽车、金融）</a:t>
            </a:r>
            <a:endParaRPr lang="en-US" altLang="zh-CN" b="1" i="0" dirty="0">
              <a:solidFill>
                <a:srgbClr val="404040"/>
              </a:solidFill>
              <a:effectLst/>
              <a:latin typeface="DeepSeek-CJK-patch"/>
            </a:endParaRPr>
          </a:p>
          <a:p>
            <a:pPr marL="742950" lvl="1" indent="-285750">
              <a:buFont typeface="Wingdings" panose="05000000000000000000" pitchFamily="2" charset="2"/>
              <a:buChar char="Ø"/>
            </a:pPr>
            <a:r>
              <a:rPr lang="zh-CN" altLang="en-US" b="1" i="0" dirty="0">
                <a:solidFill>
                  <a:srgbClr val="404040"/>
                </a:solidFill>
                <a:effectLst/>
                <a:latin typeface="DeepSeek-CJK-patch"/>
              </a:rPr>
              <a:t>全球产业转移浪潮：</a:t>
            </a:r>
            <a:r>
              <a:rPr lang="zh-CN" altLang="en-US" b="0" i="0" dirty="0">
                <a:solidFill>
                  <a:srgbClr val="404040"/>
                </a:solidFill>
                <a:effectLst/>
                <a:latin typeface="DeepSeek-CJK-patch"/>
              </a:rPr>
              <a:t>欧美制造业向低成本地区转移，中国凭借劳动力优势成为“世界工厂”</a:t>
            </a:r>
            <a:endParaRPr lang="zh-CN" altLang="en-US" b="1" i="0" dirty="0">
              <a:solidFill>
                <a:srgbClr val="404040"/>
              </a:solidFill>
              <a:effectLst/>
              <a:latin typeface="DeepSeek-CJK-patch"/>
            </a:endParaRPr>
          </a:p>
        </p:txBody>
      </p:sp>
      <p:sp>
        <p:nvSpPr>
          <p:cNvPr id="7" name="文本框 6">
            <a:extLst>
              <a:ext uri="{FF2B5EF4-FFF2-40B4-BE49-F238E27FC236}">
                <a16:creationId xmlns:a16="http://schemas.microsoft.com/office/drawing/2014/main" id="{15516C40-9650-E629-8BF9-28CA56EE116A}"/>
              </a:ext>
            </a:extLst>
          </p:cNvPr>
          <p:cNvSpPr txBox="1"/>
          <p:nvPr/>
        </p:nvSpPr>
        <p:spPr>
          <a:xfrm>
            <a:off x="660400" y="4850513"/>
            <a:ext cx="9702800" cy="1200329"/>
          </a:xfrm>
          <a:prstGeom prst="rect">
            <a:avLst/>
          </a:prstGeom>
          <a:noFill/>
        </p:spPr>
        <p:txBody>
          <a:bodyPr wrap="square" rtlCol="0">
            <a:spAutoFit/>
          </a:bodyPr>
          <a:lstStyle/>
          <a:p>
            <a:pPr marL="285750" indent="-285750">
              <a:buFont typeface="Wingdings" panose="05000000000000000000" pitchFamily="2" charset="2"/>
              <a:buChar char="Ø"/>
            </a:pPr>
            <a:r>
              <a:rPr lang="en-US" altLang="zh-CN" b="1" i="0" dirty="0">
                <a:solidFill>
                  <a:srgbClr val="404040"/>
                </a:solidFill>
                <a:effectLst/>
                <a:latin typeface="DeepSeek-CJK-patch"/>
              </a:rPr>
              <a:t>2008</a:t>
            </a:r>
            <a:r>
              <a:rPr lang="zh-CN" altLang="en-US" b="1" i="0" dirty="0">
                <a:solidFill>
                  <a:srgbClr val="404040"/>
                </a:solidFill>
                <a:effectLst/>
                <a:latin typeface="DeepSeek-CJK-patch"/>
              </a:rPr>
              <a:t>年金融危机重塑秩序</a:t>
            </a:r>
            <a:endParaRPr lang="en-US" altLang="zh-CN" b="1" i="0" dirty="0">
              <a:solidFill>
                <a:srgbClr val="404040"/>
              </a:solidFill>
              <a:effectLst/>
              <a:latin typeface="DeepSeek-CJK-patch"/>
            </a:endParaRPr>
          </a:p>
          <a:p>
            <a:pPr marL="742950" lvl="1" indent="-285750">
              <a:buFont typeface="Wingdings" panose="05000000000000000000" pitchFamily="2" charset="2"/>
              <a:buChar char="Ø"/>
            </a:pPr>
            <a:r>
              <a:rPr lang="zh-CN" altLang="en-US" b="1" i="0" dirty="0">
                <a:solidFill>
                  <a:srgbClr val="404040"/>
                </a:solidFill>
                <a:effectLst/>
                <a:latin typeface="DeepSeek-CJK-patch"/>
              </a:rPr>
              <a:t>西方经济衰退，中国逆势崛起：</a:t>
            </a:r>
            <a:r>
              <a:rPr lang="zh-CN" altLang="en-US" b="0" i="0" dirty="0">
                <a:solidFill>
                  <a:srgbClr val="404040"/>
                </a:solidFill>
                <a:effectLst/>
                <a:latin typeface="DeepSeek-CJK-patch"/>
              </a:rPr>
              <a:t>金融危机暴露欧美金融体系脆弱性</a:t>
            </a:r>
            <a:endParaRPr lang="en-US" altLang="zh-CN" b="1" i="0" dirty="0">
              <a:solidFill>
                <a:srgbClr val="404040"/>
              </a:solidFill>
              <a:effectLst/>
              <a:latin typeface="DeepSeek-CJK-patch"/>
            </a:endParaRPr>
          </a:p>
          <a:p>
            <a:pPr marL="742950" lvl="1" indent="-285750">
              <a:buFont typeface="Wingdings" panose="05000000000000000000" pitchFamily="2" charset="2"/>
              <a:buChar char="Ø"/>
            </a:pPr>
            <a:r>
              <a:rPr lang="en-US" altLang="zh-CN" b="1" i="0" dirty="0">
                <a:solidFill>
                  <a:srgbClr val="404040"/>
                </a:solidFill>
                <a:effectLst/>
                <a:latin typeface="DeepSeek-CJK-patch"/>
              </a:rPr>
              <a:t>G20</a:t>
            </a:r>
            <a:r>
              <a:rPr lang="zh-CN" altLang="en-US" b="1" i="0" dirty="0">
                <a:solidFill>
                  <a:srgbClr val="404040"/>
                </a:solidFill>
                <a:effectLst/>
                <a:latin typeface="DeepSeek-CJK-patch"/>
              </a:rPr>
              <a:t>取代</a:t>
            </a:r>
            <a:r>
              <a:rPr lang="en-US" altLang="zh-CN" b="1" i="0" dirty="0">
                <a:solidFill>
                  <a:srgbClr val="404040"/>
                </a:solidFill>
                <a:effectLst/>
                <a:latin typeface="DeepSeek-CJK-patch"/>
              </a:rPr>
              <a:t>G7</a:t>
            </a:r>
            <a:r>
              <a:rPr lang="zh-CN" altLang="en-US" b="1" i="0" dirty="0">
                <a:solidFill>
                  <a:srgbClr val="404040"/>
                </a:solidFill>
                <a:effectLst/>
                <a:latin typeface="DeepSeek-CJK-patch"/>
              </a:rPr>
              <a:t>成为全球经济治理核心</a:t>
            </a:r>
            <a:r>
              <a:rPr lang="zh-CN" altLang="en-US" b="1" dirty="0">
                <a:solidFill>
                  <a:srgbClr val="404040"/>
                </a:solidFill>
                <a:latin typeface="DeepSeek-CJK-patch"/>
              </a:rPr>
              <a:t>：</a:t>
            </a:r>
            <a:r>
              <a:rPr lang="zh-CN" altLang="en-US" b="0" i="0" dirty="0">
                <a:solidFill>
                  <a:srgbClr val="404040"/>
                </a:solidFill>
                <a:effectLst/>
                <a:latin typeface="DeepSeek-CJK-patch"/>
              </a:rPr>
              <a:t>中国首次获得参与制定国际规则的话语权。</a:t>
            </a:r>
            <a:br>
              <a:rPr lang="zh-CN" altLang="en-US" dirty="0"/>
            </a:br>
            <a:endParaRPr lang="zh-CN" altLang="en-US" b="1" i="0" dirty="0">
              <a:solidFill>
                <a:srgbClr val="404040"/>
              </a:solidFill>
              <a:effectLst/>
              <a:latin typeface="DeepSeek-CJK-patch"/>
            </a:endParaRPr>
          </a:p>
        </p:txBody>
      </p:sp>
      <p:sp>
        <p:nvSpPr>
          <p:cNvPr id="9" name="文本框 8">
            <a:extLst>
              <a:ext uri="{FF2B5EF4-FFF2-40B4-BE49-F238E27FC236}">
                <a16:creationId xmlns:a16="http://schemas.microsoft.com/office/drawing/2014/main" id="{5F15E373-9002-B929-15B8-63DF6623DF46}"/>
              </a:ext>
            </a:extLst>
          </p:cNvPr>
          <p:cNvSpPr txBox="1"/>
          <p:nvPr/>
        </p:nvSpPr>
        <p:spPr>
          <a:xfrm>
            <a:off x="673100" y="5838735"/>
            <a:ext cx="9702800"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i="0" dirty="0">
                <a:solidFill>
                  <a:srgbClr val="404040"/>
                </a:solidFill>
                <a:effectLst/>
                <a:latin typeface="DeepSeek-CJK-patch"/>
              </a:rPr>
              <a:t>改革开放</a:t>
            </a:r>
            <a:r>
              <a:rPr lang="en-US" altLang="zh-CN" b="1" i="0" dirty="0">
                <a:solidFill>
                  <a:srgbClr val="404040"/>
                </a:solidFill>
                <a:effectLst/>
                <a:latin typeface="DeepSeek-CJK-patch"/>
              </a:rPr>
              <a:t>20</a:t>
            </a:r>
            <a:r>
              <a:rPr lang="zh-CN" altLang="en-US" b="1" i="0" dirty="0">
                <a:solidFill>
                  <a:srgbClr val="404040"/>
                </a:solidFill>
                <a:effectLst/>
                <a:latin typeface="DeepSeek-CJK-patch"/>
              </a:rPr>
              <a:t>年为中国积累金融资本，登上国际金融舞台正中心</a:t>
            </a:r>
            <a:endParaRPr lang="en-US" altLang="zh-CN" b="1" i="0" dirty="0">
              <a:solidFill>
                <a:srgbClr val="404040"/>
              </a:solidFill>
              <a:effectLst/>
              <a:latin typeface="DeepSeek-CJK-patch"/>
            </a:endParaRPr>
          </a:p>
        </p:txBody>
      </p:sp>
    </p:spTree>
    <p:extLst>
      <p:ext uri="{BB962C8B-B14F-4D97-AF65-F5344CB8AC3E}">
        <p14:creationId xmlns:p14="http://schemas.microsoft.com/office/powerpoint/2010/main" val="2762337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8AC3B-E080-30D1-801E-1881957FB53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676D666-64AD-4058-BEFA-834F563FF13E}"/>
              </a:ext>
            </a:extLst>
          </p:cNvPr>
          <p:cNvSpPr>
            <a:spLocks noGrp="1"/>
          </p:cNvSpPr>
          <p:nvPr>
            <p:ph type="sldNum" sz="quarter" idx="12"/>
          </p:nvPr>
        </p:nvSpPr>
        <p:spPr/>
        <p:txBody>
          <a:bodyPr/>
          <a:lstStyle/>
          <a:p>
            <a:fld id="{7F65B630-C7FF-41C0-9923-C5E5E29EED81}" type="slidenum">
              <a:rPr lang="en-GB" smtClean="0"/>
              <a:pPr/>
              <a:t>7</a:t>
            </a:fld>
            <a:endParaRPr lang="en-GB"/>
          </a:p>
        </p:txBody>
      </p:sp>
      <p:sp>
        <p:nvSpPr>
          <p:cNvPr id="3" name="标题 2">
            <a:extLst>
              <a:ext uri="{FF2B5EF4-FFF2-40B4-BE49-F238E27FC236}">
                <a16:creationId xmlns:a16="http://schemas.microsoft.com/office/drawing/2014/main" id="{B957EF59-B6EC-D034-D4F2-06EC3F87E709}"/>
              </a:ext>
            </a:extLst>
          </p:cNvPr>
          <p:cNvSpPr>
            <a:spLocks noGrp="1"/>
          </p:cNvSpPr>
          <p:nvPr>
            <p:ph type="title"/>
          </p:nvPr>
        </p:nvSpPr>
        <p:spPr/>
        <p:txBody>
          <a:bodyPr/>
          <a:lstStyle/>
          <a:p>
            <a:r>
              <a:rPr lang="zh-CN" altLang="en-US" dirty="0"/>
              <a:t>哪些规划</a:t>
            </a:r>
          </a:p>
        </p:txBody>
      </p:sp>
      <p:sp>
        <p:nvSpPr>
          <p:cNvPr id="4" name="文本框 3">
            <a:extLst>
              <a:ext uri="{FF2B5EF4-FFF2-40B4-BE49-F238E27FC236}">
                <a16:creationId xmlns:a16="http://schemas.microsoft.com/office/drawing/2014/main" id="{76E32B87-D189-E54A-CFD2-A4F6CAA64F5B}"/>
              </a:ext>
            </a:extLst>
          </p:cNvPr>
          <p:cNvSpPr txBox="1"/>
          <p:nvPr/>
        </p:nvSpPr>
        <p:spPr>
          <a:xfrm>
            <a:off x="660400" y="1713793"/>
            <a:ext cx="10737703" cy="12899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b="1" i="0" dirty="0">
                <a:solidFill>
                  <a:srgbClr val="404040"/>
                </a:solidFill>
                <a:effectLst/>
                <a:latin typeface="+mn-ea"/>
              </a:rPr>
              <a:t>2002</a:t>
            </a:r>
            <a:r>
              <a:rPr lang="zh-CN" altLang="en-US" b="1" i="0" dirty="0">
                <a:solidFill>
                  <a:srgbClr val="404040"/>
                </a:solidFill>
                <a:effectLst/>
                <a:latin typeface="+mn-ea"/>
              </a:rPr>
              <a:t>年</a:t>
            </a:r>
            <a:r>
              <a:rPr lang="en-US" altLang="zh-CN" b="1" i="0" dirty="0">
                <a:solidFill>
                  <a:srgbClr val="404040"/>
                </a:solidFill>
                <a:effectLst/>
                <a:latin typeface="+mn-ea"/>
              </a:rPr>
              <a:t>11</a:t>
            </a:r>
            <a:r>
              <a:rPr lang="zh-CN" altLang="en-US" b="1" i="0" dirty="0">
                <a:solidFill>
                  <a:srgbClr val="404040"/>
                </a:solidFill>
                <a:effectLst/>
                <a:latin typeface="+mn-ea"/>
              </a:rPr>
              <a:t>月</a:t>
            </a:r>
            <a:r>
              <a:rPr lang="en-US" altLang="zh-CN" b="1" i="0" dirty="0">
                <a:solidFill>
                  <a:srgbClr val="404040"/>
                </a:solidFill>
                <a:effectLst/>
                <a:latin typeface="+mn-ea"/>
              </a:rPr>
              <a:t>8</a:t>
            </a:r>
            <a:r>
              <a:rPr lang="zh-CN" altLang="en-US" b="1" i="0" dirty="0">
                <a:solidFill>
                  <a:srgbClr val="404040"/>
                </a:solidFill>
                <a:effectLst/>
                <a:latin typeface="+mn-ea"/>
              </a:rPr>
              <a:t>日至</a:t>
            </a:r>
            <a:r>
              <a:rPr lang="en-US" altLang="zh-CN" b="1" i="0" dirty="0">
                <a:solidFill>
                  <a:srgbClr val="404040"/>
                </a:solidFill>
                <a:effectLst/>
                <a:latin typeface="+mn-ea"/>
              </a:rPr>
              <a:t>14</a:t>
            </a:r>
            <a:r>
              <a:rPr lang="zh-CN" altLang="en-US" b="1" i="0" dirty="0">
                <a:solidFill>
                  <a:srgbClr val="404040"/>
                </a:solidFill>
                <a:effectLst/>
                <a:latin typeface="+mn-ea"/>
              </a:rPr>
              <a:t>日</a:t>
            </a:r>
            <a:r>
              <a:rPr lang="zh-CN" altLang="en-US" i="0" dirty="0">
                <a:solidFill>
                  <a:srgbClr val="404040"/>
                </a:solidFill>
                <a:effectLst/>
                <a:latin typeface="+mn-ea"/>
              </a:rPr>
              <a:t>，中国共产党第十六次全国代表大会举行，大会高度评价“三个代表”重要思想的历史地位和作用，并写入党章。大会提出我国要在</a:t>
            </a:r>
            <a:r>
              <a:rPr lang="en-US" altLang="zh-CN" i="0" dirty="0">
                <a:solidFill>
                  <a:srgbClr val="404040"/>
                </a:solidFill>
                <a:effectLst/>
                <a:latin typeface="+mn-ea"/>
              </a:rPr>
              <a:t>21</a:t>
            </a:r>
            <a:r>
              <a:rPr lang="zh-CN" altLang="en-US" i="0" dirty="0">
                <a:solidFill>
                  <a:srgbClr val="404040"/>
                </a:solidFill>
                <a:effectLst/>
                <a:latin typeface="+mn-ea"/>
              </a:rPr>
              <a:t>世纪头二十年全面建设惠及十几亿人口的更高水平的小康社会，到本世纪中叶基本实现现代化，把我国建设成为富强民主文明的社会主义国家</a:t>
            </a:r>
            <a:endParaRPr lang="en-US" altLang="zh-CN" i="0" dirty="0">
              <a:solidFill>
                <a:srgbClr val="404040"/>
              </a:solidFill>
              <a:effectLst/>
              <a:latin typeface="+mn-ea"/>
            </a:endParaRPr>
          </a:p>
        </p:txBody>
      </p:sp>
      <p:sp>
        <p:nvSpPr>
          <p:cNvPr id="9" name="文本框 8">
            <a:extLst>
              <a:ext uri="{FF2B5EF4-FFF2-40B4-BE49-F238E27FC236}">
                <a16:creationId xmlns:a16="http://schemas.microsoft.com/office/drawing/2014/main" id="{6C6CC668-59ED-8A7D-9CE5-FB04E14488AF}"/>
              </a:ext>
            </a:extLst>
          </p:cNvPr>
          <p:cNvSpPr txBox="1"/>
          <p:nvPr/>
        </p:nvSpPr>
        <p:spPr>
          <a:xfrm>
            <a:off x="660399" y="3209350"/>
            <a:ext cx="10737703" cy="1289905"/>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i="0" dirty="0">
                <a:solidFill>
                  <a:srgbClr val="404040"/>
                </a:solidFill>
                <a:effectLst/>
                <a:latin typeface="+mn-ea"/>
              </a:rPr>
              <a:t>2003</a:t>
            </a:r>
            <a:r>
              <a:rPr lang="zh-CN" altLang="en-US" b="1" i="0" dirty="0">
                <a:solidFill>
                  <a:srgbClr val="404040"/>
                </a:solidFill>
                <a:effectLst/>
                <a:latin typeface="+mn-ea"/>
              </a:rPr>
              <a:t>年</a:t>
            </a:r>
            <a:r>
              <a:rPr lang="en-US" altLang="zh-CN" b="1" i="0" dirty="0">
                <a:solidFill>
                  <a:srgbClr val="404040"/>
                </a:solidFill>
                <a:effectLst/>
                <a:latin typeface="+mn-ea"/>
              </a:rPr>
              <a:t>10</a:t>
            </a:r>
            <a:r>
              <a:rPr lang="zh-CN" altLang="en-US" b="1" i="0" dirty="0">
                <a:solidFill>
                  <a:srgbClr val="404040"/>
                </a:solidFill>
                <a:effectLst/>
                <a:latin typeface="+mn-ea"/>
              </a:rPr>
              <a:t>月</a:t>
            </a:r>
            <a:r>
              <a:rPr lang="zh-CN" altLang="en-US" i="0" dirty="0">
                <a:solidFill>
                  <a:srgbClr val="404040"/>
                </a:solidFill>
                <a:effectLst/>
                <a:latin typeface="+mn-ea"/>
              </a:rPr>
              <a:t>党的十六届三中全会第一次在党的正式文件中完整的提出了</a:t>
            </a:r>
            <a:r>
              <a:rPr lang="zh-CN" altLang="en-US" b="1" i="0" dirty="0">
                <a:solidFill>
                  <a:srgbClr val="404040"/>
                </a:solidFill>
                <a:effectLst/>
                <a:latin typeface="+mn-ea"/>
              </a:rPr>
              <a:t>科学发展观</a:t>
            </a:r>
            <a:r>
              <a:rPr lang="zh-CN" altLang="en-US" i="0" dirty="0">
                <a:solidFill>
                  <a:srgbClr val="404040"/>
                </a:solidFill>
                <a:effectLst/>
                <a:latin typeface="+mn-ea"/>
              </a:rPr>
              <a:t>。通过了</a:t>
            </a:r>
            <a:r>
              <a:rPr lang="en-US" altLang="zh-CN" i="0" dirty="0">
                <a:solidFill>
                  <a:srgbClr val="404040"/>
                </a:solidFill>
                <a:effectLst/>
                <a:latin typeface="+mn-ea"/>
              </a:rPr>
              <a:t>《</a:t>
            </a:r>
            <a:r>
              <a:rPr lang="zh-CN" altLang="en-US" i="0" dirty="0">
                <a:solidFill>
                  <a:srgbClr val="404040"/>
                </a:solidFill>
                <a:effectLst/>
                <a:latin typeface="+mn-ea"/>
              </a:rPr>
              <a:t>中共中央关于</a:t>
            </a:r>
            <a:r>
              <a:rPr lang="zh-CN" altLang="en-US" b="1" i="0" dirty="0">
                <a:solidFill>
                  <a:srgbClr val="404040"/>
                </a:solidFill>
                <a:effectLst/>
                <a:latin typeface="+mn-ea"/>
              </a:rPr>
              <a:t>完善社会主义市场经济体制</a:t>
            </a:r>
            <a:r>
              <a:rPr lang="zh-CN" altLang="en-US" i="0" dirty="0">
                <a:solidFill>
                  <a:srgbClr val="404040"/>
                </a:solidFill>
                <a:effectLst/>
                <a:latin typeface="+mn-ea"/>
              </a:rPr>
              <a:t>若干问题的决定</a:t>
            </a:r>
            <a:r>
              <a:rPr lang="en-US" altLang="zh-CN" i="0" dirty="0">
                <a:solidFill>
                  <a:srgbClr val="404040"/>
                </a:solidFill>
                <a:effectLst/>
                <a:latin typeface="+mn-ea"/>
              </a:rPr>
              <a:t>》</a:t>
            </a:r>
            <a:r>
              <a:rPr lang="zh-CN" altLang="en-US" i="0" dirty="0">
                <a:solidFill>
                  <a:srgbClr val="404040"/>
                </a:solidFill>
                <a:effectLst/>
                <a:latin typeface="+mn-ea"/>
              </a:rPr>
              <a:t>，提出</a:t>
            </a:r>
            <a:r>
              <a:rPr lang="zh-CN" altLang="en-US" b="1" i="0" dirty="0">
                <a:solidFill>
                  <a:srgbClr val="404040"/>
                </a:solidFill>
                <a:effectLst/>
                <a:latin typeface="+mn-ea"/>
              </a:rPr>
              <a:t>大力发展国有资本，集体资本和非公有资本等参股的混合所有制经济</a:t>
            </a:r>
            <a:r>
              <a:rPr lang="zh-CN" altLang="en-US" i="0" dirty="0">
                <a:solidFill>
                  <a:srgbClr val="404040"/>
                </a:solidFill>
                <a:effectLst/>
                <a:latin typeface="+mn-ea"/>
              </a:rPr>
              <a:t>。</a:t>
            </a:r>
            <a:endParaRPr lang="en-US" altLang="zh-CN" i="0" dirty="0">
              <a:solidFill>
                <a:srgbClr val="404040"/>
              </a:solidFill>
              <a:effectLst/>
              <a:latin typeface="+mn-ea"/>
            </a:endParaRPr>
          </a:p>
        </p:txBody>
      </p:sp>
    </p:spTree>
    <p:extLst>
      <p:ext uri="{BB962C8B-B14F-4D97-AF65-F5344CB8AC3E}">
        <p14:creationId xmlns:p14="http://schemas.microsoft.com/office/powerpoint/2010/main" val="3519467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D0629-853B-96F5-6CF0-AE99AE9F3B9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7F8353F-D72C-4FA5-DB51-CCAE5F1BF331}"/>
              </a:ext>
            </a:extLst>
          </p:cNvPr>
          <p:cNvSpPr>
            <a:spLocks noGrp="1"/>
          </p:cNvSpPr>
          <p:nvPr>
            <p:ph type="sldNum" sz="quarter" idx="12"/>
          </p:nvPr>
        </p:nvSpPr>
        <p:spPr/>
        <p:txBody>
          <a:bodyPr/>
          <a:lstStyle/>
          <a:p>
            <a:fld id="{7F65B630-C7FF-41C0-9923-C5E5E29EED81}" type="slidenum">
              <a:rPr lang="en-GB" smtClean="0"/>
              <a:pPr/>
              <a:t>8</a:t>
            </a:fld>
            <a:endParaRPr lang="en-GB"/>
          </a:p>
        </p:txBody>
      </p:sp>
      <p:sp>
        <p:nvSpPr>
          <p:cNvPr id="3" name="标题 2">
            <a:extLst>
              <a:ext uri="{FF2B5EF4-FFF2-40B4-BE49-F238E27FC236}">
                <a16:creationId xmlns:a16="http://schemas.microsoft.com/office/drawing/2014/main" id="{CB30B399-46D9-DCA3-0A60-B98B3C8DC148}"/>
              </a:ext>
            </a:extLst>
          </p:cNvPr>
          <p:cNvSpPr>
            <a:spLocks noGrp="1"/>
          </p:cNvSpPr>
          <p:nvPr>
            <p:ph type="title"/>
          </p:nvPr>
        </p:nvSpPr>
        <p:spPr/>
        <p:txBody>
          <a:bodyPr/>
          <a:lstStyle/>
          <a:p>
            <a:r>
              <a:rPr lang="zh-CN" altLang="en-US" dirty="0"/>
              <a:t>哪些规划</a:t>
            </a:r>
          </a:p>
        </p:txBody>
      </p:sp>
      <p:sp>
        <p:nvSpPr>
          <p:cNvPr id="4" name="文本框 3">
            <a:extLst>
              <a:ext uri="{FF2B5EF4-FFF2-40B4-BE49-F238E27FC236}">
                <a16:creationId xmlns:a16="http://schemas.microsoft.com/office/drawing/2014/main" id="{83ECD6BB-2495-7C23-3E3F-BEAD156F257F}"/>
              </a:ext>
            </a:extLst>
          </p:cNvPr>
          <p:cNvSpPr txBox="1"/>
          <p:nvPr/>
        </p:nvSpPr>
        <p:spPr>
          <a:xfrm>
            <a:off x="660400" y="1531592"/>
            <a:ext cx="10737703" cy="87440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b="1" i="0" dirty="0">
                <a:solidFill>
                  <a:srgbClr val="404040"/>
                </a:solidFill>
                <a:effectLst/>
                <a:latin typeface="+mn-ea"/>
              </a:rPr>
              <a:t>2005</a:t>
            </a:r>
            <a:r>
              <a:rPr lang="zh-CN" altLang="en-US" b="1" i="0" dirty="0">
                <a:solidFill>
                  <a:srgbClr val="404040"/>
                </a:solidFill>
                <a:effectLst/>
                <a:latin typeface="+mn-ea"/>
              </a:rPr>
              <a:t>年</a:t>
            </a:r>
            <a:r>
              <a:rPr lang="en-US" altLang="zh-CN" b="1" i="0" dirty="0">
                <a:solidFill>
                  <a:srgbClr val="404040"/>
                </a:solidFill>
                <a:effectLst/>
                <a:latin typeface="+mn-ea"/>
              </a:rPr>
              <a:t>10</a:t>
            </a:r>
            <a:r>
              <a:rPr lang="zh-CN" altLang="en-US" b="1" i="0" dirty="0">
                <a:solidFill>
                  <a:srgbClr val="404040"/>
                </a:solidFill>
                <a:effectLst/>
                <a:latin typeface="+mn-ea"/>
              </a:rPr>
              <a:t>月</a:t>
            </a:r>
            <a:r>
              <a:rPr lang="zh-CN" altLang="en-US" i="0" dirty="0">
                <a:solidFill>
                  <a:srgbClr val="404040"/>
                </a:solidFill>
                <a:effectLst/>
                <a:latin typeface="+mn-ea"/>
              </a:rPr>
              <a:t>，党的十六届五中全会提出了</a:t>
            </a:r>
            <a:r>
              <a:rPr lang="zh-CN" altLang="en-US" b="1" i="0" dirty="0">
                <a:solidFill>
                  <a:srgbClr val="404040"/>
                </a:solidFill>
                <a:effectLst/>
                <a:latin typeface="+mn-ea"/>
              </a:rPr>
              <a:t>建设社会主义新农村的重大战略任务</a:t>
            </a:r>
            <a:r>
              <a:rPr lang="zh-CN" altLang="en-US" i="0" dirty="0">
                <a:solidFill>
                  <a:srgbClr val="404040"/>
                </a:solidFill>
                <a:effectLst/>
                <a:latin typeface="+mn-ea"/>
              </a:rPr>
              <a:t>，同年</a:t>
            </a:r>
            <a:r>
              <a:rPr lang="en-US" altLang="zh-CN" i="0" dirty="0">
                <a:solidFill>
                  <a:srgbClr val="404040"/>
                </a:solidFill>
                <a:effectLst/>
                <a:latin typeface="+mn-ea"/>
              </a:rPr>
              <a:t>12</a:t>
            </a:r>
            <a:r>
              <a:rPr lang="zh-CN" altLang="en-US" i="0" dirty="0">
                <a:solidFill>
                  <a:srgbClr val="404040"/>
                </a:solidFill>
                <a:effectLst/>
                <a:latin typeface="+mn-ea"/>
              </a:rPr>
              <a:t>月</a:t>
            </a:r>
            <a:r>
              <a:rPr lang="en-US" altLang="zh-CN" i="0" dirty="0">
                <a:solidFill>
                  <a:srgbClr val="404040"/>
                </a:solidFill>
                <a:effectLst/>
                <a:latin typeface="+mn-ea"/>
              </a:rPr>
              <a:t>29</a:t>
            </a:r>
            <a:r>
              <a:rPr lang="zh-CN" altLang="en-US" i="0" dirty="0">
                <a:solidFill>
                  <a:srgbClr val="404040"/>
                </a:solidFill>
                <a:effectLst/>
                <a:latin typeface="+mn-ea"/>
              </a:rPr>
              <a:t>日，十届人大常务会第十九次会议决定自</a:t>
            </a:r>
            <a:r>
              <a:rPr lang="en-US" altLang="zh-CN" i="0" dirty="0">
                <a:solidFill>
                  <a:srgbClr val="404040"/>
                </a:solidFill>
                <a:effectLst/>
                <a:latin typeface="+mn-ea"/>
              </a:rPr>
              <a:t>2006</a:t>
            </a:r>
            <a:r>
              <a:rPr lang="zh-CN" altLang="en-US" i="0" dirty="0">
                <a:solidFill>
                  <a:srgbClr val="404040"/>
                </a:solidFill>
                <a:effectLst/>
                <a:latin typeface="+mn-ea"/>
              </a:rPr>
              <a:t>年</a:t>
            </a:r>
            <a:r>
              <a:rPr lang="en-US" altLang="zh-CN" i="0" dirty="0">
                <a:solidFill>
                  <a:srgbClr val="404040"/>
                </a:solidFill>
                <a:effectLst/>
                <a:latin typeface="+mn-ea"/>
              </a:rPr>
              <a:t>1</a:t>
            </a:r>
            <a:r>
              <a:rPr lang="zh-CN" altLang="en-US" i="0" dirty="0">
                <a:solidFill>
                  <a:srgbClr val="404040"/>
                </a:solidFill>
                <a:effectLst/>
                <a:latin typeface="+mn-ea"/>
              </a:rPr>
              <a:t>月</a:t>
            </a:r>
            <a:r>
              <a:rPr lang="en-US" altLang="zh-CN" i="0" dirty="0">
                <a:solidFill>
                  <a:srgbClr val="404040"/>
                </a:solidFill>
                <a:effectLst/>
                <a:latin typeface="+mn-ea"/>
              </a:rPr>
              <a:t>1</a:t>
            </a:r>
            <a:r>
              <a:rPr lang="zh-CN" altLang="en-US" i="0" dirty="0">
                <a:solidFill>
                  <a:srgbClr val="404040"/>
                </a:solidFill>
                <a:effectLst/>
                <a:latin typeface="+mn-ea"/>
              </a:rPr>
              <a:t>日起废止</a:t>
            </a:r>
            <a:r>
              <a:rPr lang="en-US" altLang="zh-CN" i="0" dirty="0">
                <a:solidFill>
                  <a:srgbClr val="404040"/>
                </a:solidFill>
                <a:effectLst/>
                <a:latin typeface="+mn-ea"/>
              </a:rPr>
              <a:t>《</a:t>
            </a:r>
            <a:r>
              <a:rPr lang="zh-CN" altLang="en-US" i="0" dirty="0">
                <a:solidFill>
                  <a:srgbClr val="404040"/>
                </a:solidFill>
                <a:effectLst/>
                <a:latin typeface="+mn-ea"/>
              </a:rPr>
              <a:t>中华人民共和国农业税条例</a:t>
            </a:r>
            <a:r>
              <a:rPr lang="en-US" altLang="zh-CN" i="0" dirty="0">
                <a:solidFill>
                  <a:srgbClr val="404040"/>
                </a:solidFill>
                <a:effectLst/>
                <a:latin typeface="+mn-ea"/>
              </a:rPr>
              <a:t>》</a:t>
            </a:r>
            <a:r>
              <a:rPr lang="zh-CN" altLang="en-US" i="0" dirty="0">
                <a:solidFill>
                  <a:srgbClr val="404040"/>
                </a:solidFill>
                <a:effectLst/>
                <a:latin typeface="+mn-ea"/>
              </a:rPr>
              <a:t>。</a:t>
            </a:r>
            <a:endParaRPr lang="en-US" altLang="zh-CN" i="0" dirty="0">
              <a:solidFill>
                <a:srgbClr val="404040"/>
              </a:solidFill>
              <a:effectLst/>
              <a:latin typeface="+mn-ea"/>
            </a:endParaRPr>
          </a:p>
        </p:txBody>
      </p:sp>
      <p:sp>
        <p:nvSpPr>
          <p:cNvPr id="6" name="文本框 5">
            <a:extLst>
              <a:ext uri="{FF2B5EF4-FFF2-40B4-BE49-F238E27FC236}">
                <a16:creationId xmlns:a16="http://schemas.microsoft.com/office/drawing/2014/main" id="{4F62EAE7-E12A-04CC-C7D6-5E586CD125AD}"/>
              </a:ext>
            </a:extLst>
          </p:cNvPr>
          <p:cNvSpPr txBox="1"/>
          <p:nvPr/>
        </p:nvSpPr>
        <p:spPr>
          <a:xfrm>
            <a:off x="660400" y="2578395"/>
            <a:ext cx="10858500"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i="0" dirty="0">
                <a:solidFill>
                  <a:srgbClr val="404040"/>
                </a:solidFill>
                <a:effectLst/>
                <a:latin typeface="+mn-ea"/>
              </a:rPr>
              <a:t>2005</a:t>
            </a:r>
            <a:r>
              <a:rPr lang="zh-CN" altLang="en-US" b="1" i="0" dirty="0">
                <a:solidFill>
                  <a:srgbClr val="404040"/>
                </a:solidFill>
                <a:effectLst/>
                <a:latin typeface="+mn-ea"/>
              </a:rPr>
              <a:t>年</a:t>
            </a:r>
            <a:r>
              <a:rPr lang="en-US" altLang="zh-CN" b="1" i="0" dirty="0">
                <a:solidFill>
                  <a:srgbClr val="404040"/>
                </a:solidFill>
                <a:effectLst/>
                <a:latin typeface="+mn-ea"/>
              </a:rPr>
              <a:t>10</a:t>
            </a:r>
            <a:r>
              <a:rPr lang="zh-CN" altLang="en-US" b="1" i="0" dirty="0">
                <a:solidFill>
                  <a:srgbClr val="404040"/>
                </a:solidFill>
                <a:effectLst/>
                <a:latin typeface="+mn-ea"/>
              </a:rPr>
              <a:t>月</a:t>
            </a:r>
            <a:r>
              <a:rPr lang="zh-CN" altLang="en-US" i="0" dirty="0">
                <a:solidFill>
                  <a:srgbClr val="404040"/>
                </a:solidFill>
                <a:effectLst/>
                <a:latin typeface="+mn-ea"/>
              </a:rPr>
              <a:t>，党的十六届五中全会通过</a:t>
            </a:r>
            <a:r>
              <a:rPr lang="en-US" altLang="zh-CN" i="0" dirty="0">
                <a:solidFill>
                  <a:srgbClr val="404040"/>
                </a:solidFill>
                <a:effectLst/>
                <a:latin typeface="+mn-ea"/>
              </a:rPr>
              <a:t>《</a:t>
            </a:r>
            <a:r>
              <a:rPr lang="zh-CN" altLang="en-US" i="0" dirty="0">
                <a:solidFill>
                  <a:srgbClr val="404040"/>
                </a:solidFill>
                <a:effectLst/>
                <a:latin typeface="+mn-ea"/>
              </a:rPr>
              <a:t>中共中央关于制定国民经济和社会发展</a:t>
            </a:r>
            <a:r>
              <a:rPr lang="zh-CN" altLang="en-US" b="1" i="0" dirty="0">
                <a:solidFill>
                  <a:srgbClr val="404040"/>
                </a:solidFill>
                <a:effectLst/>
                <a:latin typeface="+mn-ea"/>
              </a:rPr>
              <a:t>第十一个五年计划</a:t>
            </a:r>
            <a:r>
              <a:rPr lang="zh-CN" altLang="en-US" i="0" dirty="0">
                <a:solidFill>
                  <a:srgbClr val="404040"/>
                </a:solidFill>
                <a:effectLst/>
                <a:latin typeface="+mn-ea"/>
              </a:rPr>
              <a:t>的建议</a:t>
            </a:r>
            <a:r>
              <a:rPr lang="en-US" altLang="zh-CN" i="0" dirty="0">
                <a:solidFill>
                  <a:srgbClr val="404040"/>
                </a:solidFill>
                <a:effectLst/>
                <a:latin typeface="+mn-ea"/>
              </a:rPr>
              <a:t>》</a:t>
            </a:r>
            <a:r>
              <a:rPr lang="zh-CN" altLang="en-US" i="0" dirty="0">
                <a:solidFill>
                  <a:srgbClr val="404040"/>
                </a:solidFill>
                <a:effectLst/>
                <a:latin typeface="+mn-ea"/>
              </a:rPr>
              <a:t>。</a:t>
            </a:r>
            <a:endParaRPr lang="en-US" altLang="zh-CN" i="0" dirty="0">
              <a:solidFill>
                <a:srgbClr val="404040"/>
              </a:solidFill>
              <a:effectLst/>
              <a:latin typeface="+mn-ea"/>
            </a:endParaRPr>
          </a:p>
        </p:txBody>
      </p:sp>
      <p:sp>
        <p:nvSpPr>
          <p:cNvPr id="8" name="文本框 7">
            <a:extLst>
              <a:ext uri="{FF2B5EF4-FFF2-40B4-BE49-F238E27FC236}">
                <a16:creationId xmlns:a16="http://schemas.microsoft.com/office/drawing/2014/main" id="{F4B9170C-BF40-FA36-6124-67270D32C899}"/>
              </a:ext>
            </a:extLst>
          </p:cNvPr>
          <p:cNvSpPr txBox="1"/>
          <p:nvPr/>
        </p:nvSpPr>
        <p:spPr>
          <a:xfrm>
            <a:off x="660400" y="3625198"/>
            <a:ext cx="10737702" cy="87440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zh-CN" b="1" i="0" dirty="0">
                <a:solidFill>
                  <a:srgbClr val="404040"/>
                </a:solidFill>
                <a:effectLst/>
                <a:latin typeface="+mn-ea"/>
              </a:rPr>
              <a:t>2006</a:t>
            </a:r>
            <a:r>
              <a:rPr lang="zh-CN" altLang="en-US" b="1" i="0" dirty="0">
                <a:solidFill>
                  <a:srgbClr val="404040"/>
                </a:solidFill>
                <a:effectLst/>
                <a:latin typeface="+mn-ea"/>
              </a:rPr>
              <a:t>年</a:t>
            </a:r>
            <a:r>
              <a:rPr lang="en-US" altLang="zh-CN" b="1" i="0" dirty="0">
                <a:solidFill>
                  <a:srgbClr val="404040"/>
                </a:solidFill>
                <a:effectLst/>
                <a:latin typeface="+mn-ea"/>
              </a:rPr>
              <a:t>3</a:t>
            </a:r>
            <a:r>
              <a:rPr lang="zh-CN" altLang="en-US" b="1" i="0" dirty="0">
                <a:solidFill>
                  <a:srgbClr val="404040"/>
                </a:solidFill>
                <a:effectLst/>
                <a:latin typeface="+mn-ea"/>
              </a:rPr>
              <a:t>月</a:t>
            </a:r>
            <a:r>
              <a:rPr lang="zh-CN" altLang="en-US" i="0" dirty="0">
                <a:solidFill>
                  <a:srgbClr val="404040"/>
                </a:solidFill>
                <a:effectLst/>
                <a:latin typeface="+mn-ea"/>
              </a:rPr>
              <a:t>，十届全国人大四次会议审议通过</a:t>
            </a:r>
            <a:r>
              <a:rPr lang="en-US" altLang="zh-CN" i="0" dirty="0">
                <a:solidFill>
                  <a:srgbClr val="404040"/>
                </a:solidFill>
                <a:effectLst/>
                <a:latin typeface="+mn-ea"/>
              </a:rPr>
              <a:t>《</a:t>
            </a:r>
            <a:r>
              <a:rPr lang="zh-CN" altLang="en-US" i="0" dirty="0">
                <a:solidFill>
                  <a:srgbClr val="404040"/>
                </a:solidFill>
                <a:effectLst/>
                <a:latin typeface="+mn-ea"/>
              </a:rPr>
              <a:t>中华人民共和国国民经济和社会发展</a:t>
            </a:r>
            <a:r>
              <a:rPr lang="zh-CN" altLang="en-US" b="1" i="0" dirty="0">
                <a:solidFill>
                  <a:srgbClr val="404040"/>
                </a:solidFill>
                <a:effectLst/>
                <a:latin typeface="+mn-ea"/>
              </a:rPr>
              <a:t>第十一个五年计划</a:t>
            </a:r>
            <a:r>
              <a:rPr lang="zh-CN" altLang="en-US" i="0" dirty="0">
                <a:solidFill>
                  <a:srgbClr val="404040"/>
                </a:solidFill>
                <a:effectLst/>
                <a:latin typeface="+mn-ea"/>
              </a:rPr>
              <a:t>纲要</a:t>
            </a:r>
            <a:r>
              <a:rPr lang="en-US" altLang="zh-CN" i="0" dirty="0">
                <a:solidFill>
                  <a:srgbClr val="404040"/>
                </a:solidFill>
                <a:effectLst/>
                <a:latin typeface="+mn-ea"/>
              </a:rPr>
              <a:t>》</a:t>
            </a:r>
            <a:r>
              <a:rPr lang="zh-CN" altLang="en-US" i="0" dirty="0">
                <a:solidFill>
                  <a:srgbClr val="404040"/>
                </a:solidFill>
                <a:effectLst/>
                <a:latin typeface="+mn-ea"/>
              </a:rPr>
              <a:t>。</a:t>
            </a:r>
            <a:endParaRPr lang="en-US" altLang="zh-CN" i="0" dirty="0">
              <a:solidFill>
                <a:srgbClr val="404040"/>
              </a:solidFill>
              <a:effectLst/>
              <a:latin typeface="+mn-ea"/>
            </a:endParaRPr>
          </a:p>
        </p:txBody>
      </p:sp>
    </p:spTree>
    <p:extLst>
      <p:ext uri="{BB962C8B-B14F-4D97-AF65-F5344CB8AC3E}">
        <p14:creationId xmlns:p14="http://schemas.microsoft.com/office/powerpoint/2010/main" val="2247582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C38FB-6059-EE91-29EF-855C89C0CBC1}"/>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FAA9B9AE-D96D-21D1-BC22-94EE6B3936CD}"/>
              </a:ext>
            </a:extLst>
          </p:cNvPr>
          <p:cNvSpPr>
            <a:spLocks noGrp="1"/>
          </p:cNvSpPr>
          <p:nvPr>
            <p:ph type="title"/>
          </p:nvPr>
        </p:nvSpPr>
        <p:spPr>
          <a:xfrm>
            <a:off x="3656802" y="1986173"/>
            <a:ext cx="5907076" cy="1077218"/>
          </a:xfrm>
        </p:spPr>
        <p:txBody>
          <a:bodyPr/>
          <a:lstStyle/>
          <a:p>
            <a:pPr>
              <a:lnSpc>
                <a:spcPct val="100000"/>
              </a:lnSpc>
            </a:pPr>
            <a:r>
              <a:rPr lang="zh-CN" altLang="en-US" sz="3200" dirty="0">
                <a:latin typeface="+mj-ea"/>
                <a:ea typeface="+mj-ea"/>
              </a:rPr>
              <a:t>全面建成小康社会新部署</a:t>
            </a:r>
            <a:br>
              <a:rPr lang="en-US" altLang="zh-CN" sz="3200" dirty="0">
                <a:latin typeface="+mj-ea"/>
                <a:ea typeface="+mj-ea"/>
              </a:rPr>
            </a:br>
            <a:r>
              <a:rPr lang="zh-CN" altLang="en-US" sz="3200" dirty="0">
                <a:latin typeface="+mj-ea"/>
                <a:ea typeface="+mj-ea"/>
              </a:rPr>
              <a:t>和改革开放的深化</a:t>
            </a:r>
          </a:p>
        </p:txBody>
      </p:sp>
      <p:sp>
        <p:nvSpPr>
          <p:cNvPr id="5" name="文本占位符 4">
            <a:extLst>
              <a:ext uri="{FF2B5EF4-FFF2-40B4-BE49-F238E27FC236}">
                <a16:creationId xmlns:a16="http://schemas.microsoft.com/office/drawing/2014/main" id="{1D1D0613-DD1E-0871-8F2C-3999D666E492}"/>
              </a:ext>
            </a:extLst>
          </p:cNvPr>
          <p:cNvSpPr>
            <a:spLocks noGrp="1"/>
          </p:cNvSpPr>
          <p:nvPr>
            <p:ph type="body" idx="1"/>
          </p:nvPr>
        </p:nvSpPr>
        <p:spPr/>
        <p:txBody>
          <a:bodyPr>
            <a:normAutofit/>
          </a:bodyPr>
          <a:lstStyle/>
          <a:p>
            <a:r>
              <a:rPr lang="en-GB" altLang="zh-CN" sz="1600" dirty="0"/>
              <a:t>2007</a:t>
            </a:r>
            <a:r>
              <a:rPr lang="zh-CN" altLang="en-US" sz="1600" dirty="0"/>
              <a:t>年</a:t>
            </a:r>
            <a:r>
              <a:rPr lang="en-US" altLang="zh-CN" sz="1600" dirty="0"/>
              <a:t>10</a:t>
            </a:r>
            <a:r>
              <a:rPr lang="zh-CN" altLang="en-US" sz="1600" dirty="0"/>
              <a:t>月全国人大</a:t>
            </a:r>
            <a:r>
              <a:rPr lang="en-US" altLang="zh-CN" sz="1600" dirty="0"/>
              <a:t>-</a:t>
            </a:r>
            <a:r>
              <a:rPr lang="en-GB" altLang="zh-CN" sz="1600" dirty="0"/>
              <a:t>2012</a:t>
            </a:r>
            <a:r>
              <a:rPr lang="zh-CN" altLang="en-US" sz="1600" dirty="0"/>
              <a:t>年年底</a:t>
            </a:r>
            <a:endParaRPr lang="en-GB" altLang="zh-CN" sz="1600" dirty="0"/>
          </a:p>
        </p:txBody>
      </p:sp>
      <p:sp>
        <p:nvSpPr>
          <p:cNvPr id="2" name="灯片编号占位符 1">
            <a:extLst>
              <a:ext uri="{FF2B5EF4-FFF2-40B4-BE49-F238E27FC236}">
                <a16:creationId xmlns:a16="http://schemas.microsoft.com/office/drawing/2014/main" id="{A20935A1-1E11-E2CA-CF0D-F4DA67E3D042}"/>
              </a:ext>
            </a:extLst>
          </p:cNvPr>
          <p:cNvSpPr>
            <a:spLocks noGrp="1"/>
          </p:cNvSpPr>
          <p:nvPr>
            <p:ph type="sldNum" sz="quarter" idx="12"/>
          </p:nvPr>
        </p:nvSpPr>
        <p:spPr/>
        <p:txBody>
          <a:bodyPr/>
          <a:lstStyle/>
          <a:p>
            <a:fld id="{7F65B630-C7FF-41C0-9923-C5E5E29EED81}" type="slidenum">
              <a:rPr lang="zh-CN" altLang="en-US" smtClean="0"/>
              <a:pPr/>
              <a:t>9</a:t>
            </a:fld>
            <a:endParaRPr lang="zh-CN" altLang="en-US"/>
          </a:p>
        </p:txBody>
      </p:sp>
      <p:sp>
        <p:nvSpPr>
          <p:cNvPr id="8" name="文本占位符 7">
            <a:extLst>
              <a:ext uri="{FF2B5EF4-FFF2-40B4-BE49-F238E27FC236}">
                <a16:creationId xmlns:a16="http://schemas.microsoft.com/office/drawing/2014/main" id="{B718D159-CDCC-E552-2206-DF5FA3F08C6E}"/>
              </a:ext>
            </a:extLst>
          </p:cNvPr>
          <p:cNvSpPr>
            <a:spLocks noGrp="1"/>
          </p:cNvSpPr>
          <p:nvPr>
            <p:ph type="body" sz="quarter" idx="13"/>
          </p:nvPr>
        </p:nvSpPr>
        <p:spPr>
          <a:xfrm>
            <a:off x="9477106" y="2271041"/>
            <a:ext cx="1127232" cy="1107996"/>
          </a:xfrm>
        </p:spPr>
        <p:txBody>
          <a:bodyPr/>
          <a:lstStyle/>
          <a:p>
            <a:r>
              <a:rPr lang="en-GB" dirty="0"/>
              <a:t>02</a:t>
            </a:r>
          </a:p>
        </p:txBody>
      </p:sp>
    </p:spTree>
    <p:extLst>
      <p:ext uri="{BB962C8B-B14F-4D97-AF65-F5344CB8AC3E}">
        <p14:creationId xmlns:p14="http://schemas.microsoft.com/office/powerpoint/2010/main" val="68268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87E3B-BFCC-243D-B27D-B6ACFA91A10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E580984-DA7F-CF6A-9E3A-7EDD64E8B56B}"/>
              </a:ext>
            </a:extLst>
          </p:cNvPr>
          <p:cNvSpPr>
            <a:spLocks noGrp="1"/>
          </p:cNvSpPr>
          <p:nvPr>
            <p:ph type="title"/>
          </p:nvPr>
        </p:nvSpPr>
        <p:spPr/>
        <p:txBody>
          <a:bodyPr/>
          <a:lstStyle/>
          <a:p>
            <a:r>
              <a:rPr lang="zh-CN" altLang="en-US" dirty="0"/>
              <a:t>政策部署 全面小康</a:t>
            </a:r>
          </a:p>
        </p:txBody>
      </p:sp>
      <p:sp>
        <p:nvSpPr>
          <p:cNvPr id="3" name="内容占位符 2">
            <a:extLst>
              <a:ext uri="{FF2B5EF4-FFF2-40B4-BE49-F238E27FC236}">
                <a16:creationId xmlns:a16="http://schemas.microsoft.com/office/drawing/2014/main" id="{64ADBDE5-2139-2AA3-ECE1-8C095006107E}"/>
              </a:ext>
            </a:extLst>
          </p:cNvPr>
          <p:cNvSpPr>
            <a:spLocks noGrp="1"/>
          </p:cNvSpPr>
          <p:nvPr>
            <p:ph idx="1"/>
          </p:nvPr>
        </p:nvSpPr>
        <p:spPr/>
        <p:txBody>
          <a:bodyPr>
            <a:normAutofit lnSpcReduction="10000"/>
          </a:bodyPr>
          <a:lstStyle/>
          <a:p>
            <a:pPr>
              <a:lnSpc>
                <a:spcPct val="150000"/>
              </a:lnSpc>
            </a:pPr>
            <a:r>
              <a:rPr lang="en-US" altLang="zh-CN" sz="2400" dirty="0">
                <a:latin typeface="+mn-ea"/>
              </a:rPr>
              <a:t>2007</a:t>
            </a:r>
            <a:r>
              <a:rPr lang="zh-CN" altLang="en-US" sz="2400" dirty="0">
                <a:latin typeface="+mn-ea"/>
              </a:rPr>
              <a:t>年</a:t>
            </a:r>
            <a:r>
              <a:rPr lang="en-US" altLang="zh-CN" sz="2400" dirty="0">
                <a:latin typeface="+mn-ea"/>
              </a:rPr>
              <a:t>10</a:t>
            </a:r>
            <a:r>
              <a:rPr lang="zh-CN" altLang="en-US" sz="2400" dirty="0">
                <a:latin typeface="+mn-ea"/>
              </a:rPr>
              <a:t>月</a:t>
            </a:r>
            <a:r>
              <a:rPr lang="en-US" altLang="zh-CN" sz="2400" dirty="0">
                <a:latin typeface="+mn-ea"/>
              </a:rPr>
              <a:t>15</a:t>
            </a:r>
            <a:r>
              <a:rPr lang="zh-CN" altLang="en-US" sz="2400" dirty="0">
                <a:latin typeface="+mn-ea"/>
              </a:rPr>
              <a:t>日至</a:t>
            </a:r>
            <a:r>
              <a:rPr lang="en-US" altLang="zh-CN" sz="2400" dirty="0">
                <a:latin typeface="+mn-ea"/>
              </a:rPr>
              <a:t>21</a:t>
            </a:r>
            <a:r>
              <a:rPr lang="zh-CN" altLang="en-US" sz="2400" dirty="0">
                <a:latin typeface="+mn-ea"/>
              </a:rPr>
              <a:t>日，</a:t>
            </a:r>
            <a:r>
              <a:rPr lang="zh-CN" altLang="en-US" sz="2400" b="1" dirty="0">
                <a:latin typeface="+mn-ea"/>
              </a:rPr>
              <a:t>中国共产党第十七次全国代表大会</a:t>
            </a:r>
            <a:r>
              <a:rPr lang="zh-CN" altLang="en-US" sz="2400" dirty="0">
                <a:latin typeface="+mn-ea"/>
              </a:rPr>
              <a:t>在北京举行，胡锦涛作</a:t>
            </a:r>
            <a:r>
              <a:rPr lang="en-US" altLang="zh-CN" sz="2400" dirty="0">
                <a:latin typeface="+mn-ea"/>
              </a:rPr>
              <a:t>《</a:t>
            </a:r>
            <a:r>
              <a:rPr lang="zh-CN" altLang="en-US" sz="2400" dirty="0">
                <a:latin typeface="+mn-ea"/>
              </a:rPr>
              <a:t>高举中国特色社会主义伟大旗帜，为夺取全面建设小康社会新胜利而奋斗</a:t>
            </a:r>
            <a:r>
              <a:rPr lang="en-US" altLang="zh-CN" sz="2400" dirty="0">
                <a:latin typeface="+mn-ea"/>
              </a:rPr>
              <a:t>》</a:t>
            </a:r>
            <a:r>
              <a:rPr lang="zh-CN" altLang="en-US" sz="2400" dirty="0">
                <a:latin typeface="+mn-ea"/>
              </a:rPr>
              <a:t>的报告。大会阐述中国特色社会主义道路的基本内涵，首次提出了中国特色社会主义理论体系的概念并做了概括。</a:t>
            </a:r>
            <a:endParaRPr lang="en-US" altLang="zh-CN" sz="2400" dirty="0">
              <a:latin typeface="+mn-ea"/>
            </a:endParaRPr>
          </a:p>
          <a:p>
            <a:pPr>
              <a:lnSpc>
                <a:spcPct val="150000"/>
              </a:lnSpc>
            </a:pPr>
            <a:r>
              <a:rPr lang="zh-CN" altLang="en-US" sz="2400" dirty="0">
                <a:latin typeface="+mn-ea"/>
              </a:rPr>
              <a:t>大会全面阐述了科学发展观的科学内涵、精神要求和根本要求，明确科学发展观第一要义是发展，核心是以人为本，基本要求是全面协调可持续，根本方法是统筹兼顾。</a:t>
            </a:r>
            <a:endParaRPr lang="en-US" altLang="zh-CN" sz="2400" dirty="0">
              <a:latin typeface="+mn-ea"/>
            </a:endParaRPr>
          </a:p>
          <a:p>
            <a:pPr>
              <a:lnSpc>
                <a:spcPct val="150000"/>
              </a:lnSpc>
            </a:pPr>
            <a:r>
              <a:rPr lang="zh-CN" altLang="en-US" sz="2400" b="1" dirty="0">
                <a:latin typeface="+mn-ea"/>
              </a:rPr>
              <a:t>大会认为，科学发展观是中国特色社会主义理论体系重大创新成果，决定将这一成果写入党章。</a:t>
            </a:r>
          </a:p>
        </p:txBody>
      </p:sp>
      <p:sp>
        <p:nvSpPr>
          <p:cNvPr id="4" name="灯片编号占位符 3">
            <a:extLst>
              <a:ext uri="{FF2B5EF4-FFF2-40B4-BE49-F238E27FC236}">
                <a16:creationId xmlns:a16="http://schemas.microsoft.com/office/drawing/2014/main" id="{6A42E791-063B-F8AA-91D4-067BB3175714}"/>
              </a:ext>
            </a:extLst>
          </p:cNvPr>
          <p:cNvSpPr>
            <a:spLocks noGrp="1"/>
          </p:cNvSpPr>
          <p:nvPr>
            <p:ph type="sldNum" sz="quarter" idx="12"/>
          </p:nvPr>
        </p:nvSpPr>
        <p:spPr/>
        <p:txBody>
          <a:bodyPr/>
          <a:lstStyle/>
          <a:p>
            <a:fld id="{7F65B630-C7FF-41C0-9923-C5E5E29EED81}" type="slidenum">
              <a:rPr lang="en-GB" smtClean="0"/>
              <a:pPr/>
              <a:t>10</a:t>
            </a:fld>
            <a:endParaRPr lang="en-GB"/>
          </a:p>
        </p:txBody>
      </p:sp>
    </p:spTree>
    <p:extLst>
      <p:ext uri="{BB962C8B-B14F-4D97-AF65-F5344CB8AC3E}">
        <p14:creationId xmlns:p14="http://schemas.microsoft.com/office/powerpoint/2010/main" val="2728298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C1445-6060-1F2F-B84A-8072BC7D89FC}"/>
              </a:ext>
            </a:extLst>
          </p:cNvPr>
          <p:cNvSpPr>
            <a:spLocks noGrp="1"/>
          </p:cNvSpPr>
          <p:nvPr>
            <p:ph type="title"/>
          </p:nvPr>
        </p:nvSpPr>
        <p:spPr/>
        <p:txBody>
          <a:bodyPr/>
          <a:lstStyle/>
          <a:p>
            <a:r>
              <a:rPr lang="zh-CN" altLang="en-US" dirty="0"/>
              <a:t>政策部署 全面小康</a:t>
            </a:r>
          </a:p>
        </p:txBody>
      </p:sp>
      <p:sp>
        <p:nvSpPr>
          <p:cNvPr id="3" name="内容占位符 2">
            <a:extLst>
              <a:ext uri="{FF2B5EF4-FFF2-40B4-BE49-F238E27FC236}">
                <a16:creationId xmlns:a16="http://schemas.microsoft.com/office/drawing/2014/main" id="{CEC949A1-412A-9563-EE28-106420AC114A}"/>
              </a:ext>
            </a:extLst>
          </p:cNvPr>
          <p:cNvSpPr>
            <a:spLocks noGrp="1"/>
          </p:cNvSpPr>
          <p:nvPr>
            <p:ph idx="1"/>
          </p:nvPr>
        </p:nvSpPr>
        <p:spPr>
          <a:xfrm>
            <a:off x="666750" y="1178278"/>
            <a:ext cx="10858500" cy="5003800"/>
          </a:xfrm>
        </p:spPr>
        <p:txBody>
          <a:bodyPr>
            <a:normAutofit/>
          </a:bodyPr>
          <a:lstStyle/>
          <a:p>
            <a:pPr>
              <a:lnSpc>
                <a:spcPct val="150000"/>
              </a:lnSpc>
            </a:pPr>
            <a:r>
              <a:rPr lang="zh-CN" altLang="en-US" sz="2000" dirty="0"/>
              <a:t>在本次大会中，还根据经济持续快速发展的实际，调整了十六大提出经济增长目标。</a:t>
            </a:r>
            <a:endParaRPr lang="en-US" altLang="zh-CN" sz="2000" dirty="0"/>
          </a:p>
          <a:p>
            <a:pPr>
              <a:lnSpc>
                <a:spcPct val="150000"/>
              </a:lnSpc>
            </a:pPr>
            <a:r>
              <a:rPr lang="zh-CN" altLang="en-US" sz="2000" dirty="0"/>
              <a:t>从</a:t>
            </a:r>
            <a:r>
              <a:rPr lang="en-US" altLang="zh-CN" sz="2000" dirty="0"/>
              <a:t>2000</a:t>
            </a:r>
            <a:r>
              <a:rPr lang="zh-CN" altLang="en-US" sz="2000" dirty="0"/>
              <a:t>年到</a:t>
            </a:r>
            <a:r>
              <a:rPr lang="en-US" altLang="zh-CN" sz="2000" dirty="0"/>
              <a:t>2020</a:t>
            </a:r>
            <a:r>
              <a:rPr lang="zh-CN" altLang="en-US" sz="2000" dirty="0"/>
              <a:t>年：</a:t>
            </a:r>
            <a:endParaRPr lang="en-US" altLang="zh-CN" sz="2000" dirty="0"/>
          </a:p>
        </p:txBody>
      </p:sp>
      <p:sp>
        <p:nvSpPr>
          <p:cNvPr id="4" name="灯片编号占位符 3">
            <a:extLst>
              <a:ext uri="{FF2B5EF4-FFF2-40B4-BE49-F238E27FC236}">
                <a16:creationId xmlns:a16="http://schemas.microsoft.com/office/drawing/2014/main" id="{ABE5B921-B45E-EEE3-D963-C033A4B785D2}"/>
              </a:ext>
            </a:extLst>
          </p:cNvPr>
          <p:cNvSpPr>
            <a:spLocks noGrp="1"/>
          </p:cNvSpPr>
          <p:nvPr>
            <p:ph type="sldNum" sz="quarter" idx="12"/>
          </p:nvPr>
        </p:nvSpPr>
        <p:spPr/>
        <p:txBody>
          <a:bodyPr/>
          <a:lstStyle/>
          <a:p>
            <a:fld id="{7F65B630-C7FF-41C0-9923-C5E5E29EED81}" type="slidenum">
              <a:rPr lang="en-GB" smtClean="0"/>
              <a:pPr/>
              <a:t>11</a:t>
            </a:fld>
            <a:endParaRPr lang="en-GB"/>
          </a:p>
        </p:txBody>
      </p:sp>
      <p:graphicFrame>
        <p:nvGraphicFramePr>
          <p:cNvPr id="5" name="图示 4">
            <a:extLst>
              <a:ext uri="{FF2B5EF4-FFF2-40B4-BE49-F238E27FC236}">
                <a16:creationId xmlns:a16="http://schemas.microsoft.com/office/drawing/2014/main" id="{FF4761D6-DF58-2D78-25A2-6432A89F20EA}"/>
              </a:ext>
            </a:extLst>
          </p:cNvPr>
          <p:cNvGraphicFramePr/>
          <p:nvPr>
            <p:extLst>
              <p:ext uri="{D42A27DB-BD31-4B8C-83A1-F6EECF244321}">
                <p14:modId xmlns:p14="http://schemas.microsoft.com/office/powerpoint/2010/main" val="3082810294"/>
              </p:ext>
            </p:extLst>
          </p:nvPr>
        </p:nvGraphicFramePr>
        <p:xfrm>
          <a:off x="3149600" y="2304345"/>
          <a:ext cx="6254044" cy="3982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64500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018B22-7374-FEF7-4F3B-177D66262A54}"/>
              </a:ext>
            </a:extLst>
          </p:cNvPr>
          <p:cNvSpPr>
            <a:spLocks noGrp="1"/>
          </p:cNvSpPr>
          <p:nvPr>
            <p:ph type="title"/>
          </p:nvPr>
        </p:nvSpPr>
        <p:spPr/>
        <p:txBody>
          <a:bodyPr/>
          <a:lstStyle/>
          <a:p>
            <a:r>
              <a:rPr lang="zh-CN" altLang="en-US" dirty="0"/>
              <a:t>应对挑战 深化改革</a:t>
            </a:r>
          </a:p>
        </p:txBody>
      </p:sp>
      <p:sp>
        <p:nvSpPr>
          <p:cNvPr id="3" name="内容占位符 2">
            <a:extLst>
              <a:ext uri="{FF2B5EF4-FFF2-40B4-BE49-F238E27FC236}">
                <a16:creationId xmlns:a16="http://schemas.microsoft.com/office/drawing/2014/main" id="{C244881C-F919-80EB-9D50-904A75A9F4C1}"/>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8E17077-8DF0-425A-CD0B-27313D597E0C}"/>
              </a:ext>
            </a:extLst>
          </p:cNvPr>
          <p:cNvSpPr>
            <a:spLocks noGrp="1"/>
          </p:cNvSpPr>
          <p:nvPr>
            <p:ph type="sldNum" sz="quarter" idx="12"/>
          </p:nvPr>
        </p:nvSpPr>
        <p:spPr/>
        <p:txBody>
          <a:bodyPr/>
          <a:lstStyle/>
          <a:p>
            <a:fld id="{7F65B630-C7FF-41C0-9923-C5E5E29EED81}" type="slidenum">
              <a:rPr lang="en-GB" smtClean="0"/>
              <a:pPr/>
              <a:t>12</a:t>
            </a:fld>
            <a:endParaRPr lang="en-GB"/>
          </a:p>
        </p:txBody>
      </p:sp>
    </p:spTree>
    <p:extLst>
      <p:ext uri="{BB962C8B-B14F-4D97-AF65-F5344CB8AC3E}">
        <p14:creationId xmlns:p14="http://schemas.microsoft.com/office/powerpoint/2010/main" val="234899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C6D49-C85D-19E1-3FF2-4D934B52D2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8B27F4A-8A84-D0E4-0B67-4C8B4F254E10}"/>
              </a:ext>
            </a:extLst>
          </p:cNvPr>
          <p:cNvSpPr>
            <a:spLocks noGrp="1"/>
          </p:cNvSpPr>
          <p:nvPr>
            <p:ph type="title"/>
          </p:nvPr>
        </p:nvSpPr>
        <p:spPr/>
        <p:txBody>
          <a:bodyPr/>
          <a:lstStyle/>
          <a:p>
            <a:r>
              <a:rPr lang="zh-CN" altLang="en-US" dirty="0"/>
              <a:t>应对挑战 深化改革</a:t>
            </a:r>
          </a:p>
        </p:txBody>
      </p:sp>
      <p:sp>
        <p:nvSpPr>
          <p:cNvPr id="3" name="内容占位符 2">
            <a:extLst>
              <a:ext uri="{FF2B5EF4-FFF2-40B4-BE49-F238E27FC236}">
                <a16:creationId xmlns:a16="http://schemas.microsoft.com/office/drawing/2014/main" id="{5AB741FB-FFC4-96A2-C2D0-36BAD9752B2E}"/>
              </a:ext>
            </a:extLst>
          </p:cNvPr>
          <p:cNvSpPr>
            <a:spLocks noGrp="1"/>
          </p:cNvSpPr>
          <p:nvPr>
            <p:ph idx="1"/>
          </p:nvPr>
        </p:nvSpPr>
        <p:spPr/>
        <p:txBody>
          <a:bodyPr>
            <a:normAutofit lnSpcReduction="10000"/>
          </a:bodyPr>
          <a:lstStyle/>
          <a:p>
            <a:pPr>
              <a:lnSpc>
                <a:spcPct val="120000"/>
              </a:lnSpc>
            </a:pPr>
            <a:r>
              <a:rPr lang="zh-CN" altLang="en-US" sz="1600" b="1" dirty="0">
                <a:effectLst/>
                <a:latin typeface="等线" panose="02010600030101010101" pitchFamily="2" charset="-122"/>
                <a:ea typeface="等线" panose="02010600030101010101" pitchFamily="2" charset="-122"/>
                <a:cs typeface="Arial" panose="020B0604020202020204" pitchFamily="34" charset="0"/>
              </a:rPr>
              <a:t>全球金融危机</a:t>
            </a:r>
            <a:r>
              <a:rPr lang="zh-CN" altLang="en-US" sz="1600" dirty="0">
                <a:effectLst/>
                <a:latin typeface="等线" panose="02010600030101010101" pitchFamily="2" charset="-122"/>
                <a:ea typeface="等线" panose="02010600030101010101" pitchFamily="2" charset="-122"/>
                <a:cs typeface="Arial" panose="020B0604020202020204" pitchFamily="34" charset="0"/>
              </a:rPr>
              <a:t>：</a:t>
            </a:r>
            <a:endParaRPr lang="en-US" altLang="zh-CN" sz="1600" dirty="0">
              <a:effectLst/>
              <a:latin typeface="等线" panose="02010600030101010101" pitchFamily="2" charset="-122"/>
              <a:ea typeface="等线" panose="02010600030101010101" pitchFamily="2" charset="-122"/>
              <a:cs typeface="Arial" panose="020B0604020202020204" pitchFamily="34" charset="0"/>
            </a:endParaRPr>
          </a:p>
          <a:p>
            <a:pPr lvl="1">
              <a:lnSpc>
                <a:spcPct val="120000"/>
              </a:lnSpc>
            </a:pPr>
            <a:r>
              <a:rPr lang="zh-CN" altLang="en-US" b="0" i="0" dirty="0">
                <a:solidFill>
                  <a:srgbClr val="404040"/>
                </a:solidFill>
                <a:effectLst/>
                <a:latin typeface="等线" panose="02010600030101010101" pitchFamily="2" charset="-122"/>
                <a:ea typeface="等线" panose="02010600030101010101" pitchFamily="2" charset="-122"/>
              </a:rPr>
              <a:t>在</a:t>
            </a:r>
            <a:r>
              <a:rPr lang="en-US" altLang="zh-CN" b="0" i="0" dirty="0">
                <a:solidFill>
                  <a:srgbClr val="404040"/>
                </a:solidFill>
                <a:effectLst/>
                <a:latin typeface="等线" panose="02010600030101010101" pitchFamily="2" charset="-122"/>
                <a:ea typeface="等线" panose="02010600030101010101" pitchFamily="2" charset="-122"/>
              </a:rPr>
              <a:t>2008</a:t>
            </a:r>
            <a:r>
              <a:rPr lang="zh-CN" altLang="en-US" b="0" i="0" dirty="0">
                <a:solidFill>
                  <a:srgbClr val="404040"/>
                </a:solidFill>
                <a:effectLst/>
                <a:latin typeface="等线" panose="02010600030101010101" pitchFamily="2" charset="-122"/>
                <a:ea typeface="等线" panose="02010600030101010101" pitchFamily="2" charset="-122"/>
              </a:rPr>
              <a:t>年全球金融危机期间，中国迅速采取了一系列强有力的应对措施，有效缓解了危机冲击并推动了经济复苏。中国政府推出了规模达</a:t>
            </a:r>
            <a:r>
              <a:rPr lang="en-US" altLang="zh-CN" b="0" i="0" dirty="0">
                <a:solidFill>
                  <a:srgbClr val="404040"/>
                </a:solidFill>
                <a:effectLst/>
                <a:latin typeface="等线" panose="02010600030101010101" pitchFamily="2" charset="-122"/>
                <a:ea typeface="等线" panose="02010600030101010101" pitchFamily="2" charset="-122"/>
              </a:rPr>
              <a:t>4</a:t>
            </a:r>
            <a:r>
              <a:rPr lang="zh-CN" altLang="en-US" b="0" i="0" dirty="0">
                <a:solidFill>
                  <a:srgbClr val="404040"/>
                </a:solidFill>
                <a:effectLst/>
                <a:latin typeface="等线" panose="02010600030101010101" pitchFamily="2" charset="-122"/>
                <a:ea typeface="等线" panose="02010600030101010101" pitchFamily="2" charset="-122"/>
              </a:rPr>
              <a:t>万亿元人民币的经济刺激计划，重点投向基础设施建设、民生工程、灾后重建和产业结构调整，同时大幅增加信贷供给以支持企业。通过降低利率和存款准备金率，实施家电下乡、汽车补贴等消费刺激政策，中国成功拉动了内需。此外，通过稳定人民币汇率、扩大出口退税和加强区域经济合作，缓解了外部冲击。这些举措不仅使</a:t>
            </a:r>
            <a:r>
              <a:rPr lang="zh-CN" altLang="en-US" b="1" i="0" dirty="0">
                <a:solidFill>
                  <a:srgbClr val="404040"/>
                </a:solidFill>
                <a:effectLst/>
                <a:latin typeface="等线" panose="02010600030101010101" pitchFamily="2" charset="-122"/>
                <a:ea typeface="等线" panose="02010600030101010101" pitchFamily="2" charset="-122"/>
              </a:rPr>
              <a:t>中国经济在</a:t>
            </a:r>
            <a:r>
              <a:rPr lang="en-US" altLang="zh-CN" b="1" i="0" dirty="0">
                <a:solidFill>
                  <a:srgbClr val="404040"/>
                </a:solidFill>
                <a:effectLst/>
                <a:latin typeface="等线" panose="02010600030101010101" pitchFamily="2" charset="-122"/>
                <a:ea typeface="等线" panose="02010600030101010101" pitchFamily="2" charset="-122"/>
              </a:rPr>
              <a:t>2009</a:t>
            </a:r>
            <a:r>
              <a:rPr lang="zh-CN" altLang="en-US" b="1" i="0" dirty="0">
                <a:solidFill>
                  <a:srgbClr val="404040"/>
                </a:solidFill>
                <a:effectLst/>
                <a:latin typeface="等线" panose="02010600030101010101" pitchFamily="2" charset="-122"/>
                <a:ea typeface="等线" panose="02010600030101010101" pitchFamily="2" charset="-122"/>
              </a:rPr>
              <a:t>年率先复苏，</a:t>
            </a:r>
            <a:r>
              <a:rPr lang="en-US" altLang="zh-CN" b="1" i="0" dirty="0">
                <a:solidFill>
                  <a:srgbClr val="404040"/>
                </a:solidFill>
                <a:effectLst/>
                <a:latin typeface="等线" panose="02010600030101010101" pitchFamily="2" charset="-122"/>
                <a:ea typeface="等线" panose="02010600030101010101" pitchFamily="2" charset="-122"/>
              </a:rPr>
              <a:t>GDP</a:t>
            </a:r>
            <a:r>
              <a:rPr lang="zh-CN" altLang="en-US" b="1" i="0" dirty="0">
                <a:solidFill>
                  <a:srgbClr val="404040"/>
                </a:solidFill>
                <a:effectLst/>
                <a:latin typeface="等线" panose="02010600030101010101" pitchFamily="2" charset="-122"/>
                <a:ea typeface="等线" panose="02010600030101010101" pitchFamily="2" charset="-122"/>
              </a:rPr>
              <a:t>增速保持</a:t>
            </a:r>
            <a:r>
              <a:rPr lang="en-US" altLang="zh-CN" b="1" i="0" dirty="0">
                <a:solidFill>
                  <a:srgbClr val="404040"/>
                </a:solidFill>
                <a:effectLst/>
                <a:latin typeface="等线" panose="02010600030101010101" pitchFamily="2" charset="-122"/>
                <a:ea typeface="等线" panose="02010600030101010101" pitchFamily="2" charset="-122"/>
              </a:rPr>
              <a:t>9%</a:t>
            </a:r>
            <a:r>
              <a:rPr lang="zh-CN" altLang="en-US" b="1" i="0" dirty="0">
                <a:solidFill>
                  <a:srgbClr val="404040"/>
                </a:solidFill>
                <a:effectLst/>
                <a:latin typeface="等线" panose="02010600030101010101" pitchFamily="2" charset="-122"/>
                <a:ea typeface="等线" panose="02010600030101010101" pitchFamily="2" charset="-122"/>
              </a:rPr>
              <a:t>以上，还为全球经济增长贡献了超过</a:t>
            </a:r>
            <a:r>
              <a:rPr lang="en-US" altLang="zh-CN" b="1" i="0" dirty="0">
                <a:solidFill>
                  <a:srgbClr val="404040"/>
                </a:solidFill>
                <a:effectLst/>
                <a:latin typeface="等线" panose="02010600030101010101" pitchFamily="2" charset="-122"/>
                <a:ea typeface="等线" panose="02010600030101010101" pitchFamily="2" charset="-122"/>
              </a:rPr>
              <a:t>30%</a:t>
            </a:r>
            <a:r>
              <a:rPr lang="zh-CN" altLang="en-US" b="1" i="0" dirty="0">
                <a:solidFill>
                  <a:srgbClr val="404040"/>
                </a:solidFill>
                <a:effectLst/>
                <a:latin typeface="等线" panose="02010600030101010101" pitchFamily="2" charset="-122"/>
                <a:ea typeface="等线" panose="02010600030101010101" pitchFamily="2" charset="-122"/>
              </a:rPr>
              <a:t>的份额</a:t>
            </a:r>
            <a:r>
              <a:rPr lang="zh-CN" altLang="en-US" b="0" i="0" dirty="0">
                <a:solidFill>
                  <a:srgbClr val="404040"/>
                </a:solidFill>
                <a:effectLst/>
                <a:latin typeface="等线" panose="02010600030101010101" pitchFamily="2" charset="-122"/>
                <a:ea typeface="等线" panose="02010600030101010101" pitchFamily="2" charset="-122"/>
              </a:rPr>
              <a:t>，展现了负责任大国的担当。中国在危机中的表现成为全球应对金融危机的成功范例之一。</a:t>
            </a:r>
            <a:endParaRPr lang="en-US" altLang="zh-CN" dirty="0">
              <a:effectLst/>
              <a:latin typeface="等线" panose="02010600030101010101" pitchFamily="2" charset="-122"/>
              <a:ea typeface="等线" panose="02010600030101010101" pitchFamily="2" charset="-122"/>
              <a:cs typeface="Arial" panose="020B0604020202020204" pitchFamily="34" charset="0"/>
            </a:endParaRPr>
          </a:p>
          <a:p>
            <a:pPr>
              <a:lnSpc>
                <a:spcPct val="120000"/>
              </a:lnSpc>
            </a:pPr>
            <a:r>
              <a:rPr lang="zh-CN" altLang="en-US" sz="1600" dirty="0">
                <a:latin typeface="等线" panose="02010600030101010101" pitchFamily="2" charset="-122"/>
                <a:ea typeface="等线" panose="02010600030101010101" pitchFamily="2" charset="-122"/>
                <a:cs typeface="Arial" panose="020B0604020202020204" pitchFamily="34" charset="0"/>
              </a:rPr>
              <a:t>国内</a:t>
            </a:r>
            <a:r>
              <a:rPr lang="zh-CN" altLang="en-US" sz="1600" dirty="0">
                <a:effectLst/>
                <a:latin typeface="等线" panose="02010600030101010101" pitchFamily="2" charset="-122"/>
                <a:ea typeface="等线" panose="02010600030101010101" pitchFamily="2" charset="-122"/>
                <a:cs typeface="Arial" panose="020B0604020202020204" pitchFamily="34" charset="0"/>
              </a:rPr>
              <a:t>：</a:t>
            </a:r>
            <a:endParaRPr lang="en-US" altLang="zh-CN" sz="1600" dirty="0">
              <a:effectLst/>
              <a:latin typeface="等线" panose="02010600030101010101" pitchFamily="2" charset="-122"/>
              <a:ea typeface="等线" panose="02010600030101010101" pitchFamily="2" charset="-122"/>
              <a:cs typeface="Arial" panose="020B0604020202020204" pitchFamily="34" charset="0"/>
            </a:endParaRPr>
          </a:p>
          <a:p>
            <a:pPr lvl="1">
              <a:lnSpc>
                <a:spcPct val="120000"/>
              </a:lnSpc>
            </a:pPr>
            <a:r>
              <a:rPr lang="en-US" altLang="zh-CN" dirty="0">
                <a:effectLst/>
                <a:latin typeface="等线" panose="02010600030101010101" pitchFamily="2" charset="-122"/>
                <a:ea typeface="等线" panose="02010600030101010101" pitchFamily="2" charset="-122"/>
                <a:cs typeface="Arial" panose="020B0604020202020204" pitchFamily="34" charset="0"/>
              </a:rPr>
              <a:t>2008</a:t>
            </a:r>
            <a:r>
              <a:rPr lang="zh-CN" altLang="zh-CN" dirty="0">
                <a:effectLst/>
                <a:latin typeface="等线" panose="02010600030101010101" pitchFamily="2" charset="-122"/>
                <a:ea typeface="等线" panose="02010600030101010101" pitchFamily="2" charset="-122"/>
                <a:cs typeface="Arial" panose="020B0604020202020204" pitchFamily="34" charset="0"/>
              </a:rPr>
              <a:t>年</a:t>
            </a:r>
            <a:r>
              <a:rPr lang="en-US" altLang="zh-CN" dirty="0">
                <a:effectLst/>
                <a:latin typeface="等线" panose="02010600030101010101" pitchFamily="2" charset="-122"/>
                <a:ea typeface="等线" panose="02010600030101010101" pitchFamily="2" charset="-122"/>
                <a:cs typeface="Arial" panose="020B0604020202020204" pitchFamily="34" charset="0"/>
              </a:rPr>
              <a:t>5</a:t>
            </a:r>
            <a:r>
              <a:rPr lang="zh-CN" altLang="zh-CN" dirty="0">
                <a:effectLst/>
                <a:latin typeface="等线" panose="02010600030101010101" pitchFamily="2" charset="-122"/>
                <a:ea typeface="等线" panose="02010600030101010101" pitchFamily="2" charset="-122"/>
                <a:cs typeface="Arial" panose="020B0604020202020204" pitchFamily="34" charset="0"/>
              </a:rPr>
              <a:t>月</a:t>
            </a:r>
            <a:r>
              <a:rPr lang="en-US" altLang="zh-CN" dirty="0">
                <a:effectLst/>
                <a:latin typeface="等线" panose="02010600030101010101" pitchFamily="2" charset="-122"/>
                <a:ea typeface="等线" panose="02010600030101010101" pitchFamily="2" charset="-122"/>
                <a:cs typeface="Arial" panose="020B0604020202020204" pitchFamily="34" charset="0"/>
              </a:rPr>
              <a:t>12</a:t>
            </a:r>
            <a:r>
              <a:rPr lang="zh-CN" altLang="zh-CN" dirty="0">
                <a:effectLst/>
                <a:latin typeface="等线" panose="02010600030101010101" pitchFamily="2" charset="-122"/>
                <a:ea typeface="等线" panose="02010600030101010101" pitchFamily="2" charset="-122"/>
                <a:cs typeface="Arial" panose="020B0604020202020204" pitchFamily="34" charset="0"/>
              </a:rPr>
              <a:t>日，四川汶川发生里氏</a:t>
            </a:r>
            <a:r>
              <a:rPr lang="en-US" altLang="zh-CN" dirty="0">
                <a:effectLst/>
                <a:latin typeface="等线" panose="02010600030101010101" pitchFamily="2" charset="-122"/>
                <a:ea typeface="等线" panose="02010600030101010101" pitchFamily="2" charset="-122"/>
                <a:cs typeface="Arial" panose="020B0604020202020204" pitchFamily="34" charset="0"/>
              </a:rPr>
              <a:t>8.0</a:t>
            </a:r>
            <a:r>
              <a:rPr lang="zh-CN" altLang="zh-CN" dirty="0">
                <a:effectLst/>
                <a:latin typeface="等线" panose="02010600030101010101" pitchFamily="2" charset="-122"/>
                <a:ea typeface="等线" panose="02010600030101010101" pitchFamily="2" charset="-122"/>
                <a:cs typeface="Arial" panose="020B0604020202020204" pitchFamily="34" charset="0"/>
              </a:rPr>
              <a:t>级特大地震。在党中央领导下，我国迅速开展了</a:t>
            </a:r>
            <a:r>
              <a:rPr lang="zh-CN" altLang="zh-CN" b="1" dirty="0">
                <a:effectLst/>
                <a:latin typeface="等线" panose="02010600030101010101" pitchFamily="2" charset="-122"/>
                <a:ea typeface="等线" panose="02010600030101010101" pitchFamily="2" charset="-122"/>
                <a:cs typeface="Arial" panose="020B0604020202020204" pitchFamily="34" charset="0"/>
              </a:rPr>
              <a:t>历史上救援速度最快、动员范围最广、投入力量最大的抗震救灾斗争</a:t>
            </a:r>
            <a:r>
              <a:rPr lang="zh-CN" altLang="zh-CN" dirty="0">
                <a:effectLst/>
                <a:latin typeface="等线" panose="02010600030101010101" pitchFamily="2" charset="-122"/>
                <a:ea typeface="等线" panose="02010600030101010101" pitchFamily="2" charset="-122"/>
                <a:cs typeface="Arial" panose="020B0604020202020204" pitchFamily="34" charset="0"/>
              </a:rPr>
              <a:t>，充分发挥一方有难、八方支援、集中力量办大事的</a:t>
            </a:r>
            <a:r>
              <a:rPr lang="zh-CN" altLang="zh-CN" b="1" dirty="0">
                <a:effectLst/>
                <a:latin typeface="等线" panose="02010600030101010101" pitchFamily="2" charset="-122"/>
                <a:ea typeface="等线" panose="02010600030101010101" pitchFamily="2" charset="-122"/>
                <a:cs typeface="Arial" panose="020B0604020202020204" pitchFamily="34" charset="0"/>
              </a:rPr>
              <a:t>制度优势</a:t>
            </a:r>
            <a:r>
              <a:rPr lang="zh-CN" altLang="zh-CN" dirty="0">
                <a:effectLst/>
                <a:latin typeface="等线" panose="02010600030101010101" pitchFamily="2" charset="-122"/>
                <a:ea typeface="等线" panose="02010600030101010101" pitchFamily="2" charset="-122"/>
                <a:cs typeface="Arial" panose="020B0604020202020204" pitchFamily="34" charset="0"/>
              </a:rPr>
              <a:t>，彰显出伟大的抗震救灾精神。</a:t>
            </a:r>
            <a:endParaRPr lang="en-US" altLang="zh-CN" dirty="0">
              <a:effectLst/>
              <a:latin typeface="等线" panose="02010600030101010101" pitchFamily="2" charset="-122"/>
              <a:ea typeface="等线" panose="02010600030101010101" pitchFamily="2" charset="-122"/>
              <a:cs typeface="Arial" panose="020B0604020202020204" pitchFamily="34" charset="0"/>
            </a:endParaRPr>
          </a:p>
          <a:p>
            <a:pPr lvl="1">
              <a:lnSpc>
                <a:spcPct val="120000"/>
              </a:lnSpc>
            </a:pPr>
            <a:r>
              <a:rPr lang="en-US" altLang="zh-CN" b="0" i="0" dirty="0">
                <a:solidFill>
                  <a:srgbClr val="404040"/>
                </a:solidFill>
                <a:effectLst/>
                <a:latin typeface="等线" panose="02010600030101010101" pitchFamily="2" charset="-122"/>
                <a:ea typeface="等线" panose="02010600030101010101" pitchFamily="2" charset="-122"/>
              </a:rPr>
              <a:t>2008</a:t>
            </a:r>
            <a:r>
              <a:rPr lang="zh-CN" altLang="en-US" b="0" i="0" dirty="0">
                <a:solidFill>
                  <a:srgbClr val="404040"/>
                </a:solidFill>
                <a:effectLst/>
                <a:latin typeface="等线" panose="02010600030101010101" pitchFamily="2" charset="-122"/>
                <a:ea typeface="等线" panose="02010600030101010101" pitchFamily="2" charset="-122"/>
              </a:rPr>
              <a:t>年至</a:t>
            </a:r>
            <a:r>
              <a:rPr lang="en-US" altLang="zh-CN" b="0" i="0" dirty="0">
                <a:solidFill>
                  <a:srgbClr val="404040"/>
                </a:solidFill>
                <a:effectLst/>
                <a:latin typeface="等线" panose="02010600030101010101" pitchFamily="2" charset="-122"/>
                <a:ea typeface="等线" panose="02010600030101010101" pitchFamily="2" charset="-122"/>
              </a:rPr>
              <a:t>2010</a:t>
            </a:r>
            <a:r>
              <a:rPr lang="zh-CN" altLang="en-US" b="0" i="0" dirty="0">
                <a:solidFill>
                  <a:srgbClr val="404040"/>
                </a:solidFill>
                <a:effectLst/>
                <a:latin typeface="等线" panose="02010600030101010101" pitchFamily="2" charset="-122"/>
                <a:ea typeface="等线" panose="02010600030101010101" pitchFamily="2" charset="-122"/>
              </a:rPr>
              <a:t>年间，党和政府还带领人民取得</a:t>
            </a:r>
            <a:r>
              <a:rPr lang="zh-CN" altLang="en-US" b="1" i="0" dirty="0">
                <a:solidFill>
                  <a:srgbClr val="404040"/>
                </a:solidFill>
                <a:effectLst/>
                <a:latin typeface="等线" panose="02010600030101010101" pitchFamily="2" charset="-122"/>
                <a:ea typeface="等线" panose="02010600030101010101" pitchFamily="2" charset="-122"/>
              </a:rPr>
              <a:t>抗击</a:t>
            </a:r>
            <a:r>
              <a:rPr lang="zh-CN" altLang="en-US" b="0" i="0" dirty="0">
                <a:solidFill>
                  <a:srgbClr val="404040"/>
                </a:solidFill>
                <a:effectLst/>
                <a:latin typeface="等线" panose="02010600030101010101" pitchFamily="2" charset="-122"/>
                <a:ea typeface="等线" panose="02010600030101010101" pitchFamily="2" charset="-122"/>
              </a:rPr>
              <a:t>南方雨雪冰冻极端天气、青海玉树强烈地震和甘肃舟曲特大山洪泥石流等</a:t>
            </a:r>
            <a:r>
              <a:rPr lang="zh-CN" altLang="en-US" b="1" i="0" dirty="0">
                <a:solidFill>
                  <a:srgbClr val="404040"/>
                </a:solidFill>
                <a:effectLst/>
                <a:latin typeface="等线" panose="02010600030101010101" pitchFamily="2" charset="-122"/>
                <a:ea typeface="等线" panose="02010600030101010101" pitchFamily="2" charset="-122"/>
              </a:rPr>
              <a:t>严重自然灾害以及恢复重建的胜利</a:t>
            </a:r>
            <a:r>
              <a:rPr lang="zh-CN" altLang="en-US" b="0" i="0" dirty="0">
                <a:solidFill>
                  <a:srgbClr val="404040"/>
                </a:solidFill>
                <a:effectLst/>
                <a:latin typeface="等线" panose="02010600030101010101" pitchFamily="2" charset="-122"/>
                <a:ea typeface="等线" panose="02010600030101010101" pitchFamily="2" charset="-122"/>
              </a:rPr>
              <a:t>。</a:t>
            </a:r>
            <a:endParaRPr lang="en-US" altLang="zh-CN" b="0" i="0" dirty="0">
              <a:solidFill>
                <a:srgbClr val="404040"/>
              </a:solidFill>
              <a:effectLst/>
              <a:latin typeface="等线" panose="02010600030101010101" pitchFamily="2" charset="-122"/>
              <a:ea typeface="等线" panose="02010600030101010101" pitchFamily="2" charset="-122"/>
            </a:endParaRPr>
          </a:p>
          <a:p>
            <a:pPr lvl="1">
              <a:lnSpc>
                <a:spcPct val="120000"/>
              </a:lnSpc>
            </a:pPr>
            <a:r>
              <a:rPr lang="zh-CN" altLang="en-US" dirty="0">
                <a:solidFill>
                  <a:srgbClr val="404040"/>
                </a:solidFill>
                <a:latin typeface="等线" panose="02010600030101010101" pitchFamily="2" charset="-122"/>
                <a:ea typeface="等线" panose="02010600030101010101" pitchFamily="2" charset="-122"/>
              </a:rPr>
              <a:t>坚决依法</a:t>
            </a:r>
            <a:r>
              <a:rPr lang="zh-CN" altLang="en-US" dirty="0">
                <a:latin typeface="等线" panose="02010600030101010101" pitchFamily="2" charset="-122"/>
                <a:ea typeface="等线" panose="02010600030101010101" pitchFamily="2" charset="-122"/>
              </a:rPr>
              <a:t>平息和妥善处理</a:t>
            </a:r>
            <a:r>
              <a:rPr lang="en-US" altLang="zh-CN" dirty="0">
                <a:latin typeface="等线" panose="02010600030101010101" pitchFamily="2" charset="-122"/>
                <a:ea typeface="等线" panose="02010600030101010101" pitchFamily="2" charset="-122"/>
              </a:rPr>
              <a:t>2008</a:t>
            </a:r>
            <a:r>
              <a:rPr lang="zh-CN" altLang="en-US" dirty="0">
                <a:latin typeface="等线" panose="02010600030101010101" pitchFamily="2" charset="-122"/>
                <a:ea typeface="等线" panose="02010600030101010101" pitchFamily="2" charset="-122"/>
              </a:rPr>
              <a:t>年</a:t>
            </a:r>
            <a:r>
              <a:rPr lang="en-US" altLang="zh-CN" dirty="0">
                <a:latin typeface="等线" panose="02010600030101010101" pitchFamily="2" charset="-122"/>
                <a:ea typeface="等线" panose="02010600030101010101" pitchFamily="2" charset="-122"/>
              </a:rPr>
              <a:t>3</a:t>
            </a:r>
            <a:r>
              <a:rPr lang="zh-CN" altLang="en-US" dirty="0">
                <a:latin typeface="等线" panose="02010600030101010101" pitchFamily="2" charset="-122"/>
                <a:ea typeface="等线" panose="02010600030101010101" pitchFamily="2" charset="-122"/>
              </a:rPr>
              <a:t>月</a:t>
            </a:r>
            <a:r>
              <a:rPr lang="en-US" altLang="zh-CN" dirty="0">
                <a:latin typeface="等线" panose="02010600030101010101" pitchFamily="2" charset="-122"/>
                <a:ea typeface="等线" panose="02010600030101010101" pitchFamily="2" charset="-122"/>
              </a:rPr>
              <a:t>14</a:t>
            </a:r>
            <a:r>
              <a:rPr lang="zh-CN" altLang="en-US" dirty="0">
                <a:latin typeface="等线" panose="02010600030101010101" pitchFamily="2" charset="-122"/>
                <a:ea typeface="等线" panose="02010600030101010101" pitchFamily="2" charset="-122"/>
              </a:rPr>
              <a:t>日拉萨等地打砸抢烧严重暴力犯罪事件和 </a:t>
            </a:r>
            <a:r>
              <a:rPr lang="en-US" altLang="zh-CN" dirty="0">
                <a:latin typeface="等线" panose="02010600030101010101" pitchFamily="2" charset="-122"/>
                <a:ea typeface="等线" panose="02010600030101010101" pitchFamily="2" charset="-122"/>
              </a:rPr>
              <a:t>2009 </a:t>
            </a:r>
            <a:r>
              <a:rPr lang="zh-CN" altLang="en-US" dirty="0">
                <a:latin typeface="等线" panose="02010600030101010101" pitchFamily="2" charset="-122"/>
                <a:ea typeface="等线" panose="02010600030101010101" pitchFamily="2" charset="-122"/>
              </a:rPr>
              <a:t>年 </a:t>
            </a:r>
            <a:r>
              <a:rPr lang="en-US" altLang="zh-CN" dirty="0">
                <a:latin typeface="等线" panose="02010600030101010101" pitchFamily="2" charset="-122"/>
                <a:ea typeface="等线" panose="02010600030101010101" pitchFamily="2" charset="-122"/>
              </a:rPr>
              <a:t>7 </a:t>
            </a:r>
            <a:r>
              <a:rPr lang="zh-CN" altLang="en-US" dirty="0">
                <a:latin typeface="等线" panose="02010600030101010101" pitchFamily="2" charset="-122"/>
                <a:ea typeface="等线" panose="02010600030101010101" pitchFamily="2" charset="-122"/>
              </a:rPr>
              <a:t>月 </a:t>
            </a:r>
            <a:r>
              <a:rPr lang="en-US" altLang="zh-CN" dirty="0">
                <a:latin typeface="等线" panose="02010600030101010101" pitchFamily="2" charset="-122"/>
                <a:ea typeface="等线" panose="02010600030101010101" pitchFamily="2" charset="-122"/>
              </a:rPr>
              <a:t>5 </a:t>
            </a:r>
            <a:r>
              <a:rPr lang="zh-CN" altLang="en-US" dirty="0">
                <a:latin typeface="等线" panose="02010600030101010101" pitchFamily="2" charset="-122"/>
                <a:ea typeface="等线" panose="02010600030101010101" pitchFamily="2" charset="-122"/>
              </a:rPr>
              <a:t>日乌鲁木齐打砸抢烧严重暴力犯罪事件，坚决</a:t>
            </a:r>
            <a:r>
              <a:rPr lang="zh-CN" altLang="en-US" b="1" dirty="0">
                <a:latin typeface="等线" panose="02010600030101010101" pitchFamily="2" charset="-122"/>
                <a:ea typeface="等线" panose="02010600030101010101" pitchFamily="2" charset="-122"/>
              </a:rPr>
              <a:t>打击暴力恐怖势力、民族分裂势力和宗教极端势力的破坏活动</a:t>
            </a:r>
            <a:r>
              <a:rPr lang="zh-CN" altLang="en-US" dirty="0">
                <a:latin typeface="等线" panose="02010600030101010101" pitchFamily="2" charset="-122"/>
                <a:ea typeface="等线" panose="02010600030101010101" pitchFamily="2" charset="-122"/>
              </a:rPr>
              <a:t>，</a:t>
            </a:r>
            <a:r>
              <a:rPr lang="zh-CN" altLang="en-US" b="1" dirty="0">
                <a:latin typeface="等线" panose="02010600030101010101" pitchFamily="2" charset="-122"/>
                <a:ea typeface="等线" panose="02010600030101010101" pitchFamily="2" charset="-122"/>
              </a:rPr>
              <a:t>维护了民族团结和杜会稳定</a:t>
            </a:r>
            <a:r>
              <a:rPr lang="zh-CN" altLang="en-US" dirty="0">
                <a:latin typeface="等线" panose="02010600030101010101" pitchFamily="2" charset="-122"/>
                <a:ea typeface="等线" panose="02010600030101010101" pitchFamily="2" charset="-122"/>
              </a:rPr>
              <a:t>。</a:t>
            </a:r>
          </a:p>
        </p:txBody>
      </p:sp>
      <p:sp>
        <p:nvSpPr>
          <p:cNvPr id="4" name="灯片编号占位符 3">
            <a:extLst>
              <a:ext uri="{FF2B5EF4-FFF2-40B4-BE49-F238E27FC236}">
                <a16:creationId xmlns:a16="http://schemas.microsoft.com/office/drawing/2014/main" id="{4276EC71-6AA2-A076-0330-FF582F0548EF}"/>
              </a:ext>
            </a:extLst>
          </p:cNvPr>
          <p:cNvSpPr>
            <a:spLocks noGrp="1"/>
          </p:cNvSpPr>
          <p:nvPr>
            <p:ph type="sldNum" sz="quarter" idx="12"/>
          </p:nvPr>
        </p:nvSpPr>
        <p:spPr/>
        <p:txBody>
          <a:bodyPr/>
          <a:lstStyle/>
          <a:p>
            <a:fld id="{7F65B630-C7FF-41C0-9923-C5E5E29EED81}" type="slidenum">
              <a:rPr lang="en-GB" smtClean="0"/>
              <a:pPr/>
              <a:t>13</a:t>
            </a:fld>
            <a:endParaRPr lang="en-GB"/>
          </a:p>
        </p:txBody>
      </p:sp>
    </p:spTree>
    <p:extLst>
      <p:ext uri="{BB962C8B-B14F-4D97-AF65-F5344CB8AC3E}">
        <p14:creationId xmlns:p14="http://schemas.microsoft.com/office/powerpoint/2010/main" val="3118572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522EF-29E3-BE63-AEA1-A66A6776AE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A96283-7635-FD43-821B-2A030CA3B75A}"/>
              </a:ext>
            </a:extLst>
          </p:cNvPr>
          <p:cNvSpPr>
            <a:spLocks noGrp="1"/>
          </p:cNvSpPr>
          <p:nvPr>
            <p:ph type="title"/>
          </p:nvPr>
        </p:nvSpPr>
        <p:spPr/>
        <p:txBody>
          <a:bodyPr/>
          <a:lstStyle/>
          <a:p>
            <a:r>
              <a:rPr lang="zh-CN" altLang="en-US" dirty="0"/>
              <a:t>应对挑战 深化改革</a:t>
            </a:r>
          </a:p>
        </p:txBody>
      </p:sp>
      <p:sp>
        <p:nvSpPr>
          <p:cNvPr id="3" name="内容占位符 2">
            <a:extLst>
              <a:ext uri="{FF2B5EF4-FFF2-40B4-BE49-F238E27FC236}">
                <a16:creationId xmlns:a16="http://schemas.microsoft.com/office/drawing/2014/main" id="{55052426-6014-DCC7-6331-B0FCEDAB4830}"/>
              </a:ext>
            </a:extLst>
          </p:cNvPr>
          <p:cNvSpPr>
            <a:spLocks noGrp="1"/>
          </p:cNvSpPr>
          <p:nvPr>
            <p:ph idx="1"/>
          </p:nvPr>
        </p:nvSpPr>
        <p:spPr>
          <a:xfrm>
            <a:off x="660400" y="1130300"/>
            <a:ext cx="5435600" cy="5003800"/>
          </a:xfrm>
        </p:spPr>
        <p:txBody>
          <a:bodyPr/>
          <a:lstStyle/>
          <a:p>
            <a:pPr>
              <a:buFont typeface="Wingdings" panose="05000000000000000000" pitchFamily="2" charset="2"/>
              <a:buChar char="Ø"/>
            </a:pPr>
            <a:r>
              <a:rPr lang="en-US" altLang="zh-CN" b="1" dirty="0">
                <a:effectLst/>
                <a:latin typeface="Calibri" panose="020F0502020204030204" pitchFamily="34" charset="0"/>
                <a:ea typeface="宋体" panose="02010600030101010101" pitchFamily="2" charset="-122"/>
                <a:cs typeface="Arial" panose="020B0604020202020204" pitchFamily="34" charset="0"/>
              </a:rPr>
              <a:t>2002</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b="1" dirty="0">
                <a:effectLst/>
                <a:latin typeface="Calibri" panose="020F0502020204030204" pitchFamily="34" charset="0"/>
                <a:ea typeface="宋体" panose="02010600030101010101" pitchFamily="2" charset="-122"/>
                <a:cs typeface="Arial" panose="020B0604020202020204" pitchFamily="34" charset="0"/>
              </a:rPr>
              <a:t>11</a:t>
            </a:r>
            <a:r>
              <a:rPr lang="zh-CN" altLang="zh-CN" b="1" dirty="0">
                <a:effectLst/>
                <a:latin typeface="Calibri" panose="020F0502020204030204" pitchFamily="34" charset="0"/>
                <a:ea typeface="宋体" panose="02010600030101010101" pitchFamily="2" charset="-122"/>
                <a:cs typeface="Arial" panose="020B0604020202020204" pitchFamily="34" charset="0"/>
              </a:rPr>
              <a:t>月</a:t>
            </a:r>
            <a:r>
              <a:rPr lang="zh-CN" altLang="zh-CN" dirty="0">
                <a:effectLst/>
                <a:latin typeface="Calibri" panose="020F0502020204030204" pitchFamily="34" charset="0"/>
                <a:ea typeface="宋体" panose="02010600030101010101" pitchFamily="2" charset="-122"/>
                <a:cs typeface="Arial" panose="020B0604020202020204" pitchFamily="34" charset="0"/>
              </a:rPr>
              <a:t>，中国同东盟签署《南海各方行为宣言》。</a:t>
            </a:r>
            <a:r>
              <a:rPr lang="en-US" altLang="zh-CN" dirty="0">
                <a:effectLst/>
                <a:latin typeface="Calibri" panose="020F0502020204030204" pitchFamily="34" charset="0"/>
                <a:ea typeface="宋体" panose="02010600030101010101" pitchFamily="2" charset="-122"/>
                <a:cs typeface="Arial" panose="020B0604020202020204" pitchFamily="34" charset="0"/>
              </a:rPr>
              <a:t>2010</a:t>
            </a:r>
            <a:r>
              <a:rPr lang="zh-CN" altLang="zh-CN" dirty="0">
                <a:effectLst/>
                <a:latin typeface="Calibri" panose="020F0502020204030204" pitchFamily="34" charset="0"/>
                <a:ea typeface="宋体" panose="02010600030101010101" pitchFamily="2" charset="-122"/>
                <a:cs typeface="Arial" panose="020B0604020202020204" pitchFamily="34" charset="0"/>
              </a:rPr>
              <a:t>年</a:t>
            </a:r>
            <a:r>
              <a:rPr lang="en-US" altLang="zh-CN" dirty="0">
                <a:effectLst/>
                <a:latin typeface="Calibri" panose="020F0502020204030204" pitchFamily="34" charset="0"/>
                <a:ea typeface="宋体" panose="02010600030101010101" pitchFamily="2" charset="-122"/>
                <a:cs typeface="Arial" panose="020B0604020202020204" pitchFamily="34" charset="0"/>
              </a:rPr>
              <a:t>1</a:t>
            </a:r>
            <a:r>
              <a:rPr lang="zh-CN" altLang="zh-CN" dirty="0">
                <a:effectLst/>
                <a:latin typeface="Calibri" panose="020F0502020204030204" pitchFamily="34" charset="0"/>
                <a:ea typeface="宋体" panose="02010600030101010101" pitchFamily="2" charset="-122"/>
                <a:cs typeface="Arial" panose="020B0604020202020204" pitchFamily="34" charset="0"/>
              </a:rPr>
              <a:t>月，</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中国一东盟自由贸易区</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正式启动。</a:t>
            </a:r>
            <a:endParaRPr lang="en-US" altLang="zh-CN" kern="100" dirty="0">
              <a:latin typeface="Calibri" panose="020F0502020204030204" pitchFamily="34" charset="0"/>
              <a:ea typeface="宋体" panose="02010600030101010101" pitchFamily="2" charset="-122"/>
              <a:cs typeface="Arial" panose="020B0604020202020204" pitchFamily="34" charset="0"/>
            </a:endParaRPr>
          </a:p>
          <a:p>
            <a:pPr>
              <a:buFont typeface="Wingdings" panose="05000000000000000000" pitchFamily="2" charset="2"/>
              <a:buChar char="Ø"/>
            </a:pPr>
            <a:r>
              <a:rPr lang="en-US" altLang="zh-CN" b="1" kern="100" dirty="0">
                <a:effectLst/>
                <a:latin typeface="Calibri" panose="020F0502020204030204" pitchFamily="34" charset="0"/>
                <a:ea typeface="宋体" panose="02010600030101010101" pitchFamily="2" charset="-122"/>
                <a:cs typeface="Arial" panose="020B0604020202020204" pitchFamily="34" charset="0"/>
              </a:rPr>
              <a:t>2006</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11</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在北京成功举办中非合作论坛。中国积极推动全球经济治理机制改革，参与安全反恐等国际合作，取得良好成效。</a:t>
            </a:r>
            <a:endParaRPr lang="en-US" altLang="zh-CN" kern="100" dirty="0">
              <a:effectLst/>
              <a:latin typeface="Calibri" panose="020F0502020204030204" pitchFamily="34" charset="0"/>
              <a:ea typeface="宋体" panose="02010600030101010101" pitchFamily="2" charset="-122"/>
              <a:cs typeface="Arial" panose="020B0604020202020204" pitchFamily="34" charset="0"/>
            </a:endParaRPr>
          </a:p>
          <a:p>
            <a:pPr>
              <a:buFont typeface="Wingdings" panose="05000000000000000000" pitchFamily="2" charset="2"/>
              <a:buChar char="Ø"/>
            </a:pPr>
            <a:r>
              <a:rPr lang="en-US" altLang="zh-CN" b="1" dirty="0">
                <a:effectLst/>
                <a:latin typeface="Calibri" panose="020F0502020204030204" pitchFamily="34" charset="0"/>
                <a:ea typeface="宋体" panose="02010600030101010101" pitchFamily="2" charset="-122"/>
                <a:cs typeface="Arial" panose="020B0604020202020204" pitchFamily="34" charset="0"/>
              </a:rPr>
              <a:t>2008</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b="1" dirty="0">
                <a:effectLst/>
                <a:latin typeface="Calibri" panose="020F0502020204030204" pitchFamily="34" charset="0"/>
                <a:ea typeface="宋体" panose="02010600030101010101" pitchFamily="2" charset="-122"/>
                <a:cs typeface="Arial" panose="020B0604020202020204" pitchFamily="34" charset="0"/>
              </a:rPr>
              <a:t>10</a:t>
            </a:r>
            <a:r>
              <a:rPr lang="zh-CN" altLang="zh-CN" b="1" dirty="0">
                <a:effectLst/>
                <a:latin typeface="Calibri" panose="020F0502020204030204" pitchFamily="34" charset="0"/>
                <a:ea typeface="宋体" panose="02010600030101010101" pitchFamily="2" charset="-122"/>
                <a:cs typeface="Arial" panose="020B0604020202020204" pitchFamily="34" charset="0"/>
              </a:rPr>
              <a:t>月</a:t>
            </a:r>
            <a:r>
              <a:rPr lang="zh-CN" altLang="zh-CN" dirty="0">
                <a:effectLst/>
                <a:latin typeface="Calibri" panose="020F0502020204030204" pitchFamily="34" charset="0"/>
                <a:ea typeface="宋体" panose="02010600030101010101" pitchFamily="2" charset="-122"/>
                <a:cs typeface="Arial" panose="020B0604020202020204" pitchFamily="34" charset="0"/>
              </a:rPr>
              <a:t>，党的十七届三中全会作出《关于推进农村改革发展若干重大问题的决定》，强调农业是安天下、稳民心的战略产业，要求坚决守住</a:t>
            </a:r>
            <a:r>
              <a:rPr lang="en-US" altLang="zh-CN" dirty="0">
                <a:effectLst/>
                <a:latin typeface="Calibri" panose="020F0502020204030204" pitchFamily="34" charset="0"/>
                <a:ea typeface="宋体" panose="02010600030101010101" pitchFamily="2" charset="-122"/>
                <a:cs typeface="Arial" panose="020B0604020202020204" pitchFamily="34" charset="0"/>
              </a:rPr>
              <a:t>18</a:t>
            </a:r>
            <a:r>
              <a:rPr lang="zh-CN" altLang="zh-CN" dirty="0">
                <a:effectLst/>
                <a:latin typeface="Calibri" panose="020F0502020204030204" pitchFamily="34" charset="0"/>
                <a:ea typeface="宋体" panose="02010600030101010101" pitchFamily="2" charset="-122"/>
                <a:cs typeface="Arial" panose="020B0604020202020204" pitchFamily="34" charset="0"/>
              </a:rPr>
              <a:t>亿亩耕地红线，促进城乡经济社会发展一体化。</a:t>
            </a:r>
            <a:endParaRPr lang="en-US" altLang="zh-CN" dirty="0">
              <a:effectLst/>
              <a:latin typeface="Calibri" panose="020F0502020204030204" pitchFamily="34" charset="0"/>
              <a:ea typeface="宋体" panose="02010600030101010101" pitchFamily="2" charset="-122"/>
              <a:cs typeface="Arial" panose="020B0604020202020204" pitchFamily="34" charset="0"/>
            </a:endParaRPr>
          </a:p>
          <a:p>
            <a:pPr>
              <a:buFont typeface="Wingdings" panose="05000000000000000000" pitchFamily="2" charset="2"/>
              <a:buChar char="Ø"/>
            </a:pPr>
            <a:r>
              <a:rPr lang="en-US" altLang="zh-CN" b="1" kern="100" dirty="0">
                <a:effectLst/>
                <a:latin typeface="Calibri" panose="020F0502020204030204" pitchFamily="34" charset="0"/>
                <a:ea typeface="宋体" panose="02010600030101010101" pitchFamily="2" charset="-122"/>
                <a:cs typeface="Arial" panose="020B0604020202020204" pitchFamily="34" charset="0"/>
              </a:rPr>
              <a:t>2010</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10</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，党的十七届五中全会通过《中共中央关于制定国民经济和社会发展第十二个五年规划的建议》，明确提出</a:t>
            </a:r>
            <a:r>
              <a:rPr lang="en-US" altLang="zh-CN"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十二五</a:t>
            </a:r>
            <a:r>
              <a:rPr lang="en-US" altLang="zh-CN" kern="100" dirty="0">
                <a:effectLst/>
                <a:latin typeface="Calibri" panose="020F0502020204030204" pitchFamily="34" charset="0"/>
                <a:ea typeface="宋体" panose="02010600030101010101" pitchFamily="2" charset="-122"/>
                <a:cs typeface="Arial" panose="020B0604020202020204" pitchFamily="34" charset="0"/>
              </a:rPr>
              <a:t>”</a:t>
            </a:r>
            <a:r>
              <a:rPr lang="zh-CN" altLang="zh-CN" kern="100" dirty="0">
                <a:effectLst/>
                <a:latin typeface="Calibri" panose="020F0502020204030204" pitchFamily="34" charset="0"/>
                <a:ea typeface="宋体" panose="02010600030101010101" pitchFamily="2" charset="-122"/>
                <a:cs typeface="Arial" panose="020B0604020202020204" pitchFamily="34" charset="0"/>
              </a:rPr>
              <a:t>规划的主题是科学发展，主线是加快转变经济发展方式。</a:t>
            </a:r>
            <a:endParaRPr lang="en-US" altLang="zh-CN" kern="100" dirty="0">
              <a:effectLst/>
              <a:latin typeface="Calibri" panose="020F0502020204030204" pitchFamily="34" charset="0"/>
              <a:ea typeface="宋体" panose="02010600030101010101" pitchFamily="2" charset="-122"/>
              <a:cs typeface="Arial" panose="020B0604020202020204" pitchFamily="34" charset="0"/>
            </a:endParaRPr>
          </a:p>
          <a:p>
            <a:pPr>
              <a:buFont typeface="Wingdings" panose="05000000000000000000" pitchFamily="2" charset="2"/>
              <a:buChar char="Ø"/>
            </a:pPr>
            <a:r>
              <a:rPr lang="en-US" altLang="zh-CN" b="1" kern="100" dirty="0">
                <a:effectLst/>
                <a:latin typeface="Calibri" panose="020F0502020204030204" pitchFamily="34" charset="0"/>
                <a:ea typeface="宋体" panose="02010600030101010101" pitchFamily="2" charset="-122"/>
                <a:cs typeface="Arial" panose="020B0604020202020204" pitchFamily="34" charset="0"/>
              </a:rPr>
              <a:t>2011</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3</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，十一届全国人大四次会议批准了《中华人民共和国国民经济和社会发展第十二个五年规划纲要》。</a:t>
            </a:r>
            <a:endParaRPr lang="en-US" altLang="zh-CN" kern="100" dirty="0">
              <a:effectLst/>
              <a:latin typeface="Calibri" panose="020F0502020204030204" pitchFamily="34" charset="0"/>
              <a:ea typeface="宋体" panose="02010600030101010101" pitchFamily="2" charset="-122"/>
              <a:cs typeface="Arial" panose="020B0604020202020204" pitchFamily="34" charset="0"/>
            </a:endParaRPr>
          </a:p>
          <a:p>
            <a:endParaRPr lang="en-US" altLang="zh-CN" dirty="0">
              <a:latin typeface="Calibri" panose="020F0502020204030204" pitchFamily="34" charset="0"/>
              <a:ea typeface="宋体" panose="02010600030101010101" pitchFamily="2" charset="-122"/>
              <a:cs typeface="Arial" panose="020B0604020202020204" pitchFamily="34" charset="0"/>
            </a:endParaRPr>
          </a:p>
          <a:p>
            <a:endParaRPr lang="zh-CN" altLang="zh-CN" sz="1800" kern="100" dirty="0">
              <a:effectLst/>
              <a:latin typeface="Calibri" panose="020F0502020204030204" pitchFamily="34" charset="0"/>
              <a:ea typeface="宋体" panose="02010600030101010101" pitchFamily="2" charset="-122"/>
              <a:cs typeface="Arial" panose="020B0604020202020204" pitchFamily="34" charset="0"/>
            </a:endParaRPr>
          </a:p>
          <a:p>
            <a:endParaRPr lang="zh-CN" altLang="zh-CN" sz="1800" kern="100" dirty="0">
              <a:effectLst/>
              <a:latin typeface="Calibri" panose="020F0502020204030204" pitchFamily="34" charset="0"/>
              <a:ea typeface="宋体" panose="02010600030101010101" pitchFamily="2" charset="-122"/>
              <a:cs typeface="Arial" panose="020B0604020202020204" pitchFamily="34" charset="0"/>
            </a:endParaRPr>
          </a:p>
          <a:p>
            <a:endParaRPr lang="zh-CN" altLang="en-US" dirty="0"/>
          </a:p>
        </p:txBody>
      </p:sp>
      <p:sp>
        <p:nvSpPr>
          <p:cNvPr id="4" name="灯片编号占位符 3">
            <a:extLst>
              <a:ext uri="{FF2B5EF4-FFF2-40B4-BE49-F238E27FC236}">
                <a16:creationId xmlns:a16="http://schemas.microsoft.com/office/drawing/2014/main" id="{F2179151-F34C-2538-A1FD-24E4C24BE0F1}"/>
              </a:ext>
            </a:extLst>
          </p:cNvPr>
          <p:cNvSpPr>
            <a:spLocks noGrp="1"/>
          </p:cNvSpPr>
          <p:nvPr>
            <p:ph type="sldNum" sz="quarter" idx="12"/>
          </p:nvPr>
        </p:nvSpPr>
        <p:spPr/>
        <p:txBody>
          <a:bodyPr/>
          <a:lstStyle/>
          <a:p>
            <a:fld id="{7F65B630-C7FF-41C0-9923-C5E5E29EED81}" type="slidenum">
              <a:rPr lang="en-GB" smtClean="0"/>
              <a:pPr/>
              <a:t>14</a:t>
            </a:fld>
            <a:endParaRPr lang="en-GB"/>
          </a:p>
        </p:txBody>
      </p:sp>
      <p:pic>
        <p:nvPicPr>
          <p:cNvPr id="6" name="图片 5">
            <a:extLst>
              <a:ext uri="{FF2B5EF4-FFF2-40B4-BE49-F238E27FC236}">
                <a16:creationId xmlns:a16="http://schemas.microsoft.com/office/drawing/2014/main" id="{A3942592-A78B-A5D2-C5A2-DACB7B9F59E5}"/>
              </a:ext>
            </a:extLst>
          </p:cNvPr>
          <p:cNvPicPr>
            <a:picLocks noChangeAspect="1"/>
          </p:cNvPicPr>
          <p:nvPr/>
        </p:nvPicPr>
        <p:blipFill>
          <a:blip r:embed="rId3">
            <a:extLst>
              <a:ext uri="{28A0092B-C50C-407E-A947-70E740481C1C}">
                <a14:useLocalDpi xmlns:a14="http://schemas.microsoft.com/office/drawing/2010/main" val="0"/>
              </a:ext>
            </a:extLst>
          </a:blip>
          <a:srcRect l="34515" t="626" r="14652"/>
          <a:stretch/>
        </p:blipFill>
        <p:spPr>
          <a:xfrm>
            <a:off x="7134578" y="573843"/>
            <a:ext cx="3894665" cy="5710314"/>
          </a:xfrm>
          <a:prstGeom prst="rect">
            <a:avLst/>
          </a:prstGeom>
          <a:effectLst>
            <a:softEdge rad="317500"/>
          </a:effectLst>
        </p:spPr>
      </p:pic>
    </p:spTree>
    <p:extLst>
      <p:ext uri="{BB962C8B-B14F-4D97-AF65-F5344CB8AC3E}">
        <p14:creationId xmlns:p14="http://schemas.microsoft.com/office/powerpoint/2010/main" val="1920110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EB646F-EE0D-1BD7-249C-4C32E10A3210}"/>
              </a:ext>
            </a:extLst>
          </p:cNvPr>
          <p:cNvSpPr>
            <a:spLocks noGrp="1"/>
          </p:cNvSpPr>
          <p:nvPr>
            <p:ph type="title"/>
          </p:nvPr>
        </p:nvSpPr>
        <p:spPr/>
        <p:txBody>
          <a:bodyPr/>
          <a:lstStyle/>
          <a:p>
            <a:r>
              <a:rPr lang="zh-CN" altLang="en-US" dirty="0"/>
              <a:t>经济文化 成绩斐然</a:t>
            </a:r>
          </a:p>
        </p:txBody>
      </p:sp>
      <p:sp>
        <p:nvSpPr>
          <p:cNvPr id="3" name="内容占位符 2">
            <a:extLst>
              <a:ext uri="{FF2B5EF4-FFF2-40B4-BE49-F238E27FC236}">
                <a16:creationId xmlns:a16="http://schemas.microsoft.com/office/drawing/2014/main" id="{A222106F-AF9E-7DF3-8F9B-E92E965AE533}"/>
              </a:ext>
            </a:extLst>
          </p:cNvPr>
          <p:cNvSpPr>
            <a:spLocks noGrp="1"/>
          </p:cNvSpPr>
          <p:nvPr>
            <p:ph idx="1"/>
          </p:nvPr>
        </p:nvSpPr>
        <p:spPr/>
        <p:txBody>
          <a:bodyPr/>
          <a:lstStyle/>
          <a:p>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2002</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年至</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2011</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年加入世界贸易组织的</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10</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年间，中国货物贸易额的全球排名由第六位上升到第二位。中国实行的平等、互利、合作、共赢的对外开放政策，不仅惠及</a:t>
            </a:r>
            <a:r>
              <a:rPr lang="en-US" altLang="zh-CN" sz="1800" kern="100" dirty="0">
                <a:effectLst/>
                <a:latin typeface="Calibri" panose="020F0502020204030204" pitchFamily="34" charset="0"/>
                <a:ea typeface="宋体" panose="02010600030101010101" pitchFamily="2" charset="-122"/>
                <a:cs typeface="Arial" panose="020B0604020202020204" pitchFamily="34" charset="0"/>
              </a:rPr>
              <a:t>13</a:t>
            </a:r>
            <a:r>
              <a:rPr lang="zh-CN" altLang="zh-CN" sz="1800" kern="100" dirty="0">
                <a:effectLst/>
                <a:latin typeface="Calibri" panose="020F0502020204030204" pitchFamily="34" charset="0"/>
                <a:ea typeface="宋体" panose="02010600030101010101" pitchFamily="2" charset="-122"/>
                <a:cs typeface="Arial" panose="020B0604020202020204" pitchFamily="34" charset="0"/>
              </a:rPr>
              <a:t>亿中国人民，也使世界各国人民获益，给世界经济发展以有力推动。</a:t>
            </a:r>
            <a:endParaRPr lang="en-US" altLang="zh-CN" sz="1800" kern="100" dirty="0">
              <a:effectLst/>
              <a:latin typeface="Calibri" panose="020F0502020204030204" pitchFamily="34" charset="0"/>
              <a:ea typeface="宋体" panose="02010600030101010101" pitchFamily="2" charset="-122"/>
              <a:cs typeface="Arial" panose="020B0604020202020204" pitchFamily="34" charset="0"/>
            </a:endParaRPr>
          </a:p>
          <a:p>
            <a:r>
              <a:rPr lang="en-US" altLang="zh-CN" sz="1800" b="1" dirty="0">
                <a:effectLst/>
                <a:latin typeface="Calibri" panose="020F0502020204030204" pitchFamily="34" charset="0"/>
                <a:ea typeface="宋体" panose="02010600030101010101" pitchFamily="2" charset="-122"/>
                <a:cs typeface="Arial" panose="020B0604020202020204" pitchFamily="34" charset="0"/>
              </a:rPr>
              <a:t>2010</a:t>
            </a:r>
            <a:r>
              <a:rPr lang="zh-CN" altLang="zh-CN" sz="1800" b="1" dirty="0">
                <a:effectLst/>
                <a:latin typeface="Calibri" panose="020F0502020204030204" pitchFamily="34" charset="0"/>
                <a:ea typeface="宋体" panose="02010600030101010101" pitchFamily="2" charset="-122"/>
                <a:cs typeface="Arial" panose="020B0604020202020204" pitchFamily="34" charset="0"/>
              </a:rPr>
              <a:t>年</a:t>
            </a:r>
            <a:r>
              <a:rPr lang="zh-CN" altLang="zh-CN" sz="1800" dirty="0">
                <a:effectLst/>
                <a:latin typeface="Calibri" panose="020F0502020204030204" pitchFamily="34" charset="0"/>
                <a:ea typeface="宋体" panose="02010600030101010101" pitchFamily="2" charset="-122"/>
                <a:cs typeface="Arial" panose="020B0604020202020204" pitchFamily="34" charset="0"/>
              </a:rPr>
              <a:t>中国经济总量超过日本，成为世界第二大经济体。</a:t>
            </a:r>
            <a:endParaRPr lang="zh-CN" altLang="zh-CN" sz="1800" kern="100" dirty="0">
              <a:effectLst/>
              <a:latin typeface="Calibri" panose="020F0502020204030204" pitchFamily="34" charset="0"/>
              <a:ea typeface="宋体" panose="02010600030101010101" pitchFamily="2" charset="-122"/>
              <a:cs typeface="Arial" panose="020B0604020202020204" pitchFamily="34" charset="0"/>
            </a:endParaRPr>
          </a:p>
          <a:p>
            <a:endParaRPr lang="zh-CN" altLang="en-US" dirty="0"/>
          </a:p>
        </p:txBody>
      </p:sp>
      <p:sp>
        <p:nvSpPr>
          <p:cNvPr id="4" name="灯片编号占位符 3">
            <a:extLst>
              <a:ext uri="{FF2B5EF4-FFF2-40B4-BE49-F238E27FC236}">
                <a16:creationId xmlns:a16="http://schemas.microsoft.com/office/drawing/2014/main" id="{D9CD75FC-5695-A3F7-4F52-B97DE77BB643}"/>
              </a:ext>
            </a:extLst>
          </p:cNvPr>
          <p:cNvSpPr>
            <a:spLocks noGrp="1"/>
          </p:cNvSpPr>
          <p:nvPr>
            <p:ph type="sldNum" sz="quarter" idx="12"/>
          </p:nvPr>
        </p:nvSpPr>
        <p:spPr/>
        <p:txBody>
          <a:bodyPr/>
          <a:lstStyle/>
          <a:p>
            <a:fld id="{7F65B630-C7FF-41C0-9923-C5E5E29EED81}" type="slidenum">
              <a:rPr lang="en-GB" smtClean="0"/>
              <a:pPr/>
              <a:t>15</a:t>
            </a:fld>
            <a:endParaRPr lang="en-GB"/>
          </a:p>
        </p:txBody>
      </p:sp>
      <p:graphicFrame>
        <p:nvGraphicFramePr>
          <p:cNvPr id="5" name="表格 4">
            <a:extLst>
              <a:ext uri="{FF2B5EF4-FFF2-40B4-BE49-F238E27FC236}">
                <a16:creationId xmlns:a16="http://schemas.microsoft.com/office/drawing/2014/main" id="{38D622A7-48A8-6171-12C6-1C2A75BD9418}"/>
              </a:ext>
            </a:extLst>
          </p:cNvPr>
          <p:cNvGraphicFramePr>
            <a:graphicFrameLocks noGrp="1"/>
          </p:cNvGraphicFramePr>
          <p:nvPr>
            <p:extLst>
              <p:ext uri="{D42A27DB-BD31-4B8C-83A1-F6EECF244321}">
                <p14:modId xmlns:p14="http://schemas.microsoft.com/office/powerpoint/2010/main" val="1176598532"/>
              </p:ext>
            </p:extLst>
          </p:nvPr>
        </p:nvGraphicFramePr>
        <p:xfrm>
          <a:off x="1467555" y="2402062"/>
          <a:ext cx="8850490" cy="4036838"/>
        </p:xfrm>
        <a:graphic>
          <a:graphicData uri="http://schemas.openxmlformats.org/drawingml/2006/table">
            <a:tbl>
              <a:tblPr>
                <a:tableStyleId>{5C22544A-7EE6-4342-B048-85BDC9FD1C3A}</a:tableStyleId>
              </a:tblPr>
              <a:tblGrid>
                <a:gridCol w="885049">
                  <a:extLst>
                    <a:ext uri="{9D8B030D-6E8A-4147-A177-3AD203B41FA5}">
                      <a16:colId xmlns:a16="http://schemas.microsoft.com/office/drawing/2014/main" val="353076849"/>
                    </a:ext>
                  </a:extLst>
                </a:gridCol>
                <a:gridCol w="885049">
                  <a:extLst>
                    <a:ext uri="{9D8B030D-6E8A-4147-A177-3AD203B41FA5}">
                      <a16:colId xmlns:a16="http://schemas.microsoft.com/office/drawing/2014/main" val="3321010936"/>
                    </a:ext>
                  </a:extLst>
                </a:gridCol>
                <a:gridCol w="885049">
                  <a:extLst>
                    <a:ext uri="{9D8B030D-6E8A-4147-A177-3AD203B41FA5}">
                      <a16:colId xmlns:a16="http://schemas.microsoft.com/office/drawing/2014/main" val="341873139"/>
                    </a:ext>
                  </a:extLst>
                </a:gridCol>
                <a:gridCol w="885049">
                  <a:extLst>
                    <a:ext uri="{9D8B030D-6E8A-4147-A177-3AD203B41FA5}">
                      <a16:colId xmlns:a16="http://schemas.microsoft.com/office/drawing/2014/main" val="1341203833"/>
                    </a:ext>
                  </a:extLst>
                </a:gridCol>
                <a:gridCol w="885049">
                  <a:extLst>
                    <a:ext uri="{9D8B030D-6E8A-4147-A177-3AD203B41FA5}">
                      <a16:colId xmlns:a16="http://schemas.microsoft.com/office/drawing/2014/main" val="472587144"/>
                    </a:ext>
                  </a:extLst>
                </a:gridCol>
                <a:gridCol w="885049">
                  <a:extLst>
                    <a:ext uri="{9D8B030D-6E8A-4147-A177-3AD203B41FA5}">
                      <a16:colId xmlns:a16="http://schemas.microsoft.com/office/drawing/2014/main" val="1362808272"/>
                    </a:ext>
                  </a:extLst>
                </a:gridCol>
                <a:gridCol w="885049">
                  <a:extLst>
                    <a:ext uri="{9D8B030D-6E8A-4147-A177-3AD203B41FA5}">
                      <a16:colId xmlns:a16="http://schemas.microsoft.com/office/drawing/2014/main" val="242024631"/>
                    </a:ext>
                  </a:extLst>
                </a:gridCol>
                <a:gridCol w="885049">
                  <a:extLst>
                    <a:ext uri="{9D8B030D-6E8A-4147-A177-3AD203B41FA5}">
                      <a16:colId xmlns:a16="http://schemas.microsoft.com/office/drawing/2014/main" val="3984126295"/>
                    </a:ext>
                  </a:extLst>
                </a:gridCol>
                <a:gridCol w="885049">
                  <a:extLst>
                    <a:ext uri="{9D8B030D-6E8A-4147-A177-3AD203B41FA5}">
                      <a16:colId xmlns:a16="http://schemas.microsoft.com/office/drawing/2014/main" val="1818651323"/>
                    </a:ext>
                  </a:extLst>
                </a:gridCol>
                <a:gridCol w="885049">
                  <a:extLst>
                    <a:ext uri="{9D8B030D-6E8A-4147-A177-3AD203B41FA5}">
                      <a16:colId xmlns:a16="http://schemas.microsoft.com/office/drawing/2014/main" val="2213580438"/>
                    </a:ext>
                  </a:extLst>
                </a:gridCol>
              </a:tblGrid>
              <a:tr h="310526">
                <a:tc>
                  <a:txBody>
                    <a:bodyPr/>
                    <a:lstStyle/>
                    <a:p>
                      <a:pPr algn="ctr" fontAlgn="b"/>
                      <a:r>
                        <a:rPr lang="zh-CN" altLang="en-US" sz="1100" b="1" u="none" strike="noStrike">
                          <a:solidFill>
                            <a:srgbClr val="000000"/>
                          </a:solidFill>
                          <a:effectLst/>
                        </a:rPr>
                        <a:t>名次</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1978</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1982</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dirty="0">
                          <a:solidFill>
                            <a:srgbClr val="000000"/>
                          </a:solidFill>
                          <a:effectLst/>
                        </a:rPr>
                        <a:t>1983</a:t>
                      </a:r>
                      <a:r>
                        <a:rPr lang="zh-CN" altLang="en-US" sz="1100" b="1" u="none" strike="noStrike" dirty="0">
                          <a:solidFill>
                            <a:srgbClr val="000000"/>
                          </a:solidFill>
                          <a:effectLst/>
                        </a:rPr>
                        <a:t>年</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1996</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2000</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2005</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2006</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2007</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tc>
                  <a:txBody>
                    <a:bodyPr/>
                    <a:lstStyle/>
                    <a:p>
                      <a:pPr algn="ctr" fontAlgn="b"/>
                      <a:r>
                        <a:rPr lang="en-US" altLang="zh-CN" sz="1100" b="1" u="none" strike="noStrike">
                          <a:solidFill>
                            <a:srgbClr val="000000"/>
                          </a:solidFill>
                          <a:effectLst/>
                        </a:rPr>
                        <a:t>2010</a:t>
                      </a:r>
                      <a:r>
                        <a:rPr lang="zh-CN" altLang="en-US" sz="1100" b="1" u="none" strike="noStrike">
                          <a:solidFill>
                            <a:srgbClr val="000000"/>
                          </a:solidFill>
                          <a:effectLst/>
                        </a:rPr>
                        <a:t>年</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C94A"/>
                    </a:solidFill>
                  </a:tcPr>
                </a:tc>
                <a:extLst>
                  <a:ext uri="{0D108BD9-81ED-4DB2-BD59-A6C34878D82A}">
                    <a16:rowId xmlns:a16="http://schemas.microsoft.com/office/drawing/2014/main" val="2801039392"/>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1</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美国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4294422756"/>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2</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苏联</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苏联</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苏联</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2684301083"/>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3</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日本</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1521902901"/>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4</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联邦德国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000000"/>
                          </a:solidFill>
                          <a:effectLst/>
                        </a:rPr>
                        <a:t>联邦德国</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联邦德国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德国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2466192332"/>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5</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1422963262"/>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6</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法国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英国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564336161"/>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7</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000000"/>
                          </a:solidFill>
                          <a:effectLst/>
                        </a:rPr>
                        <a:t>意大利</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2235099841"/>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8</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意大利</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4047490643"/>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9</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000000"/>
                          </a:solidFill>
                          <a:effectLst/>
                        </a:rPr>
                        <a:t>西班牙</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墨西哥</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印度</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2655273638"/>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10</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印度</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韩国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加拿大</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4276213124"/>
                  </a:ext>
                </a:extLst>
              </a:tr>
              <a:tr h="310526">
                <a:tc>
                  <a:txBody>
                    <a:bodyPr/>
                    <a:lstStyle/>
                    <a:p>
                      <a:pPr algn="ctr" fontAlgn="b"/>
                      <a:r>
                        <a:rPr lang="zh-CN" altLang="en-US" sz="1100" b="1" u="none" strike="noStrike">
                          <a:solidFill>
                            <a:srgbClr val="000000"/>
                          </a:solidFill>
                          <a:effectLst/>
                        </a:rPr>
                        <a:t>第</a:t>
                      </a:r>
                      <a:r>
                        <a:rPr lang="en-US" altLang="zh-CN" sz="1100" b="1" u="none" strike="noStrike">
                          <a:solidFill>
                            <a:srgbClr val="000000"/>
                          </a:solidFill>
                          <a:effectLst/>
                        </a:rPr>
                        <a:t>11</a:t>
                      </a:r>
                      <a:r>
                        <a:rPr lang="zh-CN" altLang="en-US" sz="1100" b="1" u="none" strike="noStrike">
                          <a:solidFill>
                            <a:srgbClr val="000000"/>
                          </a:solidFill>
                          <a:effectLst/>
                        </a:rPr>
                        <a:t>名</a:t>
                      </a:r>
                      <a:endParaRPr lang="zh-CN" altLang="en-US" sz="1100" b="1"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荷兰</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印度</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韩国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巴西</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韩国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俄罗斯</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俄罗斯</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3710312968"/>
                  </a:ext>
                </a:extLst>
              </a:tr>
              <a:tr h="310526">
                <a:tc>
                  <a:txBody>
                    <a:bodyPr/>
                    <a:lstStyle/>
                    <a:p>
                      <a:pPr algn="ctr" fontAlgn="b"/>
                      <a:r>
                        <a:rPr lang="zh-CN" altLang="en-US" sz="1100" b="1" u="none" strike="noStrike" dirty="0">
                          <a:solidFill>
                            <a:srgbClr val="000000"/>
                          </a:solidFill>
                          <a:effectLst/>
                        </a:rPr>
                        <a:t>第</a:t>
                      </a:r>
                      <a:r>
                        <a:rPr lang="en-US" altLang="zh-CN" sz="1100" b="1" u="none" strike="noStrike" dirty="0">
                          <a:solidFill>
                            <a:srgbClr val="000000"/>
                          </a:solidFill>
                          <a:effectLst/>
                        </a:rPr>
                        <a:t>12</a:t>
                      </a:r>
                      <a:r>
                        <a:rPr lang="zh-CN" altLang="en-US" sz="1100" b="1" u="none" strike="noStrike" dirty="0">
                          <a:solidFill>
                            <a:srgbClr val="000000"/>
                          </a:solidFill>
                          <a:effectLst/>
                        </a:rPr>
                        <a:t>名</a:t>
                      </a:r>
                      <a:endParaRPr lang="zh-CN" altLang="en-US" sz="1100" b="1"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FF0000"/>
                          </a:solidFill>
                          <a:effectLst/>
                        </a:rPr>
                        <a:t>中国</a:t>
                      </a:r>
                      <a:endParaRPr lang="zh-CN" altLang="en-US" sz="1100" b="0" i="0" u="none" strike="noStrike" dirty="0">
                        <a:solidFill>
                          <a:srgbClr val="FF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西班牙</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澳大利亚</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荷兰</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韩国</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墨西哥</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俄罗斯</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a:solidFill>
                            <a:srgbClr val="000000"/>
                          </a:solidFill>
                          <a:effectLst/>
                        </a:rPr>
                        <a:t>印度</a:t>
                      </a:r>
                      <a:endParaRPr lang="zh-CN" altLang="en-US" sz="1100" b="0" i="0" u="none" strike="noStrike">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tc>
                  <a:txBody>
                    <a:bodyPr/>
                    <a:lstStyle/>
                    <a:p>
                      <a:pPr algn="ctr" fontAlgn="b"/>
                      <a:r>
                        <a:rPr lang="zh-CN" altLang="en-US" sz="1100" u="none" strike="noStrike" dirty="0">
                          <a:solidFill>
                            <a:srgbClr val="000000"/>
                          </a:solidFill>
                          <a:effectLst/>
                        </a:rPr>
                        <a:t>西班牙</a:t>
                      </a:r>
                      <a:endParaRPr lang="zh-CN" altLang="en-US" sz="1100" b="0" i="0" u="none" strike="noStrike" dirty="0">
                        <a:solidFill>
                          <a:srgbClr val="000000"/>
                        </a:solidFill>
                        <a:effectLst/>
                        <a:latin typeface="等线" panose="02010600030101010101" pitchFamily="2" charset="-122"/>
                        <a:ea typeface="等线" panose="02010600030101010101" pitchFamily="2" charset="-122"/>
                      </a:endParaRPr>
                    </a:p>
                  </a:txBody>
                  <a:tcPr marL="7620" marR="7620" marT="7620" marB="0" anchor="b">
                    <a:lnL w="12700" cmpd="sng">
                      <a:solidFill>
                        <a:srgbClr val="FFC94A"/>
                      </a:solidFill>
                      <a:prstDash val="solid"/>
                    </a:lnL>
                    <a:lnR w="12700" cmpd="sng">
                      <a:solidFill>
                        <a:srgbClr val="FFC94A"/>
                      </a:solidFill>
                      <a:prstDash val="solid"/>
                    </a:lnR>
                    <a:lnT w="12700" cmpd="sng">
                      <a:solidFill>
                        <a:srgbClr val="FFC94A"/>
                      </a:solidFill>
                      <a:prstDash val="solid"/>
                    </a:lnT>
                    <a:lnB w="12700" cmpd="sng">
                      <a:solidFill>
                        <a:srgbClr val="FFC94A"/>
                      </a:solidFill>
                      <a:prstDash val="solid"/>
                    </a:lnB>
                    <a:solidFill>
                      <a:srgbClr val="FFFFFF"/>
                    </a:solidFill>
                  </a:tcPr>
                </a:tc>
                <a:extLst>
                  <a:ext uri="{0D108BD9-81ED-4DB2-BD59-A6C34878D82A}">
                    <a16:rowId xmlns:a16="http://schemas.microsoft.com/office/drawing/2014/main" val="2386610659"/>
                  </a:ext>
                </a:extLst>
              </a:tr>
            </a:tbl>
          </a:graphicData>
        </a:graphic>
      </p:graphicFrame>
    </p:spTree>
    <p:extLst>
      <p:ext uri="{BB962C8B-B14F-4D97-AF65-F5344CB8AC3E}">
        <p14:creationId xmlns:p14="http://schemas.microsoft.com/office/powerpoint/2010/main" val="9160166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19B69-CE3A-CFF0-E497-A13427C9C3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62CE111-8AB1-C682-3939-684C2B492113}"/>
              </a:ext>
            </a:extLst>
          </p:cNvPr>
          <p:cNvSpPr>
            <a:spLocks noGrp="1"/>
          </p:cNvSpPr>
          <p:nvPr>
            <p:ph type="title"/>
          </p:nvPr>
        </p:nvSpPr>
        <p:spPr/>
        <p:txBody>
          <a:bodyPr/>
          <a:lstStyle/>
          <a:p>
            <a:r>
              <a:rPr lang="zh-CN" altLang="en-US" dirty="0"/>
              <a:t>经济文化 成绩斐然</a:t>
            </a:r>
          </a:p>
        </p:txBody>
      </p:sp>
      <p:sp>
        <p:nvSpPr>
          <p:cNvPr id="3" name="内容占位符 2">
            <a:extLst>
              <a:ext uri="{FF2B5EF4-FFF2-40B4-BE49-F238E27FC236}">
                <a16:creationId xmlns:a16="http://schemas.microsoft.com/office/drawing/2014/main" id="{62BEFD15-E348-EF98-65F3-F1A00A46312B}"/>
              </a:ext>
            </a:extLst>
          </p:cNvPr>
          <p:cNvSpPr>
            <a:spLocks noGrp="1"/>
          </p:cNvSpPr>
          <p:nvPr>
            <p:ph idx="1"/>
          </p:nvPr>
        </p:nvSpPr>
        <p:spPr/>
        <p:txBody>
          <a:bodyPr/>
          <a:lstStyle/>
          <a:p>
            <a:r>
              <a:rPr lang="en-US" altLang="zh-CN" kern="100" dirty="0">
                <a:effectLst/>
                <a:latin typeface="Calibri" panose="020F0502020204030204" pitchFamily="34" charset="0"/>
                <a:ea typeface="宋体" panose="02010600030101010101" pitchFamily="2" charset="-122"/>
                <a:cs typeface="Arial" panose="020B0604020202020204" pitchFamily="34" charset="0"/>
              </a:rPr>
              <a:t>2002</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年至</a:t>
            </a:r>
            <a:r>
              <a:rPr lang="en-US" altLang="zh-CN" kern="100" dirty="0">
                <a:effectLst/>
                <a:latin typeface="Calibri" panose="020F0502020204030204" pitchFamily="34" charset="0"/>
                <a:ea typeface="宋体" panose="02010600030101010101" pitchFamily="2" charset="-122"/>
                <a:cs typeface="Arial" panose="020B0604020202020204" pitchFamily="34" charset="0"/>
              </a:rPr>
              <a:t>2011</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年加入世界贸易组织的</a:t>
            </a:r>
            <a:r>
              <a:rPr lang="en-US" altLang="zh-CN" kern="100" dirty="0">
                <a:effectLst/>
                <a:latin typeface="Calibri" panose="020F0502020204030204" pitchFamily="34" charset="0"/>
                <a:ea typeface="宋体" panose="02010600030101010101" pitchFamily="2" charset="-122"/>
                <a:cs typeface="Arial" panose="020B0604020202020204" pitchFamily="34" charset="0"/>
              </a:rPr>
              <a:t>10</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年间，中国货物贸易额的全球排名由第六位上升到第二位。中国实行的平等、互利、合作、共赢的对外开放政策，不仅惠及</a:t>
            </a:r>
            <a:r>
              <a:rPr lang="en-US" altLang="zh-CN" kern="100" dirty="0">
                <a:effectLst/>
                <a:latin typeface="Calibri" panose="020F0502020204030204" pitchFamily="34" charset="0"/>
                <a:ea typeface="宋体" panose="02010600030101010101" pitchFamily="2" charset="-122"/>
                <a:cs typeface="Arial" panose="020B0604020202020204" pitchFamily="34" charset="0"/>
              </a:rPr>
              <a:t>13</a:t>
            </a:r>
            <a:r>
              <a:rPr lang="zh-CN" altLang="zh-CN" kern="100" dirty="0">
                <a:effectLst/>
                <a:latin typeface="Calibri" panose="020F0502020204030204" pitchFamily="34" charset="0"/>
                <a:ea typeface="宋体" panose="02010600030101010101" pitchFamily="2" charset="-122"/>
                <a:cs typeface="Arial" panose="020B0604020202020204" pitchFamily="34" charset="0"/>
              </a:rPr>
              <a:t>亿中国人民，也使世界各国人民获益，给世界经济发展以有力推动。</a:t>
            </a:r>
            <a:endParaRPr lang="en-US" altLang="zh-CN" kern="100" dirty="0">
              <a:effectLst/>
              <a:latin typeface="Calibri" panose="020F0502020204030204" pitchFamily="34" charset="0"/>
              <a:ea typeface="宋体" panose="02010600030101010101" pitchFamily="2" charset="-122"/>
              <a:cs typeface="Arial" panose="020B0604020202020204" pitchFamily="34" charset="0"/>
            </a:endParaRPr>
          </a:p>
          <a:p>
            <a:r>
              <a:rPr lang="en-US" altLang="zh-CN" b="1" dirty="0">
                <a:effectLst/>
                <a:latin typeface="Calibri" panose="020F0502020204030204" pitchFamily="34" charset="0"/>
                <a:ea typeface="宋体" panose="02010600030101010101" pitchFamily="2" charset="-122"/>
                <a:cs typeface="Arial" panose="020B0604020202020204" pitchFamily="34" charset="0"/>
              </a:rPr>
              <a:t>2010</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zh-CN" altLang="zh-CN" dirty="0">
                <a:effectLst/>
                <a:latin typeface="Calibri" panose="020F0502020204030204" pitchFamily="34" charset="0"/>
                <a:ea typeface="宋体" panose="02010600030101010101" pitchFamily="2" charset="-122"/>
                <a:cs typeface="Arial" panose="020B0604020202020204" pitchFamily="34" charset="0"/>
              </a:rPr>
              <a:t>中国经济总量超过日本，成为世界第二大经济体。</a:t>
            </a:r>
            <a:endParaRPr lang="en-US" altLang="zh-CN" kern="100" dirty="0">
              <a:latin typeface="Calibri" panose="020F0502020204030204" pitchFamily="34" charset="0"/>
              <a:ea typeface="宋体" panose="02010600030101010101" pitchFamily="2" charset="-122"/>
              <a:cs typeface="Arial" panose="020B0604020202020204" pitchFamily="34" charset="0"/>
            </a:endParaRPr>
          </a:p>
          <a:p>
            <a:r>
              <a:rPr lang="en-US" altLang="zh-CN" b="1" dirty="0">
                <a:effectLst/>
                <a:latin typeface="Calibri" panose="020F0502020204030204" pitchFamily="34" charset="0"/>
                <a:ea typeface="宋体" panose="02010600030101010101" pitchFamily="2" charset="-122"/>
                <a:cs typeface="Arial" panose="020B0604020202020204" pitchFamily="34" charset="0"/>
              </a:rPr>
              <a:t>2003</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神舟五号</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飞船首次实现载人航天飞行后，</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神舟七号</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飞船航天员成功进行中国人的第一次太空漫步。</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嫦娥一号</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首次完成绕月探测。中华民族的飞天梦想变成现实。</a:t>
            </a:r>
            <a:endParaRPr lang="en-US" altLang="zh-CN" kern="100" dirty="0">
              <a:effectLst/>
              <a:latin typeface="Calibri" panose="020F0502020204030204" pitchFamily="34" charset="0"/>
              <a:ea typeface="宋体" panose="02010600030101010101" pitchFamily="2" charset="-122"/>
              <a:cs typeface="Arial" panose="020B0604020202020204" pitchFamily="34" charset="0"/>
            </a:endParaRPr>
          </a:p>
          <a:p>
            <a:r>
              <a:rPr lang="en-US" altLang="zh-CN" b="1" dirty="0">
                <a:effectLst/>
                <a:latin typeface="Calibri" panose="020F0502020204030204" pitchFamily="34" charset="0"/>
                <a:ea typeface="宋体" panose="02010600030101010101" pitchFamily="2" charset="-122"/>
                <a:cs typeface="Arial" panose="020B0604020202020204" pitchFamily="34" charset="0"/>
              </a:rPr>
              <a:t>2008</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b="1" dirty="0">
                <a:effectLst/>
                <a:latin typeface="Calibri" panose="020F0502020204030204" pitchFamily="34" charset="0"/>
                <a:ea typeface="宋体" panose="02010600030101010101" pitchFamily="2" charset="-122"/>
                <a:cs typeface="Arial" panose="020B0604020202020204" pitchFamily="34" charset="0"/>
              </a:rPr>
              <a:t>8</a:t>
            </a:r>
            <a:r>
              <a:rPr lang="zh-CN" altLang="zh-CN" b="1" dirty="0">
                <a:effectLst/>
                <a:latin typeface="Calibri" panose="020F0502020204030204" pitchFamily="34" charset="0"/>
                <a:ea typeface="宋体" panose="02010600030101010101" pitchFamily="2" charset="-122"/>
                <a:cs typeface="Arial" panose="020B0604020202020204" pitchFamily="34" charset="0"/>
              </a:rPr>
              <a:t>月</a:t>
            </a:r>
            <a:r>
              <a:rPr lang="zh-CN" altLang="zh-CN" dirty="0">
                <a:effectLst/>
                <a:latin typeface="Calibri" panose="020F0502020204030204" pitchFamily="34" charset="0"/>
                <a:ea typeface="宋体" panose="02010600030101010101" pitchFamily="2" charset="-122"/>
                <a:cs typeface="Arial" panose="020B0604020202020204" pitchFamily="34" charset="0"/>
              </a:rPr>
              <a:t>，京津城际高速铁路开通运营，中国开始迈入高铁时代。</a:t>
            </a:r>
            <a:endParaRPr lang="en-US" altLang="zh-CN" dirty="0">
              <a:effectLst/>
              <a:latin typeface="Calibri" panose="020F0502020204030204" pitchFamily="34" charset="0"/>
              <a:ea typeface="宋体" panose="02010600030101010101" pitchFamily="2" charset="-122"/>
              <a:cs typeface="Arial" panose="020B0604020202020204" pitchFamily="34" charset="0"/>
            </a:endParaRPr>
          </a:p>
          <a:p>
            <a:r>
              <a:rPr lang="en-US" altLang="zh-CN" b="1" kern="100" dirty="0">
                <a:effectLst/>
                <a:latin typeface="Calibri" panose="020F0502020204030204" pitchFamily="34" charset="0"/>
                <a:ea typeface="宋体" panose="02010600030101010101" pitchFamily="2" charset="-122"/>
                <a:cs typeface="Arial" panose="020B0604020202020204" pitchFamily="34" charset="0"/>
              </a:rPr>
              <a:t>2008</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8</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月至</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9</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，北京成功举办第二十九届夏季奥运会、第十三届残疾人奥运会。</a:t>
            </a:r>
          </a:p>
          <a:p>
            <a:r>
              <a:rPr lang="en-US" altLang="zh-CN" b="1" dirty="0">
                <a:effectLst/>
                <a:latin typeface="Calibri" panose="020F0502020204030204" pitchFamily="34" charset="0"/>
                <a:ea typeface="宋体" panose="02010600030101010101" pitchFamily="2" charset="-122"/>
                <a:cs typeface="Arial" panose="020B0604020202020204" pitchFamily="34" charset="0"/>
              </a:rPr>
              <a:t>2010</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b="1" dirty="0">
                <a:effectLst/>
                <a:latin typeface="Calibri" panose="020F0502020204030204" pitchFamily="34" charset="0"/>
                <a:ea typeface="宋体" panose="02010600030101010101" pitchFamily="2" charset="-122"/>
                <a:cs typeface="Arial" panose="020B0604020202020204" pitchFamily="34" charset="0"/>
              </a:rPr>
              <a:t>5</a:t>
            </a:r>
            <a:r>
              <a:rPr lang="zh-CN" altLang="zh-CN" b="1" dirty="0">
                <a:effectLst/>
                <a:latin typeface="Calibri" panose="020F0502020204030204" pitchFamily="34" charset="0"/>
                <a:ea typeface="宋体" panose="02010600030101010101" pitchFamily="2" charset="-122"/>
                <a:cs typeface="Arial" panose="020B0604020202020204" pitchFamily="34" charset="0"/>
              </a:rPr>
              <a:t>月至</a:t>
            </a:r>
            <a:r>
              <a:rPr lang="en-US" altLang="zh-CN" b="1" dirty="0">
                <a:effectLst/>
                <a:latin typeface="Calibri" panose="020F0502020204030204" pitchFamily="34" charset="0"/>
                <a:ea typeface="宋体" panose="02010600030101010101" pitchFamily="2" charset="-122"/>
                <a:cs typeface="Arial" panose="020B0604020202020204" pitchFamily="34" charset="0"/>
              </a:rPr>
              <a:t>10</a:t>
            </a:r>
            <a:r>
              <a:rPr lang="zh-CN" altLang="zh-CN" b="1" dirty="0">
                <a:effectLst/>
                <a:latin typeface="Calibri" panose="020F0502020204030204" pitchFamily="34" charset="0"/>
                <a:ea typeface="宋体" panose="02010600030101010101" pitchFamily="2" charset="-122"/>
                <a:cs typeface="Arial" panose="020B0604020202020204" pitchFamily="34" charset="0"/>
              </a:rPr>
              <a:t>月</a:t>
            </a:r>
            <a:r>
              <a:rPr lang="zh-CN" altLang="zh-CN" dirty="0">
                <a:effectLst/>
                <a:latin typeface="Calibri" panose="020F0502020204030204" pitchFamily="34" charset="0"/>
                <a:ea typeface="宋体" panose="02010600030101010101" pitchFamily="2" charset="-122"/>
                <a:cs typeface="Arial" panose="020B0604020202020204" pitchFamily="34" charset="0"/>
              </a:rPr>
              <a:t>，以</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城市，让生活更美好</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为主题的世界博览会在上海举行</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这是第一次在发展中国家举办的注册类世博会，书写了中国人民同世界各国人民交流互鉴的新篇章。</a:t>
            </a:r>
            <a:endParaRPr lang="en-US" altLang="zh-CN" dirty="0">
              <a:latin typeface="Calibri" panose="020F0502020204030204" pitchFamily="34" charset="0"/>
              <a:ea typeface="宋体" panose="02010600030101010101" pitchFamily="2" charset="-122"/>
              <a:cs typeface="Arial" panose="020B0604020202020204" pitchFamily="34" charset="0"/>
            </a:endParaRPr>
          </a:p>
          <a:p>
            <a:r>
              <a:rPr lang="en-US" altLang="zh-CN" b="1" dirty="0">
                <a:effectLst/>
                <a:latin typeface="Calibri" panose="020F0502020204030204" pitchFamily="34" charset="0"/>
                <a:ea typeface="宋体" panose="02010600030101010101" pitchFamily="2" charset="-122"/>
                <a:cs typeface="Arial" panose="020B0604020202020204" pitchFamily="34" charset="0"/>
              </a:rPr>
              <a:t>2012</a:t>
            </a:r>
            <a:r>
              <a:rPr lang="zh-CN" altLang="zh-CN" b="1" dirty="0">
                <a:effectLst/>
                <a:latin typeface="Calibri" panose="020F0502020204030204" pitchFamily="34" charset="0"/>
                <a:ea typeface="宋体" panose="02010600030101010101" pitchFamily="2" charset="-122"/>
                <a:cs typeface="Arial" panose="020B0604020202020204" pitchFamily="34" charset="0"/>
              </a:rPr>
              <a:t>年</a:t>
            </a:r>
            <a:r>
              <a:rPr lang="en-US" altLang="zh-CN" b="1" dirty="0">
                <a:effectLst/>
                <a:latin typeface="Calibri" panose="020F0502020204030204" pitchFamily="34" charset="0"/>
                <a:ea typeface="宋体" panose="02010600030101010101" pitchFamily="2" charset="-122"/>
                <a:cs typeface="Arial" panose="020B0604020202020204" pitchFamily="34" charset="0"/>
              </a:rPr>
              <a:t>9</a:t>
            </a:r>
            <a:r>
              <a:rPr lang="zh-CN" altLang="zh-CN" b="1" dirty="0">
                <a:effectLst/>
                <a:latin typeface="Calibri" panose="020F0502020204030204" pitchFamily="34" charset="0"/>
                <a:ea typeface="宋体" panose="02010600030101010101" pitchFamily="2" charset="-122"/>
                <a:cs typeface="Arial" panose="020B0604020202020204" pitchFamily="34" charset="0"/>
              </a:rPr>
              <a:t>月</a:t>
            </a:r>
            <a:r>
              <a:rPr lang="zh-CN" altLang="zh-CN" dirty="0">
                <a:effectLst/>
                <a:latin typeface="Calibri" panose="020F0502020204030204" pitchFamily="34" charset="0"/>
                <a:ea typeface="宋体" panose="02010600030101010101" pitchFamily="2" charset="-122"/>
                <a:cs typeface="Arial" panose="020B0604020202020204" pitchFamily="34" charset="0"/>
              </a:rPr>
              <a:t>，我国第一艘航空母舰</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辽宁舰</a:t>
            </a:r>
            <a:r>
              <a:rPr lang="en-US" altLang="zh-CN" dirty="0">
                <a:effectLst/>
                <a:latin typeface="Calibri" panose="020F0502020204030204" pitchFamily="34" charset="0"/>
                <a:ea typeface="宋体" panose="02010600030101010101" pitchFamily="2" charset="-122"/>
                <a:cs typeface="Arial" panose="020B0604020202020204" pitchFamily="34" charset="0"/>
              </a:rPr>
              <a:t>”</a:t>
            </a:r>
            <a:r>
              <a:rPr lang="zh-CN" altLang="zh-CN" dirty="0">
                <a:effectLst/>
                <a:latin typeface="Calibri" panose="020F0502020204030204" pitchFamily="34" charset="0"/>
                <a:ea typeface="宋体" panose="02010600030101010101" pitchFamily="2" charset="-122"/>
                <a:cs typeface="Arial" panose="020B0604020202020204" pitchFamily="34" charset="0"/>
              </a:rPr>
              <a:t>正式交付海军。</a:t>
            </a:r>
            <a:endParaRPr lang="en-US" altLang="zh-CN" dirty="0">
              <a:effectLst/>
              <a:latin typeface="Calibri" panose="020F0502020204030204" pitchFamily="34" charset="0"/>
              <a:ea typeface="宋体" panose="02010600030101010101" pitchFamily="2" charset="-122"/>
              <a:cs typeface="Arial" panose="020B0604020202020204" pitchFamily="34" charset="0"/>
            </a:endParaRPr>
          </a:p>
          <a:p>
            <a:r>
              <a:rPr lang="en-US" altLang="zh-CN" b="1" kern="100" dirty="0">
                <a:effectLst/>
                <a:latin typeface="Calibri" panose="020F0502020204030204" pitchFamily="34" charset="0"/>
                <a:ea typeface="宋体" panose="02010600030101010101" pitchFamily="2" charset="-122"/>
                <a:cs typeface="Arial" panose="020B0604020202020204" pitchFamily="34" charset="0"/>
              </a:rPr>
              <a:t>2006</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年</a:t>
            </a:r>
            <a:r>
              <a:rPr lang="en-US" altLang="zh-CN" b="1" kern="100" dirty="0">
                <a:effectLst/>
                <a:latin typeface="Calibri" panose="020F0502020204030204" pitchFamily="34" charset="0"/>
                <a:ea typeface="宋体" panose="02010600030101010101" pitchFamily="2" charset="-122"/>
                <a:cs typeface="Arial" panose="020B0604020202020204" pitchFamily="34" charset="0"/>
              </a:rPr>
              <a:t>11</a:t>
            </a:r>
            <a:r>
              <a:rPr lang="zh-CN" altLang="zh-CN" b="1" kern="100" dirty="0">
                <a:effectLst/>
                <a:latin typeface="Calibri" panose="020F0502020204030204" pitchFamily="34" charset="0"/>
                <a:ea typeface="宋体" panose="02010600030101010101" pitchFamily="2" charset="-122"/>
                <a:cs typeface="Arial" panose="020B0604020202020204" pitchFamily="34" charset="0"/>
              </a:rPr>
              <a:t>月</a:t>
            </a:r>
            <a:r>
              <a:rPr lang="zh-CN" altLang="zh-CN" kern="100" dirty="0">
                <a:effectLst/>
                <a:latin typeface="Calibri" panose="020F0502020204030204" pitchFamily="34" charset="0"/>
                <a:ea typeface="宋体" panose="02010600030101010101" pitchFamily="2" charset="-122"/>
                <a:cs typeface="Arial" panose="020B0604020202020204" pitchFamily="34" charset="0"/>
              </a:rPr>
              <a:t>在北京成功举办中非合作论坛。中国积极推动全球经济治理机制改革，参与安全反恐等国际合作，取得良好成效。</a:t>
            </a:r>
          </a:p>
          <a:p>
            <a:endParaRPr lang="zh-CN" altLang="zh-CN" sz="1800" kern="100" dirty="0">
              <a:effectLst/>
              <a:latin typeface="Calibri" panose="020F0502020204030204" pitchFamily="34" charset="0"/>
              <a:ea typeface="宋体" panose="02010600030101010101" pitchFamily="2" charset="-122"/>
              <a:cs typeface="Arial" panose="020B0604020202020204" pitchFamily="34" charset="0"/>
            </a:endParaRPr>
          </a:p>
          <a:p>
            <a:endParaRPr lang="zh-CN" altLang="en-US" dirty="0"/>
          </a:p>
        </p:txBody>
      </p:sp>
      <p:sp>
        <p:nvSpPr>
          <p:cNvPr id="4" name="灯片编号占位符 3">
            <a:extLst>
              <a:ext uri="{FF2B5EF4-FFF2-40B4-BE49-F238E27FC236}">
                <a16:creationId xmlns:a16="http://schemas.microsoft.com/office/drawing/2014/main" id="{DF192802-0C9D-262A-801F-62A743F57161}"/>
              </a:ext>
            </a:extLst>
          </p:cNvPr>
          <p:cNvSpPr>
            <a:spLocks noGrp="1"/>
          </p:cNvSpPr>
          <p:nvPr>
            <p:ph type="sldNum" sz="quarter" idx="12"/>
          </p:nvPr>
        </p:nvSpPr>
        <p:spPr/>
        <p:txBody>
          <a:bodyPr/>
          <a:lstStyle/>
          <a:p>
            <a:fld id="{7F65B630-C7FF-41C0-9923-C5E5E29EED81}" type="slidenum">
              <a:rPr lang="en-GB" smtClean="0"/>
              <a:pPr/>
              <a:t>16</a:t>
            </a:fld>
            <a:endParaRPr lang="en-GB"/>
          </a:p>
        </p:txBody>
      </p:sp>
    </p:spTree>
    <p:extLst>
      <p:ext uri="{BB962C8B-B14F-4D97-AF65-F5344CB8AC3E}">
        <p14:creationId xmlns:p14="http://schemas.microsoft.com/office/powerpoint/2010/main" val="1617174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923E4-C068-8C33-38FC-1BC3003D67FA}"/>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251CB2F9-E64C-9772-CCAA-558B11070970}"/>
              </a:ext>
            </a:extLst>
          </p:cNvPr>
          <p:cNvSpPr>
            <a:spLocks noGrp="1"/>
          </p:cNvSpPr>
          <p:nvPr>
            <p:ph type="title"/>
          </p:nvPr>
        </p:nvSpPr>
        <p:spPr>
          <a:xfrm>
            <a:off x="3224981" y="1986173"/>
            <a:ext cx="6338897" cy="1077218"/>
          </a:xfrm>
        </p:spPr>
        <p:txBody>
          <a:bodyPr/>
          <a:lstStyle/>
          <a:p>
            <a:pPr>
              <a:lnSpc>
                <a:spcPct val="100000"/>
              </a:lnSpc>
            </a:pPr>
            <a:r>
              <a:rPr lang="zh-CN" altLang="en-US" sz="3200" dirty="0">
                <a:latin typeface="+mj-ea"/>
                <a:ea typeface="+mj-ea"/>
              </a:rPr>
              <a:t>推进一国两制实践和祖国和平大业</a:t>
            </a:r>
          </a:p>
        </p:txBody>
      </p:sp>
      <p:sp>
        <p:nvSpPr>
          <p:cNvPr id="5" name="文本占位符 4">
            <a:extLst>
              <a:ext uri="{FF2B5EF4-FFF2-40B4-BE49-F238E27FC236}">
                <a16:creationId xmlns:a16="http://schemas.microsoft.com/office/drawing/2014/main" id="{EC7A11D7-DE60-0EFD-748D-E5BD83532C0D}"/>
              </a:ext>
            </a:extLst>
          </p:cNvPr>
          <p:cNvSpPr>
            <a:spLocks noGrp="1"/>
          </p:cNvSpPr>
          <p:nvPr>
            <p:ph type="body" idx="1"/>
          </p:nvPr>
        </p:nvSpPr>
        <p:spPr>
          <a:xfrm>
            <a:off x="3302840" y="3063391"/>
            <a:ext cx="5731164" cy="951058"/>
          </a:xfrm>
        </p:spPr>
        <p:txBody>
          <a:bodyPr>
            <a:normAutofit/>
          </a:bodyPr>
          <a:lstStyle/>
          <a:p>
            <a:r>
              <a:rPr lang="en-US" altLang="zh-CN" sz="1600" dirty="0"/>
              <a:t>1997</a:t>
            </a:r>
            <a:r>
              <a:rPr lang="zh-CN" altLang="en-US" sz="1600" dirty="0"/>
              <a:t>年</a:t>
            </a:r>
            <a:r>
              <a:rPr lang="en-US" altLang="zh-CN" sz="1600" dirty="0"/>
              <a:t>7</a:t>
            </a:r>
            <a:r>
              <a:rPr lang="zh-CN" altLang="en-US" sz="1600" dirty="0"/>
              <a:t>月</a:t>
            </a:r>
            <a:r>
              <a:rPr lang="en-US" altLang="zh-CN" sz="1600" dirty="0"/>
              <a:t>1</a:t>
            </a:r>
            <a:r>
              <a:rPr lang="zh-CN" altLang="en-US" sz="1600" dirty="0"/>
              <a:t>日零点整</a:t>
            </a:r>
            <a:r>
              <a:rPr lang="en-US" altLang="zh-CN" sz="1600" dirty="0"/>
              <a:t>--2010</a:t>
            </a:r>
            <a:r>
              <a:rPr lang="zh-CN" altLang="en-US" sz="1600" dirty="0"/>
              <a:t>年</a:t>
            </a:r>
            <a:r>
              <a:rPr lang="en-US" altLang="zh-CN" sz="1600" dirty="0"/>
              <a:t>6</a:t>
            </a:r>
            <a:r>
              <a:rPr lang="zh-CN" altLang="en-US" sz="1600" dirty="0"/>
              <a:t>月</a:t>
            </a:r>
            <a:endParaRPr lang="en-GB" altLang="zh-CN" sz="1600" dirty="0"/>
          </a:p>
        </p:txBody>
      </p:sp>
      <p:sp>
        <p:nvSpPr>
          <p:cNvPr id="2" name="灯片编号占位符 1">
            <a:extLst>
              <a:ext uri="{FF2B5EF4-FFF2-40B4-BE49-F238E27FC236}">
                <a16:creationId xmlns:a16="http://schemas.microsoft.com/office/drawing/2014/main" id="{FF802ABF-6583-EB79-BA6C-94075E4B96A3}"/>
              </a:ext>
            </a:extLst>
          </p:cNvPr>
          <p:cNvSpPr>
            <a:spLocks noGrp="1"/>
          </p:cNvSpPr>
          <p:nvPr>
            <p:ph type="sldNum" sz="quarter" idx="12"/>
          </p:nvPr>
        </p:nvSpPr>
        <p:spPr/>
        <p:txBody>
          <a:bodyPr/>
          <a:lstStyle/>
          <a:p>
            <a:fld id="{7F65B630-C7FF-41C0-9923-C5E5E29EED81}" type="slidenum">
              <a:rPr lang="zh-CN" altLang="en-US" smtClean="0"/>
              <a:pPr/>
              <a:t>17</a:t>
            </a:fld>
            <a:endParaRPr lang="zh-CN" altLang="en-US"/>
          </a:p>
        </p:txBody>
      </p:sp>
      <p:sp>
        <p:nvSpPr>
          <p:cNvPr id="8" name="文本占位符 7">
            <a:extLst>
              <a:ext uri="{FF2B5EF4-FFF2-40B4-BE49-F238E27FC236}">
                <a16:creationId xmlns:a16="http://schemas.microsoft.com/office/drawing/2014/main" id="{0DF3214D-5E94-D974-08C5-207E3A4CBEE9}"/>
              </a:ext>
            </a:extLst>
          </p:cNvPr>
          <p:cNvSpPr>
            <a:spLocks noGrp="1"/>
          </p:cNvSpPr>
          <p:nvPr>
            <p:ph type="body" sz="quarter" idx="13"/>
          </p:nvPr>
        </p:nvSpPr>
        <p:spPr>
          <a:xfrm>
            <a:off x="9477106" y="2271041"/>
            <a:ext cx="1127232" cy="1107996"/>
          </a:xfrm>
        </p:spPr>
        <p:txBody>
          <a:bodyPr/>
          <a:lstStyle/>
          <a:p>
            <a:r>
              <a:rPr lang="en-GB" dirty="0"/>
              <a:t>03</a:t>
            </a:r>
          </a:p>
        </p:txBody>
      </p:sp>
    </p:spTree>
    <p:extLst>
      <p:ext uri="{BB962C8B-B14F-4D97-AF65-F5344CB8AC3E}">
        <p14:creationId xmlns:p14="http://schemas.microsoft.com/office/powerpoint/2010/main" val="3437098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E381F0C-C5E8-9107-B8F9-4C89AA948271}"/>
              </a:ext>
            </a:extLst>
          </p:cNvPr>
          <p:cNvSpPr>
            <a:spLocks noGrp="1"/>
          </p:cNvSpPr>
          <p:nvPr>
            <p:ph type="title"/>
          </p:nvPr>
        </p:nvSpPr>
        <p:spPr/>
        <p:txBody>
          <a:bodyPr/>
          <a:lstStyle/>
          <a:p>
            <a:r>
              <a:rPr lang="zh-CN" altLang="en-US" dirty="0"/>
              <a:t>回归！新难题新挑战 不改初心</a:t>
            </a:r>
          </a:p>
        </p:txBody>
      </p:sp>
      <p:sp>
        <p:nvSpPr>
          <p:cNvPr id="7" name="内容占位符 6">
            <a:extLst>
              <a:ext uri="{FF2B5EF4-FFF2-40B4-BE49-F238E27FC236}">
                <a16:creationId xmlns:a16="http://schemas.microsoft.com/office/drawing/2014/main" id="{2459CA8B-775F-CD23-ECA2-D64256C11109}"/>
              </a:ext>
            </a:extLst>
          </p:cNvPr>
          <p:cNvSpPr>
            <a:spLocks noGrp="1"/>
          </p:cNvSpPr>
          <p:nvPr>
            <p:ph idx="1"/>
          </p:nvPr>
        </p:nvSpPr>
        <p:spPr>
          <a:xfrm>
            <a:off x="660400" y="1130300"/>
            <a:ext cx="10858500" cy="3027030"/>
          </a:xfrm>
        </p:spPr>
        <p:txBody>
          <a:bodyPr>
            <a:normAutofit lnSpcReduction="10000"/>
          </a:bodyPr>
          <a:lstStyle/>
          <a:p>
            <a:pPr marL="0" indent="0">
              <a:lnSpc>
                <a:spcPct val="150000"/>
              </a:lnSpc>
              <a:buNone/>
            </a:pPr>
            <a:r>
              <a:rPr lang="en-US" altLang="zh-CN" dirty="0">
                <a:solidFill>
                  <a:srgbClr val="000000"/>
                </a:solidFill>
                <a:effectLst/>
                <a:latin typeface="Arial" panose="020B0604020202020204" pitchFamily="34" charset="0"/>
              </a:rPr>
              <a:t>	</a:t>
            </a:r>
            <a:r>
              <a:rPr lang="en-US" altLang="zh-CN" b="0" i="0" dirty="0">
                <a:solidFill>
                  <a:srgbClr val="404040"/>
                </a:solidFill>
                <a:effectLst/>
                <a:latin typeface="DeepSeek-CJK-patch"/>
              </a:rPr>
              <a:t>1997</a:t>
            </a:r>
            <a:r>
              <a:rPr lang="zh-CN" altLang="en-US" b="0" i="0" dirty="0">
                <a:solidFill>
                  <a:srgbClr val="404040"/>
                </a:solidFill>
                <a:effectLst/>
                <a:latin typeface="DeepSeek-CJK-patch"/>
              </a:rPr>
              <a:t>年</a:t>
            </a:r>
            <a:r>
              <a:rPr lang="en-US" altLang="zh-CN" b="0" i="0" dirty="0">
                <a:solidFill>
                  <a:srgbClr val="404040"/>
                </a:solidFill>
                <a:effectLst/>
                <a:latin typeface="DeepSeek-CJK-patch"/>
              </a:rPr>
              <a:t>7</a:t>
            </a:r>
            <a:r>
              <a:rPr lang="zh-CN" altLang="en-US" b="0" i="0" dirty="0">
                <a:solidFill>
                  <a:srgbClr val="404040"/>
                </a:solidFill>
                <a:effectLst/>
                <a:latin typeface="DeepSeek-CJK-patch"/>
              </a:rPr>
              <a:t>月</a:t>
            </a:r>
            <a:r>
              <a:rPr lang="en-US" altLang="zh-CN" b="0" i="0" dirty="0">
                <a:solidFill>
                  <a:srgbClr val="404040"/>
                </a:solidFill>
                <a:effectLst/>
                <a:latin typeface="DeepSeek-CJK-patch"/>
              </a:rPr>
              <a:t>1</a:t>
            </a:r>
            <a:r>
              <a:rPr lang="zh-CN" altLang="en-US" b="0" i="0" dirty="0">
                <a:solidFill>
                  <a:srgbClr val="404040"/>
                </a:solidFill>
                <a:effectLst/>
                <a:latin typeface="DeepSeek-CJK-patch"/>
              </a:rPr>
              <a:t>日零时，伴随着雄壮的中华人民共和国国歌，五星红旗在香港会议展览中心冉冉升起，香港从此结束了长达</a:t>
            </a:r>
            <a:r>
              <a:rPr lang="en-US" altLang="zh-CN" b="0" i="0" dirty="0">
                <a:solidFill>
                  <a:srgbClr val="404040"/>
                </a:solidFill>
                <a:effectLst/>
                <a:latin typeface="DeepSeek-CJK-patch"/>
              </a:rPr>
              <a:t>156</a:t>
            </a:r>
            <a:r>
              <a:rPr lang="zh-CN" altLang="en-US" b="0" i="0" dirty="0">
                <a:solidFill>
                  <a:srgbClr val="404040"/>
                </a:solidFill>
                <a:effectLst/>
                <a:latin typeface="DeepSeek-CJK-patch"/>
              </a:rPr>
              <a:t>年的殖民统治，正式回到祖国怀抱。两年后的</a:t>
            </a:r>
            <a:r>
              <a:rPr lang="en-US" altLang="zh-CN" b="0" i="0" dirty="0">
                <a:solidFill>
                  <a:srgbClr val="404040"/>
                </a:solidFill>
                <a:effectLst/>
                <a:latin typeface="DeepSeek-CJK-patch"/>
              </a:rPr>
              <a:t>1999</a:t>
            </a:r>
            <a:r>
              <a:rPr lang="zh-CN" altLang="en-US" b="0" i="0" dirty="0">
                <a:solidFill>
                  <a:srgbClr val="404040"/>
                </a:solidFill>
                <a:effectLst/>
                <a:latin typeface="DeepSeek-CJK-patch"/>
              </a:rPr>
              <a:t>年</a:t>
            </a:r>
            <a:r>
              <a:rPr lang="en-US" altLang="zh-CN" b="0" i="0" dirty="0">
                <a:solidFill>
                  <a:srgbClr val="404040"/>
                </a:solidFill>
                <a:effectLst/>
                <a:latin typeface="DeepSeek-CJK-patch"/>
              </a:rPr>
              <a:t>12</a:t>
            </a:r>
            <a:r>
              <a:rPr lang="zh-CN" altLang="en-US" b="0" i="0" dirty="0">
                <a:solidFill>
                  <a:srgbClr val="404040"/>
                </a:solidFill>
                <a:effectLst/>
                <a:latin typeface="DeepSeek-CJK-patch"/>
              </a:rPr>
              <a:t>月</a:t>
            </a:r>
            <a:r>
              <a:rPr lang="en-US" altLang="zh-CN" b="0" i="0" dirty="0">
                <a:solidFill>
                  <a:srgbClr val="404040"/>
                </a:solidFill>
                <a:effectLst/>
                <a:latin typeface="DeepSeek-CJK-patch"/>
              </a:rPr>
              <a:t>20</a:t>
            </a:r>
            <a:r>
              <a:rPr lang="zh-CN" altLang="en-US" b="0" i="0" dirty="0">
                <a:solidFill>
                  <a:srgbClr val="404040"/>
                </a:solidFill>
                <a:effectLst/>
                <a:latin typeface="DeepSeek-CJK-patch"/>
              </a:rPr>
              <a:t>日，澳门也顺利完成政权交接，标志着外国列强在中国领土上殖民统治的历史彻底终结。</a:t>
            </a:r>
            <a:endParaRPr lang="en-US" altLang="zh-CN" b="0" i="0" dirty="0">
              <a:solidFill>
                <a:srgbClr val="404040"/>
              </a:solidFill>
              <a:effectLst/>
              <a:latin typeface="DeepSeek-CJK-patch"/>
            </a:endParaRPr>
          </a:p>
          <a:p>
            <a:pPr marL="0" indent="0">
              <a:lnSpc>
                <a:spcPct val="150000"/>
              </a:lnSpc>
              <a:buNone/>
            </a:pPr>
            <a:r>
              <a:rPr lang="en-US" altLang="zh-CN" dirty="0">
                <a:solidFill>
                  <a:srgbClr val="404040"/>
                </a:solidFill>
                <a:latin typeface="DeepSeek-CJK-patch"/>
              </a:rPr>
              <a:t>	</a:t>
            </a:r>
            <a:r>
              <a:rPr lang="zh-CN" altLang="en-US" b="0" i="0" dirty="0">
                <a:solidFill>
                  <a:srgbClr val="404040"/>
                </a:solidFill>
                <a:effectLst/>
                <a:latin typeface="DeepSeek-CJK-patch"/>
              </a:rPr>
              <a:t>这两个彪炳史册的伟大时刻，不仅实现了中华民族的百年夙愿，更以</a:t>
            </a:r>
            <a:r>
              <a:rPr lang="en-US" altLang="zh-CN" b="0" i="0" dirty="0">
                <a:solidFill>
                  <a:srgbClr val="404040"/>
                </a:solidFill>
                <a:effectLst/>
                <a:latin typeface="DeepSeek-CJK-patch"/>
              </a:rPr>
              <a:t>“</a:t>
            </a:r>
            <a:r>
              <a:rPr lang="zh-CN" altLang="en-US" b="0" i="0" dirty="0">
                <a:solidFill>
                  <a:srgbClr val="404040"/>
                </a:solidFill>
                <a:effectLst/>
                <a:latin typeface="DeepSeek-CJK-patch"/>
              </a:rPr>
              <a:t>一国两制</a:t>
            </a:r>
            <a:r>
              <a:rPr lang="en-US" altLang="zh-CN" b="0" i="0" dirty="0">
                <a:solidFill>
                  <a:srgbClr val="404040"/>
                </a:solidFill>
                <a:effectLst/>
                <a:latin typeface="DeepSeek-CJK-patch"/>
              </a:rPr>
              <a:t>”</a:t>
            </a:r>
            <a:r>
              <a:rPr lang="zh-CN" altLang="en-US" b="0" i="0" dirty="0">
                <a:solidFill>
                  <a:srgbClr val="404040"/>
                </a:solidFill>
                <a:effectLst/>
                <a:latin typeface="DeepSeek-CJK-patch"/>
              </a:rPr>
              <a:t>的伟大创举为世界和平发展贡献了中国智慧。在中国共产党的坚强领导下，香港、澳门回归后的繁荣稳定发展，充分证明了</a:t>
            </a:r>
            <a:r>
              <a:rPr lang="en-US" altLang="zh-CN" b="0" i="0" dirty="0">
                <a:solidFill>
                  <a:srgbClr val="404040"/>
                </a:solidFill>
                <a:effectLst/>
                <a:latin typeface="DeepSeek-CJK-patch"/>
              </a:rPr>
              <a:t>“</a:t>
            </a:r>
            <a:r>
              <a:rPr lang="zh-CN" altLang="en-US" b="0" i="0" dirty="0">
                <a:solidFill>
                  <a:srgbClr val="404040"/>
                </a:solidFill>
                <a:effectLst/>
                <a:latin typeface="DeepSeek-CJK-patch"/>
              </a:rPr>
              <a:t>一国两制</a:t>
            </a:r>
            <a:r>
              <a:rPr lang="en-US" altLang="zh-CN" b="0" i="0" dirty="0">
                <a:solidFill>
                  <a:srgbClr val="404040"/>
                </a:solidFill>
                <a:effectLst/>
                <a:latin typeface="DeepSeek-CJK-patch"/>
              </a:rPr>
              <a:t>”</a:t>
            </a:r>
            <a:r>
              <a:rPr lang="zh-CN" altLang="en-US" b="0" i="0" dirty="0">
                <a:solidFill>
                  <a:srgbClr val="404040"/>
                </a:solidFill>
                <a:effectLst/>
                <a:latin typeface="DeepSeek-CJK-patch"/>
              </a:rPr>
              <a:t>方针的科学性和强大生命力，为最终实现祖国完全统一积累了宝贵经验，谱写了中华民族伟大复兴进程中璀璨夺目的篇章。无论任何时候，我们</a:t>
            </a:r>
            <a:r>
              <a:rPr lang="zh-CN" altLang="en-US" b="0" i="0" dirty="0">
                <a:solidFill>
                  <a:srgbClr val="404040"/>
                </a:solidFill>
                <a:effectLst/>
                <a:latin typeface="DeepSeek-CJK-patch"/>
                <a:hlinkClick r:id="rId2"/>
              </a:rPr>
              <a:t>坚持如初、信念如炉</a:t>
            </a:r>
            <a:r>
              <a:rPr lang="zh-CN" altLang="en-US" b="0" i="0" dirty="0">
                <a:solidFill>
                  <a:srgbClr val="404040"/>
                </a:solidFill>
                <a:effectLst/>
                <a:latin typeface="DeepSeek-CJK-patch"/>
              </a:rPr>
              <a:t>。</a:t>
            </a:r>
            <a:endParaRPr lang="zh-CN" altLang="en-US" dirty="0"/>
          </a:p>
        </p:txBody>
      </p:sp>
      <p:sp>
        <p:nvSpPr>
          <p:cNvPr id="4" name="灯片编号占位符 3">
            <a:extLst>
              <a:ext uri="{FF2B5EF4-FFF2-40B4-BE49-F238E27FC236}">
                <a16:creationId xmlns:a16="http://schemas.microsoft.com/office/drawing/2014/main" id="{BFCB3A9C-F943-CDC3-A94F-07FCA8399CA6}"/>
              </a:ext>
            </a:extLst>
          </p:cNvPr>
          <p:cNvSpPr>
            <a:spLocks noGrp="1"/>
          </p:cNvSpPr>
          <p:nvPr>
            <p:ph type="sldNum" sz="quarter" idx="12"/>
          </p:nvPr>
        </p:nvSpPr>
        <p:spPr/>
        <p:txBody>
          <a:bodyPr/>
          <a:lstStyle/>
          <a:p>
            <a:fld id="{7F65B630-C7FF-41C0-9923-C5E5E29EED81}" type="slidenum">
              <a:rPr lang="zh-CN" altLang="en-US" smtClean="0"/>
              <a:t>18</a:t>
            </a:fld>
            <a:endParaRPr lang="zh-CN" altLang="en-US"/>
          </a:p>
        </p:txBody>
      </p:sp>
      <p:sp>
        <p:nvSpPr>
          <p:cNvPr id="3" name="文本框 2">
            <a:extLst>
              <a:ext uri="{FF2B5EF4-FFF2-40B4-BE49-F238E27FC236}">
                <a16:creationId xmlns:a16="http://schemas.microsoft.com/office/drawing/2014/main" id="{0131B4D4-60A6-25D9-9BA9-339D9F74ED37}"/>
              </a:ext>
            </a:extLst>
          </p:cNvPr>
          <p:cNvSpPr txBox="1"/>
          <p:nvPr/>
        </p:nvSpPr>
        <p:spPr>
          <a:xfrm>
            <a:off x="660400" y="5543034"/>
            <a:ext cx="6103088" cy="369332"/>
          </a:xfrm>
          <a:prstGeom prst="rect">
            <a:avLst/>
          </a:prstGeom>
          <a:noFill/>
        </p:spPr>
        <p:txBody>
          <a:bodyPr wrap="square">
            <a:spAutoFit/>
          </a:bodyPr>
          <a:lstStyle/>
          <a:p>
            <a:r>
              <a:rPr lang="zh-CN" altLang="en-US" b="0" i="0" dirty="0">
                <a:solidFill>
                  <a:srgbClr val="18191C"/>
                </a:solidFill>
                <a:effectLst/>
                <a:latin typeface="PingFang SC"/>
                <a:hlinkClick r:id="rId3"/>
              </a:rPr>
              <a:t>重温激动时刻！香港回归祖国</a:t>
            </a:r>
            <a:r>
              <a:rPr lang="en-US" altLang="zh-CN" b="0" i="0" dirty="0">
                <a:solidFill>
                  <a:srgbClr val="18191C"/>
                </a:solidFill>
                <a:effectLst/>
                <a:latin typeface="PingFang SC"/>
                <a:hlinkClick r:id="rId3"/>
              </a:rPr>
              <a:t>25</a:t>
            </a:r>
            <a:r>
              <a:rPr lang="zh-CN" altLang="en-US" b="0" i="0" dirty="0">
                <a:solidFill>
                  <a:srgbClr val="18191C"/>
                </a:solidFill>
                <a:effectLst/>
                <a:latin typeface="PingFang SC"/>
                <a:hlinkClick r:id="rId3"/>
              </a:rPr>
              <a:t>年间的“首次”瞬间</a:t>
            </a:r>
            <a:endParaRPr lang="zh-CN" altLang="en-US" b="0" i="0" dirty="0">
              <a:solidFill>
                <a:srgbClr val="18191C"/>
              </a:solidFill>
              <a:effectLst/>
              <a:latin typeface="PingFang SC"/>
            </a:endParaRPr>
          </a:p>
        </p:txBody>
      </p:sp>
      <p:sp>
        <p:nvSpPr>
          <p:cNvPr id="8" name="文本框 7">
            <a:extLst>
              <a:ext uri="{FF2B5EF4-FFF2-40B4-BE49-F238E27FC236}">
                <a16:creationId xmlns:a16="http://schemas.microsoft.com/office/drawing/2014/main" id="{7E997F29-7399-0ABB-2B04-64EA2F1FF519}"/>
              </a:ext>
            </a:extLst>
          </p:cNvPr>
          <p:cNvSpPr txBox="1"/>
          <p:nvPr/>
        </p:nvSpPr>
        <p:spPr>
          <a:xfrm>
            <a:off x="660400" y="5912366"/>
            <a:ext cx="6103088" cy="361637"/>
          </a:xfrm>
          <a:prstGeom prst="rect">
            <a:avLst/>
          </a:prstGeom>
          <a:noFill/>
        </p:spPr>
        <p:txBody>
          <a:bodyPr wrap="square">
            <a:spAutoFit/>
          </a:bodyPr>
          <a:lstStyle/>
          <a:p>
            <a:pPr algn="l">
              <a:lnSpc>
                <a:spcPts val="2100"/>
              </a:lnSpc>
            </a:pPr>
            <a:r>
              <a:rPr lang="zh-CN" altLang="en-US" b="0" i="0" dirty="0">
                <a:solidFill>
                  <a:srgbClr val="18191C"/>
                </a:solidFill>
                <a:effectLst/>
                <a:latin typeface="PingFang SC"/>
                <a:hlinkClick r:id="rId4"/>
              </a:rPr>
              <a:t>引以为“澳”！</a:t>
            </a:r>
            <a:endParaRPr lang="zh-CN" altLang="en-US" b="0" i="0" dirty="0">
              <a:solidFill>
                <a:srgbClr val="18191C"/>
              </a:solidFill>
              <a:effectLst/>
              <a:latin typeface="PingFang SC"/>
            </a:endParaRPr>
          </a:p>
        </p:txBody>
      </p:sp>
    </p:spTree>
    <p:extLst>
      <p:ext uri="{BB962C8B-B14F-4D97-AF65-F5344CB8AC3E}">
        <p14:creationId xmlns:p14="http://schemas.microsoft.com/office/powerpoint/2010/main" val="889107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9"/>
          <p:cNvSpPr txBox="1"/>
          <p:nvPr/>
        </p:nvSpPr>
        <p:spPr>
          <a:xfrm>
            <a:off x="3515932" y="428888"/>
            <a:ext cx="5228823"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chemeClr val="accent1"/>
                </a:solidFill>
                <a:effectLst/>
                <a:uLnTx/>
                <a:uFillTx/>
                <a:latin typeface="Economica" panose="02000506040000020004" pitchFamily="50" charset="0"/>
                <a:ea typeface="+mn-ea"/>
                <a:cs typeface="+mn-cs"/>
              </a:rPr>
              <a:t>重要事件年表</a:t>
            </a:r>
            <a:endParaRPr kumimoji="0" lang="en-IN" sz="2800" b="0" i="0" u="none" strike="noStrike" kern="1200" cap="none" spc="0" normalizeH="0" baseline="0" noProof="0" dirty="0">
              <a:ln>
                <a:noFill/>
              </a:ln>
              <a:solidFill>
                <a:schemeClr val="accent1"/>
              </a:solidFill>
              <a:effectLst/>
              <a:uLnTx/>
              <a:uFillTx/>
              <a:latin typeface="Economica" panose="02000506040000020004" pitchFamily="50" charset="0"/>
              <a:ea typeface="+mn-ea"/>
              <a:cs typeface="+mn-cs"/>
            </a:endParaRPr>
          </a:p>
        </p:txBody>
      </p:sp>
      <p:sp>
        <p:nvSpPr>
          <p:cNvPr id="2" name="矩形 1"/>
          <p:cNvSpPr/>
          <p:nvPr/>
        </p:nvSpPr>
        <p:spPr>
          <a:xfrm>
            <a:off x="0" y="6760904"/>
            <a:ext cx="12192000" cy="97095"/>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31" name="Rectangle 5"/>
          <p:cNvSpPr>
            <a:spLocks noChangeArrowheads="1"/>
          </p:cNvSpPr>
          <p:nvPr/>
        </p:nvSpPr>
        <p:spPr bwMode="auto">
          <a:xfrm>
            <a:off x="1" y="3600450"/>
            <a:ext cx="12192000" cy="487363"/>
          </a:xfrm>
          <a:prstGeom prst="rect">
            <a:avLst/>
          </a:prstGeom>
          <a:solidFill>
            <a:sysClr val="window" lastClr="FFFFFF">
              <a:lumMod val="85000"/>
            </a:sys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nvGrpSpPr>
          <p:cNvPr id="37" name="Group 2"/>
          <p:cNvGrpSpPr/>
          <p:nvPr/>
        </p:nvGrpSpPr>
        <p:grpSpPr>
          <a:xfrm>
            <a:off x="2016125" y="4230687"/>
            <a:ext cx="473075" cy="498475"/>
            <a:chOff x="2016125" y="4230687"/>
            <a:chExt cx="473075" cy="498475"/>
          </a:xfrm>
        </p:grpSpPr>
        <p:sp>
          <p:nvSpPr>
            <p:cNvPr id="38" name="Freeform 36"/>
            <p:cNvSpPr>
              <a:spLocks noEditPoints="1"/>
            </p:cNvSpPr>
            <p:nvPr/>
          </p:nvSpPr>
          <p:spPr bwMode="auto">
            <a:xfrm>
              <a:off x="2016125" y="4230687"/>
              <a:ext cx="473075" cy="498475"/>
            </a:xfrm>
            <a:custGeom>
              <a:avLst/>
              <a:gdLst>
                <a:gd name="T0" fmla="*/ 120 w 126"/>
                <a:gd name="T1" fmla="*/ 11 h 133"/>
                <a:gd name="T2" fmla="*/ 69 w 126"/>
                <a:gd name="T3" fmla="*/ 11 h 133"/>
                <a:gd name="T4" fmla="*/ 70 w 126"/>
                <a:gd name="T5" fmla="*/ 8 h 133"/>
                <a:gd name="T6" fmla="*/ 63 w 126"/>
                <a:gd name="T7" fmla="*/ 0 h 133"/>
                <a:gd name="T8" fmla="*/ 56 w 126"/>
                <a:gd name="T9" fmla="*/ 8 h 133"/>
                <a:gd name="T10" fmla="*/ 57 w 126"/>
                <a:gd name="T11" fmla="*/ 11 h 133"/>
                <a:gd name="T12" fmla="*/ 6 w 126"/>
                <a:gd name="T13" fmla="*/ 11 h 133"/>
                <a:gd name="T14" fmla="*/ 0 w 126"/>
                <a:gd name="T15" fmla="*/ 18 h 133"/>
                <a:gd name="T16" fmla="*/ 0 w 126"/>
                <a:gd name="T17" fmla="*/ 93 h 133"/>
                <a:gd name="T18" fmla="*/ 6 w 126"/>
                <a:gd name="T19" fmla="*/ 99 h 133"/>
                <a:gd name="T20" fmla="*/ 47 w 126"/>
                <a:gd name="T21" fmla="*/ 99 h 133"/>
                <a:gd name="T22" fmla="*/ 39 w 126"/>
                <a:gd name="T23" fmla="*/ 127 h 133"/>
                <a:gd name="T24" fmla="*/ 42 w 126"/>
                <a:gd name="T25" fmla="*/ 132 h 133"/>
                <a:gd name="T26" fmla="*/ 45 w 126"/>
                <a:gd name="T27" fmla="*/ 132 h 133"/>
                <a:gd name="T28" fmla="*/ 50 w 126"/>
                <a:gd name="T29" fmla="*/ 129 h 133"/>
                <a:gd name="T30" fmla="*/ 58 w 126"/>
                <a:gd name="T31" fmla="*/ 99 h 133"/>
                <a:gd name="T32" fmla="*/ 68 w 126"/>
                <a:gd name="T33" fmla="*/ 99 h 133"/>
                <a:gd name="T34" fmla="*/ 76 w 126"/>
                <a:gd name="T35" fmla="*/ 129 h 133"/>
                <a:gd name="T36" fmla="*/ 81 w 126"/>
                <a:gd name="T37" fmla="*/ 132 h 133"/>
                <a:gd name="T38" fmla="*/ 84 w 126"/>
                <a:gd name="T39" fmla="*/ 132 h 133"/>
                <a:gd name="T40" fmla="*/ 87 w 126"/>
                <a:gd name="T41" fmla="*/ 127 h 133"/>
                <a:gd name="T42" fmla="*/ 79 w 126"/>
                <a:gd name="T43" fmla="*/ 99 h 133"/>
                <a:gd name="T44" fmla="*/ 120 w 126"/>
                <a:gd name="T45" fmla="*/ 99 h 133"/>
                <a:gd name="T46" fmla="*/ 126 w 126"/>
                <a:gd name="T47" fmla="*/ 93 h 133"/>
                <a:gd name="T48" fmla="*/ 126 w 126"/>
                <a:gd name="T49" fmla="*/ 18 h 133"/>
                <a:gd name="T50" fmla="*/ 120 w 126"/>
                <a:gd name="T51" fmla="*/ 11 h 133"/>
                <a:gd name="T52" fmla="*/ 114 w 126"/>
                <a:gd name="T53" fmla="*/ 86 h 133"/>
                <a:gd name="T54" fmla="*/ 12 w 126"/>
                <a:gd name="T55" fmla="*/ 86 h 133"/>
                <a:gd name="T56" fmla="*/ 12 w 126"/>
                <a:gd name="T57" fmla="*/ 23 h 133"/>
                <a:gd name="T58" fmla="*/ 114 w 126"/>
                <a:gd name="T59" fmla="*/ 23 h 133"/>
                <a:gd name="T60" fmla="*/ 114 w 126"/>
                <a:gd name="T61" fmla="*/ 86 h 133"/>
                <a:gd name="T62" fmla="*/ 114 w 126"/>
                <a:gd name="T63" fmla="*/ 86 h 133"/>
                <a:gd name="T64" fmla="*/ 114 w 126"/>
                <a:gd name="T65" fmla="*/ 86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133">
                  <a:moveTo>
                    <a:pt x="120" y="11"/>
                  </a:moveTo>
                  <a:cubicBezTo>
                    <a:pt x="69" y="11"/>
                    <a:pt x="69" y="11"/>
                    <a:pt x="69" y="11"/>
                  </a:cubicBezTo>
                  <a:cubicBezTo>
                    <a:pt x="70" y="10"/>
                    <a:pt x="70" y="9"/>
                    <a:pt x="70" y="8"/>
                  </a:cubicBezTo>
                  <a:cubicBezTo>
                    <a:pt x="70" y="4"/>
                    <a:pt x="67" y="0"/>
                    <a:pt x="63" y="0"/>
                  </a:cubicBezTo>
                  <a:cubicBezTo>
                    <a:pt x="59" y="0"/>
                    <a:pt x="56" y="4"/>
                    <a:pt x="56" y="8"/>
                  </a:cubicBezTo>
                  <a:cubicBezTo>
                    <a:pt x="56" y="9"/>
                    <a:pt x="56" y="10"/>
                    <a:pt x="57" y="11"/>
                  </a:cubicBezTo>
                  <a:cubicBezTo>
                    <a:pt x="6" y="11"/>
                    <a:pt x="6" y="11"/>
                    <a:pt x="6" y="11"/>
                  </a:cubicBezTo>
                  <a:cubicBezTo>
                    <a:pt x="3" y="11"/>
                    <a:pt x="0" y="14"/>
                    <a:pt x="0" y="18"/>
                  </a:cubicBezTo>
                  <a:cubicBezTo>
                    <a:pt x="0" y="93"/>
                    <a:pt x="0" y="93"/>
                    <a:pt x="0" y="93"/>
                  </a:cubicBezTo>
                  <a:cubicBezTo>
                    <a:pt x="0" y="96"/>
                    <a:pt x="3" y="99"/>
                    <a:pt x="6" y="99"/>
                  </a:cubicBezTo>
                  <a:cubicBezTo>
                    <a:pt x="47" y="99"/>
                    <a:pt x="47" y="99"/>
                    <a:pt x="47" y="99"/>
                  </a:cubicBezTo>
                  <a:cubicBezTo>
                    <a:pt x="39" y="127"/>
                    <a:pt x="39" y="127"/>
                    <a:pt x="39" y="127"/>
                  </a:cubicBezTo>
                  <a:cubicBezTo>
                    <a:pt x="39" y="129"/>
                    <a:pt x="40" y="131"/>
                    <a:pt x="42" y="132"/>
                  </a:cubicBezTo>
                  <a:cubicBezTo>
                    <a:pt x="45" y="132"/>
                    <a:pt x="45" y="132"/>
                    <a:pt x="45" y="132"/>
                  </a:cubicBezTo>
                  <a:cubicBezTo>
                    <a:pt x="47" y="133"/>
                    <a:pt x="49" y="131"/>
                    <a:pt x="50" y="129"/>
                  </a:cubicBezTo>
                  <a:cubicBezTo>
                    <a:pt x="58" y="99"/>
                    <a:pt x="58" y="99"/>
                    <a:pt x="58" y="99"/>
                  </a:cubicBezTo>
                  <a:cubicBezTo>
                    <a:pt x="68" y="99"/>
                    <a:pt x="68" y="99"/>
                    <a:pt x="68" y="99"/>
                  </a:cubicBezTo>
                  <a:cubicBezTo>
                    <a:pt x="76" y="129"/>
                    <a:pt x="76" y="129"/>
                    <a:pt x="76" y="129"/>
                  </a:cubicBezTo>
                  <a:cubicBezTo>
                    <a:pt x="77" y="131"/>
                    <a:pt x="79" y="133"/>
                    <a:pt x="81" y="132"/>
                  </a:cubicBezTo>
                  <a:cubicBezTo>
                    <a:pt x="84" y="132"/>
                    <a:pt x="84" y="132"/>
                    <a:pt x="84" y="132"/>
                  </a:cubicBezTo>
                  <a:cubicBezTo>
                    <a:pt x="86" y="131"/>
                    <a:pt x="87" y="129"/>
                    <a:pt x="87" y="127"/>
                  </a:cubicBezTo>
                  <a:cubicBezTo>
                    <a:pt x="79" y="99"/>
                    <a:pt x="79" y="99"/>
                    <a:pt x="79" y="99"/>
                  </a:cubicBezTo>
                  <a:cubicBezTo>
                    <a:pt x="120" y="99"/>
                    <a:pt x="120" y="99"/>
                    <a:pt x="120" y="99"/>
                  </a:cubicBezTo>
                  <a:cubicBezTo>
                    <a:pt x="123" y="99"/>
                    <a:pt x="126" y="96"/>
                    <a:pt x="126" y="93"/>
                  </a:cubicBezTo>
                  <a:cubicBezTo>
                    <a:pt x="126" y="18"/>
                    <a:pt x="126" y="18"/>
                    <a:pt x="126" y="18"/>
                  </a:cubicBezTo>
                  <a:cubicBezTo>
                    <a:pt x="126" y="14"/>
                    <a:pt x="123" y="11"/>
                    <a:pt x="120" y="11"/>
                  </a:cubicBezTo>
                  <a:close/>
                  <a:moveTo>
                    <a:pt x="114" y="86"/>
                  </a:moveTo>
                  <a:cubicBezTo>
                    <a:pt x="12" y="86"/>
                    <a:pt x="12" y="86"/>
                    <a:pt x="12" y="86"/>
                  </a:cubicBezTo>
                  <a:cubicBezTo>
                    <a:pt x="12" y="23"/>
                    <a:pt x="12" y="23"/>
                    <a:pt x="12" y="23"/>
                  </a:cubicBezTo>
                  <a:cubicBezTo>
                    <a:pt x="114" y="23"/>
                    <a:pt x="114" y="23"/>
                    <a:pt x="114" y="23"/>
                  </a:cubicBezTo>
                  <a:lnTo>
                    <a:pt x="114" y="86"/>
                  </a:lnTo>
                  <a:close/>
                  <a:moveTo>
                    <a:pt x="114" y="86"/>
                  </a:moveTo>
                  <a:cubicBezTo>
                    <a:pt x="114" y="86"/>
                    <a:pt x="114" y="86"/>
                    <a:pt x="114" y="86"/>
                  </a:cubicBezTo>
                </a:path>
              </a:pathLst>
            </a:custGeom>
            <a:solidFill>
              <a:srgbClr val="262626"/>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39" name="Freeform 37"/>
            <p:cNvSpPr>
              <a:spLocks noEditPoints="1"/>
            </p:cNvSpPr>
            <p:nvPr/>
          </p:nvSpPr>
          <p:spPr bwMode="auto">
            <a:xfrm>
              <a:off x="2087563" y="4376737"/>
              <a:ext cx="319088" cy="134938"/>
            </a:xfrm>
            <a:custGeom>
              <a:avLst/>
              <a:gdLst>
                <a:gd name="T0" fmla="*/ 5 w 85"/>
                <a:gd name="T1" fmla="*/ 36 h 36"/>
                <a:gd name="T2" fmla="*/ 11 w 85"/>
                <a:gd name="T3" fmla="*/ 31 h 36"/>
                <a:gd name="T4" fmla="*/ 10 w 85"/>
                <a:gd name="T5" fmla="*/ 30 h 36"/>
                <a:gd name="T6" fmla="*/ 34 w 85"/>
                <a:gd name="T7" fmla="*/ 11 h 36"/>
                <a:gd name="T8" fmla="*/ 37 w 85"/>
                <a:gd name="T9" fmla="*/ 12 h 36"/>
                <a:gd name="T10" fmla="*/ 40 w 85"/>
                <a:gd name="T11" fmla="*/ 11 h 36"/>
                <a:gd name="T12" fmla="*/ 53 w 85"/>
                <a:gd name="T13" fmla="*/ 22 h 36"/>
                <a:gd name="T14" fmla="*/ 53 w 85"/>
                <a:gd name="T15" fmla="*/ 23 h 36"/>
                <a:gd name="T16" fmla="*/ 58 w 85"/>
                <a:gd name="T17" fmla="*/ 29 h 36"/>
                <a:gd name="T18" fmla="*/ 64 w 85"/>
                <a:gd name="T19" fmla="*/ 23 h 36"/>
                <a:gd name="T20" fmla="*/ 63 w 85"/>
                <a:gd name="T21" fmla="*/ 22 h 36"/>
                <a:gd name="T22" fmla="*/ 77 w 85"/>
                <a:gd name="T23" fmla="*/ 10 h 36"/>
                <a:gd name="T24" fmla="*/ 79 w 85"/>
                <a:gd name="T25" fmla="*/ 10 h 36"/>
                <a:gd name="T26" fmla="*/ 85 w 85"/>
                <a:gd name="T27" fmla="*/ 5 h 36"/>
                <a:gd name="T28" fmla="*/ 79 w 85"/>
                <a:gd name="T29" fmla="*/ 0 h 36"/>
                <a:gd name="T30" fmla="*/ 74 w 85"/>
                <a:gd name="T31" fmla="*/ 5 h 36"/>
                <a:gd name="T32" fmla="*/ 74 w 85"/>
                <a:gd name="T33" fmla="*/ 7 h 36"/>
                <a:gd name="T34" fmla="*/ 61 w 85"/>
                <a:gd name="T35" fmla="*/ 19 h 36"/>
                <a:gd name="T36" fmla="*/ 58 w 85"/>
                <a:gd name="T37" fmla="*/ 18 h 36"/>
                <a:gd name="T38" fmla="*/ 55 w 85"/>
                <a:gd name="T39" fmla="*/ 19 h 36"/>
                <a:gd name="T40" fmla="*/ 42 w 85"/>
                <a:gd name="T41" fmla="*/ 8 h 36"/>
                <a:gd name="T42" fmla="*/ 42 w 85"/>
                <a:gd name="T43" fmla="*/ 6 h 36"/>
                <a:gd name="T44" fmla="*/ 37 w 85"/>
                <a:gd name="T45" fmla="*/ 1 h 36"/>
                <a:gd name="T46" fmla="*/ 32 w 85"/>
                <a:gd name="T47" fmla="*/ 6 h 36"/>
                <a:gd name="T48" fmla="*/ 32 w 85"/>
                <a:gd name="T49" fmla="*/ 8 h 36"/>
                <a:gd name="T50" fmla="*/ 8 w 85"/>
                <a:gd name="T51" fmla="*/ 27 h 36"/>
                <a:gd name="T52" fmla="*/ 5 w 85"/>
                <a:gd name="T53" fmla="*/ 26 h 36"/>
                <a:gd name="T54" fmla="*/ 0 w 85"/>
                <a:gd name="T55" fmla="*/ 31 h 36"/>
                <a:gd name="T56" fmla="*/ 5 w 85"/>
                <a:gd name="T57" fmla="*/ 36 h 36"/>
                <a:gd name="T58" fmla="*/ 5 w 85"/>
                <a:gd name="T59" fmla="*/ 36 h 36"/>
                <a:gd name="T60" fmla="*/ 5 w 85"/>
                <a:gd name="T61"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36">
                  <a:moveTo>
                    <a:pt x="5" y="36"/>
                  </a:moveTo>
                  <a:cubicBezTo>
                    <a:pt x="8" y="36"/>
                    <a:pt x="11" y="34"/>
                    <a:pt x="11" y="31"/>
                  </a:cubicBezTo>
                  <a:cubicBezTo>
                    <a:pt x="11" y="31"/>
                    <a:pt x="10" y="30"/>
                    <a:pt x="10" y="30"/>
                  </a:cubicBezTo>
                  <a:cubicBezTo>
                    <a:pt x="17" y="24"/>
                    <a:pt x="29" y="15"/>
                    <a:pt x="34" y="11"/>
                  </a:cubicBezTo>
                  <a:cubicBezTo>
                    <a:pt x="35" y="11"/>
                    <a:pt x="36" y="12"/>
                    <a:pt x="37" y="12"/>
                  </a:cubicBezTo>
                  <a:cubicBezTo>
                    <a:pt x="38" y="12"/>
                    <a:pt x="39" y="11"/>
                    <a:pt x="40" y="11"/>
                  </a:cubicBezTo>
                  <a:cubicBezTo>
                    <a:pt x="43" y="14"/>
                    <a:pt x="49" y="19"/>
                    <a:pt x="53" y="22"/>
                  </a:cubicBezTo>
                  <a:cubicBezTo>
                    <a:pt x="53" y="23"/>
                    <a:pt x="53" y="23"/>
                    <a:pt x="53" y="23"/>
                  </a:cubicBezTo>
                  <a:cubicBezTo>
                    <a:pt x="53" y="26"/>
                    <a:pt x="56" y="29"/>
                    <a:pt x="58" y="29"/>
                  </a:cubicBezTo>
                  <a:cubicBezTo>
                    <a:pt x="61" y="29"/>
                    <a:pt x="64" y="26"/>
                    <a:pt x="64" y="23"/>
                  </a:cubicBezTo>
                  <a:cubicBezTo>
                    <a:pt x="64" y="23"/>
                    <a:pt x="64" y="22"/>
                    <a:pt x="63" y="22"/>
                  </a:cubicBezTo>
                  <a:cubicBezTo>
                    <a:pt x="77" y="10"/>
                    <a:pt x="77" y="10"/>
                    <a:pt x="77" y="10"/>
                  </a:cubicBezTo>
                  <a:cubicBezTo>
                    <a:pt x="78" y="10"/>
                    <a:pt x="78" y="10"/>
                    <a:pt x="79" y="10"/>
                  </a:cubicBezTo>
                  <a:cubicBezTo>
                    <a:pt x="82" y="10"/>
                    <a:pt x="85" y="8"/>
                    <a:pt x="85" y="5"/>
                  </a:cubicBezTo>
                  <a:cubicBezTo>
                    <a:pt x="85" y="2"/>
                    <a:pt x="82" y="0"/>
                    <a:pt x="79" y="0"/>
                  </a:cubicBezTo>
                  <a:cubicBezTo>
                    <a:pt x="76" y="0"/>
                    <a:pt x="74" y="2"/>
                    <a:pt x="74" y="5"/>
                  </a:cubicBezTo>
                  <a:cubicBezTo>
                    <a:pt x="74" y="6"/>
                    <a:pt x="74" y="6"/>
                    <a:pt x="74" y="7"/>
                  </a:cubicBezTo>
                  <a:cubicBezTo>
                    <a:pt x="71" y="10"/>
                    <a:pt x="65" y="16"/>
                    <a:pt x="61" y="19"/>
                  </a:cubicBezTo>
                  <a:cubicBezTo>
                    <a:pt x="60" y="18"/>
                    <a:pt x="59" y="18"/>
                    <a:pt x="58" y="18"/>
                  </a:cubicBezTo>
                  <a:cubicBezTo>
                    <a:pt x="57" y="18"/>
                    <a:pt x="56" y="19"/>
                    <a:pt x="55" y="19"/>
                  </a:cubicBezTo>
                  <a:cubicBezTo>
                    <a:pt x="52" y="16"/>
                    <a:pt x="46" y="12"/>
                    <a:pt x="42" y="8"/>
                  </a:cubicBezTo>
                  <a:cubicBezTo>
                    <a:pt x="42" y="8"/>
                    <a:pt x="42" y="7"/>
                    <a:pt x="42" y="6"/>
                  </a:cubicBezTo>
                  <a:cubicBezTo>
                    <a:pt x="42" y="3"/>
                    <a:pt x="40" y="1"/>
                    <a:pt x="37" y="1"/>
                  </a:cubicBezTo>
                  <a:cubicBezTo>
                    <a:pt x="34" y="1"/>
                    <a:pt x="32" y="3"/>
                    <a:pt x="32" y="6"/>
                  </a:cubicBezTo>
                  <a:cubicBezTo>
                    <a:pt x="32" y="7"/>
                    <a:pt x="32" y="8"/>
                    <a:pt x="32" y="8"/>
                  </a:cubicBezTo>
                  <a:cubicBezTo>
                    <a:pt x="8" y="27"/>
                    <a:pt x="8" y="27"/>
                    <a:pt x="8" y="27"/>
                  </a:cubicBezTo>
                  <a:cubicBezTo>
                    <a:pt x="7" y="26"/>
                    <a:pt x="6" y="26"/>
                    <a:pt x="5" y="26"/>
                  </a:cubicBezTo>
                  <a:cubicBezTo>
                    <a:pt x="2" y="26"/>
                    <a:pt x="0" y="28"/>
                    <a:pt x="0" y="31"/>
                  </a:cubicBezTo>
                  <a:cubicBezTo>
                    <a:pt x="0" y="34"/>
                    <a:pt x="2" y="36"/>
                    <a:pt x="5" y="36"/>
                  </a:cubicBezTo>
                  <a:close/>
                  <a:moveTo>
                    <a:pt x="5" y="36"/>
                  </a:moveTo>
                  <a:cubicBezTo>
                    <a:pt x="5" y="36"/>
                    <a:pt x="5" y="36"/>
                    <a:pt x="5" y="36"/>
                  </a:cubicBezTo>
                </a:path>
              </a:pathLst>
            </a:custGeom>
            <a:solidFill>
              <a:srgbClr val="4758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grpSp>
        <p:nvGrpSpPr>
          <p:cNvPr id="40" name="Group 4"/>
          <p:cNvGrpSpPr/>
          <p:nvPr/>
        </p:nvGrpSpPr>
        <p:grpSpPr>
          <a:xfrm>
            <a:off x="5270500" y="4230687"/>
            <a:ext cx="552451" cy="473075"/>
            <a:chOff x="5270500" y="4230687"/>
            <a:chExt cx="552451" cy="473075"/>
          </a:xfrm>
          <a:solidFill>
            <a:schemeClr val="accent3"/>
          </a:solidFill>
        </p:grpSpPr>
        <p:sp>
          <p:nvSpPr>
            <p:cNvPr id="41" name="Freeform 38"/>
            <p:cNvSpPr>
              <a:spLocks noEditPoints="1"/>
            </p:cNvSpPr>
            <p:nvPr/>
          </p:nvSpPr>
          <p:spPr bwMode="auto">
            <a:xfrm>
              <a:off x="5484813" y="4230687"/>
              <a:ext cx="127000" cy="127000"/>
            </a:xfrm>
            <a:custGeom>
              <a:avLst/>
              <a:gdLst>
                <a:gd name="T0" fmla="*/ 34 w 34"/>
                <a:gd name="T1" fmla="*/ 17 h 34"/>
                <a:gd name="T2" fmla="*/ 17 w 34"/>
                <a:gd name="T3" fmla="*/ 34 h 34"/>
                <a:gd name="T4" fmla="*/ 0 w 34"/>
                <a:gd name="T5" fmla="*/ 17 h 34"/>
                <a:gd name="T6" fmla="*/ 17 w 34"/>
                <a:gd name="T7" fmla="*/ 0 h 34"/>
                <a:gd name="T8" fmla="*/ 34 w 34"/>
                <a:gd name="T9" fmla="*/ 17 h 34"/>
                <a:gd name="T10" fmla="*/ 34 w 34"/>
                <a:gd name="T11" fmla="*/ 17 h 34"/>
                <a:gd name="T12" fmla="*/ 34 w 34"/>
                <a:gd name="T13" fmla="*/ 17 h 34"/>
              </a:gdLst>
              <a:ahLst/>
              <a:cxnLst>
                <a:cxn ang="0">
                  <a:pos x="T0" y="T1"/>
                </a:cxn>
                <a:cxn ang="0">
                  <a:pos x="T2" y="T3"/>
                </a:cxn>
                <a:cxn ang="0">
                  <a:pos x="T4" y="T5"/>
                </a:cxn>
                <a:cxn ang="0">
                  <a:pos x="T6" y="T7"/>
                </a:cxn>
                <a:cxn ang="0">
                  <a:pos x="T8" y="T9"/>
                </a:cxn>
                <a:cxn ang="0">
                  <a:pos x="T10" y="T11"/>
                </a:cxn>
                <a:cxn ang="0">
                  <a:pos x="T12" y="T13"/>
                </a:cxn>
              </a:cxnLst>
              <a:rect l="0" t="0" r="r" b="b"/>
              <a:pathLst>
                <a:path w="34" h="34">
                  <a:moveTo>
                    <a:pt x="34" y="17"/>
                  </a:moveTo>
                  <a:cubicBezTo>
                    <a:pt x="34" y="26"/>
                    <a:pt x="26" y="34"/>
                    <a:pt x="17" y="34"/>
                  </a:cubicBezTo>
                  <a:cubicBezTo>
                    <a:pt x="8" y="34"/>
                    <a:pt x="0" y="26"/>
                    <a:pt x="0" y="17"/>
                  </a:cubicBezTo>
                  <a:cubicBezTo>
                    <a:pt x="0" y="8"/>
                    <a:pt x="8" y="0"/>
                    <a:pt x="17" y="0"/>
                  </a:cubicBezTo>
                  <a:cubicBezTo>
                    <a:pt x="26" y="0"/>
                    <a:pt x="34" y="8"/>
                    <a:pt x="34" y="17"/>
                  </a:cubicBezTo>
                  <a:close/>
                  <a:moveTo>
                    <a:pt x="34" y="17"/>
                  </a:moveTo>
                  <a:cubicBezTo>
                    <a:pt x="34" y="17"/>
                    <a:pt x="34" y="17"/>
                    <a:pt x="34" y="17"/>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42" name="Freeform 39"/>
            <p:cNvSpPr>
              <a:spLocks noEditPoints="1"/>
            </p:cNvSpPr>
            <p:nvPr/>
          </p:nvSpPr>
          <p:spPr bwMode="auto">
            <a:xfrm>
              <a:off x="5286375" y="4379912"/>
              <a:ext cx="528638" cy="323850"/>
            </a:xfrm>
            <a:custGeom>
              <a:avLst/>
              <a:gdLst>
                <a:gd name="T0" fmla="*/ 129 w 141"/>
                <a:gd name="T1" fmla="*/ 24 h 86"/>
                <a:gd name="T2" fmla="*/ 113 w 141"/>
                <a:gd name="T3" fmla="*/ 20 h 86"/>
                <a:gd name="T4" fmla="*/ 100 w 141"/>
                <a:gd name="T5" fmla="*/ 26 h 86"/>
                <a:gd name="T6" fmla="*/ 91 w 141"/>
                <a:gd name="T7" fmla="*/ 22 h 86"/>
                <a:gd name="T8" fmla="*/ 91 w 141"/>
                <a:gd name="T9" fmla="*/ 13 h 86"/>
                <a:gd name="T10" fmla="*/ 78 w 141"/>
                <a:gd name="T11" fmla="*/ 0 h 86"/>
                <a:gd name="T12" fmla="*/ 62 w 141"/>
                <a:gd name="T13" fmla="*/ 0 h 86"/>
                <a:gd name="T14" fmla="*/ 49 w 141"/>
                <a:gd name="T15" fmla="*/ 13 h 86"/>
                <a:gd name="T16" fmla="*/ 49 w 141"/>
                <a:gd name="T17" fmla="*/ 23 h 86"/>
                <a:gd name="T18" fmla="*/ 40 w 141"/>
                <a:gd name="T19" fmla="*/ 26 h 86"/>
                <a:gd name="T20" fmla="*/ 27 w 141"/>
                <a:gd name="T21" fmla="*/ 20 h 86"/>
                <a:gd name="T22" fmla="*/ 11 w 141"/>
                <a:gd name="T23" fmla="*/ 24 h 86"/>
                <a:gd name="T24" fmla="*/ 1 w 141"/>
                <a:gd name="T25" fmla="*/ 39 h 86"/>
                <a:gd name="T26" fmla="*/ 5 w 141"/>
                <a:gd name="T27" fmla="*/ 58 h 86"/>
                <a:gd name="T28" fmla="*/ 20 w 141"/>
                <a:gd name="T29" fmla="*/ 68 h 86"/>
                <a:gd name="T30" fmla="*/ 25 w 141"/>
                <a:gd name="T31" fmla="*/ 67 h 86"/>
                <a:gd name="T32" fmla="*/ 36 w 141"/>
                <a:gd name="T33" fmla="*/ 77 h 86"/>
                <a:gd name="T34" fmla="*/ 70 w 141"/>
                <a:gd name="T35" fmla="*/ 86 h 86"/>
                <a:gd name="T36" fmla="*/ 115 w 141"/>
                <a:gd name="T37" fmla="*/ 67 h 86"/>
                <a:gd name="T38" fmla="*/ 120 w 141"/>
                <a:gd name="T39" fmla="*/ 68 h 86"/>
                <a:gd name="T40" fmla="*/ 135 w 141"/>
                <a:gd name="T41" fmla="*/ 58 h 86"/>
                <a:gd name="T42" fmla="*/ 139 w 141"/>
                <a:gd name="T43" fmla="*/ 39 h 86"/>
                <a:gd name="T44" fmla="*/ 129 w 141"/>
                <a:gd name="T45" fmla="*/ 24 h 86"/>
                <a:gd name="T46" fmla="*/ 70 w 141"/>
                <a:gd name="T47" fmla="*/ 80 h 86"/>
                <a:gd name="T48" fmla="*/ 39 w 141"/>
                <a:gd name="T49" fmla="*/ 71 h 86"/>
                <a:gd name="T50" fmla="*/ 32 w 141"/>
                <a:gd name="T51" fmla="*/ 65 h 86"/>
                <a:gd name="T52" fmla="*/ 36 w 141"/>
                <a:gd name="T53" fmla="*/ 65 h 86"/>
                <a:gd name="T54" fmla="*/ 46 w 141"/>
                <a:gd name="T55" fmla="*/ 49 h 86"/>
                <a:gd name="T56" fmla="*/ 43 w 141"/>
                <a:gd name="T57" fmla="*/ 32 h 86"/>
                <a:gd name="T58" fmla="*/ 49 w 141"/>
                <a:gd name="T59" fmla="*/ 29 h 86"/>
                <a:gd name="T60" fmla="*/ 49 w 141"/>
                <a:gd name="T61" fmla="*/ 32 h 86"/>
                <a:gd name="T62" fmla="*/ 62 w 141"/>
                <a:gd name="T63" fmla="*/ 45 h 86"/>
                <a:gd name="T64" fmla="*/ 78 w 141"/>
                <a:gd name="T65" fmla="*/ 45 h 86"/>
                <a:gd name="T66" fmla="*/ 91 w 141"/>
                <a:gd name="T67" fmla="*/ 32 h 86"/>
                <a:gd name="T68" fmla="*/ 91 w 141"/>
                <a:gd name="T69" fmla="*/ 29 h 86"/>
                <a:gd name="T70" fmla="*/ 98 w 141"/>
                <a:gd name="T71" fmla="*/ 32 h 86"/>
                <a:gd name="T72" fmla="*/ 94 w 141"/>
                <a:gd name="T73" fmla="*/ 49 h 86"/>
                <a:gd name="T74" fmla="*/ 104 w 141"/>
                <a:gd name="T75" fmla="*/ 65 h 86"/>
                <a:gd name="T76" fmla="*/ 108 w 141"/>
                <a:gd name="T77" fmla="*/ 65 h 86"/>
                <a:gd name="T78" fmla="*/ 70 w 141"/>
                <a:gd name="T79" fmla="*/ 80 h 86"/>
                <a:gd name="T80" fmla="*/ 70 w 141"/>
                <a:gd name="T81" fmla="*/ 80 h 86"/>
                <a:gd name="T82" fmla="*/ 70 w 141"/>
                <a:gd name="T83" fmla="*/ 80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41" h="86">
                  <a:moveTo>
                    <a:pt x="129" y="24"/>
                  </a:moveTo>
                  <a:cubicBezTo>
                    <a:pt x="113" y="20"/>
                    <a:pt x="113" y="20"/>
                    <a:pt x="113" y="20"/>
                  </a:cubicBezTo>
                  <a:cubicBezTo>
                    <a:pt x="108" y="19"/>
                    <a:pt x="103" y="22"/>
                    <a:pt x="100" y="26"/>
                  </a:cubicBezTo>
                  <a:cubicBezTo>
                    <a:pt x="97" y="25"/>
                    <a:pt x="94" y="23"/>
                    <a:pt x="91" y="22"/>
                  </a:cubicBezTo>
                  <a:cubicBezTo>
                    <a:pt x="91" y="13"/>
                    <a:pt x="91" y="13"/>
                    <a:pt x="91" y="13"/>
                  </a:cubicBezTo>
                  <a:cubicBezTo>
                    <a:pt x="91" y="6"/>
                    <a:pt x="85" y="0"/>
                    <a:pt x="78" y="0"/>
                  </a:cubicBezTo>
                  <a:cubicBezTo>
                    <a:pt x="62" y="0"/>
                    <a:pt x="62" y="0"/>
                    <a:pt x="62" y="0"/>
                  </a:cubicBezTo>
                  <a:cubicBezTo>
                    <a:pt x="55" y="0"/>
                    <a:pt x="49" y="6"/>
                    <a:pt x="49" y="13"/>
                  </a:cubicBezTo>
                  <a:cubicBezTo>
                    <a:pt x="49" y="23"/>
                    <a:pt x="49" y="23"/>
                    <a:pt x="49" y="23"/>
                  </a:cubicBezTo>
                  <a:cubicBezTo>
                    <a:pt x="46" y="24"/>
                    <a:pt x="43" y="25"/>
                    <a:pt x="40" y="26"/>
                  </a:cubicBezTo>
                  <a:cubicBezTo>
                    <a:pt x="38" y="22"/>
                    <a:pt x="32" y="19"/>
                    <a:pt x="27" y="20"/>
                  </a:cubicBezTo>
                  <a:cubicBezTo>
                    <a:pt x="11" y="24"/>
                    <a:pt x="11" y="24"/>
                    <a:pt x="11" y="24"/>
                  </a:cubicBezTo>
                  <a:cubicBezTo>
                    <a:pt x="4" y="25"/>
                    <a:pt x="0" y="32"/>
                    <a:pt x="1" y="39"/>
                  </a:cubicBezTo>
                  <a:cubicBezTo>
                    <a:pt x="5" y="58"/>
                    <a:pt x="5" y="58"/>
                    <a:pt x="5" y="58"/>
                  </a:cubicBezTo>
                  <a:cubicBezTo>
                    <a:pt x="7" y="65"/>
                    <a:pt x="14" y="69"/>
                    <a:pt x="20" y="68"/>
                  </a:cubicBezTo>
                  <a:cubicBezTo>
                    <a:pt x="25" y="67"/>
                    <a:pt x="25" y="67"/>
                    <a:pt x="25" y="67"/>
                  </a:cubicBezTo>
                  <a:cubicBezTo>
                    <a:pt x="28" y="70"/>
                    <a:pt x="31" y="74"/>
                    <a:pt x="36" y="77"/>
                  </a:cubicBezTo>
                  <a:cubicBezTo>
                    <a:pt x="45" y="83"/>
                    <a:pt x="57" y="86"/>
                    <a:pt x="70" y="86"/>
                  </a:cubicBezTo>
                  <a:cubicBezTo>
                    <a:pt x="90" y="86"/>
                    <a:pt x="107" y="78"/>
                    <a:pt x="115" y="67"/>
                  </a:cubicBezTo>
                  <a:cubicBezTo>
                    <a:pt x="120" y="68"/>
                    <a:pt x="120" y="68"/>
                    <a:pt x="120" y="68"/>
                  </a:cubicBezTo>
                  <a:cubicBezTo>
                    <a:pt x="127" y="69"/>
                    <a:pt x="134" y="65"/>
                    <a:pt x="135" y="58"/>
                  </a:cubicBezTo>
                  <a:cubicBezTo>
                    <a:pt x="139" y="39"/>
                    <a:pt x="139" y="39"/>
                    <a:pt x="139" y="39"/>
                  </a:cubicBezTo>
                  <a:cubicBezTo>
                    <a:pt x="141" y="32"/>
                    <a:pt x="136" y="25"/>
                    <a:pt x="129" y="24"/>
                  </a:cubicBezTo>
                  <a:close/>
                  <a:moveTo>
                    <a:pt x="70" y="80"/>
                  </a:moveTo>
                  <a:cubicBezTo>
                    <a:pt x="58" y="80"/>
                    <a:pt x="48" y="77"/>
                    <a:pt x="39" y="71"/>
                  </a:cubicBezTo>
                  <a:cubicBezTo>
                    <a:pt x="37" y="70"/>
                    <a:pt x="34" y="67"/>
                    <a:pt x="32" y="65"/>
                  </a:cubicBezTo>
                  <a:cubicBezTo>
                    <a:pt x="36" y="65"/>
                    <a:pt x="36" y="65"/>
                    <a:pt x="36" y="65"/>
                  </a:cubicBezTo>
                  <a:cubicBezTo>
                    <a:pt x="43" y="63"/>
                    <a:pt x="48" y="56"/>
                    <a:pt x="46" y="49"/>
                  </a:cubicBezTo>
                  <a:cubicBezTo>
                    <a:pt x="43" y="32"/>
                    <a:pt x="43" y="32"/>
                    <a:pt x="43" y="32"/>
                  </a:cubicBezTo>
                  <a:cubicBezTo>
                    <a:pt x="45" y="31"/>
                    <a:pt x="47" y="30"/>
                    <a:pt x="49" y="29"/>
                  </a:cubicBezTo>
                  <a:cubicBezTo>
                    <a:pt x="49" y="32"/>
                    <a:pt x="49" y="32"/>
                    <a:pt x="49" y="32"/>
                  </a:cubicBezTo>
                  <a:cubicBezTo>
                    <a:pt x="49" y="40"/>
                    <a:pt x="55" y="45"/>
                    <a:pt x="62" y="45"/>
                  </a:cubicBezTo>
                  <a:cubicBezTo>
                    <a:pt x="78" y="45"/>
                    <a:pt x="78" y="45"/>
                    <a:pt x="78" y="45"/>
                  </a:cubicBezTo>
                  <a:cubicBezTo>
                    <a:pt x="85" y="45"/>
                    <a:pt x="91" y="40"/>
                    <a:pt x="91" y="32"/>
                  </a:cubicBezTo>
                  <a:cubicBezTo>
                    <a:pt x="91" y="29"/>
                    <a:pt x="91" y="29"/>
                    <a:pt x="91" y="29"/>
                  </a:cubicBezTo>
                  <a:cubicBezTo>
                    <a:pt x="93" y="30"/>
                    <a:pt x="96" y="31"/>
                    <a:pt x="98" y="32"/>
                  </a:cubicBezTo>
                  <a:cubicBezTo>
                    <a:pt x="94" y="49"/>
                    <a:pt x="94" y="49"/>
                    <a:pt x="94" y="49"/>
                  </a:cubicBezTo>
                  <a:cubicBezTo>
                    <a:pt x="93" y="56"/>
                    <a:pt x="97" y="63"/>
                    <a:pt x="104" y="65"/>
                  </a:cubicBezTo>
                  <a:cubicBezTo>
                    <a:pt x="108" y="65"/>
                    <a:pt x="108" y="65"/>
                    <a:pt x="108" y="65"/>
                  </a:cubicBezTo>
                  <a:cubicBezTo>
                    <a:pt x="101" y="74"/>
                    <a:pt x="87" y="80"/>
                    <a:pt x="70" y="80"/>
                  </a:cubicBezTo>
                  <a:close/>
                  <a:moveTo>
                    <a:pt x="70" y="80"/>
                  </a:moveTo>
                  <a:cubicBezTo>
                    <a:pt x="70" y="80"/>
                    <a:pt x="70" y="80"/>
                    <a:pt x="70" y="80"/>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43" name="Freeform 40"/>
            <p:cNvSpPr>
              <a:spLocks noEditPoints="1"/>
            </p:cNvSpPr>
            <p:nvPr/>
          </p:nvSpPr>
          <p:spPr bwMode="auto">
            <a:xfrm>
              <a:off x="5694363" y="4313237"/>
              <a:ext cx="128588" cy="127000"/>
            </a:xfrm>
            <a:custGeom>
              <a:avLst/>
              <a:gdLst>
                <a:gd name="T0" fmla="*/ 34 w 34"/>
                <a:gd name="T1" fmla="*/ 17 h 34"/>
                <a:gd name="T2" fmla="*/ 17 w 34"/>
                <a:gd name="T3" fmla="*/ 34 h 34"/>
                <a:gd name="T4" fmla="*/ 0 w 34"/>
                <a:gd name="T5" fmla="*/ 17 h 34"/>
                <a:gd name="T6" fmla="*/ 17 w 34"/>
                <a:gd name="T7" fmla="*/ 0 h 34"/>
                <a:gd name="T8" fmla="*/ 34 w 34"/>
                <a:gd name="T9" fmla="*/ 17 h 34"/>
                <a:gd name="T10" fmla="*/ 34 w 34"/>
                <a:gd name="T11" fmla="*/ 17 h 34"/>
                <a:gd name="T12" fmla="*/ 34 w 34"/>
                <a:gd name="T13" fmla="*/ 17 h 34"/>
              </a:gdLst>
              <a:ahLst/>
              <a:cxnLst>
                <a:cxn ang="0">
                  <a:pos x="T0" y="T1"/>
                </a:cxn>
                <a:cxn ang="0">
                  <a:pos x="T2" y="T3"/>
                </a:cxn>
                <a:cxn ang="0">
                  <a:pos x="T4" y="T5"/>
                </a:cxn>
                <a:cxn ang="0">
                  <a:pos x="T6" y="T7"/>
                </a:cxn>
                <a:cxn ang="0">
                  <a:pos x="T8" y="T9"/>
                </a:cxn>
                <a:cxn ang="0">
                  <a:pos x="T10" y="T11"/>
                </a:cxn>
                <a:cxn ang="0">
                  <a:pos x="T12" y="T13"/>
                </a:cxn>
              </a:cxnLst>
              <a:rect l="0" t="0" r="r" b="b"/>
              <a:pathLst>
                <a:path w="34" h="34">
                  <a:moveTo>
                    <a:pt x="34" y="17"/>
                  </a:moveTo>
                  <a:cubicBezTo>
                    <a:pt x="34" y="27"/>
                    <a:pt x="26" y="34"/>
                    <a:pt x="17" y="34"/>
                  </a:cubicBezTo>
                  <a:cubicBezTo>
                    <a:pt x="7" y="34"/>
                    <a:pt x="0" y="27"/>
                    <a:pt x="0" y="17"/>
                  </a:cubicBezTo>
                  <a:cubicBezTo>
                    <a:pt x="0" y="8"/>
                    <a:pt x="7" y="0"/>
                    <a:pt x="17" y="0"/>
                  </a:cubicBezTo>
                  <a:cubicBezTo>
                    <a:pt x="26" y="0"/>
                    <a:pt x="34" y="8"/>
                    <a:pt x="34" y="17"/>
                  </a:cubicBezTo>
                  <a:close/>
                  <a:moveTo>
                    <a:pt x="34" y="17"/>
                  </a:moveTo>
                  <a:cubicBezTo>
                    <a:pt x="34" y="17"/>
                    <a:pt x="34" y="17"/>
                    <a:pt x="34" y="17"/>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44" name="Freeform 41"/>
            <p:cNvSpPr>
              <a:spLocks noEditPoints="1"/>
            </p:cNvSpPr>
            <p:nvPr/>
          </p:nvSpPr>
          <p:spPr bwMode="auto">
            <a:xfrm>
              <a:off x="5270500" y="4308475"/>
              <a:ext cx="139700" cy="139700"/>
            </a:xfrm>
            <a:custGeom>
              <a:avLst/>
              <a:gdLst>
                <a:gd name="T0" fmla="*/ 22 w 37"/>
                <a:gd name="T1" fmla="*/ 35 h 37"/>
                <a:gd name="T2" fmla="*/ 35 w 37"/>
                <a:gd name="T3" fmla="*/ 15 h 37"/>
                <a:gd name="T4" fmla="*/ 15 w 37"/>
                <a:gd name="T5" fmla="*/ 2 h 37"/>
                <a:gd name="T6" fmla="*/ 2 w 37"/>
                <a:gd name="T7" fmla="*/ 22 h 37"/>
                <a:gd name="T8" fmla="*/ 22 w 37"/>
                <a:gd name="T9" fmla="*/ 35 h 37"/>
                <a:gd name="T10" fmla="*/ 22 w 37"/>
                <a:gd name="T11" fmla="*/ 35 h 37"/>
                <a:gd name="T12" fmla="*/ 22 w 37"/>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37" h="37">
                  <a:moveTo>
                    <a:pt x="22" y="35"/>
                  </a:moveTo>
                  <a:cubicBezTo>
                    <a:pt x="31" y="33"/>
                    <a:pt x="37" y="24"/>
                    <a:pt x="35" y="15"/>
                  </a:cubicBezTo>
                  <a:cubicBezTo>
                    <a:pt x="33" y="6"/>
                    <a:pt x="24" y="0"/>
                    <a:pt x="15" y="2"/>
                  </a:cubicBezTo>
                  <a:cubicBezTo>
                    <a:pt x="6" y="4"/>
                    <a:pt x="0" y="13"/>
                    <a:pt x="2" y="22"/>
                  </a:cubicBezTo>
                  <a:cubicBezTo>
                    <a:pt x="4" y="31"/>
                    <a:pt x="13" y="37"/>
                    <a:pt x="22" y="35"/>
                  </a:cubicBezTo>
                  <a:close/>
                  <a:moveTo>
                    <a:pt x="22" y="35"/>
                  </a:moveTo>
                  <a:cubicBezTo>
                    <a:pt x="22" y="35"/>
                    <a:pt x="22" y="35"/>
                    <a:pt x="22" y="35"/>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sp>
        <p:nvSpPr>
          <p:cNvPr id="45" name="Freeform 42"/>
          <p:cNvSpPr>
            <a:spLocks noEditPoints="1"/>
          </p:cNvSpPr>
          <p:nvPr/>
        </p:nvSpPr>
        <p:spPr bwMode="auto">
          <a:xfrm>
            <a:off x="8667750" y="4222750"/>
            <a:ext cx="371475" cy="503238"/>
          </a:xfrm>
          <a:custGeom>
            <a:avLst/>
            <a:gdLst>
              <a:gd name="T0" fmla="*/ 99 w 99"/>
              <a:gd name="T1" fmla="*/ 46 h 134"/>
              <a:gd name="T2" fmla="*/ 49 w 99"/>
              <a:gd name="T3" fmla="*/ 3 h 134"/>
              <a:gd name="T4" fmla="*/ 10 w 99"/>
              <a:gd name="T5" fmla="*/ 34 h 134"/>
              <a:gd name="T6" fmla="*/ 8 w 99"/>
              <a:gd name="T7" fmla="*/ 58 h 134"/>
              <a:gd name="T8" fmla="*/ 12 w 99"/>
              <a:gd name="T9" fmla="*/ 64 h 134"/>
              <a:gd name="T10" fmla="*/ 1 w 99"/>
              <a:gd name="T11" fmla="*/ 86 h 134"/>
              <a:gd name="T12" fmla="*/ 12 w 99"/>
              <a:gd name="T13" fmla="*/ 90 h 134"/>
              <a:gd name="T14" fmla="*/ 12 w 99"/>
              <a:gd name="T15" fmla="*/ 104 h 134"/>
              <a:gd name="T16" fmla="*/ 29 w 99"/>
              <a:gd name="T17" fmla="*/ 117 h 134"/>
              <a:gd name="T18" fmla="*/ 38 w 99"/>
              <a:gd name="T19" fmla="*/ 116 h 134"/>
              <a:gd name="T20" fmla="*/ 40 w 99"/>
              <a:gd name="T21" fmla="*/ 134 h 134"/>
              <a:gd name="T22" fmla="*/ 92 w 99"/>
              <a:gd name="T23" fmla="*/ 134 h 134"/>
              <a:gd name="T24" fmla="*/ 84 w 99"/>
              <a:gd name="T25" fmla="*/ 95 h 134"/>
              <a:gd name="T26" fmla="*/ 99 w 99"/>
              <a:gd name="T27" fmla="*/ 46 h 134"/>
              <a:gd name="T28" fmla="*/ 42 w 99"/>
              <a:gd name="T29" fmla="*/ 62 h 134"/>
              <a:gd name="T30" fmla="*/ 60 w 99"/>
              <a:gd name="T31" fmla="*/ 41 h 134"/>
              <a:gd name="T32" fmla="*/ 23 w 99"/>
              <a:gd name="T33" fmla="*/ 41 h 134"/>
              <a:gd name="T34" fmla="*/ 65 w 99"/>
              <a:gd name="T35" fmla="*/ 14 h 134"/>
              <a:gd name="T36" fmla="*/ 48 w 99"/>
              <a:gd name="T37" fmla="*/ 33 h 134"/>
              <a:gd name="T38" fmla="*/ 84 w 99"/>
              <a:gd name="T39" fmla="*/ 33 h 134"/>
              <a:gd name="T40" fmla="*/ 42 w 99"/>
              <a:gd name="T41" fmla="*/ 62 h 134"/>
              <a:gd name="T42" fmla="*/ 42 w 99"/>
              <a:gd name="T43" fmla="*/ 62 h 134"/>
              <a:gd name="T44" fmla="*/ 42 w 99"/>
              <a:gd name="T45" fmla="*/ 6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9" h="134">
                <a:moveTo>
                  <a:pt x="99" y="46"/>
                </a:moveTo>
                <a:cubicBezTo>
                  <a:pt x="99" y="9"/>
                  <a:pt x="70" y="0"/>
                  <a:pt x="49" y="3"/>
                </a:cubicBezTo>
                <a:cubicBezTo>
                  <a:pt x="28" y="5"/>
                  <a:pt x="10" y="15"/>
                  <a:pt x="10" y="34"/>
                </a:cubicBezTo>
                <a:cubicBezTo>
                  <a:pt x="10" y="52"/>
                  <a:pt x="8" y="58"/>
                  <a:pt x="8" y="58"/>
                </a:cubicBezTo>
                <a:cubicBezTo>
                  <a:pt x="12" y="64"/>
                  <a:pt x="12" y="64"/>
                  <a:pt x="12" y="64"/>
                </a:cubicBezTo>
                <a:cubicBezTo>
                  <a:pt x="12" y="64"/>
                  <a:pt x="0" y="83"/>
                  <a:pt x="1" y="86"/>
                </a:cubicBezTo>
                <a:cubicBezTo>
                  <a:pt x="2" y="88"/>
                  <a:pt x="12" y="90"/>
                  <a:pt x="12" y="90"/>
                </a:cubicBezTo>
                <a:cubicBezTo>
                  <a:pt x="12" y="90"/>
                  <a:pt x="13" y="91"/>
                  <a:pt x="12" y="104"/>
                </a:cubicBezTo>
                <a:cubicBezTo>
                  <a:pt x="11" y="118"/>
                  <a:pt x="22" y="119"/>
                  <a:pt x="29" y="117"/>
                </a:cubicBezTo>
                <a:cubicBezTo>
                  <a:pt x="33" y="117"/>
                  <a:pt x="35" y="116"/>
                  <a:pt x="38" y="116"/>
                </a:cubicBezTo>
                <a:cubicBezTo>
                  <a:pt x="40" y="134"/>
                  <a:pt x="40" y="134"/>
                  <a:pt x="40" y="134"/>
                </a:cubicBezTo>
                <a:cubicBezTo>
                  <a:pt x="92" y="134"/>
                  <a:pt x="92" y="134"/>
                  <a:pt x="92" y="134"/>
                </a:cubicBezTo>
                <a:cubicBezTo>
                  <a:pt x="84" y="95"/>
                  <a:pt x="84" y="95"/>
                  <a:pt x="84" y="95"/>
                </a:cubicBezTo>
                <a:cubicBezTo>
                  <a:pt x="87" y="82"/>
                  <a:pt x="99" y="75"/>
                  <a:pt x="99" y="46"/>
                </a:cubicBezTo>
                <a:close/>
                <a:moveTo>
                  <a:pt x="42" y="62"/>
                </a:moveTo>
                <a:cubicBezTo>
                  <a:pt x="60" y="41"/>
                  <a:pt x="60" y="41"/>
                  <a:pt x="60" y="41"/>
                </a:cubicBezTo>
                <a:cubicBezTo>
                  <a:pt x="23" y="41"/>
                  <a:pt x="23" y="41"/>
                  <a:pt x="23" y="41"/>
                </a:cubicBezTo>
                <a:cubicBezTo>
                  <a:pt x="65" y="14"/>
                  <a:pt x="65" y="14"/>
                  <a:pt x="65" y="14"/>
                </a:cubicBezTo>
                <a:cubicBezTo>
                  <a:pt x="48" y="33"/>
                  <a:pt x="48" y="33"/>
                  <a:pt x="48" y="33"/>
                </a:cubicBezTo>
                <a:cubicBezTo>
                  <a:pt x="84" y="33"/>
                  <a:pt x="84" y="33"/>
                  <a:pt x="84" y="33"/>
                </a:cubicBezTo>
                <a:lnTo>
                  <a:pt x="42" y="62"/>
                </a:lnTo>
                <a:close/>
                <a:moveTo>
                  <a:pt x="42" y="62"/>
                </a:moveTo>
                <a:cubicBezTo>
                  <a:pt x="42" y="62"/>
                  <a:pt x="42" y="62"/>
                  <a:pt x="42" y="62"/>
                </a:cubicBezTo>
              </a:path>
            </a:pathLst>
          </a:custGeom>
          <a:solidFill>
            <a:schemeClr val="accent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nvGrpSpPr>
          <p:cNvPr id="46" name="Group 3"/>
          <p:cNvGrpSpPr/>
          <p:nvPr/>
        </p:nvGrpSpPr>
        <p:grpSpPr>
          <a:xfrm>
            <a:off x="3686175" y="2995612"/>
            <a:ext cx="428626" cy="438151"/>
            <a:chOff x="3686175" y="2995612"/>
            <a:chExt cx="428626" cy="438151"/>
          </a:xfrm>
          <a:solidFill>
            <a:schemeClr val="accent2"/>
          </a:solidFill>
        </p:grpSpPr>
        <p:sp>
          <p:nvSpPr>
            <p:cNvPr id="47" name="Freeform 43"/>
            <p:cNvSpPr>
              <a:spLocks noEditPoints="1"/>
            </p:cNvSpPr>
            <p:nvPr/>
          </p:nvSpPr>
          <p:spPr bwMode="auto">
            <a:xfrm>
              <a:off x="3979863" y="2995612"/>
              <a:ext cx="134938" cy="123825"/>
            </a:xfrm>
            <a:custGeom>
              <a:avLst/>
              <a:gdLst>
                <a:gd name="T0" fmla="*/ 26 w 36"/>
                <a:gd name="T1" fmla="*/ 6 h 33"/>
                <a:gd name="T2" fmla="*/ 0 w 36"/>
                <a:gd name="T3" fmla="*/ 10 h 33"/>
                <a:gd name="T4" fmla="*/ 30 w 36"/>
                <a:gd name="T5" fmla="*/ 33 h 33"/>
                <a:gd name="T6" fmla="*/ 26 w 36"/>
                <a:gd name="T7" fmla="*/ 6 h 33"/>
                <a:gd name="T8" fmla="*/ 26 w 36"/>
                <a:gd name="T9" fmla="*/ 6 h 33"/>
                <a:gd name="T10" fmla="*/ 26 w 36"/>
                <a:gd name="T11" fmla="*/ 6 h 33"/>
              </a:gdLst>
              <a:ahLst/>
              <a:cxnLst>
                <a:cxn ang="0">
                  <a:pos x="T0" y="T1"/>
                </a:cxn>
                <a:cxn ang="0">
                  <a:pos x="T2" y="T3"/>
                </a:cxn>
                <a:cxn ang="0">
                  <a:pos x="T4" y="T5"/>
                </a:cxn>
                <a:cxn ang="0">
                  <a:pos x="T6" y="T7"/>
                </a:cxn>
                <a:cxn ang="0">
                  <a:pos x="T8" y="T9"/>
                </a:cxn>
                <a:cxn ang="0">
                  <a:pos x="T10" y="T11"/>
                </a:cxn>
              </a:cxnLst>
              <a:rect l="0" t="0" r="r" b="b"/>
              <a:pathLst>
                <a:path w="36" h="33">
                  <a:moveTo>
                    <a:pt x="26" y="6"/>
                  </a:moveTo>
                  <a:cubicBezTo>
                    <a:pt x="18" y="0"/>
                    <a:pt x="6" y="2"/>
                    <a:pt x="0" y="10"/>
                  </a:cubicBezTo>
                  <a:cubicBezTo>
                    <a:pt x="30" y="33"/>
                    <a:pt x="30" y="33"/>
                    <a:pt x="30" y="33"/>
                  </a:cubicBezTo>
                  <a:cubicBezTo>
                    <a:pt x="36" y="24"/>
                    <a:pt x="34" y="13"/>
                    <a:pt x="26" y="6"/>
                  </a:cubicBezTo>
                  <a:close/>
                  <a:moveTo>
                    <a:pt x="26" y="6"/>
                  </a:moveTo>
                  <a:cubicBezTo>
                    <a:pt x="26" y="6"/>
                    <a:pt x="26" y="6"/>
                    <a:pt x="26" y="6"/>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48" name="Freeform 44"/>
            <p:cNvSpPr>
              <a:spLocks noEditPoints="1"/>
            </p:cNvSpPr>
            <p:nvPr/>
          </p:nvSpPr>
          <p:spPr bwMode="auto">
            <a:xfrm>
              <a:off x="3686175" y="2995612"/>
              <a:ext cx="134938" cy="123825"/>
            </a:xfrm>
            <a:custGeom>
              <a:avLst/>
              <a:gdLst>
                <a:gd name="T0" fmla="*/ 10 w 36"/>
                <a:gd name="T1" fmla="*/ 6 h 33"/>
                <a:gd name="T2" fmla="*/ 7 w 36"/>
                <a:gd name="T3" fmla="*/ 33 h 33"/>
                <a:gd name="T4" fmla="*/ 36 w 36"/>
                <a:gd name="T5" fmla="*/ 10 h 33"/>
                <a:gd name="T6" fmla="*/ 10 w 36"/>
                <a:gd name="T7" fmla="*/ 6 h 33"/>
                <a:gd name="T8" fmla="*/ 10 w 36"/>
                <a:gd name="T9" fmla="*/ 6 h 33"/>
                <a:gd name="T10" fmla="*/ 10 w 36"/>
                <a:gd name="T11" fmla="*/ 6 h 33"/>
              </a:gdLst>
              <a:ahLst/>
              <a:cxnLst>
                <a:cxn ang="0">
                  <a:pos x="T0" y="T1"/>
                </a:cxn>
                <a:cxn ang="0">
                  <a:pos x="T2" y="T3"/>
                </a:cxn>
                <a:cxn ang="0">
                  <a:pos x="T4" y="T5"/>
                </a:cxn>
                <a:cxn ang="0">
                  <a:pos x="T6" y="T7"/>
                </a:cxn>
                <a:cxn ang="0">
                  <a:pos x="T8" y="T9"/>
                </a:cxn>
                <a:cxn ang="0">
                  <a:pos x="T10" y="T11"/>
                </a:cxn>
              </a:cxnLst>
              <a:rect l="0" t="0" r="r" b="b"/>
              <a:pathLst>
                <a:path w="36" h="33">
                  <a:moveTo>
                    <a:pt x="10" y="6"/>
                  </a:moveTo>
                  <a:cubicBezTo>
                    <a:pt x="2" y="13"/>
                    <a:pt x="0" y="24"/>
                    <a:pt x="7" y="33"/>
                  </a:cubicBezTo>
                  <a:cubicBezTo>
                    <a:pt x="36" y="10"/>
                    <a:pt x="36" y="10"/>
                    <a:pt x="36" y="10"/>
                  </a:cubicBezTo>
                  <a:cubicBezTo>
                    <a:pt x="30" y="2"/>
                    <a:pt x="18" y="0"/>
                    <a:pt x="10" y="6"/>
                  </a:cubicBezTo>
                  <a:close/>
                  <a:moveTo>
                    <a:pt x="10" y="6"/>
                  </a:moveTo>
                  <a:cubicBezTo>
                    <a:pt x="10" y="6"/>
                    <a:pt x="10" y="6"/>
                    <a:pt x="10" y="6"/>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49" name="Freeform 45"/>
            <p:cNvSpPr>
              <a:spLocks noEditPoints="1"/>
            </p:cNvSpPr>
            <p:nvPr/>
          </p:nvSpPr>
          <p:spPr bwMode="auto">
            <a:xfrm>
              <a:off x="3713163" y="3044825"/>
              <a:ext cx="379413" cy="377825"/>
            </a:xfrm>
            <a:custGeom>
              <a:avLst/>
              <a:gdLst>
                <a:gd name="T0" fmla="*/ 51 w 101"/>
                <a:gd name="T1" fmla="*/ 0 h 101"/>
                <a:gd name="T2" fmla="*/ 0 w 101"/>
                <a:gd name="T3" fmla="*/ 50 h 101"/>
                <a:gd name="T4" fmla="*/ 51 w 101"/>
                <a:gd name="T5" fmla="*/ 101 h 101"/>
                <a:gd name="T6" fmla="*/ 101 w 101"/>
                <a:gd name="T7" fmla="*/ 50 h 101"/>
                <a:gd name="T8" fmla="*/ 51 w 101"/>
                <a:gd name="T9" fmla="*/ 0 h 101"/>
                <a:gd name="T10" fmla="*/ 51 w 101"/>
                <a:gd name="T11" fmla="*/ 57 h 101"/>
                <a:gd name="T12" fmla="*/ 49 w 101"/>
                <a:gd name="T13" fmla="*/ 56 h 101"/>
                <a:gd name="T14" fmla="*/ 23 w 101"/>
                <a:gd name="T15" fmla="*/ 71 h 101"/>
                <a:gd name="T16" fmla="*/ 45 w 101"/>
                <a:gd name="T17" fmla="*/ 53 h 101"/>
                <a:gd name="T18" fmla="*/ 44 w 101"/>
                <a:gd name="T19" fmla="*/ 50 h 101"/>
                <a:gd name="T20" fmla="*/ 49 w 101"/>
                <a:gd name="T21" fmla="*/ 44 h 101"/>
                <a:gd name="T22" fmla="*/ 53 w 101"/>
                <a:gd name="T23" fmla="*/ 10 h 101"/>
                <a:gd name="T24" fmla="*/ 55 w 101"/>
                <a:gd name="T25" fmla="*/ 45 h 101"/>
                <a:gd name="T26" fmla="*/ 57 w 101"/>
                <a:gd name="T27" fmla="*/ 50 h 101"/>
                <a:gd name="T28" fmla="*/ 51 w 101"/>
                <a:gd name="T29" fmla="*/ 57 h 101"/>
                <a:gd name="T30" fmla="*/ 51 w 101"/>
                <a:gd name="T31" fmla="*/ 57 h 101"/>
                <a:gd name="T32" fmla="*/ 51 w 101"/>
                <a:gd name="T33" fmla="*/ 5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1" h="101">
                  <a:moveTo>
                    <a:pt x="51" y="0"/>
                  </a:moveTo>
                  <a:cubicBezTo>
                    <a:pt x="23" y="0"/>
                    <a:pt x="0" y="22"/>
                    <a:pt x="0" y="50"/>
                  </a:cubicBezTo>
                  <a:cubicBezTo>
                    <a:pt x="0" y="78"/>
                    <a:pt x="23" y="101"/>
                    <a:pt x="51" y="101"/>
                  </a:cubicBezTo>
                  <a:cubicBezTo>
                    <a:pt x="79" y="101"/>
                    <a:pt x="101" y="78"/>
                    <a:pt x="101" y="50"/>
                  </a:cubicBezTo>
                  <a:cubicBezTo>
                    <a:pt x="101" y="22"/>
                    <a:pt x="79" y="0"/>
                    <a:pt x="51" y="0"/>
                  </a:cubicBezTo>
                  <a:close/>
                  <a:moveTo>
                    <a:pt x="51" y="57"/>
                  </a:moveTo>
                  <a:cubicBezTo>
                    <a:pt x="50" y="57"/>
                    <a:pt x="49" y="57"/>
                    <a:pt x="49" y="56"/>
                  </a:cubicBezTo>
                  <a:cubicBezTo>
                    <a:pt x="23" y="71"/>
                    <a:pt x="23" y="71"/>
                    <a:pt x="23" y="71"/>
                  </a:cubicBezTo>
                  <a:cubicBezTo>
                    <a:pt x="45" y="53"/>
                    <a:pt x="45" y="53"/>
                    <a:pt x="45" y="53"/>
                  </a:cubicBezTo>
                  <a:cubicBezTo>
                    <a:pt x="44" y="52"/>
                    <a:pt x="44" y="51"/>
                    <a:pt x="44" y="50"/>
                  </a:cubicBezTo>
                  <a:cubicBezTo>
                    <a:pt x="44" y="47"/>
                    <a:pt x="46" y="45"/>
                    <a:pt x="49" y="44"/>
                  </a:cubicBezTo>
                  <a:cubicBezTo>
                    <a:pt x="53" y="10"/>
                    <a:pt x="53" y="10"/>
                    <a:pt x="53" y="10"/>
                  </a:cubicBezTo>
                  <a:cubicBezTo>
                    <a:pt x="55" y="45"/>
                    <a:pt x="55" y="45"/>
                    <a:pt x="55" y="45"/>
                  </a:cubicBezTo>
                  <a:cubicBezTo>
                    <a:pt x="56" y="47"/>
                    <a:pt x="57" y="48"/>
                    <a:pt x="57" y="50"/>
                  </a:cubicBezTo>
                  <a:cubicBezTo>
                    <a:pt x="57" y="54"/>
                    <a:pt x="54" y="57"/>
                    <a:pt x="51" y="57"/>
                  </a:cubicBezTo>
                  <a:close/>
                  <a:moveTo>
                    <a:pt x="51" y="57"/>
                  </a:moveTo>
                  <a:cubicBezTo>
                    <a:pt x="51" y="57"/>
                    <a:pt x="51" y="57"/>
                    <a:pt x="51" y="57"/>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0" name="Freeform 46"/>
            <p:cNvSpPr>
              <a:spLocks noEditPoints="1"/>
            </p:cNvSpPr>
            <p:nvPr/>
          </p:nvSpPr>
          <p:spPr bwMode="auto">
            <a:xfrm>
              <a:off x="4013200" y="3378200"/>
              <a:ext cx="63500" cy="55563"/>
            </a:xfrm>
            <a:custGeom>
              <a:avLst/>
              <a:gdLst>
                <a:gd name="T0" fmla="*/ 0 w 17"/>
                <a:gd name="T1" fmla="*/ 7 h 15"/>
                <a:gd name="T2" fmla="*/ 5 w 17"/>
                <a:gd name="T3" fmla="*/ 15 h 15"/>
                <a:gd name="T4" fmla="*/ 17 w 17"/>
                <a:gd name="T5" fmla="*/ 15 h 15"/>
                <a:gd name="T6" fmla="*/ 8 w 17"/>
                <a:gd name="T7" fmla="*/ 0 h 15"/>
                <a:gd name="T8" fmla="*/ 0 w 17"/>
                <a:gd name="T9" fmla="*/ 7 h 15"/>
                <a:gd name="T10" fmla="*/ 0 w 17"/>
                <a:gd name="T11" fmla="*/ 7 h 15"/>
                <a:gd name="T12" fmla="*/ 0 w 17"/>
                <a:gd name="T13" fmla="*/ 7 h 15"/>
              </a:gdLst>
              <a:ahLst/>
              <a:cxnLst>
                <a:cxn ang="0">
                  <a:pos x="T0" y="T1"/>
                </a:cxn>
                <a:cxn ang="0">
                  <a:pos x="T2" y="T3"/>
                </a:cxn>
                <a:cxn ang="0">
                  <a:pos x="T4" y="T5"/>
                </a:cxn>
                <a:cxn ang="0">
                  <a:pos x="T6" y="T7"/>
                </a:cxn>
                <a:cxn ang="0">
                  <a:pos x="T8" y="T9"/>
                </a:cxn>
                <a:cxn ang="0">
                  <a:pos x="T10" y="T11"/>
                </a:cxn>
                <a:cxn ang="0">
                  <a:pos x="T12" y="T13"/>
                </a:cxn>
              </a:cxnLst>
              <a:rect l="0" t="0" r="r" b="b"/>
              <a:pathLst>
                <a:path w="17" h="15">
                  <a:moveTo>
                    <a:pt x="0" y="7"/>
                  </a:moveTo>
                  <a:cubicBezTo>
                    <a:pt x="5" y="15"/>
                    <a:pt x="5" y="15"/>
                    <a:pt x="5" y="15"/>
                  </a:cubicBezTo>
                  <a:cubicBezTo>
                    <a:pt x="17" y="15"/>
                    <a:pt x="17" y="15"/>
                    <a:pt x="17" y="15"/>
                  </a:cubicBezTo>
                  <a:cubicBezTo>
                    <a:pt x="8" y="0"/>
                    <a:pt x="8" y="0"/>
                    <a:pt x="8" y="0"/>
                  </a:cubicBezTo>
                  <a:cubicBezTo>
                    <a:pt x="6" y="3"/>
                    <a:pt x="3" y="5"/>
                    <a:pt x="0" y="7"/>
                  </a:cubicBezTo>
                  <a:close/>
                  <a:moveTo>
                    <a:pt x="0" y="7"/>
                  </a:moveTo>
                  <a:cubicBezTo>
                    <a:pt x="0" y="7"/>
                    <a:pt x="0" y="7"/>
                    <a:pt x="0" y="7"/>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1" name="Freeform 47"/>
            <p:cNvSpPr>
              <a:spLocks noEditPoints="1"/>
            </p:cNvSpPr>
            <p:nvPr/>
          </p:nvSpPr>
          <p:spPr bwMode="auto">
            <a:xfrm>
              <a:off x="3727450" y="3378200"/>
              <a:ext cx="60325" cy="55563"/>
            </a:xfrm>
            <a:custGeom>
              <a:avLst/>
              <a:gdLst>
                <a:gd name="T0" fmla="*/ 0 w 16"/>
                <a:gd name="T1" fmla="*/ 15 h 15"/>
                <a:gd name="T2" fmla="*/ 12 w 16"/>
                <a:gd name="T3" fmla="*/ 15 h 15"/>
                <a:gd name="T4" fmla="*/ 16 w 16"/>
                <a:gd name="T5" fmla="*/ 6 h 15"/>
                <a:gd name="T6" fmla="*/ 8 w 16"/>
                <a:gd name="T7" fmla="*/ 0 h 15"/>
                <a:gd name="T8" fmla="*/ 0 w 16"/>
                <a:gd name="T9" fmla="*/ 15 h 15"/>
                <a:gd name="T10" fmla="*/ 0 w 16"/>
                <a:gd name="T11" fmla="*/ 15 h 15"/>
                <a:gd name="T12" fmla="*/ 0 w 16"/>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16" h="15">
                  <a:moveTo>
                    <a:pt x="0" y="15"/>
                  </a:moveTo>
                  <a:cubicBezTo>
                    <a:pt x="12" y="15"/>
                    <a:pt x="12" y="15"/>
                    <a:pt x="12" y="15"/>
                  </a:cubicBezTo>
                  <a:cubicBezTo>
                    <a:pt x="16" y="6"/>
                    <a:pt x="16" y="6"/>
                    <a:pt x="16" y="6"/>
                  </a:cubicBezTo>
                  <a:cubicBezTo>
                    <a:pt x="14" y="4"/>
                    <a:pt x="11" y="2"/>
                    <a:pt x="8" y="0"/>
                  </a:cubicBezTo>
                  <a:lnTo>
                    <a:pt x="0" y="15"/>
                  </a:lnTo>
                  <a:close/>
                  <a:moveTo>
                    <a:pt x="0" y="15"/>
                  </a:moveTo>
                  <a:cubicBezTo>
                    <a:pt x="0" y="15"/>
                    <a:pt x="0" y="15"/>
                    <a:pt x="0" y="15"/>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grpSp>
        <p:nvGrpSpPr>
          <p:cNvPr id="52" name="Group 1"/>
          <p:cNvGrpSpPr/>
          <p:nvPr/>
        </p:nvGrpSpPr>
        <p:grpSpPr>
          <a:xfrm>
            <a:off x="6975475" y="2965450"/>
            <a:ext cx="460376" cy="476250"/>
            <a:chOff x="6975475" y="2965450"/>
            <a:chExt cx="460376" cy="476250"/>
          </a:xfrm>
          <a:solidFill>
            <a:schemeClr val="accent4"/>
          </a:solidFill>
        </p:grpSpPr>
        <p:sp>
          <p:nvSpPr>
            <p:cNvPr id="53" name="Freeform 48"/>
            <p:cNvSpPr>
              <a:spLocks noEditPoints="1"/>
            </p:cNvSpPr>
            <p:nvPr/>
          </p:nvSpPr>
          <p:spPr bwMode="auto">
            <a:xfrm>
              <a:off x="7294563" y="3086100"/>
              <a:ext cx="141288" cy="138113"/>
            </a:xfrm>
            <a:custGeom>
              <a:avLst/>
              <a:gdLst>
                <a:gd name="T0" fmla="*/ 33 w 38"/>
                <a:gd name="T1" fmla="*/ 8 h 37"/>
                <a:gd name="T2" fmla="*/ 31 w 38"/>
                <a:gd name="T3" fmla="*/ 9 h 37"/>
                <a:gd name="T4" fmla="*/ 28 w 38"/>
                <a:gd name="T5" fmla="*/ 6 h 37"/>
                <a:gd name="T6" fmla="*/ 29 w 38"/>
                <a:gd name="T7" fmla="*/ 4 h 37"/>
                <a:gd name="T8" fmla="*/ 28 w 38"/>
                <a:gd name="T9" fmla="*/ 2 h 37"/>
                <a:gd name="T10" fmla="*/ 24 w 38"/>
                <a:gd name="T11" fmla="*/ 0 h 37"/>
                <a:gd name="T12" fmla="*/ 22 w 38"/>
                <a:gd name="T13" fmla="*/ 1 h 37"/>
                <a:gd name="T14" fmla="*/ 21 w 38"/>
                <a:gd name="T15" fmla="*/ 3 h 37"/>
                <a:gd name="T16" fmla="*/ 17 w 38"/>
                <a:gd name="T17" fmla="*/ 3 h 37"/>
                <a:gd name="T18" fmla="*/ 15 w 38"/>
                <a:gd name="T19" fmla="*/ 1 h 37"/>
                <a:gd name="T20" fmla="*/ 13 w 38"/>
                <a:gd name="T21" fmla="*/ 0 h 37"/>
                <a:gd name="T22" fmla="*/ 9 w 38"/>
                <a:gd name="T23" fmla="*/ 2 h 37"/>
                <a:gd name="T24" fmla="*/ 8 w 38"/>
                <a:gd name="T25" fmla="*/ 4 h 37"/>
                <a:gd name="T26" fmla="*/ 9 w 38"/>
                <a:gd name="T27" fmla="*/ 6 h 37"/>
                <a:gd name="T28" fmla="*/ 6 w 38"/>
                <a:gd name="T29" fmla="*/ 9 h 37"/>
                <a:gd name="T30" fmla="*/ 4 w 38"/>
                <a:gd name="T31" fmla="*/ 8 h 37"/>
                <a:gd name="T32" fmla="*/ 2 w 38"/>
                <a:gd name="T33" fmla="*/ 9 h 37"/>
                <a:gd name="T34" fmla="*/ 0 w 38"/>
                <a:gd name="T35" fmla="*/ 13 h 37"/>
                <a:gd name="T36" fmla="*/ 1 w 38"/>
                <a:gd name="T37" fmla="*/ 15 h 37"/>
                <a:gd name="T38" fmla="*/ 4 w 38"/>
                <a:gd name="T39" fmla="*/ 16 h 37"/>
                <a:gd name="T40" fmla="*/ 4 w 38"/>
                <a:gd name="T41" fmla="*/ 21 h 37"/>
                <a:gd name="T42" fmla="*/ 1 w 38"/>
                <a:gd name="T43" fmla="*/ 22 h 37"/>
                <a:gd name="T44" fmla="*/ 0 w 38"/>
                <a:gd name="T45" fmla="*/ 24 h 37"/>
                <a:gd name="T46" fmla="*/ 2 w 38"/>
                <a:gd name="T47" fmla="*/ 28 h 37"/>
                <a:gd name="T48" fmla="*/ 4 w 38"/>
                <a:gd name="T49" fmla="*/ 29 h 37"/>
                <a:gd name="T50" fmla="*/ 6 w 38"/>
                <a:gd name="T51" fmla="*/ 28 h 37"/>
                <a:gd name="T52" fmla="*/ 9 w 38"/>
                <a:gd name="T53" fmla="*/ 31 h 37"/>
                <a:gd name="T54" fmla="*/ 8 w 38"/>
                <a:gd name="T55" fmla="*/ 33 h 37"/>
                <a:gd name="T56" fmla="*/ 9 w 38"/>
                <a:gd name="T57" fmla="*/ 35 h 37"/>
                <a:gd name="T58" fmla="*/ 13 w 38"/>
                <a:gd name="T59" fmla="*/ 37 h 37"/>
                <a:gd name="T60" fmla="*/ 15 w 38"/>
                <a:gd name="T61" fmla="*/ 36 h 37"/>
                <a:gd name="T62" fmla="*/ 17 w 38"/>
                <a:gd name="T63" fmla="*/ 34 h 37"/>
                <a:gd name="T64" fmla="*/ 21 w 38"/>
                <a:gd name="T65" fmla="*/ 34 h 37"/>
                <a:gd name="T66" fmla="*/ 22 w 38"/>
                <a:gd name="T67" fmla="*/ 36 h 37"/>
                <a:gd name="T68" fmla="*/ 24 w 38"/>
                <a:gd name="T69" fmla="*/ 37 h 37"/>
                <a:gd name="T70" fmla="*/ 28 w 38"/>
                <a:gd name="T71" fmla="*/ 35 h 37"/>
                <a:gd name="T72" fmla="*/ 29 w 38"/>
                <a:gd name="T73" fmla="*/ 33 h 37"/>
                <a:gd name="T74" fmla="*/ 28 w 38"/>
                <a:gd name="T75" fmla="*/ 31 h 37"/>
                <a:gd name="T76" fmla="*/ 31 w 38"/>
                <a:gd name="T77" fmla="*/ 28 h 37"/>
                <a:gd name="T78" fmla="*/ 33 w 38"/>
                <a:gd name="T79" fmla="*/ 29 h 37"/>
                <a:gd name="T80" fmla="*/ 35 w 38"/>
                <a:gd name="T81" fmla="*/ 28 h 37"/>
                <a:gd name="T82" fmla="*/ 37 w 38"/>
                <a:gd name="T83" fmla="*/ 24 h 37"/>
                <a:gd name="T84" fmla="*/ 36 w 38"/>
                <a:gd name="T85" fmla="*/ 22 h 37"/>
                <a:gd name="T86" fmla="*/ 34 w 38"/>
                <a:gd name="T87" fmla="*/ 21 h 37"/>
                <a:gd name="T88" fmla="*/ 34 w 38"/>
                <a:gd name="T89" fmla="*/ 16 h 37"/>
                <a:gd name="T90" fmla="*/ 36 w 38"/>
                <a:gd name="T91" fmla="*/ 15 h 37"/>
                <a:gd name="T92" fmla="*/ 37 w 38"/>
                <a:gd name="T93" fmla="*/ 13 h 37"/>
                <a:gd name="T94" fmla="*/ 35 w 38"/>
                <a:gd name="T95" fmla="*/ 9 h 37"/>
                <a:gd name="T96" fmla="*/ 33 w 38"/>
                <a:gd name="T97" fmla="*/ 8 h 37"/>
                <a:gd name="T98" fmla="*/ 22 w 38"/>
                <a:gd name="T99" fmla="*/ 25 h 37"/>
                <a:gd name="T100" fmla="*/ 12 w 38"/>
                <a:gd name="T101" fmla="*/ 21 h 37"/>
                <a:gd name="T102" fmla="*/ 16 w 38"/>
                <a:gd name="T103" fmla="*/ 11 h 37"/>
                <a:gd name="T104" fmla="*/ 26 w 38"/>
                <a:gd name="T105" fmla="*/ 15 h 37"/>
                <a:gd name="T106" fmla="*/ 22 w 38"/>
                <a:gd name="T107" fmla="*/ 25 h 37"/>
                <a:gd name="T108" fmla="*/ 22 w 38"/>
                <a:gd name="T109" fmla="*/ 25 h 37"/>
                <a:gd name="T110" fmla="*/ 22 w 38"/>
                <a:gd name="T111" fmla="*/ 25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8" h="37">
                  <a:moveTo>
                    <a:pt x="33" y="8"/>
                  </a:moveTo>
                  <a:cubicBezTo>
                    <a:pt x="31" y="9"/>
                    <a:pt x="31" y="9"/>
                    <a:pt x="31" y="9"/>
                  </a:cubicBezTo>
                  <a:cubicBezTo>
                    <a:pt x="30" y="8"/>
                    <a:pt x="29" y="7"/>
                    <a:pt x="28" y="6"/>
                  </a:cubicBezTo>
                  <a:cubicBezTo>
                    <a:pt x="29" y="4"/>
                    <a:pt x="29" y="4"/>
                    <a:pt x="29" y="4"/>
                  </a:cubicBezTo>
                  <a:cubicBezTo>
                    <a:pt x="29" y="3"/>
                    <a:pt x="29" y="2"/>
                    <a:pt x="28" y="2"/>
                  </a:cubicBezTo>
                  <a:cubicBezTo>
                    <a:pt x="24" y="0"/>
                    <a:pt x="24" y="0"/>
                    <a:pt x="24" y="0"/>
                  </a:cubicBezTo>
                  <a:cubicBezTo>
                    <a:pt x="23" y="0"/>
                    <a:pt x="22" y="0"/>
                    <a:pt x="22" y="1"/>
                  </a:cubicBezTo>
                  <a:cubicBezTo>
                    <a:pt x="21" y="3"/>
                    <a:pt x="21" y="3"/>
                    <a:pt x="21" y="3"/>
                  </a:cubicBezTo>
                  <a:cubicBezTo>
                    <a:pt x="19" y="3"/>
                    <a:pt x="18" y="3"/>
                    <a:pt x="17" y="3"/>
                  </a:cubicBezTo>
                  <a:cubicBezTo>
                    <a:pt x="15" y="1"/>
                    <a:pt x="15" y="1"/>
                    <a:pt x="15" y="1"/>
                  </a:cubicBezTo>
                  <a:cubicBezTo>
                    <a:pt x="15" y="0"/>
                    <a:pt x="14" y="0"/>
                    <a:pt x="13" y="0"/>
                  </a:cubicBezTo>
                  <a:cubicBezTo>
                    <a:pt x="9" y="2"/>
                    <a:pt x="9" y="2"/>
                    <a:pt x="9" y="2"/>
                  </a:cubicBezTo>
                  <a:cubicBezTo>
                    <a:pt x="8" y="2"/>
                    <a:pt x="8" y="3"/>
                    <a:pt x="8" y="4"/>
                  </a:cubicBezTo>
                  <a:cubicBezTo>
                    <a:pt x="9" y="6"/>
                    <a:pt x="9" y="6"/>
                    <a:pt x="9" y="6"/>
                  </a:cubicBezTo>
                  <a:cubicBezTo>
                    <a:pt x="8" y="7"/>
                    <a:pt x="7" y="8"/>
                    <a:pt x="6" y="9"/>
                  </a:cubicBezTo>
                  <a:cubicBezTo>
                    <a:pt x="4" y="8"/>
                    <a:pt x="4" y="8"/>
                    <a:pt x="4" y="8"/>
                  </a:cubicBezTo>
                  <a:cubicBezTo>
                    <a:pt x="3" y="8"/>
                    <a:pt x="2" y="8"/>
                    <a:pt x="2" y="9"/>
                  </a:cubicBezTo>
                  <a:cubicBezTo>
                    <a:pt x="0" y="13"/>
                    <a:pt x="0" y="13"/>
                    <a:pt x="0" y="13"/>
                  </a:cubicBezTo>
                  <a:cubicBezTo>
                    <a:pt x="0" y="14"/>
                    <a:pt x="0" y="15"/>
                    <a:pt x="1" y="15"/>
                  </a:cubicBezTo>
                  <a:cubicBezTo>
                    <a:pt x="4" y="16"/>
                    <a:pt x="4" y="16"/>
                    <a:pt x="4" y="16"/>
                  </a:cubicBezTo>
                  <a:cubicBezTo>
                    <a:pt x="3" y="18"/>
                    <a:pt x="3" y="19"/>
                    <a:pt x="4" y="21"/>
                  </a:cubicBezTo>
                  <a:cubicBezTo>
                    <a:pt x="1" y="22"/>
                    <a:pt x="1" y="22"/>
                    <a:pt x="1" y="22"/>
                  </a:cubicBezTo>
                  <a:cubicBezTo>
                    <a:pt x="0" y="22"/>
                    <a:pt x="0" y="23"/>
                    <a:pt x="0" y="24"/>
                  </a:cubicBezTo>
                  <a:cubicBezTo>
                    <a:pt x="2" y="28"/>
                    <a:pt x="2" y="28"/>
                    <a:pt x="2" y="28"/>
                  </a:cubicBezTo>
                  <a:cubicBezTo>
                    <a:pt x="2" y="29"/>
                    <a:pt x="3" y="29"/>
                    <a:pt x="4" y="29"/>
                  </a:cubicBezTo>
                  <a:cubicBezTo>
                    <a:pt x="6" y="28"/>
                    <a:pt x="6" y="28"/>
                    <a:pt x="6" y="28"/>
                  </a:cubicBezTo>
                  <a:cubicBezTo>
                    <a:pt x="7" y="29"/>
                    <a:pt x="8" y="30"/>
                    <a:pt x="9" y="31"/>
                  </a:cubicBezTo>
                  <a:cubicBezTo>
                    <a:pt x="8" y="33"/>
                    <a:pt x="8" y="33"/>
                    <a:pt x="8" y="33"/>
                  </a:cubicBezTo>
                  <a:cubicBezTo>
                    <a:pt x="8" y="34"/>
                    <a:pt x="8" y="35"/>
                    <a:pt x="9" y="35"/>
                  </a:cubicBezTo>
                  <a:cubicBezTo>
                    <a:pt x="13" y="37"/>
                    <a:pt x="13" y="37"/>
                    <a:pt x="13" y="37"/>
                  </a:cubicBezTo>
                  <a:cubicBezTo>
                    <a:pt x="14" y="37"/>
                    <a:pt x="15" y="37"/>
                    <a:pt x="15" y="36"/>
                  </a:cubicBezTo>
                  <a:cubicBezTo>
                    <a:pt x="17" y="34"/>
                    <a:pt x="17" y="34"/>
                    <a:pt x="17" y="34"/>
                  </a:cubicBezTo>
                  <a:cubicBezTo>
                    <a:pt x="18" y="34"/>
                    <a:pt x="19" y="34"/>
                    <a:pt x="21" y="34"/>
                  </a:cubicBezTo>
                  <a:cubicBezTo>
                    <a:pt x="22" y="36"/>
                    <a:pt x="22" y="36"/>
                    <a:pt x="22" y="36"/>
                  </a:cubicBezTo>
                  <a:cubicBezTo>
                    <a:pt x="22" y="37"/>
                    <a:pt x="23" y="37"/>
                    <a:pt x="24" y="37"/>
                  </a:cubicBezTo>
                  <a:cubicBezTo>
                    <a:pt x="28" y="35"/>
                    <a:pt x="28" y="35"/>
                    <a:pt x="28" y="35"/>
                  </a:cubicBezTo>
                  <a:cubicBezTo>
                    <a:pt x="29" y="35"/>
                    <a:pt x="29" y="34"/>
                    <a:pt x="29" y="33"/>
                  </a:cubicBezTo>
                  <a:cubicBezTo>
                    <a:pt x="28" y="31"/>
                    <a:pt x="28" y="31"/>
                    <a:pt x="28" y="31"/>
                  </a:cubicBezTo>
                  <a:cubicBezTo>
                    <a:pt x="29" y="30"/>
                    <a:pt x="30" y="29"/>
                    <a:pt x="31" y="28"/>
                  </a:cubicBezTo>
                  <a:cubicBezTo>
                    <a:pt x="33" y="29"/>
                    <a:pt x="33" y="29"/>
                    <a:pt x="33" y="29"/>
                  </a:cubicBezTo>
                  <a:cubicBezTo>
                    <a:pt x="34" y="29"/>
                    <a:pt x="35" y="29"/>
                    <a:pt x="35" y="28"/>
                  </a:cubicBezTo>
                  <a:cubicBezTo>
                    <a:pt x="37" y="24"/>
                    <a:pt x="37" y="24"/>
                    <a:pt x="37" y="24"/>
                  </a:cubicBezTo>
                  <a:cubicBezTo>
                    <a:pt x="38" y="23"/>
                    <a:pt x="37" y="22"/>
                    <a:pt x="36" y="22"/>
                  </a:cubicBezTo>
                  <a:cubicBezTo>
                    <a:pt x="34" y="21"/>
                    <a:pt x="34" y="21"/>
                    <a:pt x="34" y="21"/>
                  </a:cubicBezTo>
                  <a:cubicBezTo>
                    <a:pt x="34" y="19"/>
                    <a:pt x="34" y="18"/>
                    <a:pt x="34" y="16"/>
                  </a:cubicBezTo>
                  <a:cubicBezTo>
                    <a:pt x="36" y="15"/>
                    <a:pt x="36" y="15"/>
                    <a:pt x="36" y="15"/>
                  </a:cubicBezTo>
                  <a:cubicBezTo>
                    <a:pt x="37" y="15"/>
                    <a:pt x="38" y="14"/>
                    <a:pt x="37" y="13"/>
                  </a:cubicBezTo>
                  <a:cubicBezTo>
                    <a:pt x="35" y="9"/>
                    <a:pt x="35" y="9"/>
                    <a:pt x="35" y="9"/>
                  </a:cubicBezTo>
                  <a:cubicBezTo>
                    <a:pt x="35" y="8"/>
                    <a:pt x="34" y="8"/>
                    <a:pt x="33" y="8"/>
                  </a:cubicBezTo>
                  <a:close/>
                  <a:moveTo>
                    <a:pt x="22" y="25"/>
                  </a:moveTo>
                  <a:cubicBezTo>
                    <a:pt x="18" y="27"/>
                    <a:pt x="13" y="25"/>
                    <a:pt x="12" y="21"/>
                  </a:cubicBezTo>
                  <a:cubicBezTo>
                    <a:pt x="10" y="17"/>
                    <a:pt x="12" y="13"/>
                    <a:pt x="16" y="11"/>
                  </a:cubicBezTo>
                  <a:cubicBezTo>
                    <a:pt x="20" y="10"/>
                    <a:pt x="24" y="12"/>
                    <a:pt x="26" y="15"/>
                  </a:cubicBezTo>
                  <a:cubicBezTo>
                    <a:pt x="27" y="19"/>
                    <a:pt x="26" y="24"/>
                    <a:pt x="22" y="25"/>
                  </a:cubicBezTo>
                  <a:close/>
                  <a:moveTo>
                    <a:pt x="22" y="25"/>
                  </a:moveTo>
                  <a:cubicBezTo>
                    <a:pt x="22" y="25"/>
                    <a:pt x="22" y="25"/>
                    <a:pt x="22" y="25"/>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4" name="Freeform 49"/>
            <p:cNvSpPr>
              <a:spLocks noEditPoints="1"/>
            </p:cNvSpPr>
            <p:nvPr/>
          </p:nvSpPr>
          <p:spPr bwMode="auto">
            <a:xfrm>
              <a:off x="7113588" y="2965450"/>
              <a:ext cx="258763" cy="476250"/>
            </a:xfrm>
            <a:custGeom>
              <a:avLst/>
              <a:gdLst>
                <a:gd name="T0" fmla="*/ 63 w 69"/>
                <a:gd name="T1" fmla="*/ 73 h 127"/>
                <a:gd name="T2" fmla="*/ 63 w 69"/>
                <a:gd name="T3" fmla="*/ 107 h 127"/>
                <a:gd name="T4" fmla="*/ 7 w 69"/>
                <a:gd name="T5" fmla="*/ 107 h 127"/>
                <a:gd name="T6" fmla="*/ 7 w 69"/>
                <a:gd name="T7" fmla="*/ 21 h 127"/>
                <a:gd name="T8" fmla="*/ 63 w 69"/>
                <a:gd name="T9" fmla="*/ 21 h 127"/>
                <a:gd name="T10" fmla="*/ 63 w 69"/>
                <a:gd name="T11" fmla="*/ 28 h 127"/>
                <a:gd name="T12" fmla="*/ 69 w 69"/>
                <a:gd name="T13" fmla="*/ 28 h 127"/>
                <a:gd name="T14" fmla="*/ 69 w 69"/>
                <a:gd name="T15" fmla="*/ 10 h 127"/>
                <a:gd name="T16" fmla="*/ 59 w 69"/>
                <a:gd name="T17" fmla="*/ 0 h 127"/>
                <a:gd name="T18" fmla="*/ 11 w 69"/>
                <a:gd name="T19" fmla="*/ 0 h 127"/>
                <a:gd name="T20" fmla="*/ 0 w 69"/>
                <a:gd name="T21" fmla="*/ 10 h 127"/>
                <a:gd name="T22" fmla="*/ 0 w 69"/>
                <a:gd name="T23" fmla="*/ 117 h 127"/>
                <a:gd name="T24" fmla="*/ 11 w 69"/>
                <a:gd name="T25" fmla="*/ 127 h 127"/>
                <a:gd name="T26" fmla="*/ 59 w 69"/>
                <a:gd name="T27" fmla="*/ 127 h 127"/>
                <a:gd name="T28" fmla="*/ 69 w 69"/>
                <a:gd name="T29" fmla="*/ 117 h 127"/>
                <a:gd name="T30" fmla="*/ 69 w 69"/>
                <a:gd name="T31" fmla="*/ 73 h 127"/>
                <a:gd name="T32" fmla="*/ 63 w 69"/>
                <a:gd name="T33" fmla="*/ 73 h 127"/>
                <a:gd name="T34" fmla="*/ 30 w 69"/>
                <a:gd name="T35" fmla="*/ 11 h 127"/>
                <a:gd name="T36" fmla="*/ 40 w 69"/>
                <a:gd name="T37" fmla="*/ 11 h 127"/>
                <a:gd name="T38" fmla="*/ 41 w 69"/>
                <a:gd name="T39" fmla="*/ 13 h 127"/>
                <a:gd name="T40" fmla="*/ 40 w 69"/>
                <a:gd name="T41" fmla="*/ 14 h 127"/>
                <a:gd name="T42" fmla="*/ 30 w 69"/>
                <a:gd name="T43" fmla="*/ 14 h 127"/>
                <a:gd name="T44" fmla="*/ 28 w 69"/>
                <a:gd name="T45" fmla="*/ 13 h 127"/>
                <a:gd name="T46" fmla="*/ 30 w 69"/>
                <a:gd name="T47" fmla="*/ 11 h 127"/>
                <a:gd name="T48" fmla="*/ 34 w 69"/>
                <a:gd name="T49" fmla="*/ 121 h 127"/>
                <a:gd name="T50" fmla="*/ 29 w 69"/>
                <a:gd name="T51" fmla="*/ 116 h 127"/>
                <a:gd name="T52" fmla="*/ 34 w 69"/>
                <a:gd name="T53" fmla="*/ 111 h 127"/>
                <a:gd name="T54" fmla="*/ 40 w 69"/>
                <a:gd name="T55" fmla="*/ 116 h 127"/>
                <a:gd name="T56" fmla="*/ 34 w 69"/>
                <a:gd name="T57" fmla="*/ 121 h 127"/>
                <a:gd name="T58" fmla="*/ 34 w 69"/>
                <a:gd name="T59" fmla="*/ 121 h 127"/>
                <a:gd name="T60" fmla="*/ 34 w 69"/>
                <a:gd name="T61" fmla="*/ 121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9" h="127">
                  <a:moveTo>
                    <a:pt x="63" y="73"/>
                  </a:moveTo>
                  <a:cubicBezTo>
                    <a:pt x="63" y="107"/>
                    <a:pt x="63" y="107"/>
                    <a:pt x="63" y="107"/>
                  </a:cubicBezTo>
                  <a:cubicBezTo>
                    <a:pt x="7" y="107"/>
                    <a:pt x="7" y="107"/>
                    <a:pt x="7" y="107"/>
                  </a:cubicBezTo>
                  <a:cubicBezTo>
                    <a:pt x="7" y="21"/>
                    <a:pt x="7" y="21"/>
                    <a:pt x="7" y="21"/>
                  </a:cubicBezTo>
                  <a:cubicBezTo>
                    <a:pt x="63" y="21"/>
                    <a:pt x="63" y="21"/>
                    <a:pt x="63" y="21"/>
                  </a:cubicBezTo>
                  <a:cubicBezTo>
                    <a:pt x="63" y="28"/>
                    <a:pt x="63" y="28"/>
                    <a:pt x="63" y="28"/>
                  </a:cubicBezTo>
                  <a:cubicBezTo>
                    <a:pt x="69" y="28"/>
                    <a:pt x="69" y="28"/>
                    <a:pt x="69" y="28"/>
                  </a:cubicBezTo>
                  <a:cubicBezTo>
                    <a:pt x="69" y="10"/>
                    <a:pt x="69" y="10"/>
                    <a:pt x="69" y="10"/>
                  </a:cubicBezTo>
                  <a:cubicBezTo>
                    <a:pt x="69" y="4"/>
                    <a:pt x="65" y="0"/>
                    <a:pt x="59" y="0"/>
                  </a:cubicBezTo>
                  <a:cubicBezTo>
                    <a:pt x="11" y="0"/>
                    <a:pt x="11" y="0"/>
                    <a:pt x="11" y="0"/>
                  </a:cubicBezTo>
                  <a:cubicBezTo>
                    <a:pt x="5" y="0"/>
                    <a:pt x="0" y="4"/>
                    <a:pt x="0" y="10"/>
                  </a:cubicBezTo>
                  <a:cubicBezTo>
                    <a:pt x="0" y="117"/>
                    <a:pt x="0" y="117"/>
                    <a:pt x="0" y="117"/>
                  </a:cubicBezTo>
                  <a:cubicBezTo>
                    <a:pt x="0" y="123"/>
                    <a:pt x="5" y="127"/>
                    <a:pt x="11" y="127"/>
                  </a:cubicBezTo>
                  <a:cubicBezTo>
                    <a:pt x="59" y="127"/>
                    <a:pt x="59" y="127"/>
                    <a:pt x="59" y="127"/>
                  </a:cubicBezTo>
                  <a:cubicBezTo>
                    <a:pt x="65" y="127"/>
                    <a:pt x="69" y="123"/>
                    <a:pt x="69" y="117"/>
                  </a:cubicBezTo>
                  <a:cubicBezTo>
                    <a:pt x="69" y="73"/>
                    <a:pt x="69" y="73"/>
                    <a:pt x="69" y="73"/>
                  </a:cubicBezTo>
                  <a:lnTo>
                    <a:pt x="63" y="73"/>
                  </a:lnTo>
                  <a:close/>
                  <a:moveTo>
                    <a:pt x="30" y="11"/>
                  </a:moveTo>
                  <a:cubicBezTo>
                    <a:pt x="40" y="11"/>
                    <a:pt x="40" y="11"/>
                    <a:pt x="40" y="11"/>
                  </a:cubicBezTo>
                  <a:cubicBezTo>
                    <a:pt x="41" y="11"/>
                    <a:pt x="41" y="12"/>
                    <a:pt x="41" y="13"/>
                  </a:cubicBezTo>
                  <a:cubicBezTo>
                    <a:pt x="41" y="13"/>
                    <a:pt x="41" y="14"/>
                    <a:pt x="40" y="14"/>
                  </a:cubicBezTo>
                  <a:cubicBezTo>
                    <a:pt x="30" y="14"/>
                    <a:pt x="30" y="14"/>
                    <a:pt x="30" y="14"/>
                  </a:cubicBezTo>
                  <a:cubicBezTo>
                    <a:pt x="29" y="14"/>
                    <a:pt x="28" y="13"/>
                    <a:pt x="28" y="13"/>
                  </a:cubicBezTo>
                  <a:cubicBezTo>
                    <a:pt x="28" y="12"/>
                    <a:pt x="29" y="11"/>
                    <a:pt x="30" y="11"/>
                  </a:cubicBezTo>
                  <a:close/>
                  <a:moveTo>
                    <a:pt x="34" y="121"/>
                  </a:moveTo>
                  <a:cubicBezTo>
                    <a:pt x="32" y="121"/>
                    <a:pt x="29" y="119"/>
                    <a:pt x="29" y="116"/>
                  </a:cubicBezTo>
                  <a:cubicBezTo>
                    <a:pt x="29" y="113"/>
                    <a:pt x="32" y="111"/>
                    <a:pt x="34" y="111"/>
                  </a:cubicBezTo>
                  <a:cubicBezTo>
                    <a:pt x="37" y="111"/>
                    <a:pt x="40" y="113"/>
                    <a:pt x="40" y="116"/>
                  </a:cubicBezTo>
                  <a:cubicBezTo>
                    <a:pt x="40" y="119"/>
                    <a:pt x="37" y="121"/>
                    <a:pt x="34" y="121"/>
                  </a:cubicBezTo>
                  <a:close/>
                  <a:moveTo>
                    <a:pt x="34" y="121"/>
                  </a:moveTo>
                  <a:cubicBezTo>
                    <a:pt x="34" y="121"/>
                    <a:pt x="34" y="121"/>
                    <a:pt x="34" y="121"/>
                  </a:cubicBezTo>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5" name="Rectangle 50"/>
            <p:cNvSpPr>
              <a:spLocks noChangeArrowheads="1"/>
            </p:cNvSpPr>
            <p:nvPr/>
          </p:nvSpPr>
          <p:spPr bwMode="auto">
            <a:xfrm>
              <a:off x="6975475" y="3086100"/>
              <a:ext cx="115888" cy="25400"/>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6" name="Rectangle 51"/>
            <p:cNvSpPr>
              <a:spLocks noChangeArrowheads="1"/>
            </p:cNvSpPr>
            <p:nvPr/>
          </p:nvSpPr>
          <p:spPr bwMode="auto">
            <a:xfrm>
              <a:off x="7005638" y="3133725"/>
              <a:ext cx="85725" cy="22225"/>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57" name="Rectangle 52"/>
            <p:cNvSpPr>
              <a:spLocks noChangeArrowheads="1"/>
            </p:cNvSpPr>
            <p:nvPr/>
          </p:nvSpPr>
          <p:spPr bwMode="auto">
            <a:xfrm>
              <a:off x="7061200" y="3182937"/>
              <a:ext cx="30163" cy="22225"/>
            </a:xfrm>
            <a:prstGeom prst="rect">
              <a:avLst/>
            </a:pr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sp>
        <p:nvSpPr>
          <p:cNvPr id="58" name="Freeform 53"/>
          <p:cNvSpPr>
            <a:spLocks noEditPoints="1"/>
          </p:cNvSpPr>
          <p:nvPr/>
        </p:nvSpPr>
        <p:spPr bwMode="auto">
          <a:xfrm>
            <a:off x="10356850" y="2946400"/>
            <a:ext cx="304800" cy="500063"/>
          </a:xfrm>
          <a:custGeom>
            <a:avLst/>
            <a:gdLst>
              <a:gd name="T0" fmla="*/ 80 w 81"/>
              <a:gd name="T1" fmla="*/ 76 h 133"/>
              <a:gd name="T2" fmla="*/ 76 w 81"/>
              <a:gd name="T3" fmla="*/ 66 h 133"/>
              <a:gd name="T4" fmla="*/ 70 w 81"/>
              <a:gd name="T5" fmla="*/ 64 h 133"/>
              <a:gd name="T6" fmla="*/ 70 w 81"/>
              <a:gd name="T7" fmla="*/ 76 h 133"/>
              <a:gd name="T8" fmla="*/ 67 w 81"/>
              <a:gd name="T9" fmla="*/ 76 h 133"/>
              <a:gd name="T10" fmla="*/ 67 w 81"/>
              <a:gd name="T11" fmla="*/ 63 h 133"/>
              <a:gd name="T12" fmla="*/ 62 w 81"/>
              <a:gd name="T13" fmla="*/ 57 h 133"/>
              <a:gd name="T14" fmla="*/ 55 w 81"/>
              <a:gd name="T15" fmla="*/ 57 h 133"/>
              <a:gd name="T16" fmla="*/ 55 w 81"/>
              <a:gd name="T17" fmla="*/ 70 h 133"/>
              <a:gd name="T18" fmla="*/ 52 w 81"/>
              <a:gd name="T19" fmla="*/ 70 h 133"/>
              <a:gd name="T20" fmla="*/ 52 w 81"/>
              <a:gd name="T21" fmla="*/ 55 h 133"/>
              <a:gd name="T22" fmla="*/ 45 w 81"/>
              <a:gd name="T23" fmla="*/ 52 h 133"/>
              <a:gd name="T24" fmla="*/ 40 w 81"/>
              <a:gd name="T25" fmla="*/ 54 h 133"/>
              <a:gd name="T26" fmla="*/ 40 w 81"/>
              <a:gd name="T27" fmla="*/ 66 h 133"/>
              <a:gd name="T28" fmla="*/ 37 w 81"/>
              <a:gd name="T29" fmla="*/ 66 h 133"/>
              <a:gd name="T30" fmla="*/ 37 w 81"/>
              <a:gd name="T31" fmla="*/ 43 h 133"/>
              <a:gd name="T32" fmla="*/ 53 w 81"/>
              <a:gd name="T33" fmla="*/ 22 h 133"/>
              <a:gd name="T34" fmla="*/ 31 w 81"/>
              <a:gd name="T35" fmla="*/ 0 h 133"/>
              <a:gd name="T36" fmla="*/ 9 w 81"/>
              <a:gd name="T37" fmla="*/ 22 h 133"/>
              <a:gd name="T38" fmla="*/ 23 w 81"/>
              <a:gd name="T39" fmla="*/ 43 h 133"/>
              <a:gd name="T40" fmla="*/ 23 w 81"/>
              <a:gd name="T41" fmla="*/ 82 h 133"/>
              <a:gd name="T42" fmla="*/ 10 w 81"/>
              <a:gd name="T43" fmla="*/ 64 h 133"/>
              <a:gd name="T44" fmla="*/ 0 w 81"/>
              <a:gd name="T45" fmla="*/ 66 h 133"/>
              <a:gd name="T46" fmla="*/ 12 w 81"/>
              <a:gd name="T47" fmla="*/ 93 h 133"/>
              <a:gd name="T48" fmla="*/ 19 w 81"/>
              <a:gd name="T49" fmla="*/ 118 h 133"/>
              <a:gd name="T50" fmla="*/ 47 w 81"/>
              <a:gd name="T51" fmla="*/ 132 h 133"/>
              <a:gd name="T52" fmla="*/ 77 w 81"/>
              <a:gd name="T53" fmla="*/ 124 h 133"/>
              <a:gd name="T54" fmla="*/ 80 w 81"/>
              <a:gd name="T55" fmla="*/ 76 h 133"/>
              <a:gd name="T56" fmla="*/ 18 w 81"/>
              <a:gd name="T57" fmla="*/ 22 h 133"/>
              <a:gd name="T58" fmla="*/ 31 w 81"/>
              <a:gd name="T59" fmla="*/ 10 h 133"/>
              <a:gd name="T60" fmla="*/ 43 w 81"/>
              <a:gd name="T61" fmla="*/ 22 h 133"/>
              <a:gd name="T62" fmla="*/ 37 w 81"/>
              <a:gd name="T63" fmla="*/ 33 h 133"/>
              <a:gd name="T64" fmla="*/ 37 w 81"/>
              <a:gd name="T65" fmla="*/ 25 h 133"/>
              <a:gd name="T66" fmla="*/ 30 w 81"/>
              <a:gd name="T67" fmla="*/ 16 h 133"/>
              <a:gd name="T68" fmla="*/ 23 w 81"/>
              <a:gd name="T69" fmla="*/ 24 h 133"/>
              <a:gd name="T70" fmla="*/ 23 w 81"/>
              <a:gd name="T71" fmla="*/ 32 h 133"/>
              <a:gd name="T72" fmla="*/ 18 w 81"/>
              <a:gd name="T73" fmla="*/ 22 h 133"/>
              <a:gd name="T74" fmla="*/ 18 w 81"/>
              <a:gd name="T75" fmla="*/ 22 h 133"/>
              <a:gd name="T76" fmla="*/ 18 w 81"/>
              <a:gd name="T7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1" h="133">
                <a:moveTo>
                  <a:pt x="80" y="76"/>
                </a:moveTo>
                <a:cubicBezTo>
                  <a:pt x="80" y="76"/>
                  <a:pt x="80" y="70"/>
                  <a:pt x="76" y="66"/>
                </a:cubicBezTo>
                <a:cubicBezTo>
                  <a:pt x="74" y="64"/>
                  <a:pt x="72" y="64"/>
                  <a:pt x="70" y="64"/>
                </a:cubicBezTo>
                <a:cubicBezTo>
                  <a:pt x="70" y="76"/>
                  <a:pt x="70" y="76"/>
                  <a:pt x="70" y="76"/>
                </a:cubicBezTo>
                <a:cubicBezTo>
                  <a:pt x="67" y="76"/>
                  <a:pt x="67" y="76"/>
                  <a:pt x="67" y="76"/>
                </a:cubicBezTo>
                <a:cubicBezTo>
                  <a:pt x="67" y="63"/>
                  <a:pt x="67" y="63"/>
                  <a:pt x="67" y="63"/>
                </a:cubicBezTo>
                <a:cubicBezTo>
                  <a:pt x="66" y="61"/>
                  <a:pt x="65" y="58"/>
                  <a:pt x="62" y="57"/>
                </a:cubicBezTo>
                <a:cubicBezTo>
                  <a:pt x="59" y="56"/>
                  <a:pt x="57" y="57"/>
                  <a:pt x="55" y="57"/>
                </a:cubicBezTo>
                <a:cubicBezTo>
                  <a:pt x="55" y="70"/>
                  <a:pt x="55" y="70"/>
                  <a:pt x="55" y="70"/>
                </a:cubicBezTo>
                <a:cubicBezTo>
                  <a:pt x="52" y="70"/>
                  <a:pt x="52" y="70"/>
                  <a:pt x="52" y="70"/>
                </a:cubicBezTo>
                <a:cubicBezTo>
                  <a:pt x="52" y="55"/>
                  <a:pt x="52" y="55"/>
                  <a:pt x="52" y="55"/>
                </a:cubicBezTo>
                <a:cubicBezTo>
                  <a:pt x="51" y="54"/>
                  <a:pt x="49" y="52"/>
                  <a:pt x="45" y="52"/>
                </a:cubicBezTo>
                <a:cubicBezTo>
                  <a:pt x="43" y="52"/>
                  <a:pt x="42" y="53"/>
                  <a:pt x="40" y="54"/>
                </a:cubicBezTo>
                <a:cubicBezTo>
                  <a:pt x="40" y="66"/>
                  <a:pt x="40" y="66"/>
                  <a:pt x="40" y="66"/>
                </a:cubicBezTo>
                <a:cubicBezTo>
                  <a:pt x="37" y="66"/>
                  <a:pt x="37" y="66"/>
                  <a:pt x="37" y="66"/>
                </a:cubicBezTo>
                <a:cubicBezTo>
                  <a:pt x="37" y="43"/>
                  <a:pt x="37" y="43"/>
                  <a:pt x="37" y="43"/>
                </a:cubicBezTo>
                <a:cubicBezTo>
                  <a:pt x="46" y="41"/>
                  <a:pt x="53" y="32"/>
                  <a:pt x="53" y="22"/>
                </a:cubicBezTo>
                <a:cubicBezTo>
                  <a:pt x="53" y="10"/>
                  <a:pt x="43" y="0"/>
                  <a:pt x="31" y="0"/>
                </a:cubicBezTo>
                <a:cubicBezTo>
                  <a:pt x="19" y="0"/>
                  <a:pt x="9" y="10"/>
                  <a:pt x="9" y="22"/>
                </a:cubicBezTo>
                <a:cubicBezTo>
                  <a:pt x="9" y="32"/>
                  <a:pt x="15" y="40"/>
                  <a:pt x="23" y="43"/>
                </a:cubicBezTo>
                <a:cubicBezTo>
                  <a:pt x="23" y="82"/>
                  <a:pt x="23" y="82"/>
                  <a:pt x="23" y="82"/>
                </a:cubicBezTo>
                <a:cubicBezTo>
                  <a:pt x="23" y="82"/>
                  <a:pt x="16" y="66"/>
                  <a:pt x="10" y="64"/>
                </a:cubicBezTo>
                <a:cubicBezTo>
                  <a:pt x="4" y="62"/>
                  <a:pt x="0" y="66"/>
                  <a:pt x="0" y="66"/>
                </a:cubicBezTo>
                <a:cubicBezTo>
                  <a:pt x="0" y="66"/>
                  <a:pt x="7" y="79"/>
                  <a:pt x="12" y="93"/>
                </a:cubicBezTo>
                <a:cubicBezTo>
                  <a:pt x="15" y="102"/>
                  <a:pt x="16" y="112"/>
                  <a:pt x="19" y="118"/>
                </a:cubicBezTo>
                <a:cubicBezTo>
                  <a:pt x="26" y="131"/>
                  <a:pt x="36" y="132"/>
                  <a:pt x="47" y="132"/>
                </a:cubicBezTo>
                <a:cubicBezTo>
                  <a:pt x="58" y="132"/>
                  <a:pt x="73" y="133"/>
                  <a:pt x="77" y="124"/>
                </a:cubicBezTo>
                <a:cubicBezTo>
                  <a:pt x="81" y="115"/>
                  <a:pt x="80" y="76"/>
                  <a:pt x="80" y="76"/>
                </a:cubicBezTo>
                <a:close/>
                <a:moveTo>
                  <a:pt x="18" y="22"/>
                </a:moveTo>
                <a:cubicBezTo>
                  <a:pt x="18" y="15"/>
                  <a:pt x="24" y="10"/>
                  <a:pt x="31" y="10"/>
                </a:cubicBezTo>
                <a:cubicBezTo>
                  <a:pt x="38" y="10"/>
                  <a:pt x="43" y="15"/>
                  <a:pt x="43" y="22"/>
                </a:cubicBezTo>
                <a:cubicBezTo>
                  <a:pt x="43" y="27"/>
                  <a:pt x="41" y="31"/>
                  <a:pt x="37" y="33"/>
                </a:cubicBezTo>
                <a:cubicBezTo>
                  <a:pt x="37" y="25"/>
                  <a:pt x="37" y="25"/>
                  <a:pt x="37" y="25"/>
                </a:cubicBezTo>
                <a:cubicBezTo>
                  <a:pt x="37" y="25"/>
                  <a:pt x="36" y="16"/>
                  <a:pt x="30" y="16"/>
                </a:cubicBezTo>
                <a:cubicBezTo>
                  <a:pt x="25" y="16"/>
                  <a:pt x="23" y="24"/>
                  <a:pt x="23" y="24"/>
                </a:cubicBezTo>
                <a:cubicBezTo>
                  <a:pt x="23" y="32"/>
                  <a:pt x="23" y="32"/>
                  <a:pt x="23" y="32"/>
                </a:cubicBezTo>
                <a:cubicBezTo>
                  <a:pt x="20" y="30"/>
                  <a:pt x="18" y="26"/>
                  <a:pt x="18" y="22"/>
                </a:cubicBezTo>
                <a:close/>
                <a:moveTo>
                  <a:pt x="18" y="22"/>
                </a:moveTo>
                <a:cubicBezTo>
                  <a:pt x="18" y="22"/>
                  <a:pt x="18" y="22"/>
                  <a:pt x="18" y="22"/>
                </a:cubicBezTo>
              </a:path>
            </a:pathLst>
          </a:custGeom>
          <a:solidFill>
            <a:schemeClr val="tx1">
              <a:lumMod val="65000"/>
              <a:lumOff val="3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grpSp>
        <p:nvGrpSpPr>
          <p:cNvPr id="59" name="Group 63"/>
          <p:cNvGrpSpPr/>
          <p:nvPr/>
        </p:nvGrpSpPr>
        <p:grpSpPr>
          <a:xfrm>
            <a:off x="2171069" y="1736641"/>
            <a:ext cx="134938" cy="2282908"/>
            <a:chOff x="2203450" y="2146300"/>
            <a:chExt cx="93663" cy="1446212"/>
          </a:xfrm>
        </p:grpSpPr>
        <p:sp>
          <p:nvSpPr>
            <p:cNvPr id="60" name="Rectangle 14"/>
            <p:cNvSpPr>
              <a:spLocks noChangeArrowheads="1"/>
            </p:cNvSpPr>
            <p:nvPr/>
          </p:nvSpPr>
          <p:spPr bwMode="auto">
            <a:xfrm>
              <a:off x="2241550" y="2192337"/>
              <a:ext cx="14288"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61" name="Oval 15"/>
            <p:cNvSpPr>
              <a:spLocks noChangeArrowheads="1"/>
            </p:cNvSpPr>
            <p:nvPr/>
          </p:nvSpPr>
          <p:spPr bwMode="auto">
            <a:xfrm>
              <a:off x="2203450" y="2146300"/>
              <a:ext cx="93663" cy="90488"/>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62" name="Straight Connector 57"/>
            <p:cNvCxnSpPr>
              <a:stCxn id="61" idx="4"/>
            </p:cNvCxnSpPr>
            <p:nvPr/>
          </p:nvCxnSpPr>
          <p:spPr>
            <a:xfrm flipH="1">
              <a:off x="2241550" y="2236788"/>
              <a:ext cx="8732" cy="1355724"/>
            </a:xfrm>
            <a:prstGeom prst="line">
              <a:avLst/>
            </a:prstGeom>
            <a:noFill/>
            <a:ln w="6350" cap="flat" cmpd="sng" algn="ctr">
              <a:solidFill>
                <a:srgbClr val="646463"/>
              </a:solidFill>
              <a:prstDash val="lgDash"/>
              <a:miter lim="800000"/>
            </a:ln>
            <a:effectLst/>
          </p:spPr>
        </p:cxnSp>
      </p:grpSp>
      <p:grpSp>
        <p:nvGrpSpPr>
          <p:cNvPr id="63" name="Group 64"/>
          <p:cNvGrpSpPr/>
          <p:nvPr/>
        </p:nvGrpSpPr>
        <p:grpSpPr>
          <a:xfrm>
            <a:off x="5515798" y="2561774"/>
            <a:ext cx="93663" cy="1446212"/>
            <a:chOff x="5507038" y="2146300"/>
            <a:chExt cx="93663" cy="1446212"/>
          </a:xfrm>
        </p:grpSpPr>
        <p:sp>
          <p:nvSpPr>
            <p:cNvPr id="64" name="Rectangle 18"/>
            <p:cNvSpPr>
              <a:spLocks noChangeArrowheads="1"/>
            </p:cNvSpPr>
            <p:nvPr/>
          </p:nvSpPr>
          <p:spPr bwMode="auto">
            <a:xfrm>
              <a:off x="5545138" y="2192337"/>
              <a:ext cx="14288"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65" name="Oval 19"/>
            <p:cNvSpPr>
              <a:spLocks noChangeArrowheads="1"/>
            </p:cNvSpPr>
            <p:nvPr/>
          </p:nvSpPr>
          <p:spPr bwMode="auto">
            <a:xfrm>
              <a:off x="5507038" y="2146300"/>
              <a:ext cx="93663" cy="90488"/>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66" name="Straight Connector 58"/>
            <p:cNvCxnSpPr/>
            <p:nvPr/>
          </p:nvCxnSpPr>
          <p:spPr>
            <a:xfrm flipH="1">
              <a:off x="5543947" y="2236788"/>
              <a:ext cx="8732" cy="1355724"/>
            </a:xfrm>
            <a:prstGeom prst="line">
              <a:avLst/>
            </a:prstGeom>
            <a:noFill/>
            <a:ln w="6350" cap="flat" cmpd="sng" algn="ctr">
              <a:solidFill>
                <a:srgbClr val="646463"/>
              </a:solidFill>
              <a:prstDash val="lgDash"/>
              <a:miter lim="800000"/>
            </a:ln>
            <a:effectLst/>
          </p:spPr>
        </p:cxnSp>
      </p:grpSp>
      <p:grpSp>
        <p:nvGrpSpPr>
          <p:cNvPr id="67" name="Group 65"/>
          <p:cNvGrpSpPr/>
          <p:nvPr/>
        </p:nvGrpSpPr>
        <p:grpSpPr>
          <a:xfrm>
            <a:off x="8810625" y="2146300"/>
            <a:ext cx="93663" cy="1427161"/>
            <a:chOff x="8810625" y="2146300"/>
            <a:chExt cx="93663" cy="1427161"/>
          </a:xfrm>
        </p:grpSpPr>
        <p:sp>
          <p:nvSpPr>
            <p:cNvPr id="68" name="Rectangle 22"/>
            <p:cNvSpPr>
              <a:spLocks noChangeArrowheads="1"/>
            </p:cNvSpPr>
            <p:nvPr/>
          </p:nvSpPr>
          <p:spPr bwMode="auto">
            <a:xfrm>
              <a:off x="8848725" y="2192337"/>
              <a:ext cx="14288"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69" name="Oval 23"/>
            <p:cNvSpPr>
              <a:spLocks noChangeArrowheads="1"/>
            </p:cNvSpPr>
            <p:nvPr/>
          </p:nvSpPr>
          <p:spPr bwMode="auto">
            <a:xfrm>
              <a:off x="8810625" y="2146300"/>
              <a:ext cx="93663" cy="90488"/>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70" name="Straight Connector 59"/>
            <p:cNvCxnSpPr/>
            <p:nvPr/>
          </p:nvCxnSpPr>
          <p:spPr>
            <a:xfrm flipH="1">
              <a:off x="8849121" y="2217737"/>
              <a:ext cx="8732" cy="1355724"/>
            </a:xfrm>
            <a:prstGeom prst="line">
              <a:avLst/>
            </a:prstGeom>
            <a:noFill/>
            <a:ln w="6350" cap="flat" cmpd="sng" algn="ctr">
              <a:solidFill>
                <a:srgbClr val="646463"/>
              </a:solidFill>
              <a:prstDash val="lgDash"/>
              <a:miter lim="800000"/>
            </a:ln>
            <a:effectLst/>
          </p:spPr>
        </p:cxnSp>
      </p:grpSp>
      <p:grpSp>
        <p:nvGrpSpPr>
          <p:cNvPr id="71" name="Group 69"/>
          <p:cNvGrpSpPr/>
          <p:nvPr/>
        </p:nvGrpSpPr>
        <p:grpSpPr>
          <a:xfrm>
            <a:off x="3911600" y="4084637"/>
            <a:ext cx="93663" cy="1441450"/>
            <a:chOff x="3911600" y="4084637"/>
            <a:chExt cx="93663" cy="1441450"/>
          </a:xfrm>
        </p:grpSpPr>
        <p:sp>
          <p:nvSpPr>
            <p:cNvPr id="72" name="Rectangle 26"/>
            <p:cNvSpPr>
              <a:spLocks noChangeArrowheads="1"/>
            </p:cNvSpPr>
            <p:nvPr/>
          </p:nvSpPr>
          <p:spPr bwMode="auto">
            <a:xfrm>
              <a:off x="3949700" y="5449887"/>
              <a:ext cx="14288"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73" name="Oval 27"/>
            <p:cNvSpPr>
              <a:spLocks noChangeArrowheads="1"/>
            </p:cNvSpPr>
            <p:nvPr/>
          </p:nvSpPr>
          <p:spPr bwMode="auto">
            <a:xfrm>
              <a:off x="3911600" y="5430837"/>
              <a:ext cx="93663" cy="95250"/>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74" name="Straight Connector 60"/>
            <p:cNvCxnSpPr/>
            <p:nvPr/>
          </p:nvCxnSpPr>
          <p:spPr>
            <a:xfrm flipH="1">
              <a:off x="3955257" y="4084637"/>
              <a:ext cx="8732" cy="1355724"/>
            </a:xfrm>
            <a:prstGeom prst="line">
              <a:avLst/>
            </a:prstGeom>
            <a:noFill/>
            <a:ln w="6350" cap="flat" cmpd="sng" algn="ctr">
              <a:solidFill>
                <a:srgbClr val="646463"/>
              </a:solidFill>
              <a:prstDash val="lgDash"/>
              <a:miter lim="800000"/>
            </a:ln>
            <a:effectLst/>
          </p:spPr>
        </p:cxnSp>
      </p:grpSp>
      <p:grpSp>
        <p:nvGrpSpPr>
          <p:cNvPr id="76" name="Group 68"/>
          <p:cNvGrpSpPr/>
          <p:nvPr/>
        </p:nvGrpSpPr>
        <p:grpSpPr>
          <a:xfrm>
            <a:off x="7215188" y="4092575"/>
            <a:ext cx="93663" cy="1433512"/>
            <a:chOff x="7215188" y="4092575"/>
            <a:chExt cx="93663" cy="1433512"/>
          </a:xfrm>
        </p:grpSpPr>
        <p:sp>
          <p:nvSpPr>
            <p:cNvPr id="77" name="Rectangle 30"/>
            <p:cNvSpPr>
              <a:spLocks noChangeArrowheads="1"/>
            </p:cNvSpPr>
            <p:nvPr/>
          </p:nvSpPr>
          <p:spPr bwMode="auto">
            <a:xfrm>
              <a:off x="7253288" y="5449887"/>
              <a:ext cx="14288"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78" name="Oval 31"/>
            <p:cNvSpPr>
              <a:spLocks noChangeArrowheads="1"/>
            </p:cNvSpPr>
            <p:nvPr/>
          </p:nvSpPr>
          <p:spPr bwMode="auto">
            <a:xfrm>
              <a:off x="7215188" y="5430837"/>
              <a:ext cx="93663" cy="95250"/>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79" name="Straight Connector 61"/>
            <p:cNvCxnSpPr/>
            <p:nvPr/>
          </p:nvCxnSpPr>
          <p:spPr>
            <a:xfrm flipH="1">
              <a:off x="7260432" y="4092575"/>
              <a:ext cx="8732" cy="1355724"/>
            </a:xfrm>
            <a:prstGeom prst="line">
              <a:avLst/>
            </a:prstGeom>
            <a:noFill/>
            <a:ln w="6350" cap="flat" cmpd="sng" algn="ctr">
              <a:solidFill>
                <a:srgbClr val="646463"/>
              </a:solidFill>
              <a:prstDash val="lgDash"/>
              <a:miter lim="800000"/>
            </a:ln>
            <a:effectLst/>
          </p:spPr>
        </p:cxnSp>
      </p:grpSp>
      <p:grpSp>
        <p:nvGrpSpPr>
          <p:cNvPr id="80" name="Group 67"/>
          <p:cNvGrpSpPr/>
          <p:nvPr/>
        </p:nvGrpSpPr>
        <p:grpSpPr>
          <a:xfrm>
            <a:off x="10518775" y="4078287"/>
            <a:ext cx="93663" cy="1447800"/>
            <a:chOff x="10518775" y="4078287"/>
            <a:chExt cx="93663" cy="1447800"/>
          </a:xfrm>
        </p:grpSpPr>
        <p:sp>
          <p:nvSpPr>
            <p:cNvPr id="81" name="Rectangle 34"/>
            <p:cNvSpPr>
              <a:spLocks noChangeArrowheads="1"/>
            </p:cNvSpPr>
            <p:nvPr/>
          </p:nvSpPr>
          <p:spPr bwMode="auto">
            <a:xfrm>
              <a:off x="10555288" y="5449887"/>
              <a:ext cx="15875" cy="30163"/>
            </a:xfrm>
            <a:prstGeom prst="rect">
              <a:avLst/>
            </a:prstGeom>
            <a:solidFill>
              <a:srgbClr val="64646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2" name="Oval 35"/>
            <p:cNvSpPr>
              <a:spLocks noChangeArrowheads="1"/>
            </p:cNvSpPr>
            <p:nvPr/>
          </p:nvSpPr>
          <p:spPr bwMode="auto">
            <a:xfrm>
              <a:off x="10518775" y="5430837"/>
              <a:ext cx="93663" cy="95250"/>
            </a:xfrm>
            <a:prstGeom prst="ellipse">
              <a:avLst/>
            </a:prstGeom>
            <a:solidFill>
              <a:srgbClr val="64646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cxnSp>
          <p:nvCxnSpPr>
            <p:cNvPr id="83" name="Straight Connector 62"/>
            <p:cNvCxnSpPr/>
            <p:nvPr/>
          </p:nvCxnSpPr>
          <p:spPr>
            <a:xfrm flipH="1">
              <a:off x="10563225" y="4078287"/>
              <a:ext cx="8732" cy="1355724"/>
            </a:xfrm>
            <a:prstGeom prst="line">
              <a:avLst/>
            </a:prstGeom>
            <a:noFill/>
            <a:ln w="6350" cap="flat" cmpd="sng" algn="ctr">
              <a:solidFill>
                <a:srgbClr val="646463"/>
              </a:solidFill>
              <a:prstDash val="lgDash"/>
              <a:miter lim="800000"/>
            </a:ln>
            <a:effectLst/>
          </p:spPr>
        </p:cxnSp>
      </p:grpSp>
      <p:grpSp>
        <p:nvGrpSpPr>
          <p:cNvPr id="14" name="组合 13">
            <a:extLst>
              <a:ext uri="{FF2B5EF4-FFF2-40B4-BE49-F238E27FC236}">
                <a16:creationId xmlns:a16="http://schemas.microsoft.com/office/drawing/2014/main" id="{3EDA5DF6-67BB-BBDA-2011-D3C7762EC089}"/>
              </a:ext>
            </a:extLst>
          </p:cNvPr>
          <p:cNvGrpSpPr/>
          <p:nvPr/>
        </p:nvGrpSpPr>
        <p:grpSpPr>
          <a:xfrm>
            <a:off x="1374775" y="3586161"/>
            <a:ext cx="1752600" cy="498476"/>
            <a:chOff x="1374775" y="3586161"/>
            <a:chExt cx="1752600" cy="498476"/>
          </a:xfrm>
        </p:grpSpPr>
        <p:sp>
          <p:nvSpPr>
            <p:cNvPr id="32" name="Freeform 6"/>
            <p:cNvSpPr/>
            <p:nvPr/>
          </p:nvSpPr>
          <p:spPr bwMode="auto">
            <a:xfrm>
              <a:off x="1374775" y="3592512"/>
              <a:ext cx="1752600" cy="492125"/>
            </a:xfrm>
            <a:custGeom>
              <a:avLst/>
              <a:gdLst>
                <a:gd name="T0" fmla="*/ 75 w 467"/>
                <a:gd name="T1" fmla="*/ 125 h 131"/>
                <a:gd name="T2" fmla="*/ 5 w 467"/>
                <a:gd name="T3" fmla="*/ 18 h 131"/>
                <a:gd name="T4" fmla="*/ 14 w 467"/>
                <a:gd name="T5" fmla="*/ 0 h 131"/>
                <a:gd name="T6" fmla="*/ 382 w 467"/>
                <a:gd name="T7" fmla="*/ 0 h 131"/>
                <a:gd name="T8" fmla="*/ 392 w 467"/>
                <a:gd name="T9" fmla="*/ 6 h 131"/>
                <a:gd name="T10" fmla="*/ 462 w 467"/>
                <a:gd name="T11" fmla="*/ 113 h 131"/>
                <a:gd name="T12" fmla="*/ 453 w 467"/>
                <a:gd name="T13" fmla="*/ 131 h 131"/>
                <a:gd name="T14" fmla="*/ 85 w 467"/>
                <a:gd name="T15" fmla="*/ 131 h 131"/>
                <a:gd name="T16" fmla="*/ 75 w 467"/>
                <a:gd name="T17" fmla="*/ 12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1"/>
            </a:solidFill>
            <a:ln>
              <a:noFill/>
            </a:ln>
          </p:spPr>
          <p:txBody>
            <a:bodyPr vert="horz" wrap="square" lIns="91440" tIns="45720" rIns="91440" bIns="45720" numCol="1" anchor="t" anchorCtr="0" compatLnSpc="1"/>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dirty="0">
                <a:ln>
                  <a:noFill/>
                </a:ln>
                <a:solidFill>
                  <a:prstClr val="black"/>
                </a:solidFill>
                <a:effectLst/>
                <a:uLnTx/>
                <a:uFillTx/>
                <a:latin typeface="Calibri" panose="020F0502020204030204"/>
              </a:endParaRPr>
            </a:p>
          </p:txBody>
        </p:sp>
        <p:sp>
          <p:nvSpPr>
            <p:cNvPr id="84" name="TextBox 70"/>
            <p:cNvSpPr txBox="1"/>
            <p:nvPr/>
          </p:nvSpPr>
          <p:spPr>
            <a:xfrm>
              <a:off x="1879944" y="3586161"/>
              <a:ext cx="774571" cy="461665"/>
            </a:xfrm>
            <a:prstGeom prst="rect">
              <a:avLst/>
            </a:prstGeom>
            <a:noFill/>
          </p:spPr>
          <p:txBody>
            <a:bodyPr wrap="none" rtlCol="0">
              <a:spAutoFit/>
            </a:bodyPr>
            <a:lstStyle/>
            <a:p>
              <a:r>
                <a:rPr lang="en-GB" sz="2400" b="1" dirty="0">
                  <a:solidFill>
                    <a:prstClr val="white"/>
                  </a:solidFill>
                  <a:latin typeface="Roboto Condensed Light" panose="02000000000000000000" pitchFamily="2" charset="0"/>
                  <a:ea typeface="Roboto Condensed Light" panose="02000000000000000000" pitchFamily="2" charset="0"/>
                </a:rPr>
                <a:t>2003</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15" name="组合 14">
            <a:extLst>
              <a:ext uri="{FF2B5EF4-FFF2-40B4-BE49-F238E27FC236}">
                <a16:creationId xmlns:a16="http://schemas.microsoft.com/office/drawing/2014/main" id="{7D03C8CB-43DB-B3C7-A683-F46FF970EB9E}"/>
              </a:ext>
            </a:extLst>
          </p:cNvPr>
          <p:cNvGrpSpPr/>
          <p:nvPr/>
        </p:nvGrpSpPr>
        <p:grpSpPr>
          <a:xfrm>
            <a:off x="3025775" y="3586161"/>
            <a:ext cx="1752600" cy="498476"/>
            <a:chOff x="3025775" y="3586161"/>
            <a:chExt cx="1752600" cy="498476"/>
          </a:xfrm>
        </p:grpSpPr>
        <p:sp>
          <p:nvSpPr>
            <p:cNvPr id="33" name="Freeform 7"/>
            <p:cNvSpPr/>
            <p:nvPr/>
          </p:nvSpPr>
          <p:spPr bwMode="auto">
            <a:xfrm>
              <a:off x="3025775" y="3592512"/>
              <a:ext cx="1752600" cy="492125"/>
            </a:xfrm>
            <a:custGeom>
              <a:avLst/>
              <a:gdLst>
                <a:gd name="T0" fmla="*/ 75 w 467"/>
                <a:gd name="T1" fmla="*/ 125 h 131"/>
                <a:gd name="T2" fmla="*/ 5 w 467"/>
                <a:gd name="T3" fmla="*/ 18 h 131"/>
                <a:gd name="T4" fmla="*/ 14 w 467"/>
                <a:gd name="T5" fmla="*/ 0 h 131"/>
                <a:gd name="T6" fmla="*/ 382 w 467"/>
                <a:gd name="T7" fmla="*/ 0 h 131"/>
                <a:gd name="T8" fmla="*/ 392 w 467"/>
                <a:gd name="T9" fmla="*/ 6 h 131"/>
                <a:gd name="T10" fmla="*/ 462 w 467"/>
                <a:gd name="T11" fmla="*/ 113 h 131"/>
                <a:gd name="T12" fmla="*/ 453 w 467"/>
                <a:gd name="T13" fmla="*/ 131 h 131"/>
                <a:gd name="T14" fmla="*/ 85 w 467"/>
                <a:gd name="T15" fmla="*/ 131 h 131"/>
                <a:gd name="T16" fmla="*/ 75 w 467"/>
                <a:gd name="T17" fmla="*/ 12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5" name="TextBox 71"/>
            <p:cNvSpPr txBox="1"/>
            <p:nvPr/>
          </p:nvSpPr>
          <p:spPr>
            <a:xfrm>
              <a:off x="3542557" y="3586161"/>
              <a:ext cx="774571" cy="461665"/>
            </a:xfrm>
            <a:prstGeom prst="rect">
              <a:avLst/>
            </a:prstGeom>
            <a:noFill/>
          </p:spPr>
          <p:txBody>
            <a:bodyPr wrap="none" rtlCol="0">
              <a:spAutoFit/>
            </a:bodyPr>
            <a:lstStyle/>
            <a:p>
              <a:r>
                <a:rPr lang="en-GB" sz="2400" b="1" dirty="0">
                  <a:solidFill>
                    <a:prstClr val="white"/>
                  </a:solidFill>
                  <a:latin typeface="Roboto Condensed Light" panose="02000000000000000000" pitchFamily="2" charset="0"/>
                  <a:ea typeface="Roboto Condensed Light" panose="02000000000000000000" pitchFamily="2" charset="0"/>
                </a:rPr>
                <a:t>2005</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16" name="组合 15">
            <a:extLst>
              <a:ext uri="{FF2B5EF4-FFF2-40B4-BE49-F238E27FC236}">
                <a16:creationId xmlns:a16="http://schemas.microsoft.com/office/drawing/2014/main" id="{04640299-EEBE-4A44-3484-B7E1256D4A8C}"/>
              </a:ext>
            </a:extLst>
          </p:cNvPr>
          <p:cNvGrpSpPr/>
          <p:nvPr/>
        </p:nvGrpSpPr>
        <p:grpSpPr>
          <a:xfrm>
            <a:off x="4678363" y="3578224"/>
            <a:ext cx="1752600" cy="506413"/>
            <a:chOff x="4678363" y="3578224"/>
            <a:chExt cx="1752600" cy="506413"/>
          </a:xfrm>
        </p:grpSpPr>
        <p:sp>
          <p:nvSpPr>
            <p:cNvPr id="34" name="Freeform 8"/>
            <p:cNvSpPr/>
            <p:nvPr/>
          </p:nvSpPr>
          <p:spPr bwMode="auto">
            <a:xfrm>
              <a:off x="4678363" y="3592512"/>
              <a:ext cx="1752600" cy="492125"/>
            </a:xfrm>
            <a:custGeom>
              <a:avLst/>
              <a:gdLst>
                <a:gd name="T0" fmla="*/ 75 w 467"/>
                <a:gd name="T1" fmla="*/ 125 h 131"/>
                <a:gd name="T2" fmla="*/ 5 w 467"/>
                <a:gd name="T3" fmla="*/ 18 h 131"/>
                <a:gd name="T4" fmla="*/ 14 w 467"/>
                <a:gd name="T5" fmla="*/ 0 h 131"/>
                <a:gd name="T6" fmla="*/ 382 w 467"/>
                <a:gd name="T7" fmla="*/ 0 h 131"/>
                <a:gd name="T8" fmla="*/ 392 w 467"/>
                <a:gd name="T9" fmla="*/ 6 h 131"/>
                <a:gd name="T10" fmla="*/ 462 w 467"/>
                <a:gd name="T11" fmla="*/ 113 h 131"/>
                <a:gd name="T12" fmla="*/ 453 w 467"/>
                <a:gd name="T13" fmla="*/ 131 h 131"/>
                <a:gd name="T14" fmla="*/ 85 w 467"/>
                <a:gd name="T15" fmla="*/ 131 h 131"/>
                <a:gd name="T16" fmla="*/ 75 w 467"/>
                <a:gd name="T17" fmla="*/ 12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3"/>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6" name="TextBox 72"/>
            <p:cNvSpPr txBox="1"/>
            <p:nvPr/>
          </p:nvSpPr>
          <p:spPr>
            <a:xfrm>
              <a:off x="5199132" y="3578224"/>
              <a:ext cx="774571" cy="461665"/>
            </a:xfrm>
            <a:prstGeom prst="rect">
              <a:avLst/>
            </a:prstGeom>
            <a:noFill/>
          </p:spPr>
          <p:txBody>
            <a:bodyPr wrap="none" rtlCol="0">
              <a:spAutoFit/>
            </a:bodyPr>
            <a:lstStyle/>
            <a:p>
              <a:r>
                <a:rPr lang="en-GB" sz="2400" b="1" dirty="0">
                  <a:solidFill>
                    <a:prstClr val="white"/>
                  </a:solidFill>
                  <a:latin typeface="Roboto Condensed Light" panose="02000000000000000000" pitchFamily="2" charset="0"/>
                  <a:ea typeface="Roboto Condensed Light" panose="02000000000000000000" pitchFamily="2" charset="0"/>
                </a:rPr>
                <a:t>2008</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17" name="组合 16">
            <a:extLst>
              <a:ext uri="{FF2B5EF4-FFF2-40B4-BE49-F238E27FC236}">
                <a16:creationId xmlns:a16="http://schemas.microsoft.com/office/drawing/2014/main" id="{8119DE46-E397-1B1B-AFFA-265B6999F280}"/>
              </a:ext>
            </a:extLst>
          </p:cNvPr>
          <p:cNvGrpSpPr/>
          <p:nvPr/>
        </p:nvGrpSpPr>
        <p:grpSpPr>
          <a:xfrm>
            <a:off x="6329363" y="3592512"/>
            <a:ext cx="1752600" cy="492125"/>
            <a:chOff x="6329363" y="3592512"/>
            <a:chExt cx="1752600" cy="492125"/>
          </a:xfrm>
        </p:grpSpPr>
        <p:sp>
          <p:nvSpPr>
            <p:cNvPr id="75" name="Freeform 9"/>
            <p:cNvSpPr/>
            <p:nvPr/>
          </p:nvSpPr>
          <p:spPr bwMode="auto">
            <a:xfrm>
              <a:off x="6329363" y="3592512"/>
              <a:ext cx="1752600" cy="492125"/>
            </a:xfrm>
            <a:custGeom>
              <a:avLst/>
              <a:gdLst>
                <a:gd name="T0" fmla="*/ 75 w 467"/>
                <a:gd name="T1" fmla="*/ 125 h 131"/>
                <a:gd name="T2" fmla="*/ 5 w 467"/>
                <a:gd name="T3" fmla="*/ 18 h 131"/>
                <a:gd name="T4" fmla="*/ 14 w 467"/>
                <a:gd name="T5" fmla="*/ 0 h 131"/>
                <a:gd name="T6" fmla="*/ 382 w 467"/>
                <a:gd name="T7" fmla="*/ 0 h 131"/>
                <a:gd name="T8" fmla="*/ 392 w 467"/>
                <a:gd name="T9" fmla="*/ 6 h 131"/>
                <a:gd name="T10" fmla="*/ 462 w 467"/>
                <a:gd name="T11" fmla="*/ 113 h 131"/>
                <a:gd name="T12" fmla="*/ 453 w 467"/>
                <a:gd name="T13" fmla="*/ 131 h 131"/>
                <a:gd name="T14" fmla="*/ 85 w 467"/>
                <a:gd name="T15" fmla="*/ 131 h 131"/>
                <a:gd name="T16" fmla="*/ 75 w 467"/>
                <a:gd name="T17" fmla="*/ 12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4"/>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7" name="TextBox 73"/>
            <p:cNvSpPr txBox="1"/>
            <p:nvPr/>
          </p:nvSpPr>
          <p:spPr>
            <a:xfrm>
              <a:off x="6885274" y="3607741"/>
              <a:ext cx="774571" cy="461665"/>
            </a:xfrm>
            <a:prstGeom prst="rect">
              <a:avLst/>
            </a:prstGeom>
            <a:noFill/>
          </p:spPr>
          <p:txBody>
            <a:bodyPr wrap="none" rtlCol="0">
              <a:spAutoFit/>
            </a:bodyPr>
            <a:lstStyle/>
            <a:p>
              <a:r>
                <a:rPr lang="en-GB" sz="2400" b="1" dirty="0">
                  <a:solidFill>
                    <a:prstClr val="white"/>
                  </a:solidFill>
                  <a:latin typeface="Roboto Condensed Light" panose="02000000000000000000" pitchFamily="2" charset="0"/>
                  <a:ea typeface="Roboto Condensed Light" panose="02000000000000000000" pitchFamily="2" charset="0"/>
                </a:rPr>
                <a:t>200</a:t>
              </a:r>
              <a:r>
                <a:rPr lang="en-US" altLang="zh-CN" sz="2400" b="1" dirty="0">
                  <a:solidFill>
                    <a:prstClr val="white"/>
                  </a:solidFill>
                  <a:latin typeface="Roboto Condensed Light" panose="02000000000000000000" pitchFamily="2" charset="0"/>
                  <a:ea typeface="Roboto Condensed Light" panose="02000000000000000000" pitchFamily="2" charset="0"/>
                </a:rPr>
                <a:t>8</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18" name="组合 17">
            <a:extLst>
              <a:ext uri="{FF2B5EF4-FFF2-40B4-BE49-F238E27FC236}">
                <a16:creationId xmlns:a16="http://schemas.microsoft.com/office/drawing/2014/main" id="{CD7B9A63-9F07-5C18-88E7-C24A19ED3A10}"/>
              </a:ext>
            </a:extLst>
          </p:cNvPr>
          <p:cNvGrpSpPr/>
          <p:nvPr/>
        </p:nvGrpSpPr>
        <p:grpSpPr>
          <a:xfrm>
            <a:off x="7980363" y="3592512"/>
            <a:ext cx="1754188" cy="492125"/>
            <a:chOff x="7980363" y="3592512"/>
            <a:chExt cx="1754188" cy="492125"/>
          </a:xfrm>
        </p:grpSpPr>
        <p:sp>
          <p:nvSpPr>
            <p:cNvPr id="35" name="Freeform 10"/>
            <p:cNvSpPr/>
            <p:nvPr/>
          </p:nvSpPr>
          <p:spPr bwMode="auto">
            <a:xfrm>
              <a:off x="7980363" y="3592512"/>
              <a:ext cx="1754188" cy="492125"/>
            </a:xfrm>
            <a:custGeom>
              <a:avLst/>
              <a:gdLst>
                <a:gd name="T0" fmla="*/ 75 w 467"/>
                <a:gd name="T1" fmla="*/ 125 h 131"/>
                <a:gd name="T2" fmla="*/ 5 w 467"/>
                <a:gd name="T3" fmla="*/ 18 h 131"/>
                <a:gd name="T4" fmla="*/ 14 w 467"/>
                <a:gd name="T5" fmla="*/ 0 h 131"/>
                <a:gd name="T6" fmla="*/ 382 w 467"/>
                <a:gd name="T7" fmla="*/ 0 h 131"/>
                <a:gd name="T8" fmla="*/ 392 w 467"/>
                <a:gd name="T9" fmla="*/ 6 h 131"/>
                <a:gd name="T10" fmla="*/ 462 w 467"/>
                <a:gd name="T11" fmla="*/ 113 h 131"/>
                <a:gd name="T12" fmla="*/ 453 w 467"/>
                <a:gd name="T13" fmla="*/ 131 h 131"/>
                <a:gd name="T14" fmla="*/ 85 w 467"/>
                <a:gd name="T15" fmla="*/ 131 h 131"/>
                <a:gd name="T16" fmla="*/ 75 w 467"/>
                <a:gd name="T17" fmla="*/ 12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chemeClr val="accent5"/>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8" name="TextBox 74"/>
            <p:cNvSpPr txBox="1"/>
            <p:nvPr/>
          </p:nvSpPr>
          <p:spPr>
            <a:xfrm>
              <a:off x="8526578" y="3605508"/>
              <a:ext cx="774571" cy="461665"/>
            </a:xfrm>
            <a:prstGeom prst="rect">
              <a:avLst/>
            </a:prstGeom>
            <a:noFill/>
          </p:spPr>
          <p:txBody>
            <a:bodyPr wrap="none" rtlCol="0">
              <a:spAutoFit/>
            </a:bodyPr>
            <a:lstStyle/>
            <a:p>
              <a:r>
                <a:rPr lang="en-US" altLang="zh-CN" sz="2400" b="1" dirty="0">
                  <a:solidFill>
                    <a:prstClr val="white"/>
                  </a:solidFill>
                  <a:latin typeface="Roboto Condensed Light" panose="02000000000000000000" pitchFamily="2" charset="0"/>
                  <a:ea typeface="Roboto Condensed Light" panose="02000000000000000000" pitchFamily="2" charset="0"/>
                </a:rPr>
                <a:t>2010</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19" name="组合 18">
            <a:extLst>
              <a:ext uri="{FF2B5EF4-FFF2-40B4-BE49-F238E27FC236}">
                <a16:creationId xmlns:a16="http://schemas.microsoft.com/office/drawing/2014/main" id="{1A9AC193-6DCE-15A1-7AAA-5504DBFA8401}"/>
              </a:ext>
            </a:extLst>
          </p:cNvPr>
          <p:cNvGrpSpPr/>
          <p:nvPr/>
        </p:nvGrpSpPr>
        <p:grpSpPr>
          <a:xfrm>
            <a:off x="9644063" y="3589632"/>
            <a:ext cx="1730375" cy="495005"/>
            <a:chOff x="9644063" y="3589632"/>
            <a:chExt cx="1730375" cy="495005"/>
          </a:xfrm>
        </p:grpSpPr>
        <p:sp>
          <p:nvSpPr>
            <p:cNvPr id="36" name="Freeform 11"/>
            <p:cNvSpPr/>
            <p:nvPr/>
          </p:nvSpPr>
          <p:spPr bwMode="auto">
            <a:xfrm>
              <a:off x="9644063" y="3592512"/>
              <a:ext cx="1730375" cy="492125"/>
            </a:xfrm>
            <a:custGeom>
              <a:avLst/>
              <a:gdLst>
                <a:gd name="T0" fmla="*/ 70 w 461"/>
                <a:gd name="T1" fmla="*/ 123 h 131"/>
                <a:gd name="T2" fmla="*/ 7 w 461"/>
                <a:gd name="T3" fmla="*/ 27 h 131"/>
                <a:gd name="T4" fmla="*/ 22 w 461"/>
                <a:gd name="T5" fmla="*/ 0 h 131"/>
                <a:gd name="T6" fmla="*/ 376 w 461"/>
                <a:gd name="T7" fmla="*/ 0 h 131"/>
                <a:gd name="T8" fmla="*/ 391 w 461"/>
                <a:gd name="T9" fmla="*/ 8 h 131"/>
                <a:gd name="T10" fmla="*/ 453 w 461"/>
                <a:gd name="T11" fmla="*/ 104 h 131"/>
                <a:gd name="T12" fmla="*/ 439 w 461"/>
                <a:gd name="T13" fmla="*/ 131 h 131"/>
                <a:gd name="T14" fmla="*/ 85 w 461"/>
                <a:gd name="T15" fmla="*/ 131 h 131"/>
                <a:gd name="T16" fmla="*/ 70 w 461"/>
                <a:gd name="T17" fmla="*/ 12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1" h="131">
                  <a:moveTo>
                    <a:pt x="70" y="123"/>
                  </a:moveTo>
                  <a:cubicBezTo>
                    <a:pt x="7" y="27"/>
                    <a:pt x="7" y="27"/>
                    <a:pt x="7" y="27"/>
                  </a:cubicBezTo>
                  <a:cubicBezTo>
                    <a:pt x="0" y="16"/>
                    <a:pt x="8" y="0"/>
                    <a:pt x="22" y="0"/>
                  </a:cubicBezTo>
                  <a:cubicBezTo>
                    <a:pt x="376" y="0"/>
                    <a:pt x="376" y="0"/>
                    <a:pt x="376" y="0"/>
                  </a:cubicBezTo>
                  <a:cubicBezTo>
                    <a:pt x="382" y="0"/>
                    <a:pt x="387" y="3"/>
                    <a:pt x="391" y="8"/>
                  </a:cubicBezTo>
                  <a:cubicBezTo>
                    <a:pt x="453" y="104"/>
                    <a:pt x="453" y="104"/>
                    <a:pt x="453" y="104"/>
                  </a:cubicBezTo>
                  <a:cubicBezTo>
                    <a:pt x="461" y="116"/>
                    <a:pt x="453" y="131"/>
                    <a:pt x="439" y="131"/>
                  </a:cubicBezTo>
                  <a:cubicBezTo>
                    <a:pt x="85" y="131"/>
                    <a:pt x="85" y="131"/>
                    <a:pt x="85" y="131"/>
                  </a:cubicBezTo>
                  <a:cubicBezTo>
                    <a:pt x="79" y="131"/>
                    <a:pt x="73" y="128"/>
                    <a:pt x="70" y="123"/>
                  </a:cubicBezTo>
                  <a:close/>
                </a:path>
              </a:pathLst>
            </a:custGeom>
            <a:solidFill>
              <a:schemeClr val="tx1">
                <a:lumMod val="65000"/>
                <a:lumOff val="3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IN" sz="1800" b="0" i="0" u="none" strike="noStrike" kern="0" cap="none" spc="0" normalizeH="0" baseline="0" noProof="0">
                <a:ln>
                  <a:noFill/>
                </a:ln>
                <a:solidFill>
                  <a:prstClr val="black"/>
                </a:solidFill>
                <a:effectLst/>
                <a:uLnTx/>
                <a:uFillTx/>
                <a:latin typeface="Calibri" panose="020F0502020204030204"/>
              </a:endParaRPr>
            </a:p>
          </p:txBody>
        </p:sp>
        <p:sp>
          <p:nvSpPr>
            <p:cNvPr id="89" name="TextBox 75"/>
            <p:cNvSpPr txBox="1"/>
            <p:nvPr/>
          </p:nvSpPr>
          <p:spPr>
            <a:xfrm>
              <a:off x="10185686" y="3589632"/>
              <a:ext cx="768159" cy="461665"/>
            </a:xfrm>
            <a:prstGeom prst="rect">
              <a:avLst/>
            </a:prstGeom>
            <a:noFill/>
          </p:spPr>
          <p:txBody>
            <a:bodyPr wrap="none" rtlCol="0">
              <a:spAutoFit/>
            </a:bodyPr>
            <a:lstStyle/>
            <a:p>
              <a:r>
                <a:rPr lang="en-GB" sz="2400" b="1" dirty="0">
                  <a:solidFill>
                    <a:prstClr val="white"/>
                  </a:solidFill>
                  <a:latin typeface="Roboto Condensed Light" panose="02000000000000000000" pitchFamily="2" charset="0"/>
                  <a:ea typeface="Roboto Condensed Light" panose="02000000000000000000" pitchFamily="2" charset="0"/>
                </a:rPr>
                <a:t>2011</a:t>
              </a:r>
              <a:endParaRPr lang="en-IN" sz="2400" b="1" dirty="0">
                <a:solidFill>
                  <a:prstClr val="white"/>
                </a:solidFill>
                <a:latin typeface="Roboto Condensed Light" panose="02000000000000000000" pitchFamily="2" charset="0"/>
                <a:ea typeface="Roboto Condensed Light" panose="02000000000000000000" pitchFamily="2" charset="0"/>
              </a:endParaRPr>
            </a:p>
          </p:txBody>
        </p:sp>
      </p:grpSp>
      <p:grpSp>
        <p:nvGrpSpPr>
          <p:cNvPr id="9" name="组合 8">
            <a:extLst>
              <a:ext uri="{FF2B5EF4-FFF2-40B4-BE49-F238E27FC236}">
                <a16:creationId xmlns:a16="http://schemas.microsoft.com/office/drawing/2014/main" id="{55FD19E3-D322-8358-BE8C-A58C16058700}"/>
              </a:ext>
            </a:extLst>
          </p:cNvPr>
          <p:cNvGrpSpPr/>
          <p:nvPr/>
        </p:nvGrpSpPr>
        <p:grpSpPr>
          <a:xfrm>
            <a:off x="8077868" y="1101098"/>
            <a:ext cx="3057247" cy="1045820"/>
            <a:chOff x="7956410" y="1259883"/>
            <a:chExt cx="3057247" cy="1045820"/>
          </a:xfrm>
        </p:grpSpPr>
        <p:sp>
          <p:nvSpPr>
            <p:cNvPr id="94" name="TextBox 92"/>
            <p:cNvSpPr txBox="1"/>
            <p:nvPr/>
          </p:nvSpPr>
          <p:spPr>
            <a:xfrm>
              <a:off x="7956410" y="1259883"/>
              <a:ext cx="3057247" cy="338554"/>
            </a:xfrm>
            <a:prstGeom prst="rect">
              <a:avLst/>
            </a:prstGeom>
            <a:noFill/>
          </p:spPr>
          <p:txBody>
            <a:bodyPr wrap="none" rtlCol="0">
              <a:spAutoFit/>
            </a:bodyPr>
            <a:lstStyle/>
            <a:p>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海峡两岸经济合作框架协议</a:t>
              </a:r>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endParaRPr lang="en-I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5" name="Rectangle 93"/>
            <p:cNvSpPr/>
            <p:nvPr/>
          </p:nvSpPr>
          <p:spPr>
            <a:xfrm>
              <a:off x="8187213" y="1546008"/>
              <a:ext cx="2474437" cy="759695"/>
            </a:xfrm>
            <a:prstGeom prst="rect">
              <a:avLst/>
            </a:prstGeom>
          </p:spPr>
          <p:txBody>
            <a:bodyPr wrap="square">
              <a:spAutoFit/>
            </a:bodyPr>
            <a:lstStyle/>
            <a:p>
              <a:pPr algn="ctr">
                <a:lnSpc>
                  <a:spcPct val="150000"/>
                </a:lnSpc>
              </a:pP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6</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月，</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海峡两岸经济合作框架协议</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的签署，推进了两岸经济合作机制化、制度化进程。</a:t>
              </a:r>
              <a:endParaRPr lang="en-I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0" name="组合 9">
            <a:extLst>
              <a:ext uri="{FF2B5EF4-FFF2-40B4-BE49-F238E27FC236}">
                <a16:creationId xmlns:a16="http://schemas.microsoft.com/office/drawing/2014/main" id="{951E5ED9-076A-D897-E45B-34AE1B75B583}"/>
              </a:ext>
            </a:extLst>
          </p:cNvPr>
          <p:cNvGrpSpPr/>
          <p:nvPr/>
        </p:nvGrpSpPr>
        <p:grpSpPr>
          <a:xfrm>
            <a:off x="9288403" y="5625337"/>
            <a:ext cx="2441694" cy="1036927"/>
            <a:chOff x="9606492" y="5637204"/>
            <a:chExt cx="2441694" cy="1036927"/>
          </a:xfrm>
        </p:grpSpPr>
        <p:sp>
          <p:nvSpPr>
            <p:cNvPr id="96" name="TextBox 96"/>
            <p:cNvSpPr txBox="1"/>
            <p:nvPr/>
          </p:nvSpPr>
          <p:spPr>
            <a:xfrm>
              <a:off x="9606492" y="5637204"/>
              <a:ext cx="2441694" cy="338554"/>
            </a:xfrm>
            <a:prstGeom prst="rect">
              <a:avLst/>
            </a:prstGeom>
            <a:noFill/>
          </p:spPr>
          <p:txBody>
            <a:bodyPr wrap="none" rtlCol="0">
              <a:spAutoFit/>
            </a:bodyPr>
            <a:lstStyle/>
            <a:p>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明确香港基本法相关条款</a:t>
              </a:r>
              <a:endParaRPr lang="en-I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7" name="Rectangle 97"/>
            <p:cNvSpPr/>
            <p:nvPr/>
          </p:nvSpPr>
          <p:spPr>
            <a:xfrm>
              <a:off x="9759815" y="5914436"/>
              <a:ext cx="2135048" cy="759695"/>
            </a:xfrm>
            <a:prstGeom prst="rect">
              <a:avLst/>
            </a:prstGeom>
          </p:spPr>
          <p:txBody>
            <a:bodyPr wrap="square">
              <a:spAutoFit/>
            </a:bodyPr>
            <a:lstStyle/>
            <a:p>
              <a:pPr algn="ctr">
                <a:lnSpc>
                  <a:spcPct val="150000"/>
                </a:lnSpc>
              </a:pP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十一届全国人大常委会明确香港基本法相关条款，涉及特区行政长官和立法会产生办法的修改。</a:t>
              </a:r>
              <a:endParaRPr lang="en-I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7" name="组合 6">
            <a:extLst>
              <a:ext uri="{FF2B5EF4-FFF2-40B4-BE49-F238E27FC236}">
                <a16:creationId xmlns:a16="http://schemas.microsoft.com/office/drawing/2014/main" id="{B8D68285-D45E-D6F3-8F99-2D95CC77507F}"/>
              </a:ext>
            </a:extLst>
          </p:cNvPr>
          <p:cNvGrpSpPr/>
          <p:nvPr/>
        </p:nvGrpSpPr>
        <p:grpSpPr>
          <a:xfrm>
            <a:off x="5560616" y="5629485"/>
            <a:ext cx="3496470" cy="1329595"/>
            <a:chOff x="5410200" y="5014495"/>
            <a:chExt cx="3496470" cy="1329595"/>
          </a:xfrm>
        </p:grpSpPr>
        <p:sp>
          <p:nvSpPr>
            <p:cNvPr id="98" name="TextBox 98"/>
            <p:cNvSpPr txBox="1"/>
            <p:nvPr/>
          </p:nvSpPr>
          <p:spPr>
            <a:xfrm>
              <a:off x="5410200" y="5014495"/>
              <a:ext cx="3496470" cy="338554"/>
            </a:xfrm>
            <a:prstGeom prst="rect">
              <a:avLst/>
            </a:prstGeom>
            <a:noFill/>
          </p:spPr>
          <p:txBody>
            <a:bodyPr wrap="none" rtlCol="0">
              <a:spAutoFit/>
            </a:bodyPr>
            <a:lstStyle/>
            <a:p>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告台湾同胞书</a:t>
              </a:r>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发表</a:t>
              </a:r>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30</a:t>
              </a:r>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周年座谈会</a:t>
              </a:r>
              <a:endParaRPr lang="en-I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9" name="Rectangle 99"/>
            <p:cNvSpPr/>
            <p:nvPr/>
          </p:nvSpPr>
          <p:spPr>
            <a:xfrm>
              <a:off x="5861661" y="5353049"/>
              <a:ext cx="2646049" cy="991041"/>
            </a:xfrm>
            <a:prstGeom prst="rect">
              <a:avLst/>
            </a:prstGeom>
          </p:spPr>
          <p:txBody>
            <a:bodyPr wrap="square">
              <a:spAutoFit/>
            </a:bodyPr>
            <a:lstStyle/>
            <a:p>
              <a:pPr algn="ctr">
                <a:lnSpc>
                  <a:spcPct val="150000"/>
                </a:lnSpc>
              </a:pP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12</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月，胡锦涛在</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告台湾同胞书</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发表</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30</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周年座谈会上发表讲话，提出推动两岸关系和平发展六点主张。</a:t>
              </a:r>
            </a:p>
            <a:p>
              <a:pPr algn="ctr">
                <a:lnSpc>
                  <a:spcPct val="150000"/>
                </a:lnSpc>
              </a:pPr>
              <a:endPar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8" name="组合 7">
            <a:extLst>
              <a:ext uri="{FF2B5EF4-FFF2-40B4-BE49-F238E27FC236}">
                <a16:creationId xmlns:a16="http://schemas.microsoft.com/office/drawing/2014/main" id="{175663C2-16ED-F552-9EB5-7ECAFF2E210C}"/>
              </a:ext>
            </a:extLst>
          </p:cNvPr>
          <p:cNvGrpSpPr/>
          <p:nvPr/>
        </p:nvGrpSpPr>
        <p:grpSpPr>
          <a:xfrm>
            <a:off x="1434628" y="5550500"/>
            <a:ext cx="3672800" cy="793671"/>
            <a:chOff x="2065675" y="5624445"/>
            <a:chExt cx="3672800" cy="793671"/>
          </a:xfrm>
        </p:grpSpPr>
        <p:sp>
          <p:nvSpPr>
            <p:cNvPr id="100" name="TextBox 100"/>
            <p:cNvSpPr txBox="1"/>
            <p:nvPr/>
          </p:nvSpPr>
          <p:spPr>
            <a:xfrm>
              <a:off x="2065675" y="5624445"/>
              <a:ext cx="3672800" cy="338554"/>
            </a:xfrm>
            <a:prstGeom prst="rect">
              <a:avLst/>
            </a:prstGeom>
            <a:noFill/>
          </p:spPr>
          <p:txBody>
            <a:bodyPr wrap="none" rtlCol="0">
              <a:spAutoFit/>
            </a:bodyPr>
            <a:lstStyle/>
            <a:p>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胡锦涛主席和国名党主席连战在京会面</a:t>
              </a:r>
              <a:endParaRPr lang="en-I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99">
              <a:extLst>
                <a:ext uri="{FF2B5EF4-FFF2-40B4-BE49-F238E27FC236}">
                  <a16:creationId xmlns:a16="http://schemas.microsoft.com/office/drawing/2014/main" id="{60A3A00A-ACA9-03DD-DDBF-82866B773746}"/>
                </a:ext>
              </a:extLst>
            </p:cNvPr>
            <p:cNvSpPr/>
            <p:nvPr/>
          </p:nvSpPr>
          <p:spPr>
            <a:xfrm>
              <a:off x="3001582" y="5888740"/>
              <a:ext cx="1910523" cy="529376"/>
            </a:xfrm>
            <a:prstGeom prst="rect">
              <a:avLst/>
            </a:prstGeom>
          </p:spPr>
          <p:txBody>
            <a:bodyPr wrap="square">
              <a:spAutoFit/>
            </a:bodyPr>
            <a:lstStyle/>
            <a:p>
              <a:pPr algn="ctr">
                <a:lnSpc>
                  <a:spcPct val="150000"/>
                </a:lnSpc>
              </a:pP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是</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60</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年来两党主要领导人第一次历史性握手</a:t>
              </a:r>
              <a:endParaRPr lang="en-I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13" name="组合 12">
            <a:extLst>
              <a:ext uri="{FF2B5EF4-FFF2-40B4-BE49-F238E27FC236}">
                <a16:creationId xmlns:a16="http://schemas.microsoft.com/office/drawing/2014/main" id="{2CF6C71B-F222-5C07-6D9F-D719BBF694B9}"/>
              </a:ext>
            </a:extLst>
          </p:cNvPr>
          <p:cNvGrpSpPr/>
          <p:nvPr/>
        </p:nvGrpSpPr>
        <p:grpSpPr>
          <a:xfrm>
            <a:off x="3493393" y="1887771"/>
            <a:ext cx="4214615" cy="674003"/>
            <a:chOff x="3701903" y="1398382"/>
            <a:chExt cx="4214615" cy="674003"/>
          </a:xfrm>
        </p:grpSpPr>
        <p:sp>
          <p:nvSpPr>
            <p:cNvPr id="92" name="TextBox 89"/>
            <p:cNvSpPr txBox="1"/>
            <p:nvPr/>
          </p:nvSpPr>
          <p:spPr>
            <a:xfrm>
              <a:off x="3701903" y="1398382"/>
              <a:ext cx="4214615" cy="338554"/>
            </a:xfrm>
            <a:prstGeom prst="rect">
              <a:avLst/>
            </a:prstGeom>
            <a:noFill/>
          </p:spPr>
          <p:txBody>
            <a:bodyPr wrap="none" rtlCol="0">
              <a:spAutoFit/>
            </a:bodyPr>
            <a:lstStyle/>
            <a:p>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海协会与海基会恢复协商，推动两岸“三通”</a:t>
              </a:r>
              <a:endParaRPr lang="en-IN" sz="12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Rectangle 93">
              <a:extLst>
                <a:ext uri="{FF2B5EF4-FFF2-40B4-BE49-F238E27FC236}">
                  <a16:creationId xmlns:a16="http://schemas.microsoft.com/office/drawing/2014/main" id="{7E303746-0A08-7C58-46BB-294ABBAD5185}"/>
                </a:ext>
              </a:extLst>
            </p:cNvPr>
            <p:cNvSpPr/>
            <p:nvPr/>
          </p:nvSpPr>
          <p:spPr>
            <a:xfrm>
              <a:off x="4461394" y="1774355"/>
              <a:ext cx="2554161" cy="298030"/>
            </a:xfrm>
            <a:prstGeom prst="rect">
              <a:avLst/>
            </a:prstGeom>
          </p:spPr>
          <p:txBody>
            <a:bodyPr wrap="square">
              <a:spAutoFit/>
            </a:bodyPr>
            <a:lstStyle/>
            <a:p>
              <a:pPr algn="ctr">
                <a:lnSpc>
                  <a:spcPct val="150000"/>
                </a:lnSpc>
              </a:pP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6</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月份，在九二共识基础上恢复制度化协商</a:t>
              </a:r>
              <a:endParaRPr lang="en-I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6" name="组合 5">
            <a:extLst>
              <a:ext uri="{FF2B5EF4-FFF2-40B4-BE49-F238E27FC236}">
                <a16:creationId xmlns:a16="http://schemas.microsoft.com/office/drawing/2014/main" id="{EDBFBC73-3266-A3CE-DE7D-949A2ED126E9}"/>
              </a:ext>
            </a:extLst>
          </p:cNvPr>
          <p:cNvGrpSpPr/>
          <p:nvPr/>
        </p:nvGrpSpPr>
        <p:grpSpPr>
          <a:xfrm>
            <a:off x="577334" y="1018236"/>
            <a:ext cx="3467616" cy="646489"/>
            <a:chOff x="317975" y="1336856"/>
            <a:chExt cx="3467616" cy="646489"/>
          </a:xfrm>
        </p:grpSpPr>
        <p:sp>
          <p:nvSpPr>
            <p:cNvPr id="90" name="TextBox 76"/>
            <p:cNvSpPr txBox="1"/>
            <p:nvPr/>
          </p:nvSpPr>
          <p:spPr>
            <a:xfrm>
              <a:off x="317975" y="1336856"/>
              <a:ext cx="3467616" cy="338554"/>
            </a:xfrm>
            <a:prstGeom prst="rect">
              <a:avLst/>
            </a:prstGeom>
            <a:noFill/>
          </p:spPr>
          <p:txBody>
            <a:bodyPr wrap="none" rtlCol="0">
              <a:spAutoFit/>
            </a:bodyPr>
            <a:lstStyle/>
            <a:p>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r>
                <a:rPr lang="zh-CN" altLang="en-US"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关于建立更紧密经贸关系的安排</a:t>
              </a:r>
              <a:r>
                <a:rPr lang="en-US" altLang="zh-C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rPr>
                <a:t>》</a:t>
              </a:r>
              <a:endParaRPr lang="en-IN" sz="1600" b="1" dirty="0">
                <a:solidFill>
                  <a:srgbClr val="262626"/>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Rectangle 93">
              <a:extLst>
                <a:ext uri="{FF2B5EF4-FFF2-40B4-BE49-F238E27FC236}">
                  <a16:creationId xmlns:a16="http://schemas.microsoft.com/office/drawing/2014/main" id="{E369983B-1E4D-77CC-79D4-6C0DC181F365}"/>
                </a:ext>
              </a:extLst>
            </p:cNvPr>
            <p:cNvSpPr/>
            <p:nvPr/>
          </p:nvSpPr>
          <p:spPr>
            <a:xfrm>
              <a:off x="502492" y="1685315"/>
              <a:ext cx="3027265" cy="298030"/>
            </a:xfrm>
            <a:prstGeom prst="rect">
              <a:avLst/>
            </a:prstGeom>
          </p:spPr>
          <p:txBody>
            <a:bodyPr wrap="square">
              <a:spAutoFit/>
            </a:bodyPr>
            <a:lstStyle/>
            <a:p>
              <a:pPr algn="ctr">
                <a:lnSpc>
                  <a:spcPct val="150000"/>
                </a:lnSpc>
              </a:pP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内地与香港、澳门分别签署</a:t>
              </a:r>
              <a:r>
                <a:rPr lang="en-US" altLang="zh-CN"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CEPA</a:t>
              </a:r>
              <a:r>
                <a:rPr lang="zh-CN" altLang="en-US" sz="1000" dirty="0">
                  <a:solidFill>
                    <a:prstClr val="white">
                      <a:lumMod val="50000"/>
                    </a:prstClr>
                  </a:solidFill>
                  <a:latin typeface="Open Sans" panose="020B0606030504020204" pitchFamily="34" charset="0"/>
                  <a:ea typeface="Open Sans" panose="020B0606030504020204" pitchFamily="34" charset="0"/>
                  <a:cs typeface="Open Sans" panose="020B0606030504020204" pitchFamily="34" charset="0"/>
                </a:rPr>
                <a:t>，促进经济融合。</a:t>
              </a:r>
            </a:p>
          </p:txBody>
        </p:sp>
      </p:grpSp>
    </p:spTree>
  </p:cSld>
  <p:clrMapOvr>
    <a:masterClrMapping/>
  </p:clrMapOvr>
  <mc:AlternateContent xmlns:mc="http://schemas.openxmlformats.org/markup-compatibility/2006" xmlns:p14="http://schemas.microsoft.com/office/powerpoint/2010/main">
    <mc:Choice Requires="p14">
      <p:transition spd="slow" p14:dur="1250" advClick="0" advTm="20000">
        <p14:switch dir="r"/>
      </p:transition>
    </mc:Choice>
    <mc:Fallback xmlns="">
      <p:transition spd="slow" advClick="0" advTm="20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3840CE-4211-7254-12A4-38D3C4C71ADB}"/>
              </a:ext>
            </a:extLst>
          </p:cNvPr>
          <p:cNvSpPr>
            <a:spLocks noGrp="1"/>
          </p:cNvSpPr>
          <p:nvPr>
            <p:ph type="title"/>
          </p:nvPr>
        </p:nvSpPr>
        <p:spPr/>
        <p:txBody>
          <a:bodyPr/>
          <a:lstStyle/>
          <a:p>
            <a:r>
              <a:rPr lang="zh-CN" altLang="en-US" dirty="0"/>
              <a:t>人大释法</a:t>
            </a:r>
          </a:p>
        </p:txBody>
      </p:sp>
      <p:sp>
        <p:nvSpPr>
          <p:cNvPr id="3" name="内容占位符 2">
            <a:extLst>
              <a:ext uri="{FF2B5EF4-FFF2-40B4-BE49-F238E27FC236}">
                <a16:creationId xmlns:a16="http://schemas.microsoft.com/office/drawing/2014/main" id="{79B91764-1330-D55F-1EA1-EA133D13D3DF}"/>
              </a:ext>
            </a:extLst>
          </p:cNvPr>
          <p:cNvSpPr>
            <a:spLocks noGrp="1"/>
          </p:cNvSpPr>
          <p:nvPr>
            <p:ph idx="1"/>
          </p:nvPr>
        </p:nvSpPr>
        <p:spPr/>
        <p:txBody>
          <a:bodyPr>
            <a:normAutofit/>
          </a:bodyPr>
          <a:lstStyle/>
          <a:p>
            <a:pPr>
              <a:lnSpc>
                <a:spcPct val="150000"/>
              </a:lnSpc>
            </a:pPr>
            <a:r>
              <a:rPr lang="zh-CN" altLang="en-US" b="1" i="0" dirty="0">
                <a:solidFill>
                  <a:srgbClr val="404040"/>
                </a:solidFill>
                <a:effectLst/>
                <a:latin typeface="DeepSeek-CJK-patch"/>
              </a:rPr>
              <a:t>人大释法</a:t>
            </a:r>
            <a:r>
              <a:rPr lang="zh-CN" altLang="en-US" b="0" i="0" dirty="0">
                <a:solidFill>
                  <a:srgbClr val="404040"/>
                </a:solidFill>
                <a:effectLst/>
                <a:latin typeface="DeepSeek-CJK-patch"/>
              </a:rPr>
              <a:t>是指中国</a:t>
            </a:r>
            <a:r>
              <a:rPr lang="zh-CN" altLang="en-US" b="1" i="0" dirty="0">
                <a:solidFill>
                  <a:srgbClr val="404040"/>
                </a:solidFill>
                <a:effectLst/>
                <a:latin typeface="DeepSeek-CJK-patch"/>
              </a:rPr>
              <a:t>全国人民代表大会常务委员会（</a:t>
            </a:r>
            <a:r>
              <a:rPr lang="en-US" altLang="zh-CN" b="1" i="0" dirty="0">
                <a:solidFill>
                  <a:srgbClr val="404040"/>
                </a:solidFill>
                <a:effectLst/>
                <a:latin typeface="DeepSeek-CJK-patch"/>
              </a:rPr>
              <a:t>NPCSC</a:t>
            </a:r>
            <a:r>
              <a:rPr lang="zh-CN" altLang="en-US" b="1" i="0" dirty="0">
                <a:solidFill>
                  <a:srgbClr val="404040"/>
                </a:solidFill>
                <a:effectLst/>
                <a:latin typeface="DeepSeek-CJK-patch"/>
              </a:rPr>
              <a:t>）</a:t>
            </a:r>
            <a:r>
              <a:rPr lang="zh-CN" altLang="en-US" b="0" i="0" dirty="0">
                <a:solidFill>
                  <a:srgbClr val="404040"/>
                </a:solidFill>
                <a:effectLst/>
                <a:latin typeface="DeepSeek-CJK-patch"/>
              </a:rPr>
              <a:t>对香港和澳门特别行政区基本法的有关条款进行解释的行为。这是中国宪法和特别行政区基本法赋予全国人大常委会的一项重要权力，旨在确保基本法的正确实施，维护“一国两制”原则。</a:t>
            </a:r>
            <a:endParaRPr lang="zh-CN" altLang="en-US" b="1" dirty="0"/>
          </a:p>
          <a:p>
            <a:pPr>
              <a:lnSpc>
                <a:spcPct val="150000"/>
              </a:lnSpc>
            </a:pPr>
            <a:r>
              <a:rPr lang="zh-CN" altLang="en-US" dirty="0"/>
              <a:t>中国大陆实行成文法，属于大陆法系；而香港在</a:t>
            </a:r>
            <a:r>
              <a:rPr lang="en-US" altLang="zh-CN" dirty="0"/>
              <a:t>1997</a:t>
            </a:r>
            <a:r>
              <a:rPr lang="zh-CN" altLang="en-US" dirty="0"/>
              <a:t>年移交中国以后，保留了以普通法、衡平法等不成文法为主的英美法系，并由成文法作补充。香港的成文法包括</a:t>
            </a:r>
            <a:r>
              <a:rPr lang="en-US" altLang="zh-CN" dirty="0"/>
              <a:t>《</a:t>
            </a:r>
            <a:r>
              <a:rPr lang="zh-CN" altLang="en-US" dirty="0"/>
              <a:t>基本法</a:t>
            </a:r>
            <a:r>
              <a:rPr lang="en-US" altLang="zh-CN" dirty="0"/>
              <a:t>》</a:t>
            </a:r>
            <a:r>
              <a:rPr lang="zh-CN" altLang="en-US" dirty="0"/>
              <a:t>和数以千计的</a:t>
            </a:r>
            <a:r>
              <a:rPr lang="en-US" altLang="zh-CN" dirty="0"/>
              <a:t>《</a:t>
            </a:r>
            <a:r>
              <a:rPr lang="zh-CN" altLang="en-US" dirty="0"/>
              <a:t>香港法例</a:t>
            </a:r>
            <a:r>
              <a:rPr lang="en-US" altLang="zh-CN" dirty="0"/>
              <a:t>》</a:t>
            </a:r>
            <a:r>
              <a:rPr lang="zh-CN" altLang="en-US" dirty="0"/>
              <a:t>。</a:t>
            </a:r>
            <a:endParaRPr lang="en-US" altLang="zh-CN" dirty="0"/>
          </a:p>
          <a:p>
            <a:pPr>
              <a:lnSpc>
                <a:spcPct val="150000"/>
              </a:lnSpc>
            </a:pPr>
            <a:r>
              <a:rPr lang="en-US" altLang="zh-CN" b="1" dirty="0"/>
              <a:t>1997</a:t>
            </a:r>
            <a:r>
              <a:rPr lang="zh-CN" altLang="en-US" b="1" dirty="0"/>
              <a:t>年以来，全国人大常委会曾先后六次对</a:t>
            </a:r>
            <a:r>
              <a:rPr lang="en-US" altLang="zh-CN" b="1" dirty="0"/>
              <a:t>《</a:t>
            </a:r>
            <a:r>
              <a:rPr lang="zh-CN" altLang="en-US" b="1" dirty="0"/>
              <a:t>香港基本法</a:t>
            </a:r>
            <a:r>
              <a:rPr lang="en-US" altLang="zh-CN" b="1" dirty="0"/>
              <a:t>》</a:t>
            </a:r>
            <a:r>
              <a:rPr lang="zh-CN" altLang="en-US" b="1" dirty="0"/>
              <a:t>及</a:t>
            </a:r>
            <a:r>
              <a:rPr lang="en-US" altLang="zh-CN" b="1" dirty="0"/>
              <a:t>《</a:t>
            </a:r>
            <a:r>
              <a:rPr lang="zh-CN" altLang="en-US" b="1" dirty="0"/>
              <a:t>香港国安法</a:t>
            </a:r>
            <a:r>
              <a:rPr lang="en-US" altLang="zh-CN" b="1" dirty="0"/>
              <a:t>》</a:t>
            </a:r>
            <a:r>
              <a:rPr lang="zh-CN" altLang="en-US" b="1" dirty="0"/>
              <a:t>作出解释。</a:t>
            </a:r>
            <a:endParaRPr lang="en-US" altLang="zh-CN" b="1" dirty="0"/>
          </a:p>
        </p:txBody>
      </p:sp>
      <p:sp>
        <p:nvSpPr>
          <p:cNvPr id="4" name="灯片编号占位符 3">
            <a:extLst>
              <a:ext uri="{FF2B5EF4-FFF2-40B4-BE49-F238E27FC236}">
                <a16:creationId xmlns:a16="http://schemas.microsoft.com/office/drawing/2014/main" id="{7DA72400-8D9B-BF57-6096-2D99A42E57D3}"/>
              </a:ext>
            </a:extLst>
          </p:cNvPr>
          <p:cNvSpPr>
            <a:spLocks noGrp="1"/>
          </p:cNvSpPr>
          <p:nvPr>
            <p:ph type="sldNum" sz="quarter" idx="12"/>
          </p:nvPr>
        </p:nvSpPr>
        <p:spPr/>
        <p:txBody>
          <a:bodyPr/>
          <a:lstStyle/>
          <a:p>
            <a:fld id="{7F65B630-C7FF-41C0-9923-C5E5E29EED81}" type="slidenum">
              <a:rPr lang="en-GB" smtClean="0"/>
              <a:pPr/>
              <a:t>20</a:t>
            </a:fld>
            <a:endParaRPr lang="en-GB"/>
          </a:p>
        </p:txBody>
      </p:sp>
    </p:spTree>
    <p:extLst>
      <p:ext uri="{BB962C8B-B14F-4D97-AF65-F5344CB8AC3E}">
        <p14:creationId xmlns:p14="http://schemas.microsoft.com/office/powerpoint/2010/main" val="4256115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582F-8ECF-757B-9843-4D1BEF2BF20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F1B0A7-170D-C3CC-5894-C4E8B47EAC94}"/>
              </a:ext>
            </a:extLst>
          </p:cNvPr>
          <p:cNvSpPr>
            <a:spLocks noGrp="1"/>
          </p:cNvSpPr>
          <p:nvPr>
            <p:ph type="title"/>
          </p:nvPr>
        </p:nvSpPr>
        <p:spPr/>
        <p:txBody>
          <a:bodyPr/>
          <a:lstStyle/>
          <a:p>
            <a:r>
              <a:rPr lang="zh-CN" altLang="en-US" dirty="0"/>
              <a:t>人大释法</a:t>
            </a:r>
          </a:p>
        </p:txBody>
      </p:sp>
      <p:sp>
        <p:nvSpPr>
          <p:cNvPr id="3" name="内容占位符 2">
            <a:extLst>
              <a:ext uri="{FF2B5EF4-FFF2-40B4-BE49-F238E27FC236}">
                <a16:creationId xmlns:a16="http://schemas.microsoft.com/office/drawing/2014/main" id="{9B5C9F0C-76C8-4AF6-FA6E-82C1E038247B}"/>
              </a:ext>
            </a:extLst>
          </p:cNvPr>
          <p:cNvSpPr>
            <a:spLocks noGrp="1"/>
          </p:cNvSpPr>
          <p:nvPr>
            <p:ph idx="1"/>
          </p:nvPr>
        </p:nvSpPr>
        <p:spPr/>
        <p:txBody>
          <a:bodyPr>
            <a:normAutofit fontScale="85000" lnSpcReduction="10000"/>
          </a:bodyPr>
          <a:lstStyle/>
          <a:p>
            <a:pPr rtl="0">
              <a:lnSpc>
                <a:spcPct val="100000"/>
              </a:lnSpc>
              <a:buNone/>
            </a:pPr>
            <a:r>
              <a:rPr lang="zh-CN" altLang="en-US" dirty="0">
                <a:solidFill>
                  <a:srgbClr val="000000"/>
                </a:solidFill>
                <a:effectLst/>
                <a:latin typeface="+mn-ea"/>
              </a:rPr>
              <a:t>全国人大常委会对香港基本法的释法具体如下：</a:t>
            </a:r>
          </a:p>
          <a:p>
            <a:pPr marL="400050" indent="-400050" rtl="0">
              <a:lnSpc>
                <a:spcPct val="150000"/>
              </a:lnSpc>
              <a:buFont typeface="+mj-ea"/>
              <a:buAutoNum type="ea1JpnChsDbPeriod"/>
            </a:pPr>
            <a:r>
              <a:rPr lang="en-US" altLang="zh-CN" b="1" dirty="0">
                <a:solidFill>
                  <a:srgbClr val="000000"/>
                </a:solidFill>
                <a:effectLst/>
                <a:latin typeface="+mn-ea"/>
              </a:rPr>
              <a:t>1999</a:t>
            </a:r>
            <a:r>
              <a:rPr lang="zh-CN" altLang="en-US" b="1" dirty="0">
                <a:solidFill>
                  <a:srgbClr val="000000"/>
                </a:solidFill>
                <a:effectLst/>
                <a:latin typeface="+mn-ea"/>
              </a:rPr>
              <a:t>年</a:t>
            </a:r>
            <a:r>
              <a:rPr lang="en-US" altLang="zh-CN" b="1" dirty="0">
                <a:solidFill>
                  <a:srgbClr val="000000"/>
                </a:solidFill>
                <a:effectLst/>
                <a:latin typeface="+mn-ea"/>
              </a:rPr>
              <a:t>6</a:t>
            </a:r>
            <a:r>
              <a:rPr lang="zh-CN" altLang="en-US" b="1" dirty="0">
                <a:solidFill>
                  <a:srgbClr val="000000"/>
                </a:solidFill>
                <a:effectLst/>
                <a:latin typeface="+mn-ea"/>
              </a:rPr>
              <a:t>月</a:t>
            </a:r>
            <a:r>
              <a:rPr lang="en-US" altLang="zh-CN" b="1" dirty="0">
                <a:solidFill>
                  <a:srgbClr val="000000"/>
                </a:solidFill>
                <a:effectLst/>
                <a:latin typeface="+mn-ea"/>
              </a:rPr>
              <a:t>26</a:t>
            </a:r>
            <a:r>
              <a:rPr lang="zh-CN" altLang="en-US" b="1" dirty="0">
                <a:solidFill>
                  <a:srgbClr val="000000"/>
                </a:solidFill>
                <a:effectLst/>
                <a:latin typeface="+mn-ea"/>
              </a:rPr>
              <a:t>日</a:t>
            </a:r>
            <a:r>
              <a:rPr lang="zh-CN" altLang="en-US" dirty="0">
                <a:solidFill>
                  <a:srgbClr val="000000"/>
                </a:solidFill>
                <a:effectLst/>
                <a:latin typeface="+mn-ea"/>
              </a:rPr>
              <a:t>：针对香港居留权问题（刘港榕诉入境事务处主任案），全国人大常委会首次释法，明确</a:t>
            </a:r>
            <a:r>
              <a:rPr lang="en-US" altLang="zh-CN" dirty="0">
                <a:solidFill>
                  <a:srgbClr val="000000"/>
                </a:solidFill>
                <a:effectLst/>
                <a:latin typeface="+mn-ea"/>
              </a:rPr>
              <a:t>《</a:t>
            </a:r>
            <a:r>
              <a:rPr lang="zh-CN" altLang="en-US" dirty="0">
                <a:solidFill>
                  <a:srgbClr val="000000"/>
                </a:solidFill>
                <a:effectLst/>
                <a:latin typeface="+mn-ea"/>
              </a:rPr>
              <a:t>基本法</a:t>
            </a:r>
            <a:r>
              <a:rPr lang="en-US" altLang="zh-CN" dirty="0">
                <a:solidFill>
                  <a:srgbClr val="000000"/>
                </a:solidFill>
                <a:effectLst/>
                <a:latin typeface="+mn-ea"/>
              </a:rPr>
              <a:t>》</a:t>
            </a:r>
            <a:r>
              <a:rPr lang="zh-CN" altLang="en-US" dirty="0">
                <a:solidFill>
                  <a:srgbClr val="000000"/>
                </a:solidFill>
                <a:effectLst/>
                <a:latin typeface="+mn-ea"/>
              </a:rPr>
              <a:t>第</a:t>
            </a:r>
            <a:r>
              <a:rPr lang="en-US" altLang="zh-CN" dirty="0">
                <a:solidFill>
                  <a:srgbClr val="000000"/>
                </a:solidFill>
                <a:effectLst/>
                <a:latin typeface="+mn-ea"/>
              </a:rPr>
              <a:t>22</a:t>
            </a:r>
            <a:r>
              <a:rPr lang="zh-CN" altLang="en-US" dirty="0">
                <a:solidFill>
                  <a:srgbClr val="000000"/>
                </a:solidFill>
                <a:effectLst/>
                <a:latin typeface="+mn-ea"/>
              </a:rPr>
              <a:t>条和第</a:t>
            </a:r>
            <a:r>
              <a:rPr lang="en-US" altLang="zh-CN" dirty="0">
                <a:solidFill>
                  <a:srgbClr val="000000"/>
                </a:solidFill>
                <a:effectLst/>
                <a:latin typeface="+mn-ea"/>
              </a:rPr>
              <a:t>24</a:t>
            </a:r>
            <a:r>
              <a:rPr lang="zh-CN" altLang="en-US" dirty="0">
                <a:solidFill>
                  <a:srgbClr val="000000"/>
                </a:solidFill>
                <a:effectLst/>
                <a:latin typeface="+mn-ea"/>
              </a:rPr>
              <a:t>条，限制内地人士通过单程证子女在港的居留权，回应香港特区政府请求，支持其移民政策。</a:t>
            </a:r>
          </a:p>
          <a:p>
            <a:pPr marL="400050" indent="-400050" rtl="0">
              <a:lnSpc>
                <a:spcPct val="150000"/>
              </a:lnSpc>
              <a:buFont typeface="+mj-ea"/>
              <a:buAutoNum type="ea1JpnChsDbPeriod"/>
            </a:pPr>
            <a:r>
              <a:rPr lang="en-US" altLang="zh-CN" b="1" dirty="0">
                <a:solidFill>
                  <a:srgbClr val="000000"/>
                </a:solidFill>
                <a:effectLst/>
                <a:latin typeface="+mn-ea"/>
              </a:rPr>
              <a:t>2004</a:t>
            </a:r>
            <a:r>
              <a:rPr lang="zh-CN" altLang="en-US" b="1" dirty="0">
                <a:solidFill>
                  <a:srgbClr val="000000"/>
                </a:solidFill>
                <a:effectLst/>
                <a:latin typeface="+mn-ea"/>
              </a:rPr>
              <a:t>年</a:t>
            </a:r>
            <a:r>
              <a:rPr lang="en-US" altLang="zh-CN" b="1" dirty="0">
                <a:solidFill>
                  <a:srgbClr val="000000"/>
                </a:solidFill>
                <a:effectLst/>
                <a:latin typeface="+mn-ea"/>
              </a:rPr>
              <a:t>4</a:t>
            </a:r>
            <a:r>
              <a:rPr lang="zh-CN" altLang="en-US" b="1" dirty="0">
                <a:solidFill>
                  <a:srgbClr val="000000"/>
                </a:solidFill>
                <a:effectLst/>
                <a:latin typeface="+mn-ea"/>
              </a:rPr>
              <a:t>月</a:t>
            </a:r>
            <a:r>
              <a:rPr lang="en-US" altLang="zh-CN" b="1" dirty="0">
                <a:solidFill>
                  <a:srgbClr val="000000"/>
                </a:solidFill>
                <a:effectLst/>
                <a:latin typeface="+mn-ea"/>
              </a:rPr>
              <a:t>6</a:t>
            </a:r>
            <a:r>
              <a:rPr lang="zh-CN" altLang="en-US" b="1" dirty="0">
                <a:solidFill>
                  <a:srgbClr val="000000"/>
                </a:solidFill>
                <a:effectLst/>
                <a:latin typeface="+mn-ea"/>
              </a:rPr>
              <a:t>日</a:t>
            </a:r>
            <a:r>
              <a:rPr lang="zh-CN" altLang="en-US" dirty="0">
                <a:solidFill>
                  <a:srgbClr val="000000"/>
                </a:solidFill>
                <a:effectLst/>
                <a:latin typeface="+mn-ea"/>
              </a:rPr>
              <a:t>：针对香港特区行政长官和立法会产生办法，全国人大常委会释法，明确</a:t>
            </a:r>
            <a:r>
              <a:rPr lang="en-US" altLang="zh-CN" dirty="0">
                <a:solidFill>
                  <a:srgbClr val="000000"/>
                </a:solidFill>
                <a:effectLst/>
                <a:latin typeface="+mn-ea"/>
              </a:rPr>
              <a:t>《</a:t>
            </a:r>
            <a:r>
              <a:rPr lang="zh-CN" altLang="en-US" dirty="0">
                <a:solidFill>
                  <a:srgbClr val="000000"/>
                </a:solidFill>
                <a:effectLst/>
                <a:latin typeface="+mn-ea"/>
              </a:rPr>
              <a:t>基本法</a:t>
            </a:r>
            <a:r>
              <a:rPr lang="en-US" altLang="zh-CN" dirty="0">
                <a:solidFill>
                  <a:srgbClr val="000000"/>
                </a:solidFill>
                <a:effectLst/>
                <a:latin typeface="+mn-ea"/>
              </a:rPr>
              <a:t>》</a:t>
            </a:r>
            <a:r>
              <a:rPr lang="zh-CN" altLang="en-US" dirty="0">
                <a:solidFill>
                  <a:srgbClr val="000000"/>
                </a:solidFill>
                <a:effectLst/>
                <a:latin typeface="+mn-ea"/>
              </a:rPr>
              <a:t>附件一和附件二，规定修改选举制度需报全国人大常委会批准，确保中央对香港政制发展的主导权。</a:t>
            </a:r>
          </a:p>
          <a:p>
            <a:pPr marL="400050" indent="-400050" rtl="0">
              <a:lnSpc>
                <a:spcPct val="150000"/>
              </a:lnSpc>
              <a:buFont typeface="+mj-ea"/>
              <a:buAutoNum type="ea1JpnChsDbPeriod"/>
            </a:pPr>
            <a:r>
              <a:rPr lang="en-US" altLang="zh-CN" b="1" dirty="0">
                <a:solidFill>
                  <a:srgbClr val="000000"/>
                </a:solidFill>
                <a:effectLst/>
                <a:latin typeface="+mn-ea"/>
              </a:rPr>
              <a:t>2005</a:t>
            </a:r>
            <a:r>
              <a:rPr lang="zh-CN" altLang="en-US" b="1" dirty="0">
                <a:solidFill>
                  <a:srgbClr val="000000"/>
                </a:solidFill>
                <a:effectLst/>
                <a:latin typeface="+mn-ea"/>
              </a:rPr>
              <a:t>年</a:t>
            </a:r>
            <a:r>
              <a:rPr lang="en-US" altLang="zh-CN" b="1" dirty="0">
                <a:solidFill>
                  <a:srgbClr val="000000"/>
                </a:solidFill>
                <a:effectLst/>
                <a:latin typeface="+mn-ea"/>
              </a:rPr>
              <a:t>4</a:t>
            </a:r>
            <a:r>
              <a:rPr lang="zh-CN" altLang="en-US" b="1" dirty="0">
                <a:solidFill>
                  <a:srgbClr val="000000"/>
                </a:solidFill>
                <a:effectLst/>
                <a:latin typeface="+mn-ea"/>
              </a:rPr>
              <a:t>月</a:t>
            </a:r>
            <a:r>
              <a:rPr lang="en-US" altLang="zh-CN" b="1" dirty="0">
                <a:solidFill>
                  <a:srgbClr val="000000"/>
                </a:solidFill>
                <a:effectLst/>
                <a:latin typeface="+mn-ea"/>
              </a:rPr>
              <a:t>27</a:t>
            </a:r>
            <a:r>
              <a:rPr lang="zh-CN" altLang="en-US" b="1" dirty="0">
                <a:solidFill>
                  <a:srgbClr val="000000"/>
                </a:solidFill>
                <a:effectLst/>
                <a:latin typeface="+mn-ea"/>
              </a:rPr>
              <a:t>日</a:t>
            </a:r>
            <a:r>
              <a:rPr lang="zh-CN" altLang="en-US" dirty="0">
                <a:solidFill>
                  <a:srgbClr val="000000"/>
                </a:solidFill>
                <a:effectLst/>
                <a:latin typeface="+mn-ea"/>
              </a:rPr>
              <a:t>：针对香港特区行政长官任期争议，全国人大常委会释法，明确</a:t>
            </a:r>
            <a:r>
              <a:rPr lang="en-US" altLang="zh-CN" dirty="0">
                <a:solidFill>
                  <a:srgbClr val="000000"/>
                </a:solidFill>
                <a:effectLst/>
                <a:latin typeface="+mn-ea"/>
              </a:rPr>
              <a:t>《</a:t>
            </a:r>
            <a:r>
              <a:rPr lang="zh-CN" altLang="en-US" dirty="0">
                <a:solidFill>
                  <a:srgbClr val="000000"/>
                </a:solidFill>
                <a:effectLst/>
                <a:latin typeface="+mn-ea"/>
              </a:rPr>
              <a:t>基本法</a:t>
            </a:r>
            <a:r>
              <a:rPr lang="en-US" altLang="zh-CN" dirty="0">
                <a:solidFill>
                  <a:srgbClr val="000000"/>
                </a:solidFill>
                <a:effectLst/>
                <a:latin typeface="+mn-ea"/>
              </a:rPr>
              <a:t>》</a:t>
            </a:r>
            <a:r>
              <a:rPr lang="zh-CN" altLang="en-US" dirty="0">
                <a:solidFill>
                  <a:srgbClr val="000000"/>
                </a:solidFill>
                <a:effectLst/>
                <a:latin typeface="+mn-ea"/>
              </a:rPr>
              <a:t>第</a:t>
            </a:r>
            <a:r>
              <a:rPr lang="en-US" altLang="zh-CN" dirty="0">
                <a:solidFill>
                  <a:srgbClr val="000000"/>
                </a:solidFill>
                <a:effectLst/>
                <a:latin typeface="+mn-ea"/>
              </a:rPr>
              <a:t>53</a:t>
            </a:r>
            <a:r>
              <a:rPr lang="zh-CN" altLang="en-US" dirty="0">
                <a:solidFill>
                  <a:srgbClr val="000000"/>
                </a:solidFill>
                <a:effectLst/>
                <a:latin typeface="+mn-ea"/>
              </a:rPr>
              <a:t>条，确定新任行政长官的任期为原剩余任期（而非</a:t>
            </a:r>
            <a:r>
              <a:rPr lang="en-US" altLang="zh-CN" dirty="0">
                <a:solidFill>
                  <a:srgbClr val="000000"/>
                </a:solidFill>
                <a:effectLst/>
                <a:latin typeface="+mn-ea"/>
              </a:rPr>
              <a:t>5</a:t>
            </a:r>
            <a:r>
              <a:rPr lang="zh-CN" altLang="en-US" dirty="0">
                <a:solidFill>
                  <a:srgbClr val="000000"/>
                </a:solidFill>
                <a:effectLst/>
                <a:latin typeface="+mn-ea"/>
              </a:rPr>
              <a:t>年），解决董建华辞职后曾荫权补选任期的法律争议。</a:t>
            </a:r>
          </a:p>
          <a:p>
            <a:pPr marL="400050" indent="-400050" rtl="0">
              <a:lnSpc>
                <a:spcPct val="150000"/>
              </a:lnSpc>
              <a:buFont typeface="+mj-ea"/>
              <a:buAutoNum type="ea1JpnChsDbPeriod"/>
            </a:pPr>
            <a:r>
              <a:rPr lang="en-US" altLang="zh-CN" b="1" dirty="0">
                <a:solidFill>
                  <a:srgbClr val="000000"/>
                </a:solidFill>
                <a:effectLst/>
                <a:latin typeface="+mn-ea"/>
              </a:rPr>
              <a:t>2011</a:t>
            </a:r>
            <a:r>
              <a:rPr lang="zh-CN" altLang="en-US" b="1" dirty="0">
                <a:solidFill>
                  <a:srgbClr val="000000"/>
                </a:solidFill>
                <a:effectLst/>
                <a:latin typeface="+mn-ea"/>
              </a:rPr>
              <a:t>年</a:t>
            </a:r>
            <a:r>
              <a:rPr lang="en-US" altLang="zh-CN" b="1" dirty="0">
                <a:solidFill>
                  <a:srgbClr val="000000"/>
                </a:solidFill>
                <a:effectLst/>
                <a:latin typeface="+mn-ea"/>
              </a:rPr>
              <a:t>12</a:t>
            </a:r>
            <a:r>
              <a:rPr lang="zh-CN" altLang="en-US" b="1" dirty="0">
                <a:solidFill>
                  <a:srgbClr val="000000"/>
                </a:solidFill>
                <a:effectLst/>
                <a:latin typeface="+mn-ea"/>
              </a:rPr>
              <a:t>月</a:t>
            </a:r>
            <a:r>
              <a:rPr lang="zh-CN" altLang="en-US" dirty="0">
                <a:solidFill>
                  <a:srgbClr val="000000"/>
                </a:solidFill>
                <a:effectLst/>
                <a:latin typeface="+mn-ea"/>
              </a:rPr>
              <a:t>：针对刚果民主共和国诉中色公司案涉及的外交豁免问题，全国人大常委会释法，明确</a:t>
            </a:r>
            <a:r>
              <a:rPr lang="en-US" altLang="zh-CN" dirty="0">
                <a:solidFill>
                  <a:srgbClr val="000000"/>
                </a:solidFill>
                <a:effectLst/>
                <a:latin typeface="+mn-ea"/>
              </a:rPr>
              <a:t>《</a:t>
            </a:r>
            <a:r>
              <a:rPr lang="zh-CN" altLang="en-US" dirty="0">
                <a:solidFill>
                  <a:srgbClr val="000000"/>
                </a:solidFill>
                <a:effectLst/>
                <a:latin typeface="+mn-ea"/>
              </a:rPr>
              <a:t>基本法</a:t>
            </a:r>
            <a:r>
              <a:rPr lang="en-US" altLang="zh-CN" dirty="0">
                <a:solidFill>
                  <a:srgbClr val="000000"/>
                </a:solidFill>
                <a:effectLst/>
                <a:latin typeface="+mn-ea"/>
              </a:rPr>
              <a:t>》</a:t>
            </a:r>
            <a:r>
              <a:rPr lang="zh-CN" altLang="en-US" dirty="0">
                <a:solidFill>
                  <a:srgbClr val="000000"/>
                </a:solidFill>
                <a:effectLst/>
                <a:latin typeface="+mn-ea"/>
              </a:rPr>
              <a:t>第</a:t>
            </a:r>
            <a:r>
              <a:rPr lang="en-US" altLang="zh-CN" dirty="0">
                <a:solidFill>
                  <a:srgbClr val="000000"/>
                </a:solidFill>
                <a:effectLst/>
                <a:latin typeface="+mn-ea"/>
              </a:rPr>
              <a:t>13</a:t>
            </a:r>
            <a:r>
              <a:rPr lang="zh-CN" altLang="en-US" dirty="0">
                <a:solidFill>
                  <a:srgbClr val="000000"/>
                </a:solidFill>
                <a:effectLst/>
                <a:latin typeface="+mn-ea"/>
              </a:rPr>
              <a:t>条和第</a:t>
            </a:r>
            <a:r>
              <a:rPr lang="en-US" altLang="zh-CN" dirty="0">
                <a:solidFill>
                  <a:srgbClr val="000000"/>
                </a:solidFill>
                <a:effectLst/>
                <a:latin typeface="+mn-ea"/>
              </a:rPr>
              <a:t>19</a:t>
            </a:r>
            <a:r>
              <a:rPr lang="zh-CN" altLang="en-US" dirty="0">
                <a:solidFill>
                  <a:srgbClr val="000000"/>
                </a:solidFill>
                <a:effectLst/>
                <a:latin typeface="+mn-ea"/>
              </a:rPr>
              <a:t>条，确认香港法院在外交事务上需遵循中央政策，维护国家主权。</a:t>
            </a:r>
          </a:p>
          <a:p>
            <a:pPr marL="400050" indent="-400050" rtl="0">
              <a:lnSpc>
                <a:spcPct val="150000"/>
              </a:lnSpc>
              <a:buFont typeface="+mj-ea"/>
              <a:buAutoNum type="ea1JpnChsDbPeriod"/>
            </a:pPr>
            <a:r>
              <a:rPr lang="en-US" altLang="zh-CN" b="1" dirty="0">
                <a:solidFill>
                  <a:srgbClr val="000000"/>
                </a:solidFill>
                <a:effectLst/>
                <a:latin typeface="+mn-ea"/>
              </a:rPr>
              <a:t>2016</a:t>
            </a:r>
            <a:r>
              <a:rPr lang="zh-CN" altLang="en-US" b="1" dirty="0">
                <a:solidFill>
                  <a:srgbClr val="000000"/>
                </a:solidFill>
                <a:effectLst/>
                <a:latin typeface="+mn-ea"/>
              </a:rPr>
              <a:t>年</a:t>
            </a:r>
            <a:r>
              <a:rPr lang="en-US" altLang="zh-CN" b="1" dirty="0">
                <a:solidFill>
                  <a:srgbClr val="000000"/>
                </a:solidFill>
                <a:effectLst/>
                <a:latin typeface="+mn-ea"/>
              </a:rPr>
              <a:t>11</a:t>
            </a:r>
            <a:r>
              <a:rPr lang="zh-CN" altLang="en-US" b="1" dirty="0">
                <a:solidFill>
                  <a:srgbClr val="000000"/>
                </a:solidFill>
                <a:effectLst/>
                <a:latin typeface="+mn-ea"/>
              </a:rPr>
              <a:t>月</a:t>
            </a:r>
            <a:r>
              <a:rPr lang="en-US" altLang="zh-CN" b="1" dirty="0">
                <a:solidFill>
                  <a:srgbClr val="000000"/>
                </a:solidFill>
                <a:effectLst/>
                <a:latin typeface="+mn-ea"/>
              </a:rPr>
              <a:t>7</a:t>
            </a:r>
            <a:r>
              <a:rPr lang="zh-CN" altLang="en-US" b="1" dirty="0">
                <a:solidFill>
                  <a:srgbClr val="000000"/>
                </a:solidFill>
                <a:effectLst/>
                <a:latin typeface="+mn-ea"/>
              </a:rPr>
              <a:t>日</a:t>
            </a:r>
            <a:r>
              <a:rPr lang="zh-CN" altLang="en-US" dirty="0">
                <a:solidFill>
                  <a:srgbClr val="000000"/>
                </a:solidFill>
                <a:effectLst/>
                <a:latin typeface="+mn-ea"/>
              </a:rPr>
              <a:t>：针对香港立法会议员宣誓风波，全国人大常委会释法，明确</a:t>
            </a:r>
            <a:r>
              <a:rPr lang="en-US" altLang="zh-CN" dirty="0">
                <a:solidFill>
                  <a:srgbClr val="000000"/>
                </a:solidFill>
                <a:effectLst/>
                <a:latin typeface="+mn-ea"/>
              </a:rPr>
              <a:t>《</a:t>
            </a:r>
            <a:r>
              <a:rPr lang="zh-CN" altLang="en-US" dirty="0">
                <a:solidFill>
                  <a:srgbClr val="000000"/>
                </a:solidFill>
                <a:effectLst/>
                <a:latin typeface="+mn-ea"/>
              </a:rPr>
              <a:t>基本法</a:t>
            </a:r>
            <a:r>
              <a:rPr lang="en-US" altLang="zh-CN" dirty="0">
                <a:solidFill>
                  <a:srgbClr val="000000"/>
                </a:solidFill>
                <a:effectLst/>
                <a:latin typeface="+mn-ea"/>
              </a:rPr>
              <a:t>》</a:t>
            </a:r>
            <a:r>
              <a:rPr lang="zh-CN" altLang="en-US" dirty="0">
                <a:solidFill>
                  <a:srgbClr val="000000"/>
                </a:solidFill>
                <a:effectLst/>
                <a:latin typeface="+mn-ea"/>
              </a:rPr>
              <a:t>第</a:t>
            </a:r>
            <a:r>
              <a:rPr lang="en-US" altLang="zh-CN" dirty="0">
                <a:solidFill>
                  <a:srgbClr val="000000"/>
                </a:solidFill>
                <a:effectLst/>
                <a:latin typeface="+mn-ea"/>
              </a:rPr>
              <a:t>104</a:t>
            </a:r>
            <a:r>
              <a:rPr lang="zh-CN" altLang="en-US" dirty="0">
                <a:solidFill>
                  <a:srgbClr val="000000"/>
                </a:solidFill>
                <a:effectLst/>
                <a:latin typeface="+mn-ea"/>
              </a:rPr>
              <a:t>条，强调宣誓须依法进行，违反者不得就任，回应“港独”言论，维护国家统一。</a:t>
            </a:r>
          </a:p>
          <a:p>
            <a:pPr marL="400050" indent="-400050" rtl="0">
              <a:lnSpc>
                <a:spcPct val="150000"/>
              </a:lnSpc>
              <a:buFont typeface="+mj-ea"/>
              <a:buAutoNum type="ea1JpnChsDbPeriod"/>
            </a:pPr>
            <a:r>
              <a:rPr lang="en-US" altLang="zh-CN" b="1" dirty="0">
                <a:solidFill>
                  <a:srgbClr val="000000"/>
                </a:solidFill>
                <a:effectLst/>
                <a:latin typeface="+mn-ea"/>
                <a:hlinkClick r:id="rId3"/>
              </a:rPr>
              <a:t>2022</a:t>
            </a:r>
            <a:r>
              <a:rPr lang="zh-CN" altLang="en-US" b="1" dirty="0">
                <a:solidFill>
                  <a:srgbClr val="000000"/>
                </a:solidFill>
                <a:effectLst/>
                <a:latin typeface="+mn-ea"/>
                <a:hlinkClick r:id="rId3"/>
              </a:rPr>
              <a:t>年</a:t>
            </a:r>
            <a:r>
              <a:rPr lang="en-US" altLang="zh-CN" b="1" dirty="0">
                <a:solidFill>
                  <a:srgbClr val="000000"/>
                </a:solidFill>
                <a:effectLst/>
                <a:latin typeface="+mn-ea"/>
                <a:hlinkClick r:id="rId3"/>
              </a:rPr>
              <a:t>12</a:t>
            </a:r>
            <a:r>
              <a:rPr lang="zh-CN" altLang="en-US" b="1" dirty="0">
                <a:solidFill>
                  <a:srgbClr val="000000"/>
                </a:solidFill>
                <a:effectLst/>
                <a:latin typeface="+mn-ea"/>
                <a:hlinkClick r:id="rId3"/>
              </a:rPr>
              <a:t>月</a:t>
            </a:r>
            <a:r>
              <a:rPr lang="en-US" altLang="zh-CN" b="1" dirty="0">
                <a:solidFill>
                  <a:srgbClr val="000000"/>
                </a:solidFill>
                <a:effectLst/>
                <a:latin typeface="+mn-ea"/>
                <a:hlinkClick r:id="rId3"/>
              </a:rPr>
              <a:t>30</a:t>
            </a:r>
            <a:r>
              <a:rPr lang="zh-CN" altLang="en-US" b="1" dirty="0">
                <a:solidFill>
                  <a:srgbClr val="000000"/>
                </a:solidFill>
                <a:effectLst/>
                <a:latin typeface="+mn-ea"/>
                <a:hlinkClick r:id="rId3"/>
              </a:rPr>
              <a:t>日</a:t>
            </a:r>
            <a:r>
              <a:rPr lang="zh-CN" altLang="en-US" dirty="0">
                <a:solidFill>
                  <a:srgbClr val="000000"/>
                </a:solidFill>
                <a:effectLst/>
                <a:latin typeface="+mn-ea"/>
              </a:rPr>
              <a:t>：针对香港国安法下外国律师参与案件问题，全国人大常委会释法，明确</a:t>
            </a:r>
            <a:r>
              <a:rPr lang="en-US" altLang="zh-CN" dirty="0">
                <a:solidFill>
                  <a:srgbClr val="000000"/>
                </a:solidFill>
                <a:effectLst/>
                <a:latin typeface="+mn-ea"/>
              </a:rPr>
              <a:t>《</a:t>
            </a:r>
            <a:r>
              <a:rPr lang="zh-CN" altLang="en-US" dirty="0">
                <a:solidFill>
                  <a:srgbClr val="000000"/>
                </a:solidFill>
                <a:effectLst/>
                <a:latin typeface="+mn-ea"/>
              </a:rPr>
              <a:t>香港国安法</a:t>
            </a:r>
            <a:r>
              <a:rPr lang="en-US" altLang="zh-CN" dirty="0">
                <a:solidFill>
                  <a:srgbClr val="000000"/>
                </a:solidFill>
                <a:effectLst/>
                <a:latin typeface="+mn-ea"/>
              </a:rPr>
              <a:t>》</a:t>
            </a:r>
            <a:r>
              <a:rPr lang="zh-CN" altLang="en-US" dirty="0">
                <a:solidFill>
                  <a:srgbClr val="000000"/>
                </a:solidFill>
                <a:effectLst/>
                <a:latin typeface="+mn-ea"/>
              </a:rPr>
              <a:t>第</a:t>
            </a:r>
            <a:r>
              <a:rPr lang="en-US" altLang="zh-CN" dirty="0">
                <a:solidFill>
                  <a:srgbClr val="000000"/>
                </a:solidFill>
                <a:effectLst/>
                <a:latin typeface="+mn-ea"/>
              </a:rPr>
              <a:t>14</a:t>
            </a:r>
            <a:r>
              <a:rPr lang="zh-CN" altLang="en-US" dirty="0">
                <a:solidFill>
                  <a:srgbClr val="000000"/>
                </a:solidFill>
                <a:effectLst/>
                <a:latin typeface="+mn-ea"/>
              </a:rPr>
              <a:t>条和第</a:t>
            </a:r>
            <a:r>
              <a:rPr lang="en-US" altLang="zh-CN" dirty="0">
                <a:solidFill>
                  <a:srgbClr val="000000"/>
                </a:solidFill>
                <a:effectLst/>
                <a:latin typeface="+mn-ea"/>
              </a:rPr>
              <a:t>47</a:t>
            </a:r>
            <a:r>
              <a:rPr lang="zh-CN" altLang="en-US" dirty="0">
                <a:solidFill>
                  <a:srgbClr val="000000"/>
                </a:solidFill>
                <a:effectLst/>
                <a:latin typeface="+mn-ea"/>
              </a:rPr>
              <a:t>条，赋予香港特区国安委员会决定权，禁止外国律师参与国安案件，强化国家安全。</a:t>
            </a:r>
          </a:p>
        </p:txBody>
      </p:sp>
      <p:sp>
        <p:nvSpPr>
          <p:cNvPr id="4" name="灯片编号占位符 3">
            <a:extLst>
              <a:ext uri="{FF2B5EF4-FFF2-40B4-BE49-F238E27FC236}">
                <a16:creationId xmlns:a16="http://schemas.microsoft.com/office/drawing/2014/main" id="{A5D50B48-B9ED-5CC8-64EC-8CC38D722C0F}"/>
              </a:ext>
            </a:extLst>
          </p:cNvPr>
          <p:cNvSpPr>
            <a:spLocks noGrp="1"/>
          </p:cNvSpPr>
          <p:nvPr>
            <p:ph type="sldNum" sz="quarter" idx="12"/>
          </p:nvPr>
        </p:nvSpPr>
        <p:spPr/>
        <p:txBody>
          <a:bodyPr/>
          <a:lstStyle/>
          <a:p>
            <a:fld id="{7F65B630-C7FF-41C0-9923-C5E5E29EED81}" type="slidenum">
              <a:rPr lang="en-GB" smtClean="0"/>
              <a:pPr/>
              <a:t>21</a:t>
            </a:fld>
            <a:endParaRPr lang="en-GB" dirty="0"/>
          </a:p>
        </p:txBody>
      </p:sp>
    </p:spTree>
    <p:extLst>
      <p:ext uri="{BB962C8B-B14F-4D97-AF65-F5344CB8AC3E}">
        <p14:creationId xmlns:p14="http://schemas.microsoft.com/office/powerpoint/2010/main" val="3704085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E8D04-EC8D-75C4-8C78-593D7A77C440}"/>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74FFC2DD-3600-EAA5-94A1-A661E4E223AA}"/>
              </a:ext>
            </a:extLst>
          </p:cNvPr>
          <p:cNvSpPr>
            <a:spLocks noGrp="1"/>
          </p:cNvSpPr>
          <p:nvPr>
            <p:ph type="title"/>
          </p:nvPr>
        </p:nvSpPr>
        <p:spPr>
          <a:xfrm>
            <a:off x="3656802" y="2478616"/>
            <a:ext cx="5907076" cy="584775"/>
          </a:xfrm>
        </p:spPr>
        <p:txBody>
          <a:bodyPr/>
          <a:lstStyle/>
          <a:p>
            <a:pPr>
              <a:lnSpc>
                <a:spcPct val="100000"/>
              </a:lnSpc>
            </a:pPr>
            <a:r>
              <a:rPr lang="zh-CN" altLang="en-US" sz="3200" dirty="0">
                <a:latin typeface="+mj-ea"/>
                <a:ea typeface="+mj-ea"/>
              </a:rPr>
              <a:t>提高党的建设科学化水平</a:t>
            </a:r>
          </a:p>
        </p:txBody>
      </p:sp>
      <p:sp>
        <p:nvSpPr>
          <p:cNvPr id="5" name="文本占位符 4">
            <a:extLst>
              <a:ext uri="{FF2B5EF4-FFF2-40B4-BE49-F238E27FC236}">
                <a16:creationId xmlns:a16="http://schemas.microsoft.com/office/drawing/2014/main" id="{7CB588D1-E296-8523-4CED-503065234FA3}"/>
              </a:ext>
            </a:extLst>
          </p:cNvPr>
          <p:cNvSpPr>
            <a:spLocks noGrp="1"/>
          </p:cNvSpPr>
          <p:nvPr>
            <p:ph type="body" idx="1"/>
          </p:nvPr>
        </p:nvSpPr>
        <p:spPr/>
        <p:txBody>
          <a:bodyPr>
            <a:normAutofit/>
          </a:bodyPr>
          <a:lstStyle/>
          <a:p>
            <a:r>
              <a:rPr lang="en-GB" altLang="zh-CN" sz="1600" dirty="0"/>
              <a:t>2004</a:t>
            </a:r>
            <a:r>
              <a:rPr lang="zh-CN" altLang="en-US" sz="1600" dirty="0"/>
              <a:t>年</a:t>
            </a:r>
            <a:r>
              <a:rPr lang="en-US" altLang="zh-CN" sz="1600" dirty="0"/>
              <a:t>09</a:t>
            </a:r>
            <a:r>
              <a:rPr lang="zh-CN" altLang="en-US" sz="1600" dirty="0"/>
              <a:t>月</a:t>
            </a:r>
            <a:r>
              <a:rPr lang="en-US" altLang="zh-CN" sz="1600" dirty="0"/>
              <a:t>--</a:t>
            </a:r>
            <a:r>
              <a:rPr lang="en-GB" altLang="zh-CN" sz="1600" dirty="0"/>
              <a:t>2012</a:t>
            </a:r>
            <a:r>
              <a:rPr lang="zh-CN" altLang="en-US" sz="1600" dirty="0"/>
              <a:t>年党的十八大</a:t>
            </a:r>
            <a:endParaRPr lang="en-GB" altLang="zh-CN" sz="1600" dirty="0"/>
          </a:p>
        </p:txBody>
      </p:sp>
      <p:sp>
        <p:nvSpPr>
          <p:cNvPr id="2" name="灯片编号占位符 1">
            <a:extLst>
              <a:ext uri="{FF2B5EF4-FFF2-40B4-BE49-F238E27FC236}">
                <a16:creationId xmlns:a16="http://schemas.microsoft.com/office/drawing/2014/main" id="{68F3E73D-9A95-3E20-0846-26F4B59EDC16}"/>
              </a:ext>
            </a:extLst>
          </p:cNvPr>
          <p:cNvSpPr>
            <a:spLocks noGrp="1"/>
          </p:cNvSpPr>
          <p:nvPr>
            <p:ph type="sldNum" sz="quarter" idx="12"/>
          </p:nvPr>
        </p:nvSpPr>
        <p:spPr/>
        <p:txBody>
          <a:bodyPr/>
          <a:lstStyle/>
          <a:p>
            <a:fld id="{7F65B630-C7FF-41C0-9923-C5E5E29EED81}" type="slidenum">
              <a:rPr lang="zh-CN" altLang="en-US" smtClean="0"/>
              <a:pPr/>
              <a:t>22</a:t>
            </a:fld>
            <a:endParaRPr lang="zh-CN" altLang="en-US"/>
          </a:p>
        </p:txBody>
      </p:sp>
      <p:sp>
        <p:nvSpPr>
          <p:cNvPr id="8" name="文本占位符 7">
            <a:extLst>
              <a:ext uri="{FF2B5EF4-FFF2-40B4-BE49-F238E27FC236}">
                <a16:creationId xmlns:a16="http://schemas.microsoft.com/office/drawing/2014/main" id="{0FB25BC8-C097-FFFF-4626-7694E29E0E06}"/>
              </a:ext>
            </a:extLst>
          </p:cNvPr>
          <p:cNvSpPr>
            <a:spLocks noGrp="1"/>
          </p:cNvSpPr>
          <p:nvPr>
            <p:ph type="body" sz="quarter" idx="13"/>
          </p:nvPr>
        </p:nvSpPr>
        <p:spPr>
          <a:xfrm>
            <a:off x="9477106" y="2271041"/>
            <a:ext cx="1127232" cy="1107996"/>
          </a:xfrm>
        </p:spPr>
        <p:txBody>
          <a:bodyPr/>
          <a:lstStyle/>
          <a:p>
            <a:r>
              <a:rPr lang="en-GB" dirty="0"/>
              <a:t>04</a:t>
            </a:r>
          </a:p>
        </p:txBody>
      </p:sp>
    </p:spTree>
    <p:extLst>
      <p:ext uri="{BB962C8B-B14F-4D97-AF65-F5344CB8AC3E}">
        <p14:creationId xmlns:p14="http://schemas.microsoft.com/office/powerpoint/2010/main" val="3063250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9B355-532B-3960-3575-AFE51A468AB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5BB6C1A-0527-9986-0B1F-A1EF360949A5}"/>
              </a:ext>
            </a:extLst>
          </p:cNvPr>
          <p:cNvSpPr>
            <a:spLocks noGrp="1"/>
          </p:cNvSpPr>
          <p:nvPr>
            <p:ph type="sldNum" sz="quarter" idx="12"/>
          </p:nvPr>
        </p:nvSpPr>
        <p:spPr/>
        <p:txBody>
          <a:bodyPr/>
          <a:lstStyle/>
          <a:p>
            <a:fld id="{7F65B630-C7FF-41C0-9923-C5E5E29EED81}" type="slidenum">
              <a:rPr lang="en-GB" smtClean="0"/>
              <a:pPr/>
              <a:t>23</a:t>
            </a:fld>
            <a:endParaRPr lang="en-GB"/>
          </a:p>
        </p:txBody>
      </p:sp>
      <p:sp>
        <p:nvSpPr>
          <p:cNvPr id="3" name="标题 2">
            <a:extLst>
              <a:ext uri="{FF2B5EF4-FFF2-40B4-BE49-F238E27FC236}">
                <a16:creationId xmlns:a16="http://schemas.microsoft.com/office/drawing/2014/main" id="{02FEA08A-4015-3452-9AA1-15339971B097}"/>
              </a:ext>
            </a:extLst>
          </p:cNvPr>
          <p:cNvSpPr>
            <a:spLocks noGrp="1"/>
          </p:cNvSpPr>
          <p:nvPr>
            <p:ph type="title"/>
          </p:nvPr>
        </p:nvSpPr>
        <p:spPr/>
        <p:txBody>
          <a:bodyPr/>
          <a:lstStyle/>
          <a:p>
            <a:r>
              <a:rPr lang="zh-CN" altLang="en-US" dirty="0"/>
              <a:t>为何要提高党的科学化水平</a:t>
            </a:r>
          </a:p>
        </p:txBody>
      </p:sp>
      <p:sp>
        <p:nvSpPr>
          <p:cNvPr id="4" name="文本框 3">
            <a:extLst>
              <a:ext uri="{FF2B5EF4-FFF2-40B4-BE49-F238E27FC236}">
                <a16:creationId xmlns:a16="http://schemas.microsoft.com/office/drawing/2014/main" id="{599ADE05-E86B-D73F-EAD9-34E898F5550F}"/>
              </a:ext>
            </a:extLst>
          </p:cNvPr>
          <p:cNvSpPr txBox="1"/>
          <p:nvPr/>
        </p:nvSpPr>
        <p:spPr>
          <a:xfrm>
            <a:off x="673100" y="1239617"/>
            <a:ext cx="10343243" cy="5632311"/>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i="0" dirty="0">
                <a:solidFill>
                  <a:srgbClr val="404040"/>
                </a:solidFill>
                <a:effectLst/>
                <a:latin typeface="+mn-ea"/>
              </a:rPr>
              <a:t>办好中国的事情，关键在党。</a:t>
            </a:r>
            <a:r>
              <a:rPr lang="zh-CN" altLang="en-US" i="0" dirty="0">
                <a:solidFill>
                  <a:srgbClr val="404040"/>
                </a:solidFill>
                <a:effectLst/>
                <a:latin typeface="+mn-ea"/>
              </a:rPr>
              <a:t>中国共产党担负着团结带领人民全面建成小康社会、推进社会主义现代化、实现中华民族伟大复兴的重任。党坚强有力，党同人民保持血肉联系，国家就繁荣稳定，人民就幸福安康。党的十八大站在肩负起历史重任的高度，对全面提高党的建设科学化水平作出了一系列新部署，明确提出了党的建设的总要求和各项任务，为新形势下加强和改进党的建设指明了方向。</a:t>
            </a:r>
            <a:endParaRPr lang="en-US" altLang="zh-CN" i="0" dirty="0">
              <a:solidFill>
                <a:srgbClr val="404040"/>
              </a:solidFill>
              <a:effectLst/>
              <a:latin typeface="+mn-ea"/>
            </a:endParaRPr>
          </a:p>
          <a:p>
            <a:pPr marL="285750" indent="-285750">
              <a:buFont typeface="Wingdings" panose="05000000000000000000" pitchFamily="2" charset="2"/>
              <a:buChar char="Ø"/>
            </a:pPr>
            <a:endParaRPr lang="en-US" altLang="zh-CN" dirty="0">
              <a:solidFill>
                <a:srgbClr val="404040"/>
              </a:solidFill>
              <a:latin typeface="+mn-ea"/>
            </a:endParaRPr>
          </a:p>
          <a:p>
            <a:pPr marL="285750" indent="-285750">
              <a:buFont typeface="Wingdings" panose="05000000000000000000" pitchFamily="2" charset="2"/>
              <a:buChar char="Ø"/>
            </a:pPr>
            <a:r>
              <a:rPr lang="zh-CN" altLang="en-US" b="1" i="0" dirty="0">
                <a:solidFill>
                  <a:srgbClr val="404040"/>
                </a:solidFill>
                <a:effectLst/>
                <a:latin typeface="+mn-ea"/>
              </a:rPr>
              <a:t>我们党成立</a:t>
            </a:r>
            <a:r>
              <a:rPr lang="en-US" altLang="zh-CN" b="1" dirty="0">
                <a:solidFill>
                  <a:srgbClr val="404040"/>
                </a:solidFill>
                <a:latin typeface="+mn-ea"/>
              </a:rPr>
              <a:t>100</a:t>
            </a:r>
            <a:r>
              <a:rPr lang="zh-CN" altLang="en-US" b="1" dirty="0">
                <a:solidFill>
                  <a:srgbClr val="404040"/>
                </a:solidFill>
                <a:latin typeface="+mn-ea"/>
              </a:rPr>
              <a:t>多</a:t>
            </a:r>
            <a:r>
              <a:rPr lang="zh-CN" altLang="en-US" b="1" i="0" dirty="0">
                <a:solidFill>
                  <a:srgbClr val="404040"/>
                </a:solidFill>
                <a:effectLst/>
                <a:latin typeface="+mn-ea"/>
              </a:rPr>
              <a:t>年来，始终走在时代前列</a:t>
            </a:r>
            <a:r>
              <a:rPr lang="zh-CN" altLang="en-US" b="1" dirty="0">
                <a:solidFill>
                  <a:srgbClr val="404040"/>
                </a:solidFill>
                <a:latin typeface="+mn-ea"/>
              </a:rPr>
              <a:t>。</a:t>
            </a:r>
            <a:r>
              <a:rPr lang="zh-CN" altLang="en-US" i="0" dirty="0">
                <a:solidFill>
                  <a:srgbClr val="404040"/>
                </a:solidFill>
                <a:effectLst/>
                <a:latin typeface="+mn-ea"/>
              </a:rPr>
              <a:t>在异常复杂环境中团结带领我国各族人民创造了一个又一个伟大奇迹，为民族独立、人民解放和国家富强、人民幸福作出巨大贡献，赢得了全国各族人民的衷心拥护和爱戴。</a:t>
            </a:r>
            <a:endParaRPr lang="en-US" altLang="zh-CN" i="0" dirty="0">
              <a:solidFill>
                <a:srgbClr val="404040"/>
              </a:solidFill>
              <a:effectLst/>
              <a:latin typeface="+mn-ea"/>
            </a:endParaRPr>
          </a:p>
          <a:p>
            <a:pPr marL="285750" indent="-285750">
              <a:buFont typeface="Wingdings" panose="05000000000000000000" pitchFamily="2" charset="2"/>
              <a:buChar char="Ø"/>
            </a:pPr>
            <a:endParaRPr lang="en-US" altLang="zh-CN" dirty="0">
              <a:solidFill>
                <a:srgbClr val="404040"/>
              </a:solidFill>
              <a:latin typeface="+mn-ea"/>
            </a:endParaRPr>
          </a:p>
          <a:p>
            <a:pPr marL="285750" indent="-285750">
              <a:buFont typeface="Wingdings" panose="05000000000000000000" pitchFamily="2" charset="2"/>
              <a:buChar char="Ø"/>
            </a:pPr>
            <a:r>
              <a:rPr lang="zh-CN" altLang="en-US" b="1" dirty="0">
                <a:solidFill>
                  <a:srgbClr val="404040"/>
                </a:solidFill>
                <a:latin typeface="+mn-ea"/>
              </a:rPr>
              <a:t>但是</a:t>
            </a:r>
            <a:r>
              <a:rPr lang="zh-CN" altLang="en-US" b="1" i="0" dirty="0">
                <a:solidFill>
                  <a:srgbClr val="404040"/>
                </a:solidFill>
                <a:effectLst/>
                <a:latin typeface="+mn-ea"/>
              </a:rPr>
              <a:t>，与国内外形势发展变化相比，与党所承担的历史任务相比，党的领导水平和执政水平、党组织建设状况和党员干部素质、能力、作风都还有不小差距。</a:t>
            </a:r>
            <a:r>
              <a:rPr lang="zh-CN" altLang="en-US" i="0" dirty="0">
                <a:solidFill>
                  <a:srgbClr val="404040"/>
                </a:solidFill>
                <a:effectLst/>
                <a:latin typeface="+mn-ea"/>
              </a:rPr>
              <a:t>新形势下，我们党的自身建设面临一系列新情况新问题新挑战。党面临的执政考验、改革开放考验、市场经济考验、外部环境考验是长期的、复杂的、严峻的，精神懈怠危险、能力不足危险、脱离群众危险、消极腐败危险更加尖锐地摆在全党面前，落实党要管党、从严治党的任务比以往任何时候都更为繁重更为紧迫。形势的发展、事业的开拓、人民的期待，都要求我们充分认识全面提高党的建设科学化水平的极端重要性，以改革创新精神全面推进党的建设新的伟大工程，努力在以科学理论指导党的建设、以科学制度保障党的建设、以科学方法推进党的建设上见到成效，不断提高党的领导水平和执政水平、提高拒腐防变和抵御风险能力，永葆党的先进性和纯洁性，巩固党的执政地位、</a:t>
            </a:r>
            <a:r>
              <a:rPr lang="zh-CN" altLang="en-US" b="1" i="0" dirty="0">
                <a:solidFill>
                  <a:srgbClr val="404040"/>
                </a:solidFill>
                <a:effectLst/>
                <a:latin typeface="+mn-ea"/>
              </a:rPr>
              <a:t>实现党的执政使命</a:t>
            </a:r>
            <a:r>
              <a:rPr lang="zh-CN" altLang="en-US" i="0" dirty="0">
                <a:solidFill>
                  <a:srgbClr val="404040"/>
                </a:solidFill>
                <a:effectLst/>
                <a:latin typeface="+mn-ea"/>
              </a:rPr>
              <a:t>。</a:t>
            </a:r>
          </a:p>
          <a:p>
            <a:endParaRPr lang="zh-CN" altLang="en-US" i="0" strike="sngStrike" dirty="0">
              <a:solidFill>
                <a:srgbClr val="404040"/>
              </a:solidFill>
              <a:effectLst/>
              <a:latin typeface="+mn-ea"/>
            </a:endParaRPr>
          </a:p>
        </p:txBody>
      </p:sp>
    </p:spTree>
    <p:extLst>
      <p:ext uri="{BB962C8B-B14F-4D97-AF65-F5344CB8AC3E}">
        <p14:creationId xmlns:p14="http://schemas.microsoft.com/office/powerpoint/2010/main" val="1448918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1D068-ADBC-C827-D030-7CD013B657C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3CCA4E-D5CB-F661-C00F-2DACFE908CEF}"/>
              </a:ext>
            </a:extLst>
          </p:cNvPr>
          <p:cNvSpPr>
            <a:spLocks noGrp="1"/>
          </p:cNvSpPr>
          <p:nvPr>
            <p:ph type="sldNum" sz="quarter" idx="12"/>
          </p:nvPr>
        </p:nvSpPr>
        <p:spPr/>
        <p:txBody>
          <a:bodyPr/>
          <a:lstStyle/>
          <a:p>
            <a:fld id="{7F65B630-C7FF-41C0-9923-C5E5E29EED81}" type="slidenum">
              <a:rPr lang="en-GB" smtClean="0"/>
              <a:pPr/>
              <a:t>24</a:t>
            </a:fld>
            <a:endParaRPr lang="en-GB"/>
          </a:p>
        </p:txBody>
      </p:sp>
      <p:sp>
        <p:nvSpPr>
          <p:cNvPr id="3" name="标题 2">
            <a:extLst>
              <a:ext uri="{FF2B5EF4-FFF2-40B4-BE49-F238E27FC236}">
                <a16:creationId xmlns:a16="http://schemas.microsoft.com/office/drawing/2014/main" id="{97DA5DCD-BB80-1A9A-D45E-17594B8A473F}"/>
              </a:ext>
            </a:extLst>
          </p:cNvPr>
          <p:cNvSpPr>
            <a:spLocks noGrp="1"/>
          </p:cNvSpPr>
          <p:nvPr>
            <p:ph type="title"/>
          </p:nvPr>
        </p:nvSpPr>
        <p:spPr/>
        <p:txBody>
          <a:bodyPr/>
          <a:lstStyle/>
          <a:p>
            <a:r>
              <a:rPr lang="zh-CN" altLang="en-US" dirty="0"/>
              <a:t>提高中国共产党执政能力的总要求和具体要求</a:t>
            </a:r>
          </a:p>
        </p:txBody>
      </p:sp>
      <p:sp>
        <p:nvSpPr>
          <p:cNvPr id="4" name="文本框 3">
            <a:extLst>
              <a:ext uri="{FF2B5EF4-FFF2-40B4-BE49-F238E27FC236}">
                <a16:creationId xmlns:a16="http://schemas.microsoft.com/office/drawing/2014/main" id="{F93AE8BD-5A8A-C033-75B7-B0B86B7574B2}"/>
              </a:ext>
            </a:extLst>
          </p:cNvPr>
          <p:cNvSpPr txBox="1"/>
          <p:nvPr/>
        </p:nvSpPr>
        <p:spPr>
          <a:xfrm>
            <a:off x="660400" y="1646853"/>
            <a:ext cx="10060472" cy="1754326"/>
          </a:xfrm>
          <a:prstGeom prst="rect">
            <a:avLst/>
          </a:prstGeom>
          <a:noFill/>
        </p:spPr>
        <p:txBody>
          <a:bodyPr wrap="square" rtlCol="0">
            <a:spAutoFit/>
          </a:bodyPr>
          <a:lstStyle/>
          <a:p>
            <a:r>
              <a:rPr lang="zh-CN" altLang="en-US" b="1" kern="100" dirty="0">
                <a:latin typeface="+mn-ea"/>
                <a:cs typeface="Arial" panose="020B0604020202020204" pitchFamily="34" charset="0"/>
              </a:rPr>
              <a:t>党的十八大</a:t>
            </a:r>
            <a:r>
              <a:rPr lang="zh-CN" altLang="en-US" kern="100" dirty="0">
                <a:latin typeface="+mn-ea"/>
                <a:cs typeface="Arial" panose="020B0604020202020204" pitchFamily="34" charset="0"/>
              </a:rPr>
              <a:t>报告提出的全面提高党的建设科学化水平的总要求是：</a:t>
            </a:r>
            <a:endParaRPr lang="en-US" altLang="zh-CN" kern="100" dirty="0">
              <a:latin typeface="+mn-ea"/>
              <a:cs typeface="Arial" panose="020B0604020202020204" pitchFamily="34" charset="0"/>
            </a:endParaRPr>
          </a:p>
          <a:p>
            <a:endParaRPr lang="zh-CN" altLang="en-US" kern="100" dirty="0">
              <a:latin typeface="+mn-ea"/>
              <a:cs typeface="Arial" panose="020B0604020202020204" pitchFamily="34" charset="0"/>
            </a:endParaRPr>
          </a:p>
          <a:p>
            <a:r>
              <a:rPr lang="zh-CN" altLang="en-US" kern="100" dirty="0">
                <a:latin typeface="+mn-ea"/>
                <a:cs typeface="Arial" panose="020B0604020202020204" pitchFamily="34" charset="0"/>
              </a:rPr>
              <a:t>全党增强紧迫感和责任感，牢牢把握加强党的执政能力建设、先进性和纯洁性建设这条主线，坚持解放思想、改革创新，坚持党要管党、从严治党，全面加强党的思想建设、组织建设、作风建设、反腐倡廉建设、制度建设，增强自我净化、自我完善、自我革新、自我提高能力，建设学习型、服务型、创新型的马克思主义执政党，确保党始终成为中国特色社会主义事业的坚强领导核心。</a:t>
            </a:r>
          </a:p>
        </p:txBody>
      </p:sp>
      <p:sp>
        <p:nvSpPr>
          <p:cNvPr id="5" name="文本框 4">
            <a:extLst>
              <a:ext uri="{FF2B5EF4-FFF2-40B4-BE49-F238E27FC236}">
                <a16:creationId xmlns:a16="http://schemas.microsoft.com/office/drawing/2014/main" id="{1337F763-07B0-E6D2-A806-1EFEFF0470C0}"/>
              </a:ext>
            </a:extLst>
          </p:cNvPr>
          <p:cNvSpPr txBox="1"/>
          <p:nvPr/>
        </p:nvSpPr>
        <p:spPr>
          <a:xfrm>
            <a:off x="673100" y="3701143"/>
            <a:ext cx="8449129" cy="2013857"/>
          </a:xfrm>
          <a:prstGeom prst="rect">
            <a:avLst/>
          </a:prstGeom>
          <a:noFill/>
        </p:spPr>
        <p:txBody>
          <a:bodyPr wrap="square" rtlCol="0">
            <a:spAutoFit/>
          </a:bodyPr>
          <a:lstStyle/>
          <a:p>
            <a:pPr rtl="0">
              <a:buNone/>
            </a:pPr>
            <a:r>
              <a:rPr lang="zh-CN" altLang="en-US" dirty="0">
                <a:solidFill>
                  <a:srgbClr val="000000"/>
                </a:solidFill>
                <a:effectLst/>
                <a:latin typeface="+mn-ea"/>
              </a:rPr>
              <a:t>核心要素：</a:t>
            </a:r>
          </a:p>
          <a:p>
            <a:pPr marL="285750" indent="-285750" rtl="0">
              <a:buFont typeface="Arial" panose="020B0604020202020204" pitchFamily="34" charset="0"/>
              <a:buChar char="•"/>
            </a:pPr>
            <a:r>
              <a:rPr lang="zh-CN" altLang="en-US" dirty="0">
                <a:solidFill>
                  <a:srgbClr val="000000"/>
                </a:solidFill>
                <a:effectLst/>
                <a:latin typeface="+mn-ea"/>
              </a:rPr>
              <a:t>一条主线：加强党的执政能力建设、先进性和纯洁性建设。</a:t>
            </a:r>
          </a:p>
          <a:p>
            <a:pPr marL="285750" indent="-285750" rtl="0">
              <a:buFont typeface="Arial" panose="020B0604020202020204" pitchFamily="34" charset="0"/>
              <a:buChar char="•"/>
            </a:pPr>
            <a:r>
              <a:rPr lang="zh-CN" altLang="en-US" dirty="0">
                <a:solidFill>
                  <a:srgbClr val="000000"/>
                </a:solidFill>
                <a:effectLst/>
                <a:latin typeface="+mn-ea"/>
              </a:rPr>
              <a:t>两个坚持：坚持解放思想、改革创新；坚持党要管党、从严治党。</a:t>
            </a:r>
          </a:p>
          <a:p>
            <a:pPr marL="285750" indent="-285750" rtl="0">
              <a:buFont typeface="Arial" panose="020B0604020202020204" pitchFamily="34" charset="0"/>
              <a:buChar char="•"/>
            </a:pPr>
            <a:r>
              <a:rPr lang="zh-CN" altLang="en-US" dirty="0">
                <a:solidFill>
                  <a:srgbClr val="000000"/>
                </a:solidFill>
                <a:effectLst/>
                <a:latin typeface="+mn-ea"/>
              </a:rPr>
              <a:t>五大建设：思想建设、组织建设、作风建设、反腐倡廉建设、制度建设。</a:t>
            </a:r>
          </a:p>
          <a:p>
            <a:pPr marL="285750" indent="-285750" rtl="0">
              <a:buFont typeface="Arial" panose="020B0604020202020204" pitchFamily="34" charset="0"/>
              <a:buChar char="•"/>
            </a:pPr>
            <a:r>
              <a:rPr lang="zh-CN" altLang="en-US" dirty="0">
                <a:solidFill>
                  <a:srgbClr val="000000"/>
                </a:solidFill>
                <a:effectLst/>
                <a:latin typeface="+mn-ea"/>
              </a:rPr>
              <a:t>四个能力：自我净化、自我完善、自我革新、自我提高。</a:t>
            </a:r>
          </a:p>
          <a:p>
            <a:pPr marL="285750" indent="-285750" rtl="0">
              <a:buFont typeface="Arial" panose="020B0604020202020204" pitchFamily="34" charset="0"/>
              <a:buChar char="•"/>
            </a:pPr>
            <a:r>
              <a:rPr lang="zh-CN" altLang="en-US" dirty="0">
                <a:solidFill>
                  <a:srgbClr val="000000"/>
                </a:solidFill>
                <a:effectLst/>
                <a:latin typeface="+mn-ea"/>
              </a:rPr>
              <a:t>三型目标：建设学习型、服务型、创新型的马克思主义执政党。</a:t>
            </a:r>
          </a:p>
          <a:p>
            <a:endParaRPr lang="zh-CN" altLang="en-US" dirty="0"/>
          </a:p>
        </p:txBody>
      </p:sp>
    </p:spTree>
    <p:extLst>
      <p:ext uri="{BB962C8B-B14F-4D97-AF65-F5344CB8AC3E}">
        <p14:creationId xmlns:p14="http://schemas.microsoft.com/office/powerpoint/2010/main" val="3524538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5D6A3-9B33-ABB9-59B0-D6A77FF46AB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A7EF9B-024A-80B4-F0DA-B60718F80407}"/>
              </a:ext>
            </a:extLst>
          </p:cNvPr>
          <p:cNvSpPr>
            <a:spLocks noGrp="1"/>
          </p:cNvSpPr>
          <p:nvPr>
            <p:ph type="sldNum" sz="quarter" idx="12"/>
          </p:nvPr>
        </p:nvSpPr>
        <p:spPr/>
        <p:txBody>
          <a:bodyPr/>
          <a:lstStyle/>
          <a:p>
            <a:fld id="{7F65B630-C7FF-41C0-9923-C5E5E29EED81}" type="slidenum">
              <a:rPr lang="en-GB" smtClean="0"/>
              <a:pPr/>
              <a:t>25</a:t>
            </a:fld>
            <a:endParaRPr lang="en-GB"/>
          </a:p>
        </p:txBody>
      </p:sp>
      <p:sp>
        <p:nvSpPr>
          <p:cNvPr id="3" name="标题 2">
            <a:extLst>
              <a:ext uri="{FF2B5EF4-FFF2-40B4-BE49-F238E27FC236}">
                <a16:creationId xmlns:a16="http://schemas.microsoft.com/office/drawing/2014/main" id="{8191C4D6-D182-C154-15DD-5A28D97D357B}"/>
              </a:ext>
            </a:extLst>
          </p:cNvPr>
          <p:cNvSpPr>
            <a:spLocks noGrp="1"/>
          </p:cNvSpPr>
          <p:nvPr>
            <p:ph type="title"/>
          </p:nvPr>
        </p:nvSpPr>
        <p:spPr/>
        <p:txBody>
          <a:bodyPr/>
          <a:lstStyle/>
          <a:p>
            <a:r>
              <a:rPr lang="zh-CN" altLang="en-US" dirty="0"/>
              <a:t>提高中国共产党执政能力的总要求和具体要求</a:t>
            </a:r>
          </a:p>
        </p:txBody>
      </p:sp>
      <p:sp>
        <p:nvSpPr>
          <p:cNvPr id="6" name="文本框 5">
            <a:extLst>
              <a:ext uri="{FF2B5EF4-FFF2-40B4-BE49-F238E27FC236}">
                <a16:creationId xmlns:a16="http://schemas.microsoft.com/office/drawing/2014/main" id="{A03B5879-4055-E8F4-B9DF-CC927214DEFC}"/>
              </a:ext>
            </a:extLst>
          </p:cNvPr>
          <p:cNvSpPr txBox="1"/>
          <p:nvPr/>
        </p:nvSpPr>
        <p:spPr>
          <a:xfrm>
            <a:off x="650475" y="1333143"/>
            <a:ext cx="10333211" cy="4013278"/>
          </a:xfrm>
          <a:prstGeom prst="rect">
            <a:avLst/>
          </a:prstGeom>
          <a:noFill/>
        </p:spPr>
        <p:txBody>
          <a:bodyPr wrap="square">
            <a:spAutoFit/>
          </a:bodyPr>
          <a:lstStyle/>
          <a:p>
            <a:pPr rtl="0">
              <a:buNone/>
            </a:pPr>
            <a:r>
              <a:rPr lang="zh-CN" altLang="en-US" sz="2400" b="1" dirty="0">
                <a:solidFill>
                  <a:srgbClr val="000000"/>
                </a:solidFill>
                <a:effectLst/>
                <a:latin typeface="+mj-ea"/>
                <a:ea typeface="+mj-ea"/>
              </a:rPr>
              <a:t>八项任务</a:t>
            </a:r>
            <a:endParaRPr lang="en-US" altLang="zh-CN" sz="2400" b="1" dirty="0">
              <a:solidFill>
                <a:srgbClr val="000000"/>
              </a:solidFill>
              <a:effectLst/>
              <a:latin typeface="+mj-ea"/>
              <a:ea typeface="+mj-ea"/>
            </a:endParaRPr>
          </a:p>
          <a:p>
            <a:pPr rtl="0">
              <a:buNone/>
            </a:pPr>
            <a:endParaRPr lang="zh-CN" altLang="en-US" dirty="0">
              <a:solidFill>
                <a:srgbClr val="000000"/>
              </a:solidFill>
              <a:effectLst/>
              <a:latin typeface="Arial" panose="020B0604020202020204" pitchFamily="34" charset="0"/>
            </a:endParaRPr>
          </a:p>
          <a:p>
            <a:pPr marL="400050" indent="-400050" rtl="0">
              <a:lnSpc>
                <a:spcPct val="150000"/>
              </a:lnSpc>
              <a:buFont typeface="+mj-ea"/>
              <a:buAutoNum type="ea1JpnChsDbPeriod"/>
            </a:pPr>
            <a:r>
              <a:rPr lang="zh-CN" altLang="en-US" b="1" dirty="0">
                <a:solidFill>
                  <a:srgbClr val="000000"/>
                </a:solidFill>
                <a:effectLst/>
                <a:latin typeface="Arial" panose="020B0604020202020204" pitchFamily="34" charset="0"/>
              </a:rPr>
              <a:t>坚定理想信念</a:t>
            </a:r>
            <a:r>
              <a:rPr lang="zh-CN" altLang="en-US" dirty="0">
                <a:solidFill>
                  <a:srgbClr val="000000"/>
                </a:solidFill>
                <a:effectLst/>
                <a:latin typeface="Arial" panose="020B0604020202020204" pitchFamily="34" charset="0"/>
              </a:rPr>
              <a:t>：深入学习中国特色社会主义理论体系特别是科学发展观，坚守共产党人精神追求，为实现共同理想而奋斗。</a:t>
            </a:r>
          </a:p>
          <a:p>
            <a:pPr marL="400050" indent="-400050" rtl="0">
              <a:lnSpc>
                <a:spcPct val="150000"/>
              </a:lnSpc>
              <a:buFont typeface="+mj-ea"/>
              <a:buAutoNum type="ea1JpnChsDbPeriod"/>
            </a:pPr>
            <a:r>
              <a:rPr lang="zh-CN" altLang="en-US" b="1" dirty="0">
                <a:solidFill>
                  <a:srgbClr val="000000"/>
                </a:solidFill>
                <a:effectLst/>
                <a:latin typeface="Arial" panose="020B0604020202020204" pitchFamily="34" charset="0"/>
              </a:rPr>
              <a:t>坚持以人为本、执政为民</a:t>
            </a:r>
            <a:r>
              <a:rPr lang="zh-CN" altLang="en-US" dirty="0">
                <a:solidFill>
                  <a:srgbClr val="000000"/>
                </a:solidFill>
                <a:effectLst/>
                <a:latin typeface="Arial" panose="020B0604020202020204" pitchFamily="34" charset="0"/>
              </a:rPr>
              <a:t>：以人民利益为首位，开展以为民务实清廉为内容的群众路线教育实践活动，解决群众反映强烈的突出问题，提升群众工作能力。</a:t>
            </a:r>
          </a:p>
          <a:p>
            <a:pPr marL="400050" indent="-400050" rtl="0">
              <a:lnSpc>
                <a:spcPct val="150000"/>
              </a:lnSpc>
              <a:buFont typeface="+mj-ea"/>
              <a:buAutoNum type="ea1JpnChsDbPeriod"/>
            </a:pPr>
            <a:r>
              <a:rPr lang="zh-CN" altLang="en-US" b="1" dirty="0">
                <a:solidFill>
                  <a:srgbClr val="000000"/>
                </a:solidFill>
                <a:effectLst/>
                <a:latin typeface="Arial" panose="020B0604020202020204" pitchFamily="34" charset="0"/>
              </a:rPr>
              <a:t>发展党内民主</a:t>
            </a:r>
            <a:r>
              <a:rPr lang="zh-CN" altLang="en-US" dirty="0">
                <a:solidFill>
                  <a:srgbClr val="000000"/>
                </a:solidFill>
                <a:effectLst/>
                <a:latin typeface="Arial" panose="020B0604020202020204" pitchFamily="34" charset="0"/>
              </a:rPr>
              <a:t>：坚持民主集中制，健全党内民主制度体系，以党内民主带动人民民主，增强党的创造活力。</a:t>
            </a:r>
          </a:p>
          <a:p>
            <a:pPr marL="400050" indent="-400050" rtl="0">
              <a:lnSpc>
                <a:spcPct val="150000"/>
              </a:lnSpc>
              <a:buFont typeface="+mj-ea"/>
              <a:buAutoNum type="ea1JpnChsDbPeriod"/>
            </a:pPr>
            <a:r>
              <a:rPr lang="zh-CN" altLang="en-US" b="1" dirty="0">
                <a:solidFill>
                  <a:srgbClr val="000000"/>
                </a:solidFill>
                <a:effectLst/>
                <a:latin typeface="Arial" panose="020B0604020202020204" pitchFamily="34" charset="0"/>
              </a:rPr>
              <a:t>深化干部人事制度改革</a:t>
            </a:r>
            <a:r>
              <a:rPr lang="zh-CN" altLang="en-US" dirty="0">
                <a:solidFill>
                  <a:srgbClr val="000000"/>
                </a:solidFill>
                <a:effectLst/>
                <a:latin typeface="Arial" panose="020B0604020202020204" pitchFamily="34" charset="0"/>
              </a:rPr>
              <a:t>：坚持五湖四海、任人唯贤，德才兼备、以德为先，注重实绩和群众公认，建设高素质执政骨干队伍。</a:t>
            </a:r>
          </a:p>
        </p:txBody>
      </p:sp>
    </p:spTree>
    <p:extLst>
      <p:ext uri="{BB962C8B-B14F-4D97-AF65-F5344CB8AC3E}">
        <p14:creationId xmlns:p14="http://schemas.microsoft.com/office/powerpoint/2010/main" val="4206241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3C13F-8240-6E5A-876B-D90E26BFCC8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8D401A5-A996-6ED8-A730-450ACB3DE161}"/>
              </a:ext>
            </a:extLst>
          </p:cNvPr>
          <p:cNvSpPr>
            <a:spLocks noGrp="1"/>
          </p:cNvSpPr>
          <p:nvPr>
            <p:ph type="sldNum" sz="quarter" idx="12"/>
          </p:nvPr>
        </p:nvSpPr>
        <p:spPr/>
        <p:txBody>
          <a:bodyPr/>
          <a:lstStyle/>
          <a:p>
            <a:fld id="{7F65B630-C7FF-41C0-9923-C5E5E29EED81}" type="slidenum">
              <a:rPr lang="en-GB" smtClean="0"/>
              <a:pPr/>
              <a:t>26</a:t>
            </a:fld>
            <a:endParaRPr lang="en-GB"/>
          </a:p>
        </p:txBody>
      </p:sp>
      <p:sp>
        <p:nvSpPr>
          <p:cNvPr id="3" name="标题 2">
            <a:extLst>
              <a:ext uri="{FF2B5EF4-FFF2-40B4-BE49-F238E27FC236}">
                <a16:creationId xmlns:a16="http://schemas.microsoft.com/office/drawing/2014/main" id="{411C5B44-52FB-CF68-7837-B28A5B32439F}"/>
              </a:ext>
            </a:extLst>
          </p:cNvPr>
          <p:cNvSpPr>
            <a:spLocks noGrp="1"/>
          </p:cNvSpPr>
          <p:nvPr>
            <p:ph type="title"/>
          </p:nvPr>
        </p:nvSpPr>
        <p:spPr/>
        <p:txBody>
          <a:bodyPr/>
          <a:lstStyle/>
          <a:p>
            <a:r>
              <a:rPr lang="zh-CN" altLang="en-US" dirty="0"/>
              <a:t>提高中国共产党执政能力的总要求和具体要求</a:t>
            </a:r>
          </a:p>
        </p:txBody>
      </p:sp>
      <p:sp>
        <p:nvSpPr>
          <p:cNvPr id="6" name="文本框 5">
            <a:extLst>
              <a:ext uri="{FF2B5EF4-FFF2-40B4-BE49-F238E27FC236}">
                <a16:creationId xmlns:a16="http://schemas.microsoft.com/office/drawing/2014/main" id="{A6A532E2-D242-B026-0140-C8E7B9F5D303}"/>
              </a:ext>
            </a:extLst>
          </p:cNvPr>
          <p:cNvSpPr txBox="1"/>
          <p:nvPr/>
        </p:nvSpPr>
        <p:spPr>
          <a:xfrm>
            <a:off x="650475" y="1333143"/>
            <a:ext cx="10333211" cy="3597780"/>
          </a:xfrm>
          <a:prstGeom prst="rect">
            <a:avLst/>
          </a:prstGeom>
          <a:noFill/>
        </p:spPr>
        <p:txBody>
          <a:bodyPr wrap="square">
            <a:spAutoFit/>
          </a:bodyPr>
          <a:lstStyle/>
          <a:p>
            <a:pPr rtl="0">
              <a:buNone/>
            </a:pPr>
            <a:r>
              <a:rPr lang="zh-CN" altLang="en-US" sz="2400" b="1" dirty="0">
                <a:solidFill>
                  <a:srgbClr val="000000"/>
                </a:solidFill>
                <a:effectLst/>
                <a:latin typeface="+mj-ea"/>
                <a:ea typeface="+mj-ea"/>
              </a:rPr>
              <a:t>八项任务</a:t>
            </a:r>
            <a:endParaRPr lang="en-US" altLang="zh-CN" sz="2400" b="1" dirty="0">
              <a:solidFill>
                <a:srgbClr val="000000"/>
              </a:solidFill>
              <a:effectLst/>
              <a:latin typeface="+mj-ea"/>
              <a:ea typeface="+mj-ea"/>
            </a:endParaRPr>
          </a:p>
          <a:p>
            <a:pPr rtl="0">
              <a:buNone/>
            </a:pPr>
            <a:endParaRPr lang="zh-CN" altLang="en-US" dirty="0">
              <a:solidFill>
                <a:srgbClr val="000000"/>
              </a:solidFill>
              <a:effectLst/>
              <a:latin typeface="Arial" panose="020B0604020202020204" pitchFamily="34" charset="0"/>
            </a:endParaRPr>
          </a:p>
          <a:p>
            <a:pPr rtl="0">
              <a:lnSpc>
                <a:spcPct val="150000"/>
              </a:lnSpc>
            </a:pPr>
            <a:r>
              <a:rPr lang="zh-CN" altLang="en-US" b="1" dirty="0">
                <a:solidFill>
                  <a:srgbClr val="000000"/>
                </a:solidFill>
                <a:effectLst/>
                <a:latin typeface="Arial" panose="020B0604020202020204" pitchFamily="34" charset="0"/>
              </a:rPr>
              <a:t>五</a:t>
            </a:r>
            <a:r>
              <a:rPr lang="en-US" altLang="zh-CN" b="1" dirty="0">
                <a:solidFill>
                  <a:srgbClr val="000000"/>
                </a:solidFill>
                <a:effectLst/>
                <a:latin typeface="Arial" panose="020B0604020202020204" pitchFamily="34" charset="0"/>
              </a:rPr>
              <a:t>.  </a:t>
            </a:r>
            <a:r>
              <a:rPr lang="zh-CN" altLang="en-US" b="1" dirty="0">
                <a:solidFill>
                  <a:srgbClr val="000000"/>
                </a:solidFill>
                <a:effectLst/>
                <a:latin typeface="Arial" panose="020B0604020202020204" pitchFamily="34" charset="0"/>
              </a:rPr>
              <a:t>坚持党管人才</a:t>
            </a:r>
            <a:r>
              <a:rPr lang="zh-CN" altLang="en-US" dirty="0">
                <a:solidFill>
                  <a:srgbClr val="000000"/>
                </a:solidFill>
                <a:effectLst/>
                <a:latin typeface="Arial" panose="020B0604020202020204" pitchFamily="34" charset="0"/>
              </a:rPr>
              <a:t>：尊重劳动、知识、人才、创造，集聚优秀人才，推动我国从人才大国迈向人才强国。</a:t>
            </a:r>
          </a:p>
          <a:p>
            <a:pPr rtl="0">
              <a:lnSpc>
                <a:spcPct val="150000"/>
              </a:lnSpc>
            </a:pPr>
            <a:r>
              <a:rPr lang="zh-CN" altLang="en-US" b="1" dirty="0">
                <a:solidFill>
                  <a:srgbClr val="000000"/>
                </a:solidFill>
                <a:effectLst/>
                <a:latin typeface="Arial" panose="020B0604020202020204" pitchFamily="34" charset="0"/>
              </a:rPr>
              <a:t>六</a:t>
            </a:r>
            <a:r>
              <a:rPr lang="en-US" altLang="zh-CN" b="1" dirty="0">
                <a:solidFill>
                  <a:srgbClr val="000000"/>
                </a:solidFill>
                <a:effectLst/>
                <a:latin typeface="Arial" panose="020B0604020202020204" pitchFamily="34" charset="0"/>
              </a:rPr>
              <a:t>. </a:t>
            </a:r>
            <a:r>
              <a:rPr lang="zh-CN" altLang="en-US" b="1" dirty="0">
                <a:solidFill>
                  <a:srgbClr val="000000"/>
                </a:solidFill>
                <a:effectLst/>
                <a:latin typeface="Arial" panose="020B0604020202020204" pitchFamily="34" charset="0"/>
              </a:rPr>
              <a:t>创新基层党建</a:t>
            </a:r>
            <a:r>
              <a:rPr lang="zh-CN" altLang="en-US" dirty="0">
                <a:solidFill>
                  <a:srgbClr val="000000"/>
                </a:solidFill>
                <a:effectLst/>
                <a:latin typeface="Arial" panose="020B0604020202020204" pitchFamily="34" charset="0"/>
              </a:rPr>
              <a:t>：推进各领域基层党建，扩大党组织覆盖面，发挥基层组织在推动发展、服务群众、凝聚人心、促进和谐中的作用。</a:t>
            </a:r>
          </a:p>
          <a:p>
            <a:pPr rtl="0">
              <a:lnSpc>
                <a:spcPct val="150000"/>
              </a:lnSpc>
            </a:pPr>
            <a:r>
              <a:rPr lang="zh-CN" altLang="en-US" b="1" dirty="0">
                <a:solidFill>
                  <a:srgbClr val="000000"/>
                </a:solidFill>
                <a:latin typeface="Arial" panose="020B0604020202020204" pitchFamily="34" charset="0"/>
              </a:rPr>
              <a:t>七</a:t>
            </a:r>
            <a:r>
              <a:rPr lang="en-US" altLang="zh-CN" b="1" dirty="0">
                <a:solidFill>
                  <a:srgbClr val="000000"/>
                </a:solidFill>
                <a:latin typeface="Arial" panose="020B0604020202020204" pitchFamily="34" charset="0"/>
              </a:rPr>
              <a:t>. </a:t>
            </a:r>
            <a:r>
              <a:rPr lang="zh-CN" altLang="en-US" b="1" dirty="0">
                <a:solidFill>
                  <a:srgbClr val="000000"/>
                </a:solidFill>
                <a:effectLst/>
                <a:latin typeface="Arial" panose="020B0604020202020204" pitchFamily="34" charset="0"/>
              </a:rPr>
              <a:t>坚定反对腐败</a:t>
            </a:r>
            <a:r>
              <a:rPr lang="zh-CN" altLang="en-US" dirty="0">
                <a:solidFill>
                  <a:srgbClr val="000000"/>
                </a:solidFill>
                <a:effectLst/>
                <a:latin typeface="Arial" panose="020B0604020202020204" pitchFamily="34" charset="0"/>
              </a:rPr>
              <a:t>：坚持中国特色反腐倡廉道路，标本兼治、综合治理，推进惩治和预防腐败体系建设，确保干部清正、政府清廉、政治清明。</a:t>
            </a:r>
          </a:p>
          <a:p>
            <a:pPr rtl="0">
              <a:lnSpc>
                <a:spcPct val="150000"/>
              </a:lnSpc>
            </a:pPr>
            <a:r>
              <a:rPr lang="zh-CN" altLang="en-US" b="1" dirty="0">
                <a:solidFill>
                  <a:srgbClr val="000000"/>
                </a:solidFill>
                <a:latin typeface="Arial" panose="020B0604020202020204" pitchFamily="34" charset="0"/>
              </a:rPr>
              <a:t>八</a:t>
            </a:r>
            <a:r>
              <a:rPr lang="en-US" altLang="zh-CN" b="1" dirty="0">
                <a:solidFill>
                  <a:srgbClr val="000000"/>
                </a:solidFill>
                <a:latin typeface="Arial" panose="020B0604020202020204" pitchFamily="34" charset="0"/>
              </a:rPr>
              <a:t>. </a:t>
            </a:r>
            <a:r>
              <a:rPr lang="zh-CN" altLang="en-US" b="1" dirty="0">
                <a:solidFill>
                  <a:srgbClr val="000000"/>
                </a:solidFill>
                <a:effectLst/>
                <a:latin typeface="Arial" panose="020B0604020202020204" pitchFamily="34" charset="0"/>
              </a:rPr>
              <a:t>严明党的纪律</a:t>
            </a:r>
            <a:r>
              <a:rPr lang="zh-CN" altLang="en-US" dirty="0">
                <a:solidFill>
                  <a:srgbClr val="000000"/>
                </a:solidFill>
                <a:effectLst/>
                <a:latin typeface="Arial" panose="020B0604020202020204" pitchFamily="34" charset="0"/>
              </a:rPr>
              <a:t>：加强纪律建设，维护党的集中统一，形成全党步调一致、奋发进取的强大力量。</a:t>
            </a:r>
          </a:p>
        </p:txBody>
      </p:sp>
    </p:spTree>
    <p:extLst>
      <p:ext uri="{BB962C8B-B14F-4D97-AF65-F5344CB8AC3E}">
        <p14:creationId xmlns:p14="http://schemas.microsoft.com/office/powerpoint/2010/main" val="359504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308ED-BE81-1042-EBA4-A1269C89AE24}"/>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CFB9E078-8A11-B45E-146B-CC92F90EBA89}"/>
              </a:ext>
            </a:extLst>
          </p:cNvPr>
          <p:cNvSpPr>
            <a:spLocks noGrp="1"/>
          </p:cNvSpPr>
          <p:nvPr>
            <p:ph type="title"/>
          </p:nvPr>
        </p:nvSpPr>
        <p:spPr>
          <a:xfrm>
            <a:off x="3656802" y="2478616"/>
            <a:ext cx="5907076" cy="584775"/>
          </a:xfrm>
        </p:spPr>
        <p:txBody>
          <a:bodyPr/>
          <a:lstStyle/>
          <a:p>
            <a:pPr>
              <a:lnSpc>
                <a:spcPct val="100000"/>
              </a:lnSpc>
            </a:pPr>
            <a:r>
              <a:rPr lang="zh-CN" altLang="en-US" b="1" i="0" dirty="0">
                <a:solidFill>
                  <a:srgbClr val="404040"/>
                </a:solidFill>
                <a:effectLst/>
                <a:latin typeface="DeepSeek-CJK-patch"/>
              </a:rPr>
              <a:t>不忘初心，砥砺前行</a:t>
            </a:r>
            <a:endParaRPr lang="zh-CN" altLang="en-US" sz="3200" dirty="0">
              <a:latin typeface="+mj-ea"/>
              <a:ea typeface="+mj-ea"/>
            </a:endParaRPr>
          </a:p>
        </p:txBody>
      </p:sp>
      <p:sp>
        <p:nvSpPr>
          <p:cNvPr id="5" name="文本占位符 4">
            <a:extLst>
              <a:ext uri="{FF2B5EF4-FFF2-40B4-BE49-F238E27FC236}">
                <a16:creationId xmlns:a16="http://schemas.microsoft.com/office/drawing/2014/main" id="{5263F5F9-00CA-5922-C4F8-EC5587478E15}"/>
              </a:ext>
            </a:extLst>
          </p:cNvPr>
          <p:cNvSpPr>
            <a:spLocks noGrp="1"/>
          </p:cNvSpPr>
          <p:nvPr>
            <p:ph type="body" idx="1"/>
          </p:nvPr>
        </p:nvSpPr>
        <p:spPr/>
        <p:txBody>
          <a:bodyPr>
            <a:normAutofit/>
          </a:bodyPr>
          <a:lstStyle/>
          <a:p>
            <a:r>
              <a:rPr lang="zh-CN" altLang="en-US" sz="1600" dirty="0"/>
              <a:t>此时、此刻</a:t>
            </a:r>
            <a:endParaRPr lang="en-GB" altLang="zh-CN" sz="1600" dirty="0"/>
          </a:p>
        </p:txBody>
      </p:sp>
      <p:sp>
        <p:nvSpPr>
          <p:cNvPr id="2" name="灯片编号占位符 1">
            <a:extLst>
              <a:ext uri="{FF2B5EF4-FFF2-40B4-BE49-F238E27FC236}">
                <a16:creationId xmlns:a16="http://schemas.microsoft.com/office/drawing/2014/main" id="{52715BF8-029B-7F0C-E0BA-B7AAB46DD9CA}"/>
              </a:ext>
            </a:extLst>
          </p:cNvPr>
          <p:cNvSpPr>
            <a:spLocks noGrp="1"/>
          </p:cNvSpPr>
          <p:nvPr>
            <p:ph type="sldNum" sz="quarter" idx="12"/>
          </p:nvPr>
        </p:nvSpPr>
        <p:spPr/>
        <p:txBody>
          <a:bodyPr/>
          <a:lstStyle/>
          <a:p>
            <a:fld id="{7F65B630-C7FF-41C0-9923-C5E5E29EED81}" type="slidenum">
              <a:rPr lang="zh-CN" altLang="en-US" smtClean="0"/>
              <a:pPr/>
              <a:t>27</a:t>
            </a:fld>
            <a:endParaRPr lang="zh-CN" altLang="en-US"/>
          </a:p>
        </p:txBody>
      </p:sp>
      <p:sp>
        <p:nvSpPr>
          <p:cNvPr id="8" name="文本占位符 7">
            <a:extLst>
              <a:ext uri="{FF2B5EF4-FFF2-40B4-BE49-F238E27FC236}">
                <a16:creationId xmlns:a16="http://schemas.microsoft.com/office/drawing/2014/main" id="{1EBB44DB-5AE8-75C0-9017-5AD91D5E09CB}"/>
              </a:ext>
            </a:extLst>
          </p:cNvPr>
          <p:cNvSpPr>
            <a:spLocks noGrp="1"/>
          </p:cNvSpPr>
          <p:nvPr>
            <p:ph type="body" sz="quarter" idx="13"/>
          </p:nvPr>
        </p:nvSpPr>
        <p:spPr>
          <a:xfrm>
            <a:off x="9477106" y="2271041"/>
            <a:ext cx="1127232" cy="1107996"/>
          </a:xfrm>
        </p:spPr>
        <p:txBody>
          <a:bodyPr/>
          <a:lstStyle/>
          <a:p>
            <a:r>
              <a:rPr lang="en-GB" dirty="0"/>
              <a:t>05</a:t>
            </a:r>
          </a:p>
        </p:txBody>
      </p:sp>
    </p:spTree>
    <p:extLst>
      <p:ext uri="{BB962C8B-B14F-4D97-AF65-F5344CB8AC3E}">
        <p14:creationId xmlns:p14="http://schemas.microsoft.com/office/powerpoint/2010/main" val="2343123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5D5F9-9706-8A23-CC88-1558DDCE1D7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CE2E86E-E4D1-1F74-72C6-E54F860D9A0E}"/>
              </a:ext>
            </a:extLst>
          </p:cNvPr>
          <p:cNvSpPr>
            <a:spLocks noGrp="1"/>
          </p:cNvSpPr>
          <p:nvPr>
            <p:ph type="sldNum" sz="quarter" idx="12"/>
          </p:nvPr>
        </p:nvSpPr>
        <p:spPr/>
        <p:txBody>
          <a:bodyPr/>
          <a:lstStyle/>
          <a:p>
            <a:fld id="{7F65B630-C7FF-41C0-9923-C5E5E29EED81}" type="slidenum">
              <a:rPr lang="en-GB" smtClean="0"/>
              <a:pPr/>
              <a:t>28</a:t>
            </a:fld>
            <a:endParaRPr lang="en-GB"/>
          </a:p>
        </p:txBody>
      </p:sp>
      <p:sp>
        <p:nvSpPr>
          <p:cNvPr id="3" name="标题 2">
            <a:extLst>
              <a:ext uri="{FF2B5EF4-FFF2-40B4-BE49-F238E27FC236}">
                <a16:creationId xmlns:a16="http://schemas.microsoft.com/office/drawing/2014/main" id="{50D1F1F8-F844-BBEB-6BB0-B4133251D508}"/>
              </a:ext>
            </a:extLst>
          </p:cNvPr>
          <p:cNvSpPr>
            <a:spLocks noGrp="1"/>
          </p:cNvSpPr>
          <p:nvPr>
            <p:ph type="title"/>
          </p:nvPr>
        </p:nvSpPr>
        <p:spPr>
          <a:xfrm>
            <a:off x="1014361" y="1661653"/>
            <a:ext cx="10117927" cy="4460158"/>
          </a:xfrm>
        </p:spPr>
        <p:txBody>
          <a:bodyPr>
            <a:noAutofit/>
          </a:bodyPr>
          <a:lstStyle/>
          <a:p>
            <a:pPr>
              <a:lnSpc>
                <a:spcPct val="150000"/>
              </a:lnSpc>
            </a:pPr>
            <a:r>
              <a:rPr lang="en-US" altLang="zh-CN" sz="2400" b="0" dirty="0">
                <a:solidFill>
                  <a:srgbClr val="000000"/>
                </a:solidFill>
                <a:effectLst/>
                <a:latin typeface="+mn-ea"/>
                <a:ea typeface="+mn-ea"/>
              </a:rPr>
              <a:t>	</a:t>
            </a:r>
            <a:r>
              <a:rPr lang="zh-CN" altLang="en-US" sz="2400" b="0" dirty="0">
                <a:solidFill>
                  <a:srgbClr val="000000"/>
                </a:solidFill>
                <a:effectLst/>
                <a:latin typeface="+mn-ea"/>
                <a:ea typeface="+mn-ea"/>
              </a:rPr>
              <a:t>同学们，我们回顾了在新形势下坚持和发展中国特色社会主义的伟大实践，从提出全面建设小康社会的宏伟目标，到深化改革开放、推进“一国两制”实践、促进祖国和平统一大业，再到提高党的建设科学化水平，这些都体现了中国共产党始终不忘初心、牢记使命的坚定信念。作为新时代的青年，我们肩负着接续奋斗的历史重任。让我们铭记初心，勇担使命，以坚定的理想信念和无畏的奋斗精神，投身中国特色社会主义的伟大事业，在实现中华民族伟大复兴的征程中，争做共产主义的合格接班人，砥砺前行，书写无愧于时代的青春篇章！</a:t>
            </a:r>
          </a:p>
        </p:txBody>
      </p:sp>
      <p:sp>
        <p:nvSpPr>
          <p:cNvPr id="4" name="标题 3">
            <a:extLst>
              <a:ext uri="{FF2B5EF4-FFF2-40B4-BE49-F238E27FC236}">
                <a16:creationId xmlns:a16="http://schemas.microsoft.com/office/drawing/2014/main" id="{0D8C4C3A-C0D0-DCBC-0797-28FA0831A90A}"/>
              </a:ext>
            </a:extLst>
          </p:cNvPr>
          <p:cNvSpPr txBox="1">
            <a:spLocks/>
          </p:cNvSpPr>
          <p:nvPr/>
        </p:nvSpPr>
        <p:spPr>
          <a:xfrm>
            <a:off x="1014361" y="736189"/>
            <a:ext cx="5907076" cy="58477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a:lstStyle>
          <a:p>
            <a:pPr>
              <a:lnSpc>
                <a:spcPct val="100000"/>
              </a:lnSpc>
            </a:pPr>
            <a:r>
              <a:rPr lang="zh-CN" altLang="en-US" dirty="0">
                <a:solidFill>
                  <a:srgbClr val="404040"/>
                </a:solidFill>
                <a:latin typeface="DeepSeek-CJK-patch"/>
              </a:rPr>
              <a:t>不忘初心，砥砺前行</a:t>
            </a:r>
            <a:endParaRPr lang="zh-CN" altLang="en-US" sz="3200" dirty="0">
              <a:latin typeface="+mj-ea"/>
            </a:endParaRPr>
          </a:p>
        </p:txBody>
      </p:sp>
      <p:cxnSp>
        <p:nvCxnSpPr>
          <p:cNvPr id="6" name="直接连接符 5">
            <a:extLst>
              <a:ext uri="{FF2B5EF4-FFF2-40B4-BE49-F238E27FC236}">
                <a16:creationId xmlns:a16="http://schemas.microsoft.com/office/drawing/2014/main" id="{E7C2AEB4-72FC-133C-31B9-9229ACD58612}"/>
              </a:ext>
            </a:extLst>
          </p:cNvPr>
          <p:cNvCxnSpPr>
            <a:cxnSpLocks/>
          </p:cNvCxnSpPr>
          <p:nvPr/>
        </p:nvCxnSpPr>
        <p:spPr>
          <a:xfrm>
            <a:off x="1086669" y="1330796"/>
            <a:ext cx="3868789"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612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FD52094-98C0-4141-A04B-98B9DF4DFA73}"/>
              </a:ext>
            </a:extLst>
          </p:cNvPr>
          <p:cNvSpPr>
            <a:spLocks noGrp="1"/>
          </p:cNvSpPr>
          <p:nvPr>
            <p:ph type="body" sz="quarter" idx="13"/>
          </p:nvPr>
        </p:nvSpPr>
        <p:spPr>
          <a:xfrm>
            <a:off x="1953624" y="1777424"/>
            <a:ext cx="9565275" cy="1643062"/>
          </a:xfrm>
        </p:spPr>
        <p:txBody>
          <a:bodyPr/>
          <a:lstStyle/>
          <a:p>
            <a:r>
              <a:rPr lang="en-GB" altLang="zh-CN" dirty="0"/>
              <a:t>Thank you for </a:t>
            </a:r>
          </a:p>
          <a:p>
            <a:r>
              <a:rPr lang="en-GB" altLang="zh-CN" dirty="0"/>
              <a:t>watching.</a:t>
            </a:r>
          </a:p>
        </p:txBody>
      </p:sp>
      <p:sp>
        <p:nvSpPr>
          <p:cNvPr id="4" name="文本占位符 3">
            <a:extLst>
              <a:ext uri="{FF2B5EF4-FFF2-40B4-BE49-F238E27FC236}">
                <a16:creationId xmlns:a16="http://schemas.microsoft.com/office/drawing/2014/main" id="{0280FE23-3FD0-4989-BBD8-F98469242DB8}"/>
              </a:ext>
            </a:extLst>
          </p:cNvPr>
          <p:cNvSpPr>
            <a:spLocks noGrp="1"/>
          </p:cNvSpPr>
          <p:nvPr>
            <p:ph type="body" sz="quarter" idx="14"/>
          </p:nvPr>
        </p:nvSpPr>
        <p:spPr/>
        <p:txBody>
          <a:bodyPr/>
          <a:lstStyle/>
          <a:p>
            <a:r>
              <a:rPr lang="zh-CN" altLang="en-US" dirty="0"/>
              <a:t>！！！！！！！！！！名字等</a:t>
            </a:r>
            <a:endParaRPr lang="en-GB" altLang="zh-CN" dirty="0"/>
          </a:p>
        </p:txBody>
      </p:sp>
      <p:sp>
        <p:nvSpPr>
          <p:cNvPr id="5" name="文本占位符 4">
            <a:extLst>
              <a:ext uri="{FF2B5EF4-FFF2-40B4-BE49-F238E27FC236}">
                <a16:creationId xmlns:a16="http://schemas.microsoft.com/office/drawing/2014/main" id="{929167BD-7790-467B-980C-709781C5646C}"/>
              </a:ext>
            </a:extLst>
          </p:cNvPr>
          <p:cNvSpPr>
            <a:spLocks noGrp="1"/>
          </p:cNvSpPr>
          <p:nvPr>
            <p:ph type="body" sz="quarter" idx="15"/>
          </p:nvPr>
        </p:nvSpPr>
        <p:spPr/>
        <p:txBody>
          <a:bodyPr/>
          <a:lstStyle/>
          <a:p>
            <a:r>
              <a:rPr lang="en-GB" altLang="zh-CN" dirty="0"/>
              <a:t>OfficePLUS</a:t>
            </a:r>
          </a:p>
        </p:txBody>
      </p:sp>
      <p:sp>
        <p:nvSpPr>
          <p:cNvPr id="8" name="文本框 7">
            <a:extLst>
              <a:ext uri="{FF2B5EF4-FFF2-40B4-BE49-F238E27FC236}">
                <a16:creationId xmlns:a16="http://schemas.microsoft.com/office/drawing/2014/main" id="{E558E992-FE94-4B15-ABDB-51E2364B7D80}"/>
              </a:ext>
            </a:extLst>
          </p:cNvPr>
          <p:cNvSpPr txBox="1"/>
          <p:nvPr/>
        </p:nvSpPr>
        <p:spPr>
          <a:xfrm>
            <a:off x="1991724" y="1592758"/>
            <a:ext cx="1992853" cy="369332"/>
          </a:xfrm>
          <a:prstGeom prst="rect">
            <a:avLst/>
          </a:prstGeom>
          <a:noFill/>
        </p:spPr>
        <p:txBody>
          <a:bodyPr wrap="none" rtlCol="0">
            <a:spAutoFit/>
          </a:bodyPr>
          <a:lstStyle/>
          <a:p>
            <a:r>
              <a:rPr lang="en-GB" altLang="zh-CN" dirty="0">
                <a:solidFill>
                  <a:schemeClr val="accent1"/>
                </a:solidFill>
              </a:rPr>
              <a:t>OfficePLUS PowerPoint</a:t>
            </a:r>
            <a:endParaRPr lang="en-GB" dirty="0">
              <a:solidFill>
                <a:schemeClr val="accent1"/>
              </a:solidFill>
            </a:endParaRPr>
          </a:p>
        </p:txBody>
      </p:sp>
    </p:spTree>
    <p:extLst>
      <p:ext uri="{BB962C8B-B14F-4D97-AF65-F5344CB8AC3E}">
        <p14:creationId xmlns:p14="http://schemas.microsoft.com/office/powerpoint/2010/main" val="24465438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d8492f18-66c4-4362-b04e-33f4a769c969"/>
</p:tagLst>
</file>

<file path=ppt/theme/theme1.xml><?xml version="1.0" encoding="utf-8"?>
<a:theme xmlns:a="http://schemas.openxmlformats.org/drawingml/2006/main" name="Designed by iSlide">
  <a:themeElements>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fontScheme name="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2.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3.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4.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5.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6.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7.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ppt/theme/themeOverride8.xml><?xml version="1.0" encoding="utf-8"?>
<a:themeOverride xmlns:a="http://schemas.openxmlformats.org/drawingml/2006/main">
  <a:clrScheme name="iSlide VI标准">
    <a:dk1>
      <a:srgbClr val="2F2F2F"/>
    </a:dk1>
    <a:lt1>
      <a:srgbClr val="FFFFFF"/>
    </a:lt1>
    <a:dk2>
      <a:srgbClr val="778495"/>
    </a:dk2>
    <a:lt2>
      <a:srgbClr val="F0F0F0"/>
    </a:lt2>
    <a:accent1>
      <a:srgbClr val="9C0606"/>
    </a:accent1>
    <a:accent2>
      <a:srgbClr val="CD1C1C"/>
    </a:accent2>
    <a:accent3>
      <a:srgbClr val="F02F2F"/>
    </a:accent3>
    <a:accent4>
      <a:srgbClr val="FB5959"/>
    </a:accent4>
    <a:accent5>
      <a:srgbClr val="FF9090"/>
    </a:accent5>
    <a:accent6>
      <a:srgbClr val="FFC4C4"/>
    </a:accent6>
    <a:hlink>
      <a:srgbClr val="9C0606"/>
    </a:hlink>
    <a:folHlink>
      <a:srgbClr val="979797"/>
    </a:folHlink>
  </a:clrScheme>
</a:themeOverride>
</file>

<file path=docProps/app.xml><?xml version="1.0" encoding="utf-8"?>
<Properties xmlns="http://schemas.openxmlformats.org/officeDocument/2006/extended-properties" xmlns:vt="http://schemas.openxmlformats.org/officeDocument/2006/docPropsVTypes">
  <Template>Mu</Template>
  <TotalTime>578</TotalTime>
  <Words>4729</Words>
  <Application>Microsoft Office PowerPoint</Application>
  <PresentationFormat>宽屏</PresentationFormat>
  <Paragraphs>378</Paragraphs>
  <Slides>29</Slides>
  <Notes>20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DeepSeek-CJK-patch</vt:lpstr>
      <vt:lpstr>Economica</vt:lpstr>
      <vt:lpstr>PingFang SC</vt:lpstr>
      <vt:lpstr>等线</vt:lpstr>
      <vt:lpstr>仿宋</vt:lpstr>
      <vt:lpstr>Arial</vt:lpstr>
      <vt:lpstr>Calibri</vt:lpstr>
      <vt:lpstr>Open Sans</vt:lpstr>
      <vt:lpstr>Roboto Condensed Light</vt:lpstr>
      <vt:lpstr>Wingdings</vt:lpstr>
      <vt:lpstr>Designed by iSlide</vt:lpstr>
      <vt:lpstr>在新形势下 坚持和发展中国特色社会主义</vt:lpstr>
      <vt:lpstr>旧知回顾</vt:lpstr>
      <vt:lpstr>PowerPoint 演示文稿</vt:lpstr>
      <vt:lpstr>全面建设小康社会宏伟目标提出</vt:lpstr>
      <vt:lpstr>新世纪头20年奋斗目标的确立</vt:lpstr>
      <vt:lpstr>为何21世纪头二十年如此重要</vt:lpstr>
      <vt:lpstr>哪些规划</vt:lpstr>
      <vt:lpstr>哪些规划</vt:lpstr>
      <vt:lpstr>全面建成小康社会新部署 和改革开放的深化</vt:lpstr>
      <vt:lpstr>政策部署 全面小康</vt:lpstr>
      <vt:lpstr>政策部署 全面小康</vt:lpstr>
      <vt:lpstr>应对挑战 深化改革</vt:lpstr>
      <vt:lpstr>应对挑战 深化改革</vt:lpstr>
      <vt:lpstr>应对挑战 深化改革</vt:lpstr>
      <vt:lpstr>经济文化 成绩斐然</vt:lpstr>
      <vt:lpstr>经济文化 成绩斐然</vt:lpstr>
      <vt:lpstr>推进一国两制实践和祖国和平大业</vt:lpstr>
      <vt:lpstr>回归！新难题新挑战 不改初心</vt:lpstr>
      <vt:lpstr>PowerPoint 演示文稿</vt:lpstr>
      <vt:lpstr>人大释法</vt:lpstr>
      <vt:lpstr>人大释法</vt:lpstr>
      <vt:lpstr>提高党的建设科学化水平</vt:lpstr>
      <vt:lpstr>为何要提高党的科学化水平</vt:lpstr>
      <vt:lpstr>提高中国共产党执政能力的总要求和具体要求</vt:lpstr>
      <vt:lpstr>提高中国共产党执政能力的总要求和具体要求</vt:lpstr>
      <vt:lpstr>提高中国共产党执政能力的总要求和具体要求</vt:lpstr>
      <vt:lpstr>不忘初心，砥砺前行</vt:lpstr>
      <vt:lpstr> 同学们，我们回顾了在新形势下坚持和发展中国特色社会主义的伟大实践，从提出全面建设小康社会的宏伟目标，到深化改革开放、推进“一国两制”实践、促进祖国和平统一大业，再到提高党的建设科学化水平，这些都体现了中国共产党始终不忘初心、牢记使命的坚定信念。作为新时代的青年，我们肩负着接续奋斗的历史重任。让我们铭记初心，勇担使命，以坚定的理想信念和无畏的奋斗精神，投身中国特色社会主义的伟大事业，在实现中华民族伟大复兴的征程中，争做共产主义的合格接班人，砥砺前行，书写无愧于时代的青春篇章！</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dc:creator>
  <cp:lastModifiedBy>dragon sun</cp:lastModifiedBy>
  <cp:revision>17</cp:revision>
  <cp:lastPrinted>2022-03-13T16:00:00Z</cp:lastPrinted>
  <dcterms:created xsi:type="dcterms:W3CDTF">2022-03-13T16:00:00Z</dcterms:created>
  <dcterms:modified xsi:type="dcterms:W3CDTF">2025-05-21T11:11:09Z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d8492f18-66c4-4362-b04e-33f4a769c969</vt:lpwstr>
  </property>
</Properties>
</file>